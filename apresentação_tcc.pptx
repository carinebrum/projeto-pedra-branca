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4" r:id="rId4"/>
    <p:sldId id="258" r:id="rId5"/>
    <p:sldId id="261" r:id="rId6"/>
    <p:sldId id="259" r:id="rId7"/>
    <p:sldId id="260" r:id="rId8"/>
    <p:sldId id="280" r:id="rId9"/>
    <p:sldId id="263" r:id="rId10"/>
    <p:sldId id="264" r:id="rId11"/>
    <p:sldId id="265" r:id="rId12"/>
    <p:sldId id="276" r:id="rId13"/>
    <p:sldId id="278" r:id="rId14"/>
    <p:sldId id="266" r:id="rId15"/>
    <p:sldId id="267" r:id="rId16"/>
    <p:sldId id="270" r:id="rId17"/>
    <p:sldId id="273" r:id="rId18"/>
    <p:sldId id="271" r:id="rId1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33"/>
    <a:srgbClr val="DA467E"/>
    <a:srgbClr val="9969B7"/>
    <a:srgbClr val="6297BE"/>
    <a:srgbClr val="A21E1E"/>
    <a:srgbClr val="D9D52B"/>
    <a:srgbClr val="B45D22"/>
    <a:srgbClr val="CF3131"/>
    <a:srgbClr val="9C40A6"/>
    <a:srgbClr val="E2B3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45" autoAdjust="0"/>
    <p:restoredTop sz="94660"/>
  </p:normalViewPr>
  <p:slideViewPr>
    <p:cSldViewPr>
      <p:cViewPr varScale="1">
        <p:scale>
          <a:sx n="85" d="100"/>
          <a:sy n="85" d="100"/>
        </p:scale>
        <p:origin x="138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Declividade</a:t>
            </a:r>
            <a:r>
              <a:rPr lang="en-US" baseline="0" dirty="0">
                <a:solidFill>
                  <a:schemeClr val="tx1"/>
                </a:solidFill>
              </a:rPr>
              <a:t> dos </a:t>
            </a:r>
            <a:r>
              <a:rPr lang="en-US" baseline="0" dirty="0" err="1">
                <a:solidFill>
                  <a:schemeClr val="tx1"/>
                </a:solidFill>
              </a:rPr>
              <a:t>pontos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mapeados</a:t>
            </a:r>
            <a:endParaRPr lang="en-US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16050332265231909"/>
          <c:y val="2.1818206806822421E-2"/>
        </c:manualLayout>
      </c:layout>
      <c:overlay val="1"/>
    </c:title>
    <c:autoTitleDeleted val="0"/>
    <c:plotArea>
      <c:layout>
        <c:manualLayout>
          <c:layoutTarget val="inner"/>
          <c:xMode val="edge"/>
          <c:yMode val="edge"/>
          <c:x val="4.0263559521623332E-2"/>
          <c:y val="0.28839304322940484"/>
          <c:w val="0.57029775596233001"/>
          <c:h val="0.68395282933763857"/>
        </c:manualLayout>
      </c:layout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pontos</c:v>
                </c:pt>
              </c:strCache>
            </c:strRef>
          </c:tx>
          <c:dPt>
            <c:idx val="0"/>
            <c:bubble3D val="0"/>
            <c:spPr>
              <a:solidFill>
                <a:srgbClr val="279FC9"/>
              </a:solidFill>
            </c:spPr>
            <c:extLst>
              <c:ext xmlns:c16="http://schemas.microsoft.com/office/drawing/2014/chart" uri="{C3380CC4-5D6E-409C-BE32-E72D297353CC}">
                <c16:uniqueId val="{00000001-6EA1-48F4-BBA6-7B720E4A8F99}"/>
              </c:ext>
            </c:extLst>
          </c:dPt>
          <c:dPt>
            <c:idx val="1"/>
            <c:bubble3D val="0"/>
            <c:spPr>
              <a:solidFill>
                <a:srgbClr val="1E9252"/>
              </a:solidFill>
            </c:spPr>
            <c:extLst>
              <c:ext xmlns:c16="http://schemas.microsoft.com/office/drawing/2014/chart" uri="{C3380CC4-5D6E-409C-BE32-E72D297353CC}">
                <c16:uniqueId val="{00000003-6EA1-48F4-BBA6-7B720E4A8F99}"/>
              </c:ext>
            </c:extLst>
          </c:dPt>
          <c:dPt>
            <c:idx val="2"/>
            <c:bubble3D val="0"/>
            <c:spPr>
              <a:solidFill>
                <a:srgbClr val="D9D52B"/>
              </a:solidFill>
            </c:spPr>
            <c:extLst>
              <c:ext xmlns:c16="http://schemas.microsoft.com/office/drawing/2014/chart" uri="{C3380CC4-5D6E-409C-BE32-E72D297353CC}">
                <c16:uniqueId val="{00000005-6EA1-48F4-BBA6-7B720E4A8F99}"/>
              </c:ext>
            </c:extLst>
          </c:dPt>
          <c:dPt>
            <c:idx val="3"/>
            <c:bubble3D val="0"/>
            <c:spPr>
              <a:solidFill>
                <a:srgbClr val="B45D22"/>
              </a:solidFill>
            </c:spPr>
            <c:extLst>
              <c:ext xmlns:c16="http://schemas.microsoft.com/office/drawing/2014/chart" uri="{C3380CC4-5D6E-409C-BE32-E72D297353CC}">
                <c16:uniqueId val="{00000007-6EA1-48F4-BBA6-7B720E4A8F99}"/>
              </c:ext>
            </c:extLst>
          </c:dPt>
          <c:dPt>
            <c:idx val="4"/>
            <c:bubble3D val="0"/>
            <c:spPr>
              <a:solidFill>
                <a:srgbClr val="A21E1E"/>
              </a:solidFill>
            </c:spPr>
            <c:extLst>
              <c:ext xmlns:c16="http://schemas.microsoft.com/office/drawing/2014/chart" uri="{C3380CC4-5D6E-409C-BE32-E72D297353CC}">
                <c16:uniqueId val="{00000009-6EA1-48F4-BBA6-7B720E4A8F99}"/>
              </c:ext>
            </c:extLst>
          </c:dPt>
          <c:cat>
            <c:strRef>
              <c:f>Plan1!$A$2:$A$6</c:f>
              <c:strCache>
                <c:ptCount val="5"/>
                <c:pt idx="0">
                  <c:v>Muito Baixo</c:v>
                </c:pt>
                <c:pt idx="1">
                  <c:v>Baixo</c:v>
                </c:pt>
                <c:pt idx="2">
                  <c:v>Médio</c:v>
                </c:pt>
                <c:pt idx="3">
                  <c:v>Alto</c:v>
                </c:pt>
                <c:pt idx="4">
                  <c:v>Muito Alto</c:v>
                </c:pt>
              </c:strCache>
            </c:strRef>
          </c:cat>
          <c:val>
            <c:numRef>
              <c:f>Plan1!$B$2:$B$6</c:f>
              <c:numCache>
                <c:formatCode>General</c:formatCode>
                <c:ptCount val="5"/>
                <c:pt idx="0">
                  <c:v>5</c:v>
                </c:pt>
                <c:pt idx="1">
                  <c:v>25</c:v>
                </c:pt>
                <c:pt idx="2">
                  <c:v>21</c:v>
                </c:pt>
                <c:pt idx="3">
                  <c:v>18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EA1-48F4-BBA6-7B720E4A8F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61427169188891084"/>
          <c:y val="0.25712821842379779"/>
          <c:w val="0.38572830811108932"/>
          <c:h val="0.70571677253282472"/>
        </c:manualLayout>
      </c:layout>
      <c:overlay val="1"/>
      <c:txPr>
        <a:bodyPr/>
        <a:lstStyle/>
        <a:p>
          <a:pPr>
            <a:defRPr>
              <a:solidFill>
                <a:schemeClr val="tx1"/>
              </a:solidFill>
            </a:defRPr>
          </a:pPr>
          <a:endParaRPr lang="pt-BR"/>
        </a:p>
      </c:txPr>
    </c:legend>
    <c:plotVisOnly val="1"/>
    <c:dispBlanksAs val="zero"/>
    <c:showDLblsOverMax val="1"/>
  </c:chart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pt-BR" dirty="0"/>
              <a:t>Solo nos pontos</a:t>
            </a:r>
            <a:r>
              <a:rPr lang="pt-BR" baseline="0" dirty="0"/>
              <a:t> mapeados</a:t>
            </a:r>
            <a:endParaRPr lang="pt-BR" dirty="0"/>
          </a:p>
        </c:rich>
      </c:tx>
      <c:overlay val="1"/>
    </c:title>
    <c:autoTitleDeleted val="0"/>
    <c:plotArea>
      <c:layout>
        <c:manualLayout>
          <c:layoutTarget val="inner"/>
          <c:xMode val="edge"/>
          <c:yMode val="edge"/>
          <c:x val="0.10129646220032289"/>
          <c:y val="0.17382594386429881"/>
          <c:w val="0.58703817762721988"/>
          <c:h val="0.78271757016962651"/>
        </c:manualLayout>
      </c:layout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Tipo de Solo</c:v>
                </c:pt>
              </c:strCache>
            </c:strRef>
          </c:tx>
          <c:dPt>
            <c:idx val="0"/>
            <c:bubble3D val="0"/>
            <c:spPr>
              <a:solidFill>
                <a:srgbClr val="6297BE"/>
              </a:solidFill>
            </c:spPr>
            <c:extLst>
              <c:ext xmlns:c16="http://schemas.microsoft.com/office/drawing/2014/chart" uri="{C3380CC4-5D6E-409C-BE32-E72D297353CC}">
                <c16:uniqueId val="{00000001-A032-43EF-A8B3-28D87CE2E514}"/>
              </c:ext>
            </c:extLst>
          </c:dPt>
          <c:dPt>
            <c:idx val="1"/>
            <c:bubble3D val="0"/>
            <c:spPr>
              <a:solidFill>
                <a:srgbClr val="CF3131"/>
              </a:solidFill>
            </c:spPr>
            <c:extLst>
              <c:ext xmlns:c16="http://schemas.microsoft.com/office/drawing/2014/chart" uri="{C3380CC4-5D6E-409C-BE32-E72D297353CC}">
                <c16:uniqueId val="{00000003-A032-43EF-A8B3-28D87CE2E514}"/>
              </c:ext>
            </c:extLst>
          </c:dPt>
          <c:dPt>
            <c:idx val="2"/>
            <c:bubble3D val="0"/>
            <c:spPr>
              <a:solidFill>
                <a:srgbClr val="9C40A6"/>
              </a:solidFill>
            </c:spPr>
            <c:extLst>
              <c:ext xmlns:c16="http://schemas.microsoft.com/office/drawing/2014/chart" uri="{C3380CC4-5D6E-409C-BE32-E72D297353CC}">
                <c16:uniqueId val="{00000005-A032-43EF-A8B3-28D87CE2E514}"/>
              </c:ext>
            </c:extLst>
          </c:dPt>
          <c:cat>
            <c:strRef>
              <c:f>Plan1!$A$2:$A$4</c:f>
              <c:strCache>
                <c:ptCount val="3"/>
                <c:pt idx="0">
                  <c:v>Arenoso</c:v>
                </c:pt>
                <c:pt idx="1">
                  <c:v>Argiloso</c:v>
                </c:pt>
                <c:pt idx="2">
                  <c:v>Misto</c:v>
                </c:pt>
              </c:strCache>
            </c:strRef>
          </c:cat>
          <c:val>
            <c:numRef>
              <c:f>Plan1!$B$2:$B$4</c:f>
              <c:numCache>
                <c:formatCode>General</c:formatCode>
                <c:ptCount val="3"/>
                <c:pt idx="0">
                  <c:v>47</c:v>
                </c:pt>
                <c:pt idx="1">
                  <c:v>9</c:v>
                </c:pt>
                <c:pt idx="2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032-43EF-A8B3-28D87CE2E5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69415979026252461"/>
          <c:y val="0.43449199488276274"/>
          <c:w val="0.25677603889619871"/>
          <c:h val="0.3289481788403934"/>
        </c:manualLayout>
      </c:layout>
      <c:overlay val="1"/>
    </c:legend>
    <c:plotVisOnly val="1"/>
    <c:dispBlanksAs val="zero"/>
    <c:showDLblsOverMax val="1"/>
  </c:chart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24/09/2026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24/09/2026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24/09/2026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24/09/2026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24/09/2026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24/09/2026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24/09/2026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24/09/2026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24/09/2026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24/09/2026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24/09/2026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24/09/2026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785786" y="2060848"/>
            <a:ext cx="73581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/>
              <a:t>Mapeamento e Levantamento dos Processos Erosivos nas trilhas do Parque Estadual da Pedra Branca, RJ</a:t>
            </a:r>
            <a:endParaRPr lang="pt-BR" sz="2800" dirty="0"/>
          </a:p>
        </p:txBody>
      </p:sp>
      <p:sp>
        <p:nvSpPr>
          <p:cNvPr id="3" name="CaixaDeTexto 2"/>
          <p:cNvSpPr txBox="1"/>
          <p:nvPr/>
        </p:nvSpPr>
        <p:spPr>
          <a:xfrm>
            <a:off x="857224" y="5357826"/>
            <a:ext cx="36751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/>
              <a:t>Autora: </a:t>
            </a:r>
            <a:r>
              <a:rPr lang="pt-BR" sz="1600" b="1" dirty="0" err="1"/>
              <a:t>Carine</a:t>
            </a:r>
            <a:r>
              <a:rPr lang="pt-BR" sz="1600" b="1" dirty="0"/>
              <a:t> </a:t>
            </a:r>
            <a:r>
              <a:rPr lang="pt-BR" sz="1600" b="1" dirty="0" err="1"/>
              <a:t>Brum</a:t>
            </a:r>
            <a:r>
              <a:rPr lang="pt-BR" sz="1600" b="1" dirty="0"/>
              <a:t> de Oliveira Silva</a:t>
            </a:r>
          </a:p>
          <a:p>
            <a:r>
              <a:rPr lang="pt-BR" sz="1600" b="1" dirty="0"/>
              <a:t>Orientador: Dr. José Miguel </a:t>
            </a:r>
            <a:r>
              <a:rPr lang="pt-BR" sz="1600" b="1" dirty="0" err="1"/>
              <a:t>Peters</a:t>
            </a:r>
            <a:r>
              <a:rPr lang="pt-BR" sz="1600" b="1" dirty="0"/>
              <a:t> Garcia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429388" y="5572140"/>
            <a:ext cx="18573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 err="1"/>
              <a:t>Seropédica</a:t>
            </a:r>
            <a:r>
              <a:rPr lang="pt-BR" sz="1600" dirty="0"/>
              <a:t>, 2025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42910" y="500042"/>
            <a:ext cx="1357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/>
            <a:r>
              <a:rPr lang="pt-BR" sz="2400" dirty="0"/>
              <a:t>UFRRJ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357554" y="3429000"/>
            <a:ext cx="4714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/>
              <a:t>Trabalho de Conclusão de Curso apresentado à Universidade Federal Rural do Rio de Janeiro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357290" y="4643446"/>
            <a:ext cx="65008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pt-BR" b="1" dirty="0"/>
              <a:t>Foco: </a:t>
            </a:r>
            <a:r>
              <a:rPr lang="pt-BR" dirty="0"/>
              <a:t>Integridade da Unidade de Conservação e Serviços Ecossistêmicos. </a:t>
            </a:r>
          </a:p>
          <a:p>
            <a:pPr marL="342900" indent="-342900">
              <a:buAutoNum type="arabicPeriod"/>
            </a:pPr>
            <a:r>
              <a:rPr lang="pt-BR" b="1" dirty="0"/>
              <a:t>Condicionantes:</a:t>
            </a:r>
            <a:r>
              <a:rPr lang="pt-BR" dirty="0"/>
              <a:t> Maciço Granítico e Gnáissico, Chuvas Concentradas e Uso Público de Forma Irresponsável.</a:t>
            </a:r>
          </a:p>
          <a:p>
            <a:pPr marL="342900" indent="-342900">
              <a:buAutoNum type="arabicPeriod"/>
            </a:pPr>
            <a:r>
              <a:rPr lang="pt-BR" b="1" dirty="0"/>
              <a:t>Efeito Amplificado:</a:t>
            </a:r>
            <a:r>
              <a:rPr lang="pt-BR" dirty="0"/>
              <a:t> Erosão gerando Perda de Solo, Risco a </a:t>
            </a:r>
            <a:r>
              <a:rPr lang="pt-BR" dirty="0" err="1"/>
              <a:t>Infraestrutura</a:t>
            </a:r>
            <a:r>
              <a:rPr lang="pt-BR" dirty="0"/>
              <a:t> e Degradação de Trilhas.</a:t>
            </a:r>
          </a:p>
        </p:txBody>
      </p:sp>
      <p:pic>
        <p:nvPicPr>
          <p:cNvPr id="3" name="Imagem 2" descr="MAPA L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82" y="571480"/>
            <a:ext cx="5174972" cy="3648499"/>
          </a:xfrm>
          <a:prstGeom prst="rect">
            <a:avLst/>
          </a:prstGeom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00694" y="681042"/>
            <a:ext cx="3286125" cy="339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TimePhoto_20250823_12525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5719" y="357166"/>
            <a:ext cx="4095779" cy="3071834"/>
          </a:xfrm>
          <a:prstGeom prst="rect">
            <a:avLst/>
          </a:prstGeom>
        </p:spPr>
      </p:pic>
      <p:pic>
        <p:nvPicPr>
          <p:cNvPr id="3" name="Imagem 2" descr="TimePhoto_20250823_12360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5400000">
            <a:off x="3866550" y="1062616"/>
            <a:ext cx="5643602" cy="4232702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1214414" y="3571876"/>
            <a:ext cx="2083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Ponto 14 da Trilha 3</a:t>
            </a:r>
          </a:p>
        </p:txBody>
      </p:sp>
      <p:sp>
        <p:nvSpPr>
          <p:cNvPr id="5" name="Retângulo 4"/>
          <p:cNvSpPr/>
          <p:nvPr/>
        </p:nvSpPr>
        <p:spPr>
          <a:xfrm>
            <a:off x="5688114" y="6131502"/>
            <a:ext cx="2083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Ponto 13 da Trilha 3</a:t>
            </a:r>
          </a:p>
        </p:txBody>
      </p:sp>
      <p:pic>
        <p:nvPicPr>
          <p:cNvPr id="7" name="Imagem 6" descr="Caminho de terra com folhas secas no chão&#10;&#10;O conteúdo gerado por IA pode estar incorreto.">
            <a:extLst>
              <a:ext uri="{FF2B5EF4-FFF2-40B4-BE49-F238E27FC236}">
                <a16:creationId xmlns:a16="http://schemas.microsoft.com/office/drawing/2014/main" id="{2476D9AD-E4E4-AA9D-FB5E-F1908629FB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4042839"/>
            <a:ext cx="1920273" cy="2640374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1A2EEBF3-D6B3-53F6-D140-FA9EDA522AE1}"/>
              </a:ext>
            </a:extLst>
          </p:cNvPr>
          <p:cNvSpPr/>
          <p:nvPr/>
        </p:nvSpPr>
        <p:spPr>
          <a:xfrm>
            <a:off x="6516216" y="2060848"/>
            <a:ext cx="1255417" cy="16561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E6DF2994-8FB4-DC1C-2C54-05F48374901C}"/>
              </a:ext>
            </a:extLst>
          </p:cNvPr>
          <p:cNvCxnSpPr>
            <a:cxnSpLocks/>
          </p:cNvCxnSpPr>
          <p:nvPr/>
        </p:nvCxnSpPr>
        <p:spPr>
          <a:xfrm flipH="1">
            <a:off x="3827977" y="2060848"/>
            <a:ext cx="2688239" cy="19819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EEDB7ABC-C651-6076-C639-8854D4E07AE4}"/>
              </a:ext>
            </a:extLst>
          </p:cNvPr>
          <p:cNvCxnSpPr>
            <a:cxnSpLocks/>
          </p:cNvCxnSpPr>
          <p:nvPr/>
        </p:nvCxnSpPr>
        <p:spPr>
          <a:xfrm flipH="1">
            <a:off x="3827977" y="3717032"/>
            <a:ext cx="2688239" cy="29661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527CDD82-4A85-8B6C-539A-C3CE7255CC2B}"/>
              </a:ext>
            </a:extLst>
          </p:cNvPr>
          <p:cNvSpPr/>
          <p:nvPr/>
        </p:nvSpPr>
        <p:spPr>
          <a:xfrm>
            <a:off x="1907704" y="4042839"/>
            <a:ext cx="1920273" cy="26403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1357290" y="214290"/>
            <a:ext cx="65008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b="1" dirty="0"/>
              <a:t> Objetivo:</a:t>
            </a:r>
            <a:r>
              <a:rPr lang="pt-BR" dirty="0"/>
              <a:t> Mapear e classificar os processos erosivos para subsidiar o manejo. </a:t>
            </a:r>
          </a:p>
          <a:p>
            <a:pPr>
              <a:buFont typeface="Arial" pitchFamily="34" charset="0"/>
              <a:buChar char="•"/>
            </a:pPr>
            <a:endParaRPr lang="pt-BR" dirty="0"/>
          </a:p>
          <a:p>
            <a:pPr>
              <a:buFont typeface="Arial" pitchFamily="34" charset="0"/>
              <a:buChar char="•"/>
            </a:pPr>
            <a:r>
              <a:rPr lang="pt-BR" b="1" dirty="0"/>
              <a:t> Desafio:</a:t>
            </a:r>
            <a:r>
              <a:rPr lang="pt-BR" dirty="0"/>
              <a:t> Capturar a </a:t>
            </a:r>
            <a:r>
              <a:rPr lang="pt-BR" b="1" dirty="0"/>
              <a:t>Heterogeneidade Espacial</a:t>
            </a:r>
            <a:r>
              <a:rPr lang="pt-BR" dirty="0"/>
              <a:t> e o </a:t>
            </a:r>
            <a:r>
              <a:rPr lang="pt-BR" b="1" dirty="0"/>
              <a:t>Gradiente de Severidade</a:t>
            </a:r>
            <a:r>
              <a:rPr lang="pt-BR" dirty="0"/>
              <a:t> dos processos ao longo das trilhas.</a:t>
            </a:r>
          </a:p>
        </p:txBody>
      </p:sp>
      <p:pic>
        <p:nvPicPr>
          <p:cNvPr id="4" name="Imagem 3" descr="peri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76" y="1882143"/>
            <a:ext cx="6858048" cy="46901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14290"/>
            <a:ext cx="6715172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aixaDeTexto 2"/>
          <p:cNvSpPr txBox="1"/>
          <p:nvPr/>
        </p:nvSpPr>
        <p:spPr>
          <a:xfrm>
            <a:off x="1071538" y="4429132"/>
            <a:ext cx="72866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Amostragem Representativa:</a:t>
            </a:r>
            <a:r>
              <a:rPr lang="pt-BR" dirty="0"/>
              <a:t> </a:t>
            </a:r>
          </a:p>
          <a:p>
            <a:endParaRPr lang="pt-BR" b="1" dirty="0"/>
          </a:p>
          <a:p>
            <a:pPr>
              <a:buFont typeface="Arial" pitchFamily="34" charset="0"/>
              <a:buChar char="•"/>
            </a:pPr>
            <a:r>
              <a:rPr lang="pt-BR" b="1" dirty="0"/>
              <a:t> Trilha 1:</a:t>
            </a:r>
            <a:r>
              <a:rPr lang="pt-BR" dirty="0"/>
              <a:t> (Maior Fluxo de Visitantes/Vulnerabilidade). </a:t>
            </a:r>
          </a:p>
          <a:p>
            <a:pPr>
              <a:buFont typeface="Arial" pitchFamily="34" charset="0"/>
              <a:buChar char="•"/>
            </a:pPr>
            <a:r>
              <a:rPr lang="pt-BR" b="1" dirty="0"/>
              <a:t> Trilha 2:</a:t>
            </a:r>
            <a:r>
              <a:rPr lang="pt-BR" dirty="0"/>
              <a:t> (Variabilidade Litológica/ Difícil acesso). </a:t>
            </a:r>
          </a:p>
          <a:p>
            <a:pPr>
              <a:buFont typeface="Arial" pitchFamily="34" charset="0"/>
              <a:buChar char="•"/>
            </a:pPr>
            <a:r>
              <a:rPr lang="pt-BR" b="1" dirty="0"/>
              <a:t> Trilha 3:</a:t>
            </a:r>
            <a:r>
              <a:rPr lang="pt-BR" dirty="0"/>
              <a:t> (Uso Indevido/Alto Risco de Acesso). </a:t>
            </a:r>
          </a:p>
          <a:p>
            <a:endParaRPr lang="pt-BR" b="1" dirty="0"/>
          </a:p>
          <a:p>
            <a:pPr>
              <a:buFont typeface="Wingdings" pitchFamily="2" charset="2"/>
              <a:buChar char="Ø"/>
            </a:pPr>
            <a:r>
              <a:rPr lang="pt-BR" b="1" dirty="0"/>
              <a:t> Técnica:</a:t>
            </a:r>
            <a:r>
              <a:rPr lang="pt-BR" dirty="0"/>
              <a:t> Coleta </a:t>
            </a:r>
            <a:r>
              <a:rPr lang="pt-BR"/>
              <a:t>de 70 </a:t>
            </a:r>
            <a:r>
              <a:rPr lang="pt-BR" dirty="0"/>
              <a:t>pontos </a:t>
            </a:r>
            <a:r>
              <a:rPr lang="pt-BR" dirty="0" err="1"/>
              <a:t>georreferenciados</a:t>
            </a:r>
            <a:r>
              <a:rPr lang="pt-BR" dirty="0"/>
              <a:t> (UTM) e classificação dos 6 atributos de erosão </a:t>
            </a:r>
            <a:r>
              <a:rPr lang="pt-BR" i="1" dirty="0"/>
              <a:t>in loco</a:t>
            </a:r>
            <a:r>
              <a:rPr lang="pt-BR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642910" y="4286256"/>
            <a:ext cx="78581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pt-BR" b="1" dirty="0"/>
              <a:t>Geomorfologia:</a:t>
            </a:r>
            <a:r>
              <a:rPr lang="pt-BR" dirty="0"/>
              <a:t> Domínio de </a:t>
            </a:r>
            <a:r>
              <a:rPr lang="pt-BR" b="1" dirty="0"/>
              <a:t>Rochas Graníticas e Gnáissicas</a:t>
            </a:r>
            <a:r>
              <a:rPr lang="pt-BR" dirty="0"/>
              <a:t> (susceptíveis ao intemperismo esferoidal, desgaste físico-mecânico, colapso de encostas etc.). </a:t>
            </a:r>
          </a:p>
          <a:p>
            <a:pPr marL="342900" indent="-342900">
              <a:buAutoNum type="arabicPeriod"/>
            </a:pPr>
            <a:endParaRPr lang="pt-BR" dirty="0"/>
          </a:p>
          <a:p>
            <a:pPr marL="342900" indent="-342900">
              <a:buAutoNum type="arabicPeriod"/>
            </a:pPr>
            <a:r>
              <a:rPr lang="pt-BR" b="1" dirty="0"/>
              <a:t>Pedologia:</a:t>
            </a:r>
            <a:r>
              <a:rPr lang="pt-BR" dirty="0"/>
              <a:t> Prevalência de Solos </a:t>
            </a:r>
            <a:r>
              <a:rPr lang="pt-BR" b="1" dirty="0"/>
              <a:t>Arenosos/Argilosos</a:t>
            </a:r>
            <a:r>
              <a:rPr lang="pt-BR" dirty="0"/>
              <a:t> (baixa coesão, alta percolação).</a:t>
            </a:r>
          </a:p>
          <a:p>
            <a:pPr marL="342900" indent="-342900">
              <a:buAutoNum type="arabicPeriod"/>
            </a:pPr>
            <a:endParaRPr lang="pt-BR" dirty="0"/>
          </a:p>
          <a:p>
            <a:pPr marL="342900" indent="-342900">
              <a:buAutoNum type="arabicPeriod"/>
            </a:pPr>
            <a:r>
              <a:rPr lang="pt-BR" b="1" dirty="0"/>
              <a:t>Fator Chave:</a:t>
            </a:r>
            <a:r>
              <a:rPr lang="pt-BR" dirty="0"/>
              <a:t> O papel da </a:t>
            </a:r>
            <a:r>
              <a:rPr lang="pt-BR" b="1" dirty="0"/>
              <a:t>Declividade</a:t>
            </a:r>
            <a:r>
              <a:rPr lang="pt-BR" dirty="0"/>
              <a:t> no aumento da velocidade do escoamento superficial.</a:t>
            </a:r>
          </a:p>
        </p:txBody>
      </p:sp>
      <p:graphicFrame>
        <p:nvGraphicFramePr>
          <p:cNvPr id="10" name="Gráfico 9"/>
          <p:cNvGraphicFramePr/>
          <p:nvPr>
            <p:extLst>
              <p:ext uri="{D42A27DB-BD31-4B8C-83A1-F6EECF244321}">
                <p14:modId xmlns:p14="http://schemas.microsoft.com/office/powerpoint/2010/main" val="420240377"/>
              </p:ext>
            </p:extLst>
          </p:nvPr>
        </p:nvGraphicFramePr>
        <p:xfrm>
          <a:off x="496572" y="494352"/>
          <a:ext cx="3855372" cy="3214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Gráfico 10"/>
          <p:cNvGraphicFramePr/>
          <p:nvPr>
            <p:extLst>
              <p:ext uri="{D42A27DB-BD31-4B8C-83A1-F6EECF244321}">
                <p14:modId xmlns:p14="http://schemas.microsoft.com/office/powerpoint/2010/main" val="3178030680"/>
              </p:ext>
            </p:extLst>
          </p:nvPr>
        </p:nvGraphicFramePr>
        <p:xfrm>
          <a:off x="4429124" y="642918"/>
          <a:ext cx="4286280" cy="3214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utoShape 2" descr="data:image/jpeg;base64,/9j/4AAQSkZJRgABAQAAAQABAAD/4gHYSUNDX1BST0ZJTEUAAQEAAAHIAAAAAAQwAABtbnRyUkdCIFhZWiAH4AABAAEAAAAAAABhY3NwAAAAAAAAAAAAAAAAAAAAAAAAAAAAAAAAAAAAAQAA9tYAAQAAAADTLQAAAAAAAAAAAAAAAAAAAAAAAAAAAAAAAAAAAAAAAAAAAAAAAAAAAAAAAAAAAAAAAAAAAAlkZXNjAAAA8AAAACRyWFlaAAABFAAAABRnWFlaAAABKAAAABRiWFlaAAABPAAAABR3dHB0AAABUAAAABRyVFJDAAABZAAAAChnVFJDAAABZAAAAChiVFJDAAABZAAAAChjcHJ0AAABjAAAADxtbHVjAAAAAAAAAAEAAAAMZW5VUwAAAAgAAAAcAHMAUgBHAEJYWVogAAAAAAAAb6IAADj1AAADkFhZWiAAAAAAAABimQAAt4UAABjaWFlaIAAAAAAAACSgAAAPhAAAts9YWVogAAAAAAAA9tYAAQAAAADTLXBhcmEAAAAAAAQAAAACZmYAAPKnAAANWQAAE9AAAApbAAAAAAAAAABtbHVjAAAAAAAAAAEAAAAMZW5VUwAAACAAAAAcAEcAbwBvAGcAbABlACAASQBuAGMALgAgADIAMAAxADb/2wBDAAMCAgICAgMCAgIDAwMDBAYEBAQEBAgGBgUGCQgKCgkICQkKDA8MCgsOCwkJDRENDg8QEBEQCgwSExIQEw8QEBD/2wBDAQMDAwQDBAgEBAgQCwkLEBAQEBAQEBAQEBAQEBAQEBAQEBAQEBAQEBAQEBAQEBAQEBAQEBAQEBAQEBAQEBAQEBD/wAARCAZABLADASIAAhEBAxEB/8QAHQAAAgMBAQEBAQAAAAAAAAAABgcEBQgDCQIBAP/EAHcQAAEDAgMGAwUEBQkFAwEBMQECAwQFEQYSIQAHExQiMTJBUQgVI0JhFiRxgTNSkaHwCRclNENicrHBU4LR4fEmRGOSojVUshhzdrTC0ic2RXWzteIZKFZkZnSDk5SV8ik3OEZVV1hl04WGo6TDxDlId4SWl6X/xAAcAQACAwEBAQEAAAAAAAAAAAADBAECBQAGBwj/xAA+EQACAgEDBAEDAgUDBAIBAQkBAgADEQQSIQUTIjFBFDJRI2EGQnGBkRVSoSQzscEHYtEWQ+EmNPDxRFNy/9oADAMBAAIRAxEAPwD1HnP8NpbbTzaHsvTmVt5q+31Q6zih1+stceK/BSpSmvElKPm9NPmHe3120Tv83mVSjb3qZRmqi4xCQ0lKksWzKSruu/YlJGidNb99NlTvvxLXqDwHZ7MLEKH2s0V1XSmYwrzB7pUALKSexFvrsO3VLRWQPxBdzygn7Je6nCWPNyLGHN4NDYf5pD7tGqiWsyktLWSWVK7qQF3sO6DmAtmI2xd7QW6yqboN5dSw46y+hhDuaKtV1Zmjqk5rAKubgG5Nhrrfb1R9lvDsWsbm23cO09iKw+6667SeKUrp8oKOrKuwCtCRoLny2pN+uHd329rBtSwHvQoi4uIac1kgVHhBEhtQ1Te1sySQCO6SNRrbbz9XUmpcO/Cn8ydR+8xtuQ9pGe1u+c3VY3w83XqWyxycB12ylNw1eKK5fxIHibUSS2bpsUkADkul0vmuQpcTPF+RCrqyp8hpp208x6W2E8JYclUZ1/mmeA/FdXxWshSpVjqbHsPMenrs8mMA1Sqbr5eN8OZJSKcrJNaad+LHv2UsW8B7BQBAOhttr29RS5Rs5MzxXg7odeyLh6lwN4Md12rck+j+pOtLKVJUB4fQ36hY6EEixubs72qMBNT6z759yRX319T/AAmglLybEFwC/fTUDW48+5x/u5quLZWI2JUCorYYzfF6OnQg/usPqNtWYgqFZlUZiVVKs++t9r4TubOhSk99fr5g632YpsymHMZqywxFC9Hdo0Btqsu5Iq2lclUlozKj+fDctcqa8woglPULWB2o93FRdoO8FzC+KKS4/TpubmEI61MoKDaSza4WjKTmsbKbKr3sLGC95OF6XAl0bEf3pC/AlrqW2v8AHtYnW587eV7ohGOa9hyqe6+bWxFiyFSKXI8TsNKr9CF9wgkk5bkAkgWGmy12mywYGcVf0Y1t5WBZWA96ECswKgiL8JMqFUUqGWQhNjw1ZfmANtdFJIOtyAzcM79cEYXxGxiNpl+U5KYUmUlhJTld0vqfI9wQbj0O2ancSyqy7ytZeW+teXhOrWVJSo9regPl+zTTb9gyOFKcgO9C/k/j/LZsudvHuG2eM2017cc5qA5AgYTYfyZuBIlSM2ZPkCALH9o2RiPaA3gu15+qQIkJhjMpeVDWZLOYnQa6Adh+/ZeQ3HeF/gXkX/i/57RkPyoErixfAvxJV4VJ+uxqrS6c/PuSJdYn3o43r2I258qooW/nTkyND+P+e2jMLblvaqlOsVmA9TqRx0IdzOvo9AR0hJIv5jt5Wtptl+lNtNYoiT5TOdCHeLk+VX0/ytt6D7uPafpeJGo8CqYTqjC8qWuLDjrfR2sDYC4H7dhXUK7AvJ7aP7nXdjux35YOlLlVTFmF8jyeE60iAtWgNxlIKRYfgNsvb0t7cWfiipRXaShCIUxcVC4t0IVlUb2SSbXOoF7A6dttcbyN12I8UQH69hLelXqPnYU7yrqyqPlsSenRSSRp3NtvO+pzGmnZcWVnfQ+6vOvxKz3Nzfve42DZWNmwepxqT1iaO3Yb8N31egOYSxlUH6cy+hTSJXCzcNKuy7Jv56kWsddNTszzU8B4Sw43Ai1uFUaXKUlPHYdRxYMojNxk9lcFZSVZfkULDS22BGHPv7fC+TxI8KvqB/nbyO13Nadaa59qWvIhGfJnPh89PL67ArpQ4OOR6le3+I395NDd3jb+ML0FqIhyVzTEie00gKS8wg3W6n5VAosoGx0uLa6+hL0SC1BcdlNI/RDiqyAFQA/i3128i8F76cR0HGUCfzfNP0RSVQ319LrKRoE3A1FrixBFrjUX23nu/wDahwlvjo5pkpn3JW2UHPxV5o6lEedurhrsUk2JSbHyB2MXRXG4cxjdwBP7DW8ejRcZVrAeI8j9IfdVwluoCks5/Pt4SSQoeQIPkdq6vbrpW6rFDmKMES+BKRmlQ4ql5Wnk2+LGN7jKU6p00PfS52z1vCxJKpeLXKo1E48VaupKbpW2lWlx6g6g6aG/ls4N3O96fiiBEwvWeuVSFJ5ORISVKeaF7NOA9yB2V5i4OoBMtqq7WKn3AfM7HeK07Anxa9h7+iJT/vGBHkLUpUFazd5CCUg8NSsxykWB89NUF7VOOcGz6XAlYclymP8Az4htX6k6i6Sb2I8wLXHYd9tJYxx7u+ixXMOYjpz7COFnaXkGdtKgfCrvYG9j+F++uH/aJw37+wb7+pcvjv0t1aFraWEpkMX72/WT4reYKtCQLFotdDgeoZMzLmPKz70rLfFlofyfC4/+0SOyyPI+o+m2zvY49nfFtBawvvGxREYXSMSoYq9ElIUHUsupPUlQKbsuFFja4zoJGtiRimh4fn4jr0SlwGs8qbIS0hK15U5yf+p/Db2E3e0nEWCNzdFpkqJyXu7l+agacJOQAHIbHKkqJUBoUkqFyDbaLnK+pa11RMmEtXTPr2N3MGwJbEVcrhL6/wCzuCbj8cpSB9QdnxTFcrh1gVRpltyLHS1ITplzJAB/I+X0I2zc/Oad3jQMRxc7yGEoS/Fz5VKaPzJ8ipPpobed7bHtbouMsb4ybZi1t5uiRWmpCFNKyKlWXfhOW79J0VpexB2rXaLWyICtwyRNe07jKjYSxbH4WeLFm8LPIaQVKZULkLsO9jYmxB9O5ubVDDMB2jOYoi8qtdXhpVMWx4XlHsu/YkEkX7i4BJBB2oN+e57+cuvNxfePKrhcJSs6c+VOt16akAakdyL21A2H6pRd5eA8L0nC9Zpy10iKhUWPKadztKQLJQNOwAF038iBcgJte1z3cAc4nKGgHvBentYcYgNM50U51M2HKWs8WGokhSQfnYWoglJ/RuJSRa+3Cj48wvvBwuxhysuromIac7ngSmF5EPKNyW1i9s6V9Tau4BKRoRb5xVVvddLf4Xx8iOprxZtDdNj5EaEeeh8r7LVvATvvSmuu50QaolD7XXn+ETcqGnUUgjMB5EG3ewrMZwfciwbjGvTqc7FwlXap7uYW++j74nIPiKCchURYXuAEm/kB6bJPEGIos/Af2co1JQubS/ir6TnZQtSsxUq5tkURZXYpte1yTr6qbuItBwHEk0aormwqhCUl13MFOx5gRZ9BA7oJOZPmO2oIO1r7PHsz4SgYNn4oxHEXKm4hRnTnspptgXCSlNzmv8wOtredjtK1PLg7funkxVqFiN2s8Wl09fNcX9F+qtOtjbTXQ+hB0NtnfjaLPi8hP4yKcxNhJaf4qVK4ni7pvfS+ht3uToSRpGDudwlhfeNWmoDWeVCVzEVp1HhaOlgSOm2oBNza19kH7TFN+LwneiLk6UJUcqV+d/UEX1PbT63h62WGB+RElUKvu5pfEixWV1SUwpKuKv8AW/u5baX1ubm1te52hwsc1nn25WHKdFhdWVCorQz5tDY5bDXQAkdwbHaug4A98ym+VZ4COni/Nl7ajtf91tm9hPBuHML8CU68h99a0pzZx1K8h5AK08gCbeZG2dfra9JyeT+BB22hPum2PYlxtih7BsH7UYnQia5McaW1KT+ju4QhsjvcpFgSbEm3YDbRuOa1zTrlGqlPRkXldiuoUVJV6EHS1+xB+o2wfheRyFUfw5VGVxfhJXxUpPVpcEkHyBuL2Fidb7aMpGBKzFwHQceNYhffXnUpaHV5mshWQMp1t+Bvqb6bTp+pajWA/pkfuYBHLvwIDb+qXKi8CVhz4HHWrNlVlU2onUeWh7gj1tpsB4WqFZd4lBaZRNlMNJU6h9GdKkquLHz7Xse4t3vbZ1YvVFxHS3HWuHzrHj+b012Vu7zD8+l4jruKJXDWthSY6o/ypYUAVLHY+PuLaaj67d9OlreuY8QGkPdzVaNVKzU+QpMqkVegqW7KhLUXeIwkkF1u9zlBuLanvoQRtm/2n93+N3cUT8eNU5c2lvr4/Ow7LSlAAIWsDqT2uSbpGW+bvs1FY2ao2I5+KKM6uFW4VSVkR+sknKpB11QpKQkjW+VB7gbS96WPsW4cwRTd7+EskqnLlKYnx2k/AznslabdFwSQoWva2vYsmp1X9I/2gyn+2YPqWIpUr4XyP5Vrz9Sc3nrf9/fbSu7GFiOfuqorXun4FOdU+xIQn5CDmQpIFwRfXyIy+hO1RiDAG7T2h6M/iPctSUUHH8VC5FUwkp0IRVE6ZlRxoniXIIUiwUVBKwhRBGhPZyxfRqXuvoUWqRH2FttJhO8VOVbKkixStJF0keaTYix0BBAZqIsTB4/InAwsrG7SVhfBrG9WlvRZsVENL8qO0gpTlSOtaRe6gRqR3FrjvbZYYU3mxd78p+BS4mfkpHgUsZm1EX1AAt6ga6WI0Ozi9pLH8Wg7m3MG0HP7xlI5WKlrqUnS1gLHQgka/TXZZew/uWdgYSfr3Kfen3/1DnyAAC/n3BNz5G4NiQBa7To1HbT5xKoN7YjnUw01g2BQapEQ+uE6h+LI4QSplY7p/wAJBIIuT2Ouw9vEwPRp7sTFFBa+61RpTCZCbZ476LZmXLAHM2QSlZIJQtIN7Ekvxu3FdgP/AHtcKUx1ZF/rAapt+PYj9+y3pO8WLQYFWoLrK32KjlkIy9So8hA+G6nzFx0KHmkgjUEbK2ONPSMnEtqVCjiXVEqv2S48rFEREpl+LwJHbqQsZVEG3mL3Gl/QjZVx8aT5X3+fL6+ayPys2ZSnb9LhIsMrrQCyRoFlY8lAMKM7VMUUutNeBcqEqRAWh3qbdTqB2uNRp5ggfmtHqk1XpTFUrNDiwkSmkqq6GLqQ8oL6nADYgg9RTpYqWADcXHU5OHzxEjNK73qXAwlhKm4tgVDnedhIWhGcLVmyC5QRoUeRFtO2uw3uJflVSfLitS18khHNcLwpSpdwSPoRobaG1z2Fg7E1barMXhNPSmGKR0NZl5mEqIF21I7gm2ihobWJHna+zpLd9/T3eCtCH46sq/lUpJvkH5Kv/u7Hbt26hCPiUPHEc2K8ONOwOF/t/wDzVu3/AB2jYBxzS93zv2cxG0x7rqKlI4qkZcqzqOoC1wbkJJF9bHtt1xNV5XCYa8eRf/LbP287e47XnXMB0GndaM65r+ikqaVYIte1lZtexsNTtqXZ/lla85jdxXEdr2Mm/cNQYfhMLU0uQ0oKU3eykW88hvcX0Go87bDG9CfQcJVSi8+0hx9GZ1fT8nz380gJvr2F9TqLwfZ4jNYcwbPrM95aM8hf6VRy5Rp5+QNyPIg+t70OLsURcUVlye70SqdIU7TpSOpOU+NpYsLpKbWv2Pn659+oVV/UMsXM5by5kDBuDefpfR/575+pWUm417djYEX8j9dlZumwy1i2s8WVnXKQvOp1Xy6aedvO4HY/XU7dd4eNncZYS9zRYi/6IkKQhaLpzNEgiw0uAe3la+mgOxt7LGF+fcnyp7r+R9CF8JdkpVa+qfMX+v4eh2Q6aUvc7DDqd7xr7vmq9AxQ3Pi5FrhIXzGbpSpBQQQT5X0t53IOtrHOm+dPNT61K6PgTXXcq/1y4on6dzqb6/gb7bHwhRYEWLiiU1LW+jkFLju/M3YLUoWPncAWIPb6bZqxtu0xQ7hx+s16JkYrbS1Q5TShlzpOYG49dLp9L/jsx1LTMlXh+ZNq7h4wI9kzF7tL300KfPl8rFWh2Ep3KUo6k9PbTuAD5XIvbS76xvgFql4oqVUgS4vHlVZLrqVXS1lWQrOcpHQdQVXFiLakiyV3K0jC8WVE985ELfWtrNnHT5fhpYkaC50v57MTFL0ql0vhQHVypT8pLTWdZzOJv3BIsPOyfPTte+wdNv7OGGYeqjbVuPuXW9abhyg1mmxZT01+L0yJCEyih9KVaE5gdSLaX72v522DHMcYXoPP8rLm1GE3ldYfaU4h+OrS4cQlQSts+ZGoIuLgkbUJwdXq9Plz5VW5paOpCVJKkuIvpre4I7m6bi1tdDtFbYpcprkJVJ5J9ClRX/i+FeS4Chqrq7pVqLmxNtse76tdTvUYH4gWUtH5iCqz8W0GJVIDvHp0qKl1TSl/FbQpNyQb9SQSexJFr/gnq1KxHiOs+68UVxCOAp1MWUnqWpN+nMQdbpGp1sQSb+czA28+BPwvL3cutTWKpSEpU0vIcqUBeUFK9TcEAi2liCDobCm9B+l4NlMRapx35S0Jd/S5kSGljMh5Ch0kXunQn0NiDbT1dp7YIM4jbPmRucx5WaXLaqmJ4Xuth1MqBN+VPSMyVhJBQoWN7E3GU2NrCzwlWsUUuqe5q81Fmvyk8uj9ErMpOqS2r9c+SQQFBXa9tgSk75pUWBLw5Apy0U6ahTUhpTvhuf0ibqJCwSVAg6fXts38WezLjzAe7Sm7xqXVkYlizYrUiRFaQUuxUuICkuNm912NkkCxvqL3tsfT9woGQZ/Mqh5wIc4uote+wfFi5JWHq8011NIClR1kDMFoUD0pWMxvawuAQRYUtMxbijCVBl4clUlDCJTHK1SKpJUluQBZMlklWaxFikknp0JNtBPd5Va9vG4mF2pc1vpQ7yrUofGSTqUoWq9zbVIt3vsV4hbgYSqjcXEbsqbCmtcKO7IaKXY60BVgHEJuOgkAG4ISPTbZTzTIkH79zSbgOs4jqjtWw5VK4j3JKyLRxU5VsyBky3Glkq8JsTc5dBcE6K33PUH+arDVGrPzph9DCwl1SEtpC+CoiwVkvYkW9R6ZOxtV6NKn0l2gy3+VmtJizWs2dSbHQoWbqVYDMLm6blJJFrbUxfFwljzd9woFbiv56St2AvOMuZA9PIgjL6jX8C2noboZTuM82/aFwnRvtHLlRasichhKHUTWo+RbySBlUpAAsvqCVpsSVJJuT1EW9klFLgb5OQrPA4FUgTKatDqcyUu50FItqB4SdbeWuux9v/pzsXDn3plcV9Dq2vPN62Hr6jX8tlpuVqfK736FVK9EW/ClZWpCsmVal8PKFFPzK6dTYX797bUs8PUbrzNp7o1O1SqVbdfWcbzaRzrq5VE68qG5+QoW2F3ugLQTmRqlRJJTcWKh38+0JvBoOHIG5afiybzrEpNGnx1JCXXlJdCElagCVIIUnKCbjLY5iATd45xHhfCXPyorr62H0Z2s3iS+gCyCCCSCLG/e5uDobp/DGFK97Rm8tvHlLelSl0uQl/iz3cyHnW0ApazKBUCUgWBABItclJAEqIx3kcwJr8owN/lIwHQcG4aqmDa3wJzCGl8q71LZVa1rEG6BoCk6EZbd77Z5w3FxljLEctqLUajS52R1a3abmSptHZeUg3SCFm1jYGxI7kMreRTv5wd4LdLlNSqcxCXkkMKTkWyts2ABHcdNwrQGwANyAaLA0Thb0OE09x+VdfhuqWotZrXB6rHL4SoHte1wRfYepddkEM7jCCl07Ee7TCVSoLstdRhITzTS5COL0CxCjfpKmzcKFrKSQb3ttHwhCgUuA5WYrK4s1+RmaXn4rXCWOpk+ZF9RcEWSQTcAk7gv1mfjdtqBEf8Ad3IOtOuv5OFzXykBIKUgjpUASCbKHcjYPrbfubjwGoiEcCQlSI6E5Ut99B+HkLeX02XosLfM7UcoHlpvT3b4owk03vzpbyKvS69RmPtDFSjKtlKSQHyCfiCxSlROqSMx0JIYmE5mEotLwfPrORbFUoykxXeAlSUuhCSnNZN1BSTlOoUDYi9rDvu/xBK3g7lm4HKTYtbiokRUKy/AnMJWpP4aDpJHnY37jamWzhL7OMQHaS5TosFpXKxUKOWG705m03GqAQSkEXAsLmwO19Ri1dkivzHEiUzBtBqmMp8XhcBDa+aQnJmSq4sprUi6Vi6gq5IIsfPa+wjvKqlGqkvkKhx2IXCQ06tZS6lIIyqzG6iEk2CiLE2BJ7gcwemqUGqT6Nihn4E1pKoEpF0qZUP7NfooIVcD9lxfZgYowLg2vNN4jwlEXRKjwlJXAz/C4trqbbUTmCFZSoA3t2PYEq6ep62zAlPkyslQYuLcUMNT5a/jtKlOuoQEqSom+caFOqjftYgnQaETsdRsLu0bkItWWio051SVuu9TTyCL2Kh+jcFikgkgkJIIuQAmFNgOz+ao1Qf4DbSVeHKpnNoUnUjQfhca29L56gxWnXItZ46GH0KTKad6VKQtGmU+ZOhBF+31Nm/qSW4EjG6CzNM4XHlcZD6JTqepCypTboy389DexNrX7ggC2xKmq0bC8rkK9ERwKvHRNhRVpzdaDZQT3sUqNwAACTra9x94cwRi2K1TazhKIir+62k1ZWRaVuyGGLZwGFWLikrAVlAIPUBodIvtM716DijGWCMUYSp7EWUiQ0pfCuhGYuJS4FK0ASVm3kCBrrcA1d7HIMuEVIOTlRazWX6800xkfQjJlQEKzAG97eZ0Oh0N7abEmGcRVTC9GflO51wpS0vqYdQjK8wDmICiPEct0n9YWOitbPH2CHff1FlUHI+uru5nWvDlULZwsDsASPIEZtQNqfGVOlYXlU3DlZe4FEmuqVHlIX1N6kLSvTTKrVQ0Hci4JutZY4bIg3rC8yGqRQcW4jfi8JHwFrdjp1QmUwmxIPUMqstrkX+b02mqXFd95e687FOYdRKjrdQErbzJu42uxyW18QACinNZJJG37gTdTyE9+qVSrLlMQneK0phWZ1uPnyZwNLm2ZIF7XBBOux9iTDNGwvhyXF+61BFXi81AqkN3pzAgFtwHsNcqkkAgkaG+zqOSmYaivB3RFYNTXsRz58We63FXFnux0SPCjTVCtL2BOUZhfTuBY7Mqr06jSpWHp7rL8J+K6w1PyXUlOVSUlxCrk9vK3lb8IPs84ciynW2qzEXNirmyHVqa8SUkWudTdSVDMRqCARpfYoxPJpcCVEwlFzsVdhpcxXMNBHEjqIWi4PZVswv5jLY3Nglc4Z9sO4/mMHd/u5+LKrNWgT5aFxajFadRIW0ELShQu27a4KtTYqFr21vrsOVjdnWcB7oMPSqzTs9OYmLRHmtO8XjXudDe6UqCrZe1m0EAEElse1dXZTs/C8XlERV+7VqTy68zDyVKSbsr75TbVJ1SbjsblIuYoxRKit4NxRzTFIlKamojyroRnSFJQ6kqABBzK1BAJKrk2ts9XUuzj3M97POVkarNfd3WmePKiyEOtKkJzJeSCVFKgLHL3ABOlzY37xX8f0aLKl4XawawwtE9U+O6n+sMsKvnac8nk6pKVEJKR5kKsPybh9rhSJTtR4D8J3riqRlUpN8pKSToQQSQe4Ise+xDhWmRapi2JFoMv3jK6YrvHaCkOR190OJPhUm+itCLKA0I2pXWxsEqGLeo7NxOCotL/p51lCFymuXady5V8K6iAfwzWva58zpsxq5Bge+abAleNh1Dub+7nF/x7a7ckRnaNAiUvhIWuK0lORH/AB+na+wZUp0/7UU1qe90cxwms/iSi40+vptqWDGFm1phsSFm/rfVvG3aSoFew5TkIojGVqQ+6lK0PKOgSRe6QO+bQ3t31srsffyjcBrAlSgxcPvxcUPx1tQFIWFsJdNhnPzAAEq18xbU7Bntr76OFKbwHFl/dYrXFfTn8SwekW/EXJ/DTTbD4Q7VJ/NSuvP8mY/kNde/qb7bFGlqCAsOZl2uXcmFuG8a4ji177W+9pS6u4/zC5S3TnU6SVE5vW9/ysLWttq3DP8AKCY3oFL5WvUNuqP5cvF4oQpSvWx0/G3fva52zTgndRjLGUCXVMJUlc33dlXIaT48hIGcXtmAJF0gk21ta+x9h32b97VedjtNYTlMPynVITxVIRlUBcgknTQ/n5XOztqo4/UlEB+I16/7deLa863yGGERfCnx5kJ9T6/xrbts2PZK3zPbxt5Uh3G1WisuU6Kp2O14U5iSNCTYkJvf8b6ix2QuL/ZYxvu+wHUsW16owmOSQlSWkqKsyr6gnSyrEBPqSPpZL4fr0qjSpbsWWtt9afHn/bY/gTf1BO1WoptrKJxnjInMzK09g8Tb993+HOJzeIYudHyJXmV+6+1nhHHtPx5R261Ss/JOZsilpyqVbS+vlt5I0fEk+e1+lWta1/rZu/0vprp9e+3p9uAw/Kw5uvoUCV+n5VKl/wCI6n/Pbz+u0lWlQbPce0alzkxqwF/E2hY3w3BxZhKq4cqDQcZnRVtFKv1raH8QbHaZTEfF2lVCQIsGRKc/sWlr/YL7ZOfIQlpw/E8cN5WEmqNjJxqK84hiE7l8ZVlsu5RqdBckD0G0DBdaoNBxRPdxHT35rD6FcBOfwqBJB1IGv0ufpbY03qVL3pi2uuxehHHWtf8AiJ1/z/fsn5E12e7ysVrOv9Fm0T1E9yT5D67YfUr+ze1acnMR1Fn+2OqmubtMURalFqlP4CKj0x8q+tl0DoJJNzroSCDY9zqBI3xM17C8DDzteeRCWuGiEjlepiQgEnNYdiNL/ke17q2g4QrLte5Ce6tvlcq1/q5vJHnYnKdNL2vfYlx7j+s7wZ8SjcFb8WkdPCX1KbUAEqI87eZA0Gv0OzeisynPBkUO2OYPb340X7OYanxXeO/yqWs675lJAI9SbmxOtjfvrbYYwbM91wH681k4KJSWltLR1Zrgm1/P0/DvsUYrjf0pSaM1nXkSnIjxeXf9hvf8NqvAeCWsW1l+LzfAisPqkOoy+K1wALWsdTc62zbTrH2jmali/pYMfUDFjWPJ+HuQpPJU7hZJvLtDJxUosXLaW/D8bWudmnu6nuyoFapcqosRWIS/Ai2VSVEjiEeV7gk+uo2W2C8OtT6DLgNVZFI5VKuXRlHxlX1+ut7gE67WWBqfFwvKf5+oZ0TcqXe3ynv663N/y9Nll6rpdOmLGA/vFlsqT2ZU4tqlBgV5x37QoWuLnRwkJzZdSbW8/XTzI2Ld2tRwvPw5PxQ6znRTsyFKWnKrMASB20uLfuN/PahGBMOSqzLqjtWRzS3VOsZ7KQrU9B/bofx2NcQwYuF8GxGqXEhPsVSVkm5EDLqki5F/PsfyGx9L1LTXN+mQYSrUVknBi6wviWe7i1+fKpy1t1dasvypbtcjztoNNP8Ans+5G4vi4Icr1eqPK8djOhrJmUlJGgPnex1FtPrbZCUKmV6gtcLrqMWE7xVrWjMuK1nFtQOwue+ttdtVVfeNyrTdLns8dhGRr+6roBv+++x9drhSmfiQ15BimOGWsB0uk1SjS3+V6GloX4ctuq573tp6k7CMvE7VZr0/lc6ERVJjws3hS6rzPlfsTrbW31200zX8G16lxIDsRjoVxcvy66bDDe4ulz6zPn0bg8rNdTIda/vj8PQ/wNslLTaM1SjOjcjiZVfwJWcZYoiNYoxivjrqTcBCFdSktJurpufPQel1p8ydrvDu72LS8Wvxay6w/C4qmkK/2mU2vbva/a4GzuT7KFZdqjk+VVkfEdzo/u63T+zTawqnsv1RqK/PaxD8RCFLSnJ05gNB3v8Av2Mn1CDLAyngwgFImO8L7L0bx8dPLoRZPbW4/D6+YGyz9oxyfAr1FxRPyP1GttNNPqT4m1tXTbTva2UHU2SSdQLkFZpVUoLsSVKzsTYrqXWndepYNwD9L/lbYPrjVZxG05VKz8dinOqddz+FlV8xP43J/f6nZ06jeM4xJH24g9VjRqXiiA1PlrcR0Kkd8ybo9fIA2voTa4te21bhRbsrG8uBKzrp3xVwnV3SpxN+m+mhykXA7a+Y2k1yp0t2qOOymkLffyZejMpKRpbtpc63/HaTSWXapw3YvDQth1KGkfM5mNtPMnWwHn2ttRX7z8TPz5TlWqFXuFEnwIi8j7+Rp3w9Yve30uPPyP12h1eVKo33DEcRaKivKtPF8Tn5+f7TttbCm4aVi3dLEwvXmfd0pEpUhqQ1bOlJ9L9u/by/PaVjX2W4FZoNNgcVD79LT8KQtAzKUPMn69/xJ2c2OsKPKY/jLozVG5+ezkXkV0qT1ZreV7/8dvigYMdxG0xWcUM8rkSlKWEfq+qr+vYA20H10cNV3R4ow5VG4FUp7b9LYd4qnUIGZWhsO3e/f/pYXrrnCdcitdDaPl28f/FfXrunoKaPuPz+J1zbFwslQpECltcKKyhCEeFGiv2fxfblIrPF/U/9auBrf+PTYcVIdd/wbDszeDS4E9yl8bI/kT1frK/Hb59XR1Hq1nllv/ETVGhLiDE8XDkByfVJeRCPk+ZSvIAaXN7aef5bKvDe96qT6847PdWthebhNfq30Atp/wBdljvDxDXsUYy4Up1b7DDvwkp8Ottbdr28zci9tL7OPdfgOBFabxHiPoyJztNeFX0Ovn/lt9C6T02volHdt+75P4/YTQrrVR5x5ezpRMEY3an0bFtJQia/m5V13xNq/uX8/O1tR+zYZxhFoMCqORWmUPrpyltcXKEpVYnUDXQ6n89qNmuT+K57haWj+8j9n79usbB+LcUT22mvGv51L2Fr+r2atO3V/wD3l+4+wpXPqjYidanttRWW2F5k5VpR+8Dt57bA3Mbq6pVIETFteqD/ABH/AIrSfD0+v4nv6bJbdb7LdZr3EqlZqy4rELNlU14nFDW2vl6/Q/Q7a83V1KK7hKI006hfKpU10KzJ6dNP2baH8Mnub0c+Qxx+0TNViNueT8T0tqVS+FK+PwP1+r89hmNCa4XwujY1mK4sVz++jYUYG3r+2EEuTumcPa3LUXDkDi/+fH+QO2SaliWfXuUgNdEVjNlTp1f66eWttTtpv21J7sr3ThyK8hC1rVId/upGgP59tds80KkUt2lyJTX6djr/AMSRt4brPTLNRqDck7ttNRYj9w4ywlEx5VOAivIa+9PtJyomJt+kt8i/VPl28rDOmLsUVnFGKIlBaafciod/S65ctwlX00sLjv4b2uDsz61KgUbC7EDjZ6XUU5HXfEptRFswF/LS48wLeYIM/ZtpmEoFLq2CK8yj3ih33shC1BTUxA1bkx1W0WkXSpIIC0XBFwb6L6kWjZj3xDU2V/Me+4zAUCl4EjzsOSn6fUH0pU+vVSHHRpcpOliLAgeg9BsD+2Mr3NhKlYoqmT7rNTFdnpTkS2lWobdIvaygCk2tqexIvoPCVdw5OpceNRnmG+lWVpNkqSR4tPUXvb0I8tsbe2uMUY7wRXYEWtvse61JddipRkRKS3cpKrdli4IUBYjMNAbgz9Mr7JqfkH4kai1WXEV+HJ2F5WKKbWcW4eYqkJEjI/8ArONKBSpsqHcEEkfUAgg2Ox7V93dH3dYoiV7dhUH5WDcVtOxfu7oWuCpdkqjPJVe6RmFswNh3va5yPuJxRiijV6JRp8SVUaDUVqiyEu3WllJ8wTrodQNPpra7xxbUJW7SVzVBrfHlZs/ILspGQi3WkaWtoL62uNsPTaKzp7dukEg/8RFGsB2exFvvGw3jLcPiOfS3WkLivqyLadTl4yCOh1I7hY7GxsCVXuNdqHDmNMeVSgy6W7XF5HHeLlR05VW8jqbH9tvPTb43pbxMUbwZ7FZxRLfmymE8JDrvUplPytm/cD9bUnQkkgkw8PVDlYvNcLJn8X/Hb1NIBHlHqhtlfIl1SK78VnP+vn8Wb027SYkWvRW4rrWRfVy7q/lV+ofx+u31U6lFlO8Xwf39uSEtSmuLFd/xpSvL/wBDp32I1WftMs0iQ+aozvKz+thC8mf9X/l/H4F1JixazPYad8fyL/un/O3l+Y9NoHLuz8jXGQtbGXr/ANsj6jyUPMeuvY6X+EcOT6pK5WjU99a0dSMvyp/P+LfhtVCftaTv2+5as0uVS5/6biMLRkX/AHrdj+W0tTHF/sdmTE3N4oqjTbU+owoS1qTk7rVmsTb0uQCR+B9DYwwV7MzU/iO17EL7C0fK1bKpPre3Y/gNnUTEH3R/LEHhGXAi7waE7XuGilsT2HZWfw5AoE6eeg7ee3qFhHHm7nEcVv7EYho60ZelprIhSf8Ac0P5DbD+M9ze76g1TkJ701aP10L/AHj/AIbVD+5dqjOon4cxDK4H6Vp1p1SV5fI/iOx9e9hfZXW6ltNgsMj9pJ1AqGSJrfe5TvaCao1Sn4cxZRF0tDC1qaai8B1LVjm6lKUDpt53z6c7705X5H15/wDe7n8/89tE0/ebjel4Xcw47vCmrRNSuG61Ps/0kEGylgkAjyBBB+ljsp6ru+qlZlORYsthEr+yzLypcV5WI7E+V/P9uyn+qaVsAtg/gyn1Vb/af8yjdhxfiRZX9v1okeFSVDz+hH7/AD2jq5pqA5+ujMn/ABf9do2IaZWcJNNxcUMvsPrVlQtXUnN53Pl6gnvY7U0zFHK8Br++n/CpH8fv2arsRhuSGD7l8YN0eO01Pluu9D+dWT+8kfIR6kagj6jTS9/TaxPpc9uVAdWhaP1PF/H02j1mO01Kc4X9p1oX/dO0JxqVwm5TT2fwpX8qm1+hH7wfPbKsseyw49yN+6MaFvG4vH9/RFriykJ+KhWZUdfbTyKT2II00FwL3e+6GPFxlKc9w/HfYjpUxIR0qStI7KSTf6W7Ht9dsjsO/wDjdC+hafFlV+Hp/HlswN2mI8R7vqoxXqDLfQtvrVkX0uJ/6eR0I0PqHKKFs9+5YDdHxvNo8p2luT6zk+6rV8LxKbQfELkXtmNxf/PbINQpWI4uI28Guy3F0uqTUJa+FmSppRypN7EAlPcakEKFiBs/94m9prerPYge8fdz6/0rTS8vGWBbpBsLnXQ630vrt+wcCRYsWmypUtibFQ6haX0XzN2WCEkfQ3IIItc3+ry0ig8fMKDsTMJIHsTbucBu03G9GqEpcqEpDuR9fRpY6gaG+tz+z021dWJcDEeA25VL8EqKlaEfqq80fiCLdvLZL7x8bNNOwcL8XJzsdfCV8uZGtvzANvr6mwJHuVrzs/Dj9BlPZ1xV50IWr5CSD+wgft02xX6ytXUxoGHsZB/f8THsvdrNr+oK0XGcXC++6kxapnQxKgJzcVHwlIKylR1uCQCQUjUCxHYE6gmOxaXXmHaXnXnSnM0nwuJULgoV6+eUmxtoRtlLfDC5Ws0mqNOsZH30tIUuyeXdukXUdQEnQ3I0IN9CNjSk4+xbS8ZYXoOKKeuKt/7qtCVZmu1ykeXSTcDUgFJBIIJ0KgEfHyZoVY2RkIxNQmseS6XWKTzUWqNKU1UmGl3byEBSV+YCVKuCRdJUQfLZgS3MLxaM3S5/AXFf+69dsrigjuToASBe5I11vax2zxvzxS1g3FDFZo1Q5KqLQmQ074mpCkA3aeb+ZK0EpJGoHmQCCP4A9p6l1nm8JYjp6PjrUlprOfg+aWwoXNh/ZrFyNUkGwActurR8P7hA49Ss3j7uGpTvv6l/+cuo52EOp6lx5SQTwlkaEEC4PnqNDYkawVhnn+Hg2qVDlX2Pi059Do4XMIN0g+aQrUEA9iQdCQTqsbzcL0bd9WqXzaFypXihOrQlfHuA3JjkjqUFFAcRa4BChprtbbjdz1B3jYccxHWZa0SlyFraQ0+fgqCjlzoIGh1VcEghVtCDdC2z6i/CD1B9zzxP7C9YqlZlPyosRfKrda5+AtJyKlM5krKCLHwkdQtmSQTY6Bu4HqTmDqYujtMr93Balxc/UlKSSSPUa377DmG4TOCanVoNTeQy2zKSt9a15k5rAhd/lIB7+YNz52n4hr33/lYryFxX8qF5bdKjb9xvcHsdtD7RCnygfjvCDuI8UfaijcBh+UwuO70ZkuZblIV6aG4J00tbbEntGYbqjs9iLVIjiH4q1NOqR4vIjLbuD3OpFvqDt6EJp9UgcCfF60IUrN15kuIt2It4h5HvbTbIvtFYmwk7Xn/06333UoTwrKUlZsTYFJ1t5aGxPmDamosVaS7SRZtmWWnnYEVyLS2eA+hPStdsqtPO/qPrt+7oqTiPFG8ui0Hjcda5SZSYrt+pCAV2Bvp4dD2NwPWzCe3ewMUNc/S6s+xx/EmQwhK0q7ghQIFj21Go0vcbGW6HdBWcOYypuI4tWYXNpDTqY6M4zqUsWAFz4R1WTre4GnfbC02o0llmM8n8yPDdmHs+S67Kbr1GlsfcpCaXNayZX6XM6lobfB+VaepKrWvfuDo3t2GN2p+7l/CU95mLF5hXCa+WPqSoNkk2Fz4dQD20I2z7hyjY8rNe3k7wapROAwxPQ+/C1U/wAkpMlCRcLbGVIJGoJuQBqB6BiTEbs9+LFiLfp0pSXciVFSc4KbFJBsgkaXtb10vs9ZqfpTsPOfX9IItteaMxNRnd31Lfr3NrWh/NmT4uo9rfie1tNhVtqVKpb9ZivPxVzWupH462PqD2vrY+R2CcXV3FHCptBi1Z+VRKinJlfutTawcwAWTcG4IKe1wLX8jlKvc27RhpqoNrmsIzoSrqUrQFTYAve2pA11JHnoOxk+9DGFs+TMuoo9UdxRVnXXuacW6uRlR0ryi9ynS+dI1IJ1TqL2NjndHvFw5hdqfgjHlJ5rDWL1qhyku+Bt+9g5cE5FXsQrQg2NwdggiqYjxQ+7Al8DPIUtK2L/DUL9YsesE90nQgqGl77VFZi1n7OVKLKZbQtha1u57pSlV7dJF1FJsLHuCbGxFgXSXhsj5nVNkmB283dbi32fd5bfKy30McXn6DVGl5VuMX6TcHpcRfKsXsb3sQq23oPukpbWN8L0LeXWadF971GHxas0wxlaqCwi6pAQNOKDcrT53UrQ3ByJQt7NLxlgNjBu8aI9UZVB+LTp6F5lJRYJyrNgq6bmxsSQNRckm3om//ABlheBTYuCKjx0IlIdaQ7421IUCbDuUkDLcgkakk22dbEK48eJprGz26rFE/+lKTFfXS0KRFUpPT2Og/AC2pGnY9tnnuMh0v+b5ie1ERxJWZ3PlyqUk+H91rbZyxhheLvVwv/ONg1n3XKcSlNZpqOlUWYQLLGujbnynsCQCPPbT+GMKyt3O76kxWpnH4ENrxIy9WQXH4Xvbudq0qWOWg90z57VdSagT4k+LkzvoU07k6VZukJv8A+g2P7RtmqJKdgOtz/GtGV1prhZlKtqdM2pFvI2v2PbZwe0bjGLi3EbEVqJk5HMh3J+sLD99u/psvMOYvwk06/hKqU9b819KVReF4841GSxOua1wQL+RJ028t1R/qNaKVPAitzkmPKgYuwlXsLwMUUZlCGKo7ydSYa8MWohvVeguM6LKCfPqA7G4lSsOO1SUxAi09hc1D6USkOuhKHEBepN790lVja17AjXWJuoqMqqVmfhKfTosViqNJdzfqyEOZmXB3sQokFJOoUqxPbYxYw5WXao3K62H4ubN3ShxBsVAkEWOml79tNbbek09KuvMJp13cmDe9vdXWd2lGW77xQ/Cm5eAprpSpgWs2Re4W3okjqGUtkE3JHLd4+1giBSa9yj6Fvr+8LaWVIeYPdRGoFrkaW/bYmBvgxFWfumF6pnlRYspMpqRo78BVwvKrxHp1Ke10pvsQV1qBRmuVgVDjQlw0yEoWvMjKoXNvW41BFrg/TYFdSpeSPiUsC7iRGpi5tr3C/PaeW+xws/Fj9S0oUNHUjsoC4JHpf8Nsvjd3Xvtv9qHWvd3vuOlp19r9FISOnjcMGyXDm6rdylJAINi5E42da3fQGoERa34Tq460K6k8I2zpXqSkFBUU+V/QpAP5Bo+I5WHHHebWh+nI5iAhpYWrIPCFA/pCBoQLXFwfXZ57NwwIDdtgRjfG8WBAf3fRc7D9Oaaadj5MqXkqBKQntcmxtYd9O+wLJlNUalscLP15VcJ1HU2s3Jve5H4HUWt5bfm9DE0qs1RhqVT0IqPFQjIlJSlV9VC3cWIFknsTp5bU+J50qqOscXPx8uXN831H5evpt4nrrsWAkF+IJYakNSqzLdde/wC9KWv/AAn/ACIUdfofw22L7NcDC8qfVqM7LRFzwmpUePnHw1dfEbBN1Eagp7gC4J7bZEoNPdarL7vj8Skfn+P5/u2Lo9HxRiPFtCi7vmpv2rQ0+7HdirLT6mkoJW2QFBK02FgCCDcgAg7Ofw+4qchvkS2nc7o5KnU942HGqlPo1RpzHW+1wvFxF3NwoEAIJT1JuSD5am2wJSt+lZn4Xf3aVl5h+FzCZUJWXwqVckIXeyL3UbEG97WF9qHfBLqmLfcUDDjTzM2UjlZlOWvxLuEJFr3uNQbgdrX0sONAOKIEBvCUWhxX5TEjplLSUqbRchQWmwVobHXVKgQdNNt3VW732A8Q6DfZtldh6mu8KXFlO5PvS3UryfIbiwtfS9ibenbXZ54ZoDuLYtCoLTPNSqW/1ur6kONEFPWo666+XfL2OhWGLKbPw5KlxXYmR99PFTk6k5T3uRf9gHp2vrT4E3p1Td9Pcn0uocBfCU06hfUhxGpsoZgTbUg9xa489l119emOw/8AEbuuFShJp2p1LCW6Cst0GsxOAuoupySsnH4arWSokkFSRcAkagG9j22UPtCYqoNZr0TDkqJS0SpTC1QKzFkDLmA0SspTbKVAAX1BN7bVVExJK3l1SfVPeM1+qSlNcJrhLdyuo6m1sEXKVg9RSCAoHsTe6M9oKZKlY3cnyqeiE/NaRmQ1dCOKi6VgA2yKLgWSnSx8ht2udHr7g+Ys/wBu8Q03MYl9zYj/AKojms+SU1IRmTqSC2sA6i5INjbzBBF9hTfHVmqzi2XRovNOMMOraaYdd4qm+oktm9uyiQDbUam5udrv2ZKa1XsRz2p+R9CIC3UryHKlQUkAKV2TfMbXICiSAQTcc956eLjxjEfj5pprj8VHFXx0dJzk6rV4LrUcxGqgSCTjWf8AY3k+jAYLcz+wfuXqkqlsT59QYir6fhOozIUnyQqxGUkeYvY+W3p4JlCi7oKE1RsjDD1LaRCSr5VhodNz8xINvU7eYIxxiOvT/czrK0IWlKWlo+VQ7Dv+YN76dx229E6fAo2LfZ9w3hx2X7oqK6WxwuKpTS2ZCGwpLgOigMwSq9vCSddvWdKspsoHa/vJqBD8zHlRU1VHatXoDTEWVS5ipUebDUUfd1uKKr2N0lDnzXFrgEaja9rWJKzvGoMSfKeyPsO5HVI8SlpNsw9Lg62sLai4O1dAq7TWMql9o6T7rlV5COK61+iclWDT6L3KHUqN1ZhdQJJJIOkXEtYi7r6NEpfGfX0KdjoR1dSQeg9jlOawOpBGtwSQwQVORCWqCJZ0mn16l4jw87VKGiVTqovMxIayrS4+hwdAy2ssJIulVjZWlwQdndvjOEouI2KpQXuVlVGOrmkMJydatFFSNEi+twLX79zsjqXi2lz6DTcUQKtKpdRYlIfQ60vOqO6k/pFNXObL3BsSARbvYk28XEm9qfWZeI69EwvVKcwwwt1UDOhak5bCSLkkpVcFQAFhlIBF9iGzYkFQ7LFbvSrVZ4s+LF+9IR+nad60pUAAFgk5h+FiPyO2d6JiifFx5En8F9CIMpK3UtIyqSkHVRFiP719R+V76vr2Avt47zWHK2xFXKi/FSrqWnuNReytNL39LHsdkJiLA8rBs9ue68h9x9PQ+lf6RSCQpKkqJIWDc6k6ajW+2bW7Dl46toMMt5WPpW8uswML4Sz87UUpWhaWs6HFJN1E6XST5ptYG3mQDr3DeAMJblsORKzQcJrpcXEtJYdq0VCDk5+O2gIlt3N0qcR4xexKQe5N8r+zPhugtVlyvNZ11HirQtHyOIWSbgDQEWGg19bgAbbFi4hnysBy8OT6jx+BIU7DadQFKU0dS2CQbDvbz17abaFbh14k790VO/LAeHIGF6LvGgNRYtbYipm8XOpTFSj9BcbVckpdAXZaCCkjKtFjZBSjmGazhfEfv6lvPxZS8s9iQ0s503A89D9LeY73vbbQe9vebg3eDgOmwHWpTFbpa1MSkMNZkJRk7rT2SgqA6QBYpVlNgQANOKsJVTDlJdxG6xFlQoSGHUaZlZekEE6kaaC1z2sLABQkPlDL0+T8wewZUHWveXKxGILFUfVN4vhajzARmatqG2louoCwCSLggGwgb6KfFgT58rg8DnY6ZTWROZKlHvZQuQQc1vMfQdzuDindfAnuSpT0pHwEsSlKirU0pBvkKl5e4zEDXQGwGltoe8WBhLeXApsCg4hpzD8XK18W3xGj21107ef43HYFdZTgQtlW4FZUbhHIv818SBArb6JS0uyE9BQlMj+0WkHsDorKLgkEXJOljX6Fi13CTdZw5SYuIX6Q+lqe006OYbUQChxbZAzoV4cwJ1FiBcbEGLmaNug3acWBTuaf5VPMcqvOlShZCXE27WFwRa9r6m9wsMAe0VXoFGYwvijCfJU6oz0rpdclNLQlt24Kmi9bKnMdLEi9h5ajjlORFEAp4+ZNwbXMZY8rzder2E106kVFPu1peZKkcduxIUdcisqgQm50JOlrBmSKNXqzWX8G16oLQinZkNOutZZDakgEIccCiFp0TlJF0jquRfZPb7cRYopdLf8Ac1QXFhVTJMlcB0fDfQsKCsp7XN7qANgpdxqbtLd/vRaoO6Ci4t3jUmqe8VupaTV0NGQxMaLZW2V5U5mVIbCUkKNlXQUqUAtIJvkYWfNEwz7hgNyp8TPTpqFpRKTbpX2vmtbIdU5SbpKbgi5JjoTWZUrkGmX5XAayJYkdbTkcX7AkXF7K9Rqb99ibd7vNwbiisuRaDiGlyoVRXndiyFjJmUAQvKdULOlyLEGx9SWvjPCuEqNgNzEcWJ7uqMKKt11D90dOt3EnSwIBum1jZJFiLGy07GBHzICL8TMuF65ijCWN6K7VJcpjDyJD82HNYz8eGkLspnNopaBnFk9VwO1wQWhufpeA8cUHeLhfEdPpEpcWaqfSZU9Lak5o46FE+IJNgSRopK1X1tsv5LMrFuEn6DRuPUZS3VSn1x2lq5W40cJT4PEVXvY2se99qTdnAlRYtSgSuOxVMPL5V/hLKZCWr5FFaUqBUkpN1Eam6iFAG+02alKiUMgoZcYwxDiiltRIECnIYchT/wCi+YdK1ZELAbTxstybdObuQLE3BO1DjvEdZxHFcle8GFyn3XfuDqOqPKQAm1hr8yQFWspJJB0ILY3q1WL9nIHCp0J/pjoUlHjUhQGUqta9kjKl0XWOGkKOayjWbq9z9Un4tkT3eBUWKjHWuOt10eGybIAIA4gWhNknQkXBBIIGX7qZSUatnOBKfd1V2nZUSg0Zp+DNyKalMPxShaUK6XG1o0AUhY8QuCCk2BuA0p2BJTUpultVCF1o6+KrL4u9hc2BsO/ftt+Yun0bdVAkV6qS2JVRf6GvhBClKtoAn5f8I6R2AAtshaA7vB3yUbGGKIuIZsKqUGO7KhQGnci3EI6ilCVDK6Sm5IuCLAgHUG9bMoAmglaUp5zQu4CgNboJ9SgV6ZS5UKa7mU18yU69QKh6EnvYjv67Qd626CBiOf75o2IUPyqXFXHgZPEprOVpRnuFJOVRSRcgHXUGwCfZ/wB3OCN7WF59UxvjGtwq90paS7M4CW0EICX0lXS4Au4KTYgX1Gh2U5wnv4pdel0ag43WxUaXMXCW1V+lrjhZ4LReSnKgukpSnNZBKki+tzW8InLyA9D8T4rVC3oUGqU2Li2nVFcKKtDtNWq62Ex73W0CCpCbEXKbgg6EC4vc7wsWysZbr/cLWDsjFBlKSmvNJyNN8xcpjPdJCVOOIOVRt2sdSL0mF/ac3qtSnKXijCa1v079Owh3OpPkTY6HUFNgb3sD5DY6o2/zdpWYs+BiihopHvuLyUrO0I/NNKWDkUey05gnv2JBAA12ii3D5+JQ6Op/sMznTsQypTrbTvEldGZWdHU4g+R76jsBrb8NtTezVgSLAo32tdzrzpSmHxU5VJatax11sbj8EgX02DYu5Hdo7WftHu5xitCH833CU7nS2pXfhuJsUkfqkEHtbXbUdDo0DCWEokDgto4DXShHhUrzsPW+thtsaNgx3QaaPtGCOJsQe63XJ/j6koyfMq5/j8tdk/j3GrvNS5/yQkcVC19OWwvc9vPTXTt9NrveniHlZ7/6NcXpX/eSu9tPz/z2Qm+/E7UDdzVpXGQt+UwppGe2ZSlDT6/j9O+mxrbBvBj9de1DEFjvG0/HmMp9UlPLXzT+deRZ8AsB+4D89pFNYa/S/wC4nNb+L7LzDkr/ANZR/wBNjeLI+E3/AOt/x57b2ktDDmYbjym7PYIwxFrECtT4tW4E1h1LEiL8N1LjSgCkqaNlpOcKUlaCQrqSRcWOw4eHnWmuan1BDC4qlOoVF8OQCwuFDN2A9CLW28m9zG9l3dpXnJ/KMSkPo4SkKunsQUrSodSFA36knUGxBto7sa+2tWapRnHYrK25WRbXFW74kkADNYAKUQoi5ubpubgkbXtoe18qeJyWbfGHXtu71cL1n3bhLC9b40phbqaiqO70ZU5crTg1So5yFJINwUqBtYXxaJbvPuf+X/vf9fx2iKnypX3qU6vr619XUrbgXHefY/8AHzo6l/Nb8vp277G4qTYJAXc0cm4bCkrG+N6LQWmVrQ5KSt1fy8JJCiO3a1x9b/s9eKHT2osBiA1/YISj9g2xT7Au6pqBS3941UZzrlfCh5/Eloak666q/KyQR3229TZLXF28z1HUd2zb+JsVVmqqXbLfCbttSY6kCLg+rO3yHlVpT/iIsP3na9zabJD2pMfNYWwEuI06OJNdShfV4Up6j5j079u22dSN1gz+YkfzMM7zsAO0uqVJ1r9PK6HULRmSpJsc6e3kex75baHZIxsJ1mjSm6o11xW3+EiR8ilCyii+ovlINr3tfbVW8fGbsqjYer1GpKKpFq8d1p11Ksyo76ALtKI0J0JB8+99ds9R8UxWost2BxEMvqUifTnbKS26gnKpIKe6SojMLHuR3ttn63S1m82fkxZ/KfzNHxQ7RqnVItWQxFzpTISpR6k3SQCLDsoJtY309CdhhGBcb+9GHYDq1rlKS7n8PSbHXyBy30t5W8tmFuwh0uvNVJ3FsthHAUlC4/FOVxBA1AuLm9tLaAk6a3LKM79rXX5WEmUPsUv583ht5/sOn02z9bY2nTKKT/ScX2D1Ic/B7TU+BKnvdcVpKE/Lmyo/4+X5eu3OMmjUviNUuIhj9dX61v8AT8b63124VurcL4s+o9aFpQhOcdV73/H+BptKpOHJVZ4bsDh530pXkz/KRe9+1vXXT08tvEdV1vUNZngqoi1119ox6E+np/F/RO5F5f8AytvyNVf0fFezr+f+O+0heAa9xfitL/jz/jy24vbvqo1xJTsRaEdPWtWXp8u/8X28zVor9V9gJioqtb1OKas7F/tsmf8Av7X9LxZVGvhOy87GbqSvw69jr218++w1TMJe+Z7cCBUEcd/oShf617W0+nmPXYirG7iqYNdgc/UWFxZTqY+ZN1ZVeffW/wC/8NtnSdE6lU4esEQiaa5fKaf3IYTaqmDa07wUZ6o0prrRmy6Wv+3Xah3+1Wl4DwuxAi5F1HOjgJTbNmAH+Q7nysBfXZg7vF0vBuHIkWly0L5prrRnzKzgdX/E7Zu3wOfa2qQMWuy+PFlcWOhr5U5FE9rjWyTe4731F7bfRrrk0mjD6v8Ab/M163KjygXU95mLXcWsSuUfhMPsJ+EhHSqwupYPmL6i3kL+ejIwjvaxvFaiOwJefO6tLqflyg/t7d72+hvsv+HS58Xhc3wFxczrXFspKVWAITf1GmlrfmdruhVvDmF6C+7xuacXm6f759NTb6/6dtkaep6UpvrIEi66s+po/APtGxapVG6NXsjD/hz/AC5v4t+3afjbfK1Knv0agvIWhhpSpDvy/gPU2/02xkw3KlSnJ7TvAXnz5tcv1/jXvbZsy8G16l0Gm1SL1wq81nTMQr5u5SSb2NuxOl9PLbQ6Z1C/WfcvH5/MV0+brOPUuccu/wA4MViLynKoQpKuOi3l6fwNg3GVN914cbo0V5H9IrUtavmVlIJv+Jy/mD6nZ4YD3eNV6BE+CtEXhJRmX8ygLEj9/wDntyxJ7P8AQapS3/vcr3iwh9prIvMlKwu4FvyINrXv9NnOo90LmpcmaD1lfUxpK3bz2sWtyp9RQjpSpaEfqakef7rdze420zuL3c0ue7Er0+nIRFpCkLY6P0joFs+t7kevkQfTZW07AVe+2TdBlNP8fipQv5lZfX8h+Pp9Tryk0ijYSw4xA4qGGIrXUrw9htg9N1NjOWfjEySxUndC+JW3XXW2ovQhHz/LtCxhvWwlhKA47VKihb6E/ok9Sv2bZr3p+0Tyspyg4NdyIR0uv/3rX08jp/n30sUxNxbVKpw5UqWt/P8ApeL1L7+oP7dNdNmL/wCKNNprO02T/SLm/wAuJqHC2+Sg71apIiu/AQhasjS7ZlJ7D1ve2yH36UhrBGKG5XNr93TX0oyITm6lf2Yt28/wttN3IYVlVneM5VIrS2IVOhZlIRfqdUCB20uO+oP0ttw9obAO8veDiim0bC+HpT8WirU7zGU5VPrtmJubGyRlHaxKjfXZzqXT9F1FV1LjOBkR6sdxYBY2qlGiym4tGl50IazqT82e2v179vptW4c3dNY8a+9ROVQx8V2R4cqfS9u+l/y2+p+7DFuDcZMO4tpMpEV9rKh3xIUux7EeYFie3n38rPeFiee1hf3Nhx73dCRlRIyI63lEjv8AQafib+ViBaeqkJupGMS5QoRF5VKVgjCUqW7Rsk1+KtS+YWvMrN20Gl7/AIaaaWG3WlYod5Bx2svcPPl4X91P59tlJi6TPi17kObXwOnx+HL9dO3f02OUYRn1SgxIsBn9O0lSlL8KfUXPmT/mdu1dVD1ZsPEb7SMvnGlTFSmorcql9aOrOr+9fsfQ/wDHa0p+M6zRpTcqK9kX/g2FMH0l3BtBciz6jx8/S0hah0+gA7nX8fLYwVgDFDsBuU7E+G+lKkLR4te357eC1NNtVu+jJX4MQap15SH9K9ozGVLoL9GiusZH0qzL8K0qOlx9R3H5bGXs+75OQnt0GV+gWvp6unX0OyYw7u9dlVRijO1FCJT+b/5H2tcd7eZNzb072Nk7isZUF3n4DrD+TqzId9NtTpJ6ho7xqApIPv8ApAHe/wBxm2481qU1xWns6HE7UUlxqLxHXfAjMvZVbrt4E+K03RsR50P+FOfqSrY/xTUovuaW7xvG0pP7dvpf1AesOISrLNgzB3tP43+0eLXJTWdGdXCQrKf0SdB+RJKv2bRdz9NaqlGflSv0GfLxfwJv+zts2cU7uqNjLFECA1EzvsRUZlIT4U31P4nt+zyGnLHVKw5hzDjeA8L5Iq8vUpr9Ujzt6jt63JHfTLv1tKDzIE01ZF+6Cu9F52jVn3D7pf4C82TK0ciU9+40F9bA/QbTKZWItUpcCl1To5XMmLNyHjxVHwhXYqb9R3HcXIsd2S8G7vqy0xKlRIUpD7SVx3coVmSRca+hBuPptS1Hctulqn/spioWvKlKmrJ6vIaevl9b+u0Hpik7lMSOnB9THFMxNjKg1n3DVOaWvOlbUqOspzaCywod7A9we3a3kyJmF2ncOS5/FfXKYaUt2O7dSnGra6eYA0I1IGv4OKTukwRFa4UWX+g6Wvi5lJTfsL65b+XkTpa+y/8AaLxZAwHhekuuvMyq3KSpECUwrKpSB03fSPMdgrXN9O21TpHR8kwR0pmVmd6dBo3NwMOUlha19KXVoGVlXr6kj0PnrsG1KqOypTk913jvv9bq1eJW0WuQnYspye7kXzSlOrUn9Ym5NvW51G1Quc7/AGTK15OpeXZnbthEr2DE+5IgSv7LJ/u/u/D6bVkgcq1yrXgX/wCZ2sVutOtcV0bfsCmSqpKbgQPjvr8Kfl/EnyH12HYO2u8Qn2+UFp0N3kF/+YXsV7q938/G8Dn4DqERcympClrzdY7gD12NIOA3cONc1PaYqKH+hSfGhN9CD6K9D2PcG40Id2sOBgie/wC4c79Bq7q3X2lLzLhvnKdB3CfIntaxGl7JaPrVF2p+nbg/v6P9IL6pGOyTX93UDC8Bus0H49YpzqJC+OnOiQgEZ28uguU3A179yBrsf4Xwk1VMUMYjw4yhCKo1xVx0L/tbDRPldXp5kA9ydhLGdXnwJSOQp632F/qIzJUj5x+ITdQHcgfTYtwTVqXgijN8WWtbCOuOj58pN7C/pcW9O3022dUE42Qdp3QsYme5p/P1l1tbEpaI8eOtOVfFvdLYJ0zFQBRe3XZJPUBsz8B1BrFEWR8bhykR0uoa/wBo0f7RINiU9r6XFwCAbgJXeO87jKguYo8c2EpPH4V8lQpzhFnrDs8woBKiO6bKJum+0ygYqnyqC3WaW8v7Q4af5jMjpVIuCpQFrgh9sFQsMpdDiTYLFsarXOt5os4/H7ylYweZyx5MaaxG5FlPZ0Z8iO3Sr0N/K9r/AE2tKzFrNewl/ONginoisU/NHr1IaR0sqGnNMJvcNHxKTe6bEi4BsL75kNT6pAxRA+IxUY6ZSMvhcSe9h6j/ACP02+6XvYqm7mBzUXI+xUIqkfrJcUoAFtYPnY9+1raEjRnqeoHZ8/X5jGoCtXKVSZVZo0ustU9ibwFpVNga5lI1s6g+Sk+oGo0PqHdQ6Hux3tbsPemHWmKLiCkRfvTSFZcykDW4PcHyI1BNtkNulxhhyLWXGsUS1wos1ao6ZGfojrXYI4mngI6SRe2htYHZhUDBcrDmMpcpp7OhDSkLQlR4TyQQRpcjQA2Ivpt4zpXb1YZGXdyRn/3EK/FP2gbiWiQMWxX8OYtzvL4TrTT6FZVJvcJdFwLkEAkfv1B2zFNiO0uvS8EYoaf5qF+iWlo5sliQ4O+dsjUEdvMjsNy7ycM4Xn4NYxlhKW2iVzXKyoqnRm5jvZIPZZBtl7KKkkWJJ2AMFYaoO8uVEqkrgMV6grS7FdUkKU4j5miQR0KBOl7A62FyNlKfreja4aew5RjwfxGNKxD7BEHLwXVJWEnK9Rv6Ri0vxqa8XCIvqPUf6H1vsGF93/zeVf8Ap/HltrfdpQotB3013C8VlhFEr0dSH4C1dOdXUMiew80iw1vb02Wu8nci1S8WuUHDjy1vrkKaS0u2ZtJuRcD5QPM+Q0O3rX3Bg5/yIfuDdFDTaZzUpH6mfx/NszoyWmovC2q3cKT8EfcKzEWw+3+v834fTb6TPadi8X5PlXtv0VbFjI/aC2MaJxZ7c+L40LT1J8SVeo+v/DY7wFjmK7F9zVmWvmlq+FnXmS9bUjXTNp+fe99lRi7FPC4kWK71/wDPadEb4UCm1lp3iOPoSvKr9cd7HyULEfjf12jUkgZEhvtmhd6U6U1KoVedZW/CYzcJ1f5Kyk3726gfI2N+42ZG6992jY84UV34FXi8xFUu3xkKbzpI9dBp9bjZVYcxzQceYSco0/OhbCE8VKUdUe9glwd1FIV372ufI7OtvAzUXdVhOs4Xq3vFuiMKQ07kyvstd1MqsB+jUTlNh0quNLX8xrOmjW3Lq6z5If8AMzrq93Iia3yTaNWa97rdqNRhSm6kl12E06VNVJrXqb0PDdbJIKSLEWJ7aODd9E9/O4Td9+Pv+4ZHLp4vVmRw1ZUKJ1CkBRse1lW8hsi6vRqzz/8AOW66+vJVPgSNUrZX310spJvZVwb3sR57H6/aCi0ultymqJCYf6USEtKDTWUDyAF83cW7WtrptqNf2CLLI0lgROYw/apj4S+yU+VPa482LkyJT4283mkjUaXHrftrtnDdjAw5WaM27Pp02LXqXKXFdkZXOFMYcUtxC1X0adQRlsLJKCkjVJuSY53lNV5r7USoi+tfCyykl2LKR2LSxaykGxsoWUk6g9wbzBOJcOT58DEdBZXS0Pq5Kr0uZ1sPIuS28wdLlJuCCBlNyDY2CWu1tduoXHr8ylVozkmD0nAcqqY8gSq91wkOsKaTxSjmLEXzehyixI1PlY320PLrM/dVjxug0F3PTqpTlT4CsxUlSQQktrtYKA8iDc6EagjZXby6tRp9ZpsXDmd/IpXFYj/LYE3GtrE9/MG1vPauxHj2s1SBE4vQ5h7qiuqV18JX490X0JF9cpI0J2IdQlLlk5/OJfcN2Y3KpOnyosuqVRnhrlKTIkcJX6Zr1F/mCQEkedgfPa0wkzhL3pyDtb49Hmx0rirzZXWVHyJ8iCPCRY62722QzKN6EqKw1PZm06EvK6jmmilakK75RpYWOYX7jXz2bu5b2fGsTyffOI6stdOYdUnhMO5VyFWv3GqE662sT5didmdJqdRqM+GB+TGDnEY+M61FwbQWP6cYlI8SHUWyvI7HS5ykHQ+n02xF7QZlYXnv4jgRESkTVcVGVoqTqba2Bsb3F9RfvtrX2gt1eEsJ4X94UbiQUMZlpRxSpKe1xdRJsba66aem2QN4eIvs5KYi9c1EppMhC2vl+v4E2sbaEW77T1I3og2IGX55/wDUrzmA2BMZ4jxRKlwJTSGEcr8J1KcvD9e3l2IItqVfSxxgap16lwMWNV5la1xfisKd61JsgrulQA0ylNhfWx18tuGDalg2s/FitMRX+EppbXhzI87Ed/23Fr+e0ypQJ7WHJcXCT3O80hKFLW6Ph63BCxYWyi3VYHsDe+2KNVp6OWTB/pLGxFkHcZ7RFZo2I6lAx5n4E2KuPFnwrpfp7t7ocAuEvIWQlKknUjTTXY4wvv7wlXuPhzEeGGKRNf8A0VWgRfhNv9hzDCLXHqpNiO9la3W1J9l+vVT+nsUY8w1QUcJKvvD5Vl/IAD6nXuq1u5OjcO7v90GF93zEqqPU6rvwkJaVVGMqVPW8J+hI1J1v+Wg7r9RqhlAAP3iBsLMYsMV4fxvQaNz/AAWJrCFJlMPwrPtONKVYSGyP0iSDcGwsbggEED8gNSqpw+K6tjP19C8yW1ditPewv+YGp2eW6ap4Nx5Aq2F4FOm+5GE/HQqyXYa1XAksG5sNLKFiCLXBAsRvejhqVg11ulu06KuVkTys1q6UzGuwWU3PX2BT5EaHUHbk0xoo7z/EYUeGYo6Burn0Z2rYjpbqK38XiyGo6czraVak8EEmxuSSNCb/AIBJbzq9KlV5+A1L5VD6M6OjKruUqbPncE3+n4jbSVAYxQ1A5+gy186hapEWRFdShemhbIV0ui48JI1BHnYFFX3V7r/aHgMT69SWKXi+l5XZDsdosIkKta62vmQT3BJKSe+2nokdwLj7PxL1WBXyZlHdruUlYtozjsB5cXOpfx13V0ki1hp21N7gH877M7A24Ce1KiNcWLK5WVwufUkpQlaj2V3y3A01sTmFza2zYxPNoO6WgxKNP4ELjrTF686kp1CQSU2VlvYm2trkAkW2o91m8GjYcx5yEqXUaXNfdUxPgSskynSkHXvlCsqh1JWLWBSSnuNnBTc7jecCFOoLN+0I8O4orOA8WuNSqIjOhpUWpQ8mZE5jstB+RWhzA62uNbEnZ27xt7jUDBsCU1EXKoNURwos9rq4K7aNuDulXca97X2F8RYegO1RyVA60PqTIj9WdKekDpPpbTT02soUKBQaW5FrzSF4XxDlamML8MV0myX0X7WVa9uxAOtjs3YX2laz/SQX5mTsQYWr0/j15qWwtiU+lK1Z83STrfQWFu4JvqfTbtB3cNO4ocxbxUZGMqE57JUy6nqSL+ptoO3YEag7Mbe9Rf5qqp96ZRys1aEdd1QpyDYJUU9kE3sojsdRbQlX7yHp8XDk+VhJl9+irQnnUJUp1+num4bUSm5LStcjuoJABKVDKcLT110uWvHl+YG0Ri0CDVKzVHK9hyIiVx2lKdQlYSpWXUkDuVZiFFI1OpGose+8neNXmsGxJVG4HvF9C4eVagniSEi/CudMy0glIJBJudLX2UO4ie1Fw5Vvc2LJsHFFOqSJrSZsha2JjDl+/wAyVoXofIoUNLi5LIaKNjfEbeF8W8T3JihKfvCVBaotUYcC2cytcoNlJC7aEpudbj0NespKZSGX7MiUL1falOxMW1RpaFsMJkLQ74s3zC5+YH/nqdiFqu/0M3Adpz7CGOiHxWilbbCuoNkKF05NU5Taw0sNpuIt0dGn0upUuvS89OY/tVKKVepBJtcHUG4sdb62OxbPwW7Kw5EgSpfHfp0NLTUp1XFW8gCzZUsElwZQAFm5IAvc32zhvTLfmAsMWWHsSz6Xihx1r+qvoS07/iPhKjf16SNe49LbM3dtvQ5WqONVlqbTlsZ4/FUxkjqy3LbmbRNz1JBBF+2txsq2aV7r5vitePrT/jvc39QdNf36W2dmGt4VBo27SJFqlPiylvqzLi1FIdaUpJF7WSApJ/2aj9QSQLRuckAGLTPm8Ole9N4z9ead4fNfFRwulOUHMABrZJJ7+dk/htQTESnazwuDxM+VedHT1J8vU/n5C/bY09onE+DaXiOJiPde8iLT5UdKnYfFC47ec/FaASdEJcSCjzBzAAAAbcoVCa4sSVxv07SXcy1dOtibfj28vTz2zep0B3GZZl3SmgU1rmm/jOeP5+rv3F/Ienpr32Z2CIdBpdegVmqOv06VC64FSjryKjv/AC3PofqCD2IIJBB5wgQJXxaixkQr5OpSvw18vO+3zV8TxXYrDtGqzHB6Y8jPZXSSMwUO1wRoe47+evaM11POqO0z63uSKzWcWuY8ivMc0wtTudhIQlx2/UQE3IJsSEkkAKUPO4L69iD+lIGLaXL+9LQlakqT1JWUBNlgAAggW9T3OuuwXhndXKqnHn0HEPHY5hUrjtSClKlA3KFd7EC6ikjqP42AE/iOs8XEM+VUeBFpDqWktZcqekA8XNY9yTcW1IH56pBs+yaWmpLHfGrWaxFr2KG+fdQh7l1Smoq+pLyO5CSfEdD0k62Itful4mHmoG8ufWazUeVpbDqskX8fNSrmySCekA3B7gDY4w/TK9ih2BVGmoT68QoQ7DYzhLWcjNcXGhNsxSDYE3H1JN0O7vkN/tCr28tmKugymplGnx5iRkZlLaszxk3skFQAva2oN7XAYq0iZy0JftQy43RVeBFxQxPpbLcWnU51H3yOnOlKCLAhv+0TfvYhYsbC9tou92TF3v48xLz8SnSn6XwOqP4JSSCC5m1uojICsWJKUki9ySCRhfBu6Cs4s+yTr/KtuutLgSFZ0NqbWcyWr6gEAEC5sQLWA2hMR6NPqlJx5RonJLnMLgVFCbJQ81pkWoD5wdM2pIFjqBZPq9FllBSn3FLLVbgSj9nHdriPCW9CBWcOOsLhSkpS1zV0oyOOBDjD9+k3CgmxBSbXIBta4337lPsliOfiOVQ10tioupaajp6kMu2TdtJPTlveybmyLWBAFjzBU77OSpf6n9aa4vhSo9KwRbwnsQb99vjfRv8AqpFwvVoEWJFlMLhpU7AqSSpcd1I+G+2rN8iQAlQJSsBQuds7pSrqqTTcOR7l0K4iamYPgUaqUWVS6jx1zUIUtOmZLpICkelv73kU/Q7bCqu+jDlZi0Wg1miOQqpCjrS+vJlSypICQUHuNbKym1gFC9jrlndLiWgtYtl1Ss05ubSK9HTFfhTGuqPxDrc2u07mTmDiBobHKQSNhuZvUrOEt7Vd3ab2paEU5CEqpNUUgLXF0UGXFqBAWy4m4J7pJOtiQN7p+mGhrIHr4gbCyeozq3g/+v16BnqOHpq1LlU6Q1mRmzFWZsnVKwTdKgQQQAdgbE9Piz2pbrUttaIrCuV4/Wn6BR0JHmSTtp/c1VapiPdViT/szFfYi5mpVLU7lTKfQi63WlC+RzIAoGwziyrAkq2zs7TJVUwbVsR4XeRKXCWlEpGUL6Fj5kK6S2dU21I9Rqdi6O86lipHqcRugHgPCNexHF5/oiv5+hp9eVCr3AzHQAjUAC4APe9rmm7XerjyLAxDhzG+CGFsURaMkpGTmoqOIEqWts/pGcudJdAKRmSToQrYg9mzBA3n1NzB0t73W2hh+Q1lWV8bJpwtbq0uFWJJtc699heTWIu6DGWLKXjdl+VNiu/dXeYzPqa0bW2CbpcZUSQoa5cybgEA7G1QdBxKoNplZLYdgYjluu1ByKxTlqdhKYVmRwrBQQTqbFJ0A1uO5Gy93sYs5qUxFi518eUiRFdy5FtuqXbOhRFj1WJBBBIII1OxRBmUGvV7EPuGrLYYfiqdhoUnKhXzZFg2Kbdri4BsDa99hfDeMmouLaTRqpQ4Vep1RdQ1wnUoyqzafDWoZc4uAUkgEixOwaqg0OdqjMv8Fb6d1+CJTjVU/o6rvyGlsSEoX9zlBYBbPf4DmfNnv0gajQEbWpcHAe8vDlCrMqrL++upakcg+hpbcggaag5TfUW1Ple+2W95vssbvsWz2K9henv06avK67HRdKXrC2ragdRolSdFoISTcE7DeF8OV6jYo/m+dqz8JC1oRxcy1JSkeFRTcDQ6keQBOhG3WK9FbBfeDiCN5xxNGbwKDhKA7WnZ/vGLXqchf9LpirUpSSCFB5m4C23UjMU+TgJSbEg443qqlUbe/Epcp6E/S4vJVSO/DXmj1CGtedDjZNsoWgAFJ8KwrQdttc4ixjP3fQGJWLXl1SvMQPdc1X6eHUopAs2saFCrWU26kkg3zDQhWdMUbsItZwvLqlGqLEr4HHitOryusuo1eay6AEJ7gaKCgQLjTM6fZ/8A7Dz8xqi9N22acqMujUGK3KpdJ9406rwksZEJzcZJRmbKQT48oIBGt+2ttlFgnE26D7UQML4ow8wj3i6pGaQ10pWb5Dm0UL3KTbtodCNfrcLVJ+KMJN4XrNQlMop3Uha2i7y6bK6SO/DCtSNCkEkEaAL2JR3ff1WgSms9UnSnWuadaU+nhZiQ6OxKQpIUDe5UL3tfbUs/+sascqZA3/YfxRuWxQ3Ao2J6vKoM3O/S1uvl3M1nTdlSrHrQPW5Kcqu5J2uMG73MRxcJP/aikoqGF6ujl5kefDPAUsdurslR/W89DoRcuTD2Bnd42DV7vseck/XqRlfp0pVlJcUnwqF9QcqsqtB0rNxY7LjHlalYSnwML4ow8t+l8JMWrwkXaf4F7GzibpJAJKVakBIHlss6uGzFrU/nlVvi9zSouF/5vqjni1FPQ06sL4aADnbV5KGW6R59Q1IudjBuqOwMLxMOT3pXJMIShDTS8vDRcKS2odikZdARofMX2/t4e6/BuEqNh6fg16VUYS0KlR31Jyu5CAQVBNgl0XyqsACMp7EgVEDHcCqT36NiOJkf5jhIlfMlXcZwRqhQym+hBB8gb6FFavkPE7CRysJsK4O3N1mvNyneap2Iel+FKYQEIcQfIgAeviuew00sdJ7yd4uDaDuWl4XxGy+tE6GuG01KQp1PWjKcjhUVIAJzgkmxBAJAA2QtQ3WYjwHXomLWqJzqKQ0mVNhcVtaZkVWUq4dyUq6dQUkWIIsSNrfG2PP5wZUSLAp6HsPLQppripKVpdtctKSo28Cki1/F5jztcoQA/iQjOo5jk9nWBgPBu6WfPivcN+FlfqT7tmlKRw02cJVcAhIUSkWChmBChY7LDeVT3cJY8Yr0+nvwoWIYSVx58JAzucM2SR3SSGzlKT4kZQbG217u+3gV7BGA6k7Aw9CxLS3uFCfhqstaXbJQw46yo5gCqzaioAZgkEgnYsxHhil4japtUrOel0SKhNRao0hQyRZCm8ryAq/6OxOmlhp20GZqau6/cT59xuoG0Tmvc/gPEfEdgVGtohVGA1Pp0iRbLFdJJU2pspGirBXkQDYEWF6Ot4spe7SL7mwlEXUauhpWZMfqUm3dSu9raE+vpbYP3l+03AitN4SwQ70I+6rkJ6Usq7eQOUADU62GtjbYZwLvT+zjVSgVmrIXUVvqm02fIaCulWr8ZawAFIUkZkZrpuCOkKJ2JWnaAURhrUp4+Zwh0xreNz+I8eVB/mloWhqFnyqTbUOMi/UQRYoIJIVawJB2qHK3AwlPl4Xi51vvxVtIdS0c0hpYNsq0gXIuSD39LXIH3UnpTVLYd4L78VbqHeKtBV1k2JunqB7gkHzP0O1I9iOU1iNt2eyta0PpfhPuozK6SM6DYdfhubWNzmsCSdmMbIi95t9z4brteawu3Ko1WQiVSJCVoTkRn0Az2SfEkm4Uk2AISSbXsb0qVWay1Pr2HJcrna31PtZs8eZFLYS5GKV3yqb0KSSSLECxCVEB3h077UY8/wCzlJY49RlJQ1HjuoSh5WTSyjZN3LBQGhKzbubbSsA4k+xvElOy5UXrU07FfTwlJsClSLW6XEkWKTcEZgQO+wbULPlvUC7bZRKwTK9/VbFEDjxWG4CvhOoGVzrUFWt5dNrEAgj0tsJt0efiiK/F6MmRaOEu3j6gMqu41sD+Itr3YLiOVoNSnxasvgLdW6vJ4crlgbi+hNhfQg2/PYDZrtU91z59LyMMRVI4qMg6bmxKe5GpBIJIBPoRZazaLPCdWzbuJ87qMK4j96OT2npSHKQ6iQtpKjm4SHRxunsbA2Nu4HnpffGPpLTVBpvxeJnyK6fmsn/XbHWAqm1FrL7sVpaGOBmada6UpWvRWtsovaxANhYkWB01rUpcXEcViK08j+qpX/6TXYeX+Y22NG+2vzmzpg78GZN31Vzi16XFaZfQ/nStOX+0QTr9bBSBpY+ne22b/aVxTxYFNoLTuTIj4qf1tQr/AIDQ+m2kN7dGrP2o+/xMnA8GRebN56G9yDa9jqNfLXbLe9DdxvGxljflaDhOqVFHQhpUeKVpVcX1NrC41uSBY9+21e5veaF1DLXx7MXGHF/C/wB5Ktj6An/a9ezX3aewfvpr0Dmp8SFS/nQ1KUVKUn1OTsfpr59xa+iN3HsGRYDrcrHlW4+Txx4/Sntbve/qbeZPe2g19PrK0HMyvobGmLYbXxeL/f6MnzbXDGFa9iOUxS6XSZUpfjUhpBVl/G38d9dvQiF7H+5ulutu+7n8/j6pS/8Aj6eWzSwtu9wRhKLwqNSYrCP7qR/F9jP1YY2oIROmD25nn3h32Vd79e4f/Z7lUL+d/oT5W7XP52+ttmdTv5P3Fs92BKn4sYY4C8ykIaKlKT9Dcfx5eW26o8qA01wuMjafEnRXf0T22fZ1G1uMxoaatPtEhbvcMxcEYSgYcgNIQxCYQ1kQjKnQW2Kor7vF+FtSSqzFi/pXdjKCxFgxUSf10Zs379kuW5nWnbJKah92u70dO3n97cOOK9i3HkTC+F4mel0SOpMh9Cx8Z9Wrn5IGVP45te2zK9rn2sYu71n7G4SqLK8QzUqy5FhXLp7cRXoB5X7n6AkYmwNjLeDiOe21KiTZWTMjmpDS09QX1BSlJyqKrm99Te+oB2BqXaocfMQtH8oEeG67ElBrNGl7vq991f6XadKQgZm5CddNNL200IJGtr7A2+mj4NoLr+LfgRai+0nmIrXSmQ/cJUcpOlxr5AEak6bdGJVGwQ0/VJ/3qo9K2mEdXBV2Go7d+/nqL22Tm+im4yi4oYdxk8ha5rSH2o6VHpSo+RPcXHoCbdhpss77qxvgzWqJzJWB58XEcCrRYtORKqMp1S2o7qwl1KUjpUnMQDbW4Fybntps8dyU37OUatOyoi6dKfytLYQjocuAMyQTdKvQg2PY38kRu+osV2e27KiLffR1NeJOW97kLTqlfobg66G9gdIYVpHuaA5XsRy8kXJ1rdWMzlterQa272FzbtsIahKfKyDVkbkwGj7tazjLGTE+VT1xYTErivrX4Fdzp2BNjqRfUnTy2ddbmUHBFLfagU/gPxU8Xpa6lWGunn67U+Ct49Gxv9paXRoj60Uukyn2HWlZfitjMADbUdibeFIUeqx2B8E70MUY8w5LaxvkmrqOWHFzx8j7aSRlWT4swBFwQbXIINtca7Rv1Nz3PFPx8mGNZ1HsYEnMYpxRijjz4GdDCMqEp+ZWtri476/hs/N7qKM1ghh33ehGSK18Xwpz2F837T37nZB4Cp1UagOUGs8dibTp6Wn2suRbagRZyxsSk9zra97Dy2d2+KA67g1ujVSrMU5C3Wo6nXVZUKvYJGYaAk2FzYX7kbbui6fp9FXitQBOrqVBtEVlD3J1TBGMomKJ72enIzTI6kKCkpSu6ki48sqlWJ1OW1zbZZYjxniiqYjrXCl56Q/KXnS6rPw1ixC++h0Ta3bLs8KTiCVAwlPpeI+PzUKLkYy3W04k3AUg63Tqekaj8Ns5RZLTTrnNM9D61Ou/4vrbzHbTt22YV1ndtXGyNzdTvxagYtpNLxRUXFvv/oHchSjMRa58gCPO4N7d9tE7xN39Br27mfWaMyjoUqbkSj9Go2z9u1wSfQd+22EjQ2mqpAntPc1FzJdiursnpuCfIi4It277ae3cb4/s5Ffpc9l+bS1oU1KaV1qS0o2B7nt+egIB02V6ho6+oaU1vIejZEnUUymubgNZ/gZs6kJ8KbgX/wCHr5bfWCktYjn+64Gd99bS8nTmyrCArXT0GlvM67NXEOD+LVJ9Ui/oKolKE/4fyJ7jv6X264QdwHu54893gc7KdQ01mtlSo6AAeQudfM3t6beV6b0jSI/b3bjM+yquR8E7rMUT2nIuI+BFRlStro6lXA0II8vrfX07bF27hjEc+VP3cz6i4/ToUxLsVK/7NRB1F/I6mw08++0KgbyaDKxQ5Aqlb4D6HeEtpa+lN9e1++o+u1ju9ojru9WXPalykPRZT7q2lXR8Ir6QRpmFiLXFrfs29rp1WhdijiFo/TOZoCRIi4Xwu3S2nfjwo6fD4laWv/rtU4bxe1Ao0CLXns8pHFXn+Zy5JF/rbz8zrsMY/qUWjSn6pzfjV1I8X5bJvEO8v4vNO/IpSWkI/Z+G3ajX0aVN9h4hLdQMR6VWqYcoMqfjeVwEPrR057bZn3jb269i2U5AarmdjP8AoGrJSpP1tqfw2ocf4rr1Zit8+6vgPqytNa+l+/b/AD8thOiR/i8Jprr8Pnm+n8fTbxHUOrae7K0g8/j5mVZZ3PGf1bpcqK7wnXet/wCKjOr/AJeXb8dudLelNcCLKZyZ1pRm/E+v7tiOt0GfiPEbErr5KloaakcJHUpZAN79raj0PiFyQLfiIMClz4js/wCPkdTlQnxKvoO/7Px2W0n8P/XN3c8Qi6UTXvs/0Wl0HC/vSe0hD76OK7/hA0/edB9Tte4b384DlY3cwk08jj/7X5FK9L9r/nf922escb1ZUDd9yFLZXCXNd4Ssl0fCSLEC3qT+QGyLpciU7PbrMV1aFodQjN82a/cW/gEfTb3Nj0aOkJYeMYhCTVwJ6VY2wdRsURX4sqIhbC0Zk9PhV5EbYF3k4IlUGfVqNVHcj8WUhaEZOlxB1Ssfl6eeh21XuO3zxcW0v7OVmWhdRip8S15eIn1H/DYA9pjBbtZ4eI4vDQunIVx/lzIP4ehsR9L67YGpd0Q/S85/EZ7ndT95lVWC6NPqnvR2Ihb/AE5c/hy/TaVUau1Rov3WJx1trSwhpPhSo6AG35fu2oJs7FEqssRaX8CKt3Kj/wAT1BNjb92lyL62JFYgpeF4DkVppE2atfFdUu6kpv8Ax/mdPIWj6bY436kk/t8QiVbebOf2k13AHvSfScR1mWtDGVLqo+fKltXft2v5a9rabGuPfaEo1GozeHMOZJs1CeFnQvpTp5+nl9T+OyfcqWI8ZSmIrTz61ynUtJaaWU/gBbsNf+PbbTmGPZIwbAoLcrEbXO1F9GdWbw5yL9vTyPqAL7Pahl06hMTn3vx6EyYjeFi2VVG58WW+iUhWfO1+t300/wAvp57PfCuO9/tUo3NRWZT8VfQl11r9JYeR8xfufXadXcAYNwvVGKNApzDaIruZ/t1LHyfl53+g9dtF0zeng2BS6FFixGMkKPwFR2kfo0gdvxJNzc6kk7C0uu0wyncAP4zF+3WH5mVcU1zeXhes012qfp5vx2st+pN7nt2A1GvY/hs+aDj77R7vuflfp0NZloX9Bc/x5bfOPMKxcb0Fys0vh+8YWdUdH6qDqpA+lrEfgba7LzGlGlYcwa3FgPZH32uFkR8t+5/jvrtpODt8THK6E+5ZfHHFLgUFyfAeQuqTWko/wp1AFx+f1tfzIss6bRa9iOsuT3XuOtbqluq1/L6geX7BptbYfwXxaXEa+PwGGviu/Lm7nXzNv3flsZ4Vb91tcrAaR1yEozr8SU31P5C5+ttvI62m7W6oIfti1te6KWpe0/jzBDTFG94/AY/q6Fq8Kb3yXJtYE2t2GttCBsm8We2NvLqk99ql1yVCiv5ulCh0quFJI0sMqwFDsQQNe95W+/dNvBdiuYtapL8qlxULU66lPU2nsSoeaRfW2o1NrahGYPwVWcW4jbpcWIta0KzupyeFNxcn6drny020+i9W1NukV3POJn0C3GHM1p7PG+jHk+vN4txvjGocrCVxUpUsZHHxqkEWFwq2Ug6G9/K4JMaYhlY8r0+vVTo51SlpYa6UMp8kIHZIHoNL3OyRqtOnwHWKNRms/JIySEpslalDvf1I/wCJ9dreiY1lQPus/rQjpUhfiT/H129Nou5cncs9x+osE5hIYLTsr3XP8HiQv9ZPr+PkdurmEoH6Vrofy9K0dP8A1/Py2h07FUCqSuVd6PmaUv5f+vnsa4bw/WcW1mJhygxOPNmupaaR8v1JPkANSfIbMOkYijcw9VJVZ5CLE683xciOnLfv+HmP+R2ZzW7hql0Fus0GW/0fCmL8K0q+vom/byOn5aoxjuLwvgjdK3RmmkfaWKpMh2Zk6pSz4mgfJI0sOxtfv3RsGo+63eaa+PTpTXCmRVdKXEdlD6KHcHyOnrshra2ZdvxA2IXWL+hN1mvNVOLQXkSpVLa5ibCQsKW9HOhcSCLkA97G47jYfaqM+gz+K06thiUv4Dq/Bnvqy/fyN7JUbEA2JuLn4k1ivbpd5cTEdB62IS0zIq//AD4iqJCmj2OqbpKTexF/TY83oQ4rs+m7xsG8rKwhihpTVUpzqP6rKIJ8OoTfqFxYghQ1BTby+p6Fj9VGOfiZNlOW4l1gitRZ/Hnz3UMIYyo5PxLSv8P22Vp5/htfNUmjY8dbgRZbEWah3Iw66r4Cs3yrI8PYEmxta9jsuIT0Wg0Z+qOvLyLypjrd6lJTbpSpV7rSPJR1A7+u1juR3Z4tn15/FtGzopEpeSRFkXyq1N8tj5G1ldxp3FxtpdO1d2RRby35/pL1Bs+UO6aqs4Nrz+Eq9EXF8Ud9Lq/6usgC9tQW1p1JBt2IuCbnu62g4crtBl0FpnksUYe4rS46FZVVKnE5w3YmxcbPUhQ80p11NutY3a4tqkqO67UOdRFaSw066rMtLSSSlJNje17am4Gg0AAivYGn4XrMTFvvBHHio5d1KenjMdrE+o7g/hftto6mrLB2HIjGdsocZI/7Ec1wkcfD0/IrhJyoeYc6kOtjyQtBCst9FZk62B2Sdae4v3BqXx4qPvEdSFeFBAISe5FvS4/ds5cY1xqLRp9GadYfhSsqGFIT1JTxMymlfUK6h9CodiLKCXIwu1Kfwu79xqLCOYY6F8KQwQCChVspvfte4NwR32p1fSNd0oX1n2SP8CY69T39Rs0P4UH/ADmDiKY7WaNPixeuawlTsdpaf0yR4kDQgmwJtY3sR37vbdvjGfK3aQKzKz81ToqkZfC6pCPS9jceg0FjYAdqH2aN2ErHeI5dUjNIfbpC0vrYV08RNyNARYkaG3mNNmBvPwM7RqNWoGF8iH1tKXFQvpSlZueHcdgVaA+XY6A7Yn8M9PuqrNlnAJ4mjWP0+ZnvHAn4jpdWr1GqMpdOlPolVJhhRy8IpuiWhIJBsekkC4uDa2oLqFVneLAxbRqhx5r7X3rhJyLesLqcKU/2psVLsMpIKk2B2Ufs4Y2lUavSMG16kykPwkrRKakNdDKHFpDjSxqAkkZh8qrKt5XOcY0x3dpihj3Nn9yVTJKpbuYZo6j3aBFrgG4F/LS+uyvWtO6MXzn8ftKLv09gJ/MctPXQcW0aXXutitxUKfiz2P07a0agpFyHE3Fik6kXAsQCGfTcJUveDVMH734uTj8lkldHUpZAtr3BCrg31/DbO1NxM1ArMCVAZQwxV/6whN0pbkDuseme1z6EbaYwrWPcOEn5XgQ58d1CfDnPdQHlfufK5v57af8AD95dcWevfM1dWiZDr8xce0ZTsOYyle6+Chh9heVbqbZsxBy/tsfxttkfHcKqYXacgNZ1o+R1rqTl+vmNnVjzGjVUxbxeMhHNfdetXzEjKs+Qsr1uBfbO2IMcVSLiNziurWww+th9OqsqgbEK9LG6T2IP1G2zo+qrrL3rX+WD0zl+Itpc13muL+uvZh0BX/ZzhSvAheb/AAqP8ft2psd0GK1PYqkCJwESutaPlzH5k+Vj5geevnoR0CC67S3Irvzo6P8AQjZ9/IYjDmSaHVKphyqMV6Ln6PGr/aI7EE+dxcH1HcabbP3Ubz2vsQ/Po0TJKhI5rgaKTIQRa+W5AVcFCknTztY7ZhpdOaapbEV1pHhTs2dwHuaLiiPRpT3KsTfhJ/UzHy+gJt9LgeV9lq9K1T70+fYgnp38rPzC9UqmPKpVsOQGoVIoOJZ/3VMha0opspYBso2KkoUuySCCRdJ1AJPGgey5ijFuPKlhzFEtyloojqUT2kK+OlDgUESGRcpW0SkXOmhHbyfK/ZkpdLrMufQaguLFnLQ6uOvrQysWF0jTSwFhew7C1gdvveDif3XjfC7TTK14lhNLpz77HhmU5TZsVjMVaKTqCCDqQbggC1nTxcQbORIKIowYlZG4XFuF3Ze7SU777Y6psCQ7lSlxCfkAUbldr373JA9Nv6NuwpcCqN4crOIeVlTWEzaa74Is5KVHO0pRSChwgZQn5TdJJuCXPEfn1T3lhyVLfW+t1MqBKXbPBWQBkSfEUqSACk3zWBABFjmSVu03g4t3jS2sWy18eFIW7k5hamHEq/tWCT4FghR0vcagFNhha/pqJapU/jAgEq59Q7qWJmsL8pQcOU73pVGHecpavA+ldwHmsw7oIsoCxsQSAdSa7G2DsR+9PemI6TKpEpauYTFW1kR8QHL03ICFHNcC4BvpcAbXsvB9UwvPYrLVJX7+oiGq3TXZSCpiQwNHmSQQbLT2ULEKB1BBBZO9THU/G8Ci+64kWbR1tcVqUpo8V5RsVMrv1JU2ruNLmx1vtp6dEpPkI92sSwqOLZWPN2lFpdLZQ9XqchLS2pqsr73DRqzmtqonwqNgq4FwSbneAqhS2t0DldoPOoR1c01mPFZdCutFhZSSLdrXBsbkE7I6HjCqQOO1FokF9C2uFKazhKm37dLiF6kWP0sQVAjsRN3Q1TFsWLPapdcXClVF11aHf07ClXJKXGzoFA31FiQsi9iLtNrR9qySwU4jH3tzpWLaMxAivPvoYyLdWtBzKQfUHUfXzHmBth/2sqZKwbKpvuGJ0LQrKjVWVJIuPUgEGwOg0I17aK3kb4JWF8WsQK9Tn6c/wsiuXTxWHlG4BSbjoJsQbXBFjbZB79qzQcWz4k92WhC4q0eG3VfW5HkQDbuAQO+mzGo1KLVgwYdd0TGFaRWapw5TWfmpS/D4VJVp6CwAvfyGnls3K1grFG5ul02ve/FsLqiOLIdTl+Je6ig5vlCTqk37X87DlhRiLQXeflS/vr6M8JOqlJSOx7i5IA0toBfz2au/6LRt5eCMA0GUy4xKRIQt11pfSppLYuDb17a9tfptgaXQ/wCoWF3gbCM5MXaMMQN79LptenxJtLm05akcVpRy5jcEFKiczCjY+ZQctjbuw6Bu8qlGo3Ciu8dhCkrkRVdCcw1CgPP6DyFzrrtJp8KBQaXHpdB4GRiPldVl8KbJBJ+tha+pI73vtfYBxlAxHx8ONZEVGK0n0yuJ7am+hN9NLX/Ha+o6MlTBC55+INWX3iEu7TEdGwbVH5/ultD81rhOraSMyreWttD9fO2nmC/FTkDehgh+gtNZKpCzOxerKpK+6bE9gpPSb6X7277BUaiNRZ/NSmejp/uqSq4sPLXy2qabi2VQcbvutdcVh3l30KulXCzklAsdSO4Va4OnnrtLWlNXbMLW26LXdSufhd2rUus1F999chS3Y7qChKXdBdI0IXYHMQNT3He7AmvtRXWMeUt1bE2kZ1SmkdKZTCtFBQAuSO/fsL9wNpe/zAEVqs03eNQc7DE5pKlSmOppxSh3UBoUkWVcai5B0uRWU+sRaW641Pifp2s6Hc+ZCkkWPY9ST5EdxsvXYoY/tAMcPKLebVd0u/3dU5iNqW/OYw9NTIlO01eafS30i6w4yRldSE3WErGVYAIKVAKC4xZTJ9B9y15qo0ut8DgITPiunhSmBqy8CRmScpKVAjMk6EEAnaEzT4GCJ8uBg2I3C94qdTy/yuJc14ZAFlJ7EZtBoNTbaw3eYNdlVn3NXqS+tjqRy7VvDbMtIT+sEi+U3uALEk22Tu6od36aniNIfxHXuo3hSqo05QZ/RkWh2G67ZWVKgPhqIA6SrwnyvY20szcaT4vuttqVEXFQtfCdWr9A4tVgNfCFHtrYn622TWDsHVmg4tfgYSai1FjkOtD6/wCtQ+4SCbqC0EDUag2ve9yeTN7vubCTlLxbRFv8dhLEpDrWdp5CunqVYAKzWFtLKsdNNnW11Yr7j8Szpu9Qmj0ejbxsJN7ucWvcfpX7onrSFrTbUx1kg3I00tcose4N8/S92uKMB15xqjfepTDS46ELdPCU134akHpWhXaxBSAb6dtiTCuMaXP5ulxas/FX0v02VIdyqjyG9W86reYu2VdtUk6W2ZVPr1L3jRWJ8/7lUf6rPTlyqjyDoVeYyki48jrsqLqNcwKGUNZKzPlF3F1TFuA67jKjYTYpyIr+dhEd1SJ8VaLFSQlRKHmRdQUk9QBSUEgAmfScAO8h/Qzy38WQmOOuAi39KNJF1FkEdTyB1ZBZShcBRIts2KtHxRQaNUsOQGlxajkVHmph+CUm90PpBPjKCLkWBHoNAtsIUufFxbAqmPKh7rlU74q4qV5eIgkWdChbLkUB2IIJ7ag7NHpws+2F06uf6SurFeo2MsGy4srEL8KbNy5OEjLmucpCdQq9+ogHMnXXQ7H2D6nxcJMRfHyrSovizdjewvr5+mx9Mc3QVl2pcKk0eVUX465krhR2+O9p1Og9iu5zXGtzca32WWEWsOSnatAoMt9cV9HNcB2/FiupIQtBNgFA2ChaxsSCARrUad6Bsc5lLKxu4g9XafzTXwsi1rVnQnTq8rfh6n/XZJb88UV6K1RcJUt5cVdLkc1xflyXPRp5ZrkXIJGljc7aCxlCdixeK1nYyNdKkI+bXX8bjyt2HnshsbVTFDVew9WcUYe52LNkKTzC0ZEPKRbOgnKQCQQo2+p00uvqFfHhF+223Mr8AYTrMrm5VBpyJTGVUp2A+1nTlIHFbQDooAXIAOYC3cp0ZdF3U4jlcP3pLz05CcsfgOlSmexSi6rdk6AG4sAAbWswsHz8LypXP4cp7cJbGRXQrqynUoI8iD+3v5DYzi1Bp13hdGdf4eWtvwBJt5C+ltur0DWJvsMHvC8RGYg3W0uBQZ8p2XKQthpSkSOLlyr8iQek697gjvptnfD+N6Xhee/XqpE48WqJW07CaRlQ8pJILgTcAK0N7XNxcee2x96VVo0DDktqqdHHSrIj5lJtYkX0uL3APfbMm7un/YiqT6XVIlOqKOPzFJdmtD4yFKyqTmN7JIKb3A1CiL7Ct0lacGNVV715hxujcgUajT3eLK5WopW/AfdRkW4kZroVbpKm7pCuwNkqBIVYV0bBMqU7LnwGZU2LK+K6lpOf+7dRsUhIJSALi5sNTszplLn0vC7dLdw9FRCYlKf5JVunuSU2FyCbpNheyrAeezEwpSsG1mVTMebr5cqnTYrS2nYD6szUhB6X4khPhUQRdKgAD03AIBGlpwEQRvu9oBJmTDcjkMb4awbKloixYs1pcJMhJSjKlfUgeZATYFNwQO3Y7aexzgqjYjxlTcL0aoLiyq30okOu8dObLpnKbKVca6EGxFu+ypxpg73zKqTTrK4spEpiaw+rpW26NQR56WKVDsQSCb3O3JK8UNV6A07VoSOdfa+K+pTSo6yAW3gR2F9cw7DMPxbSxGPbMS1FndeV2Mt2+KMLu4hoztQX8CVlmtIstLiNDcnUhYSLBXY2F+4AsYlUw5QYHuGVW32GJSeKx8qlK8rXvYgkWFrX7ntsUYnxY79o58DHlJlRaotaYs+U0oOtcwEdDgKdAhaUhQV2JPkTbZG4kpFexRWYk92WhcWjylIjymkHqVcEFVr6+G3lcH1J2Q19v0w/MWd/xNCTX2pUBisxetGRCHeKnr6hYggXtZWU3ufxPchOIMKfaPGVNlO1CKvkuEtpiR0rU0pfWW3D0koISS2TqNQCAbHW6fCMqs4NqTsqXnmoQnPFX4cqUgpKPMqNySB5DsbaVULBztenuNNZHH4S1LSw70+ulydCRYeVzp+GRpqLPq1vUYB9iMVPtHlL6Fu/n/bdzi8rB/q6mOFHyx5ybpKhpYIdCQVFHhIBKLAKCYftl7kqNiOl0XEcWkvordLVwHXYDTalyIGhU2oLSpOZCSpSFKBCdQQRa1DSapi2VVG4sDEL9OQuUiFIakNZ1NqStISsC986FAKB797diC5scOV6fhJjFrTXHrdIWpciE07kVzDFyUIJBuFJBUm4JIULg6jb1zILEIh/uXmCW8XGkWl4NkUGlurp0r3W1H5qPHMdUyErP92kMWuhxtRuCD03WkEJURsrN2U1qqYNxLXoFRXFfQvlZUXxIkMEdDgFxZQUT9L3FjcWp96u8R3eXwK9QZa+HFjoS7HdaCF5FC5Krdxcnt0jyIBBHX2cHaXVPe2A6o1116hyHYuZf6SUyc/Cv5KHiSBYEAjuANsjTM6W7F9wf80b3ss4W98++sUOsrWukJSmE+0rKtmQSVpcQfJWVBSUmwKVka3I2zpvR3f4jxvvBcxHi3E0pbE1hM1h1agjl0kBJbNwcpJSSSE6k3NjptqHcRSPcu6XeFi2g1t+LwWloWw+jNHUlDSs31za5RY6Eed77ZoxHiOfWYE+ve8FvvzkOrShboW1nJVmAI7/AE/L8dt+4fp4MKte5oNYZbi0bHkSg9bnUthbvhzZknukk3v9bm/pe+wnGpNLi1n3XAdcz8fhJdSsIdjymV3Sb3KraWBJ89L3NiakLa980mfFZyLfda6F+JKxYG2vp+GvbYorOGOVxHUqpwkfen1Or7+PuDbsPQkeuuoN0ahzLaldgxC2qb76y7iiJVHaSvgVGKhqqNJWEKTKSMpkslJNlHsU6BVvIgHaIa01jKsuYjlZPeKIfKvyMvCU5l8Dik9+IRYG2lySAL7dpGAXZ+7l/G7UT7rS5/CfdT48isvUdLaKIF/S/e2lTCr+F8L0auwJ7S5UqrscqiO0nqSmxKHkLGrbjbllBQA08/IE1DiqstZ6iQwvuSMf0mf9nImLftv73RNaajutIyZk5QbhQuQFtq6SbkkAE20J6bs3YrUWXKda519jIrgfK4kghbYFwcxSRaxv3APkU9QIzrTrkCViGUht/wAfFdPAzakEjUa9gdCPpc7MjDz2LcJQJ+Ep+Hoq5VXRlYXnC1KugZFtnspBz3B73/DTzmmtrtuyPUonnZvWHFKhSsEVmJjKgvZKdNdUhDrSulObVQV6Edje+osRe9yPErUVqs81Kp0JheVC2lwsqVJSqykLRYlC2yTl6Rp2t32V0Fdeite5q88+xFlP/emncyVR30mxQu46SCn8wAbkdrzdw61Qd6DE+qVBC4VLQl3hOp47CmrkX4awbJBIUSNSdRcgDbfPxNWzLLmEW9XeTiPd9VMPf0fn93JQpqUrpU4xmHwio6AgFaQnXRZBByizFYVgPfS1Td5cWkrqMqnNcKqUvihDr0dQN3Ge4DrZJUBqFC4B7bKHf+w7jzEfFwvLYXS5qENNNZsyIvWQDmF+k9RzHQ9NjcbFuGsCYj3c0FvGWHHqitcJpK6zA4XFaSm4BcQpCQALG9jroQDcgbRaSDBVuX8GgbvAxF/TLFLa46KdCztMOutBpalJN050i/VwyNAfL0FzRbqKNQcUbwX+f4CGJUVeSPIQFJ4qMmZABvcKyqUAe97WItsTb4MIVnG89vlfus1bXwk5emRbqRoe+vZQ1F+9rgAWD1O4cr1JlNMoRNpzqXVZLIXkPSpCrWOYWvY+QuNQLkqsUnmJ2qUfE1PizFuDcJe6cB0utrmxa8hC4qmncvBYV3GRR+CsG4DQNyom17kCvwthmBAw5WorUv3pFmu8JDEhrKtKk3yug3u26k+hGlxpcjZduNRaziNv3DSeO/NS7FntLQlbDiL503BGQaquFCx6R2IOxpiLGlG3VUHmpTvNVF9KGuEpfxVLtlQT3Uog6Am5N9Sddp1LgpiPUVd3lvULHKzg3dfRn69XmWESl5XVxWldCX7WKm09m81gVAAAkXtfZGYm3pYt301SrUGBLfpFLisJkMZmkqQ8gkg6BRNwLEWv31NxbYUrH2oxbWff2KM62F5VtMO5koVrexGoCrefke1+wtacjHlG49Ui4YffoNeirgJlcqtTDbqSSAViwS6lRVlINiTaxvYp444k36la/CuQYm7OvNQPekD70jKh11a+rMm+UgnxC/YmwIJBuL2N5R8H0Z3FFJ5+k1TkosdfvJUV3OpnOQhDimzcqbSpVlBNgAq51CQSnD86vYDoL/FqDD8WUtKpUV3pUlDgy8VItZaSoFKgBmSTqLLG3TEqotBn0mVS6gvmpUVeZ1pfXmskKSUgnMClaFAi4IBva2xCnwYkP1OWgpXXZVGpfuaA6+/C462ml6Ky2vbUJykgAC9rG3YeQtUGpVUrMD3y64ilr+Kh9FvFYJPVY9QBve1zpqb7GonNVlp9qU7neQ6hXNZSlKkgWuQPLyKh5i+g12q8ZMtQMRsNUuh8Bia0nnaaheX4p+dn9X9ZNr2JUNQRbrT5CCxKeejkGn3XckpC1JaYkJSU8RXkrMPmtYki5uCRt+YrrcXGUWpUaqS0UvELDrUyPPlWVHlKOvEcVlACio5XNCCVJVe+oqHKrKaagUbolQmJ6lZs5StSUXBVb5Vd8ydbd+4ueWK47s/+qvIQtCFIRxUZcyRYn8R9e1rdthanU7V4ksOJSTp0qLRpcB34D/UiQw0rwuhdiBYi4Cge2l7eXc43TYUw5P4lGxRL4FOqKFcfI0HXXE5CoFAKkgkKCVEAglKFDXsRRqgte5m5TvjffSjx9KUhYuk29R566m9tmJiypxWmqbwomRheVEhGikKWnQONr+VQNgUka28zc7J6dHHmZfT+M0J7O1P3VUugsUbgwvfbD64qJTrXTOQFnhrClAG5SOxAUO1vIc9+GA8R0t1+s7tHkMLX4obt+ElfqjLYo+qdRfta52ReE5EqvT5dLdezxUZUIdR0utpsFdxrcXOX1B/MmMrE+LfejEVrFj77HFSlfFWVZkn07nN3AubE2FxttIwZJu6TVKs67ntyePMeO8/vLqCGGGF/otFKcTr3uLAG4/EHy21HTsJ4DwRS+F91yMI+e2b/AK/5nbHe+HeZiPdK1wmsYvrWvKtfCd6MpsQdbGxBGhFwb6DbNOMfaUxRi3hu0HENUQt/MhaVqOZKjobHXTvbz7bWTTtZ9gjtuoX2Tib6xBv4wlFx4/RoGIYrH3XOhHFGVVlnNY+ZHYjyt+3+lb1IDrTjrWIWP1/GMqra7ecNPwXPnym69Was+t99edaVL8Ku3f8A5jTy2KVsSorXCalvoRk/2qv+P1/i+2inRbmGcxH/AFOv8TbL2P2nfitYhYyZ/wBYdP0/Laul72KNS/iu4nYX8+bOP9T5bYOlQa86647Ark1jqTmyuryq799dSdbk/jpsL1pWMmnXOFW315PGnP8AL+fn+OuwbulalIQdTpab3n+0dRorrnCqGfJ/e6v2XFvz/dtTf+jcxYH9stz9mb99h+z923nJVcX4tad5V2W4v/eV/wAdpdOl16fRp8+fx+AhbSUK1SlKyo+Y9SRf1/IbZ/0tueYb/UK/gT0ep/ta0GU6267UMiM6fEoJ8+2hJJ9QBsbe0Z7euCML4DiRd31WYqNYnRc/Ca6uXVb5rHSx8j37DbyTqUue1iNyLxl/JmyXT1W1/wA9frtd1qG61Kb+L/ZJV/ps7pqNp8onqNaH9CNDd9imvYy3q/aOs1BD82a7xZDs26mtSEkBN/JOiUjyTbU3u7Mbxsb0Gly58WrQor8WVwpCKXbK4nJmS6hXbUEXNwddQCCBnndDEadrPFd/w/tB76el/T8RtrekP4cgUbi4oyVFedEhqK6kOtSkgFC21A6hWVVknUXABABvsl1Oza4XHx7iIseKhqtxcRwIkCKyhiUtKXZUhbXiV8yST3FhpodSSde9tVKJ/ODjKXK4zi0UuBHaitLX4sosW0jxdybW0A0I7HYkq2DaXS5X/Y2kxV51qd4Snc+VPdAGayibaG47gnTZtUCJAwHg2I1PZi8evR+YirV08NegCCrU5SdCTqAm577ZTb3SCsDQI3eYco276K5VK9kXKlNdDCbKy/W1tSCe/e1rWOy/32bw2pVLfw409kz/ABUZL/DV6XuL3A0AF7gkkabGSJEqVFcn1TrW54ULXlSlNuw8hb09Ba+ygqeHqpvQxk5hfC+HlyquhanUNJfHxI7YKlCyjYqKeyRqTYa7MVaMKu+wZMZ01C4y0LfZ1xI7g2gy589lhEVaFqzrvxU5um/lmSDYk3Fge1gdraHVvixJWF4j6GHJTDDubqaS7Y6iwOXRVzcWII7AbVipUV2Ux7riMU5hEVOeK6jIlK0oTmGQ3sSr0NrnQC4BtsB4l5rDlSdgREIYYyOpz9Oa9xci2o8NlW/0OwXtXftX3GTqQp2Rs012qVmvUKqYjaQt9h1DEhTS+pxhOgKv1lAWAJOoAvqNbT2lKTAx5hz7LxcTtoizZTC30eNTaAcxsLj5QdCdSU7d8IxaNWaNElVSnvscdKVOqQv9C72WLdikiyhoT9TbQB3n0XhcD7Gsyn18VSX86/Ckdlg/Xy17kdrHYGrt1wTFag/3iVtlnJWWsGvNUajRML1mre9105KovMZArmGu6Vm4HrlIt3SfpsDYjpu7mVzHIZ4T6/HwulOYHXt+/wBddos/CmI5UViVAe5XgMJ5rrz9SdL3PqNbHQEka9yKv0j4rnPurldSlq/z/wBdvDW367Q2nc+M84mYbL6m3ZxDGmYdwu7S2KXFlv5IudTWdGZPXqRe97X18rEn1uLrB2Ga81iOI1FeQ/Cf/rS/7lvrre9vK/fTYJp9Yd5XlYDPg+fOf4/DadRsR15qsxPH4+hSFlPVbsSLf569tmdF/EepD9qznP8AmWXV3ZweZoWjtyqy1SaM1Tn0MQmlRX3dMriwsp/HQC5NrHN9NVjvi3eSqXvVpPNPTWKQiK1NaWhBUxnuQQoBJsoEGxOmumxzh3GDsCVxXXcmeYwpafDlz9V/wKgR+PfZ9V3C9Lxk7RazKZ+BFWvio+VV7KSLfQ3/AG7ex6XVWbC4GDDF933RV4E3A0us1lzFFUpK0Lf4TrT63T5WIsBbzHY9wfy2cmM10Gg83ihqIwiUiLkddQkJzZQfy2tn5zUVptpr4aPBl2Xu/F137EPtNO9b+Vpf+BRsr9xtt6HseMH393iIsK3LdxHgiXWXZa1ymE86hOf5b6p/IdvL/TP1Srbrrrcp3iI+deb9U/j+79u2ksH4ZdaoNSpf9hKi5GlfqqIsofhbttmneBhTEeDZ78CvM9D+Xl3fkUk3AsdPTt/xG3zv+JdFcrqVzt/9ylqt8T9reJJWKHW/BwIrSUtdATm01KrHU389NNpNOS7Rvv8AKdb+VCEZepSifL+NBc+m3Kg0aLRqW3PlOoX0ZlJz5sul7ny7fh+7Ze1rFvvmvcXC9WQ+tj/uX4XFgPDb6jsfx2X6N0Zrrd1voSlenP3vNIUTGlGagcJplCKjmVx8v9so2t+GlrC3nsO1qp4c+3jDU+XySOKjPF0zKWbfTtqBoPr57LHBFUaxRxOaqKIS2HfjtL6VZRrfTy0t+3tbUspuEqXjLEbmI6M8iatjItC82bMoCxt9QL/v89voNdFWnXKDEcXlcRob4oFGdgUxr/0qtSE2/ukft2S8uc1/5y6W18Nfy+Hq7+X+9fv59++1zvZxdKadcgcZGdC1JRmV/h1v+631P02C8P4ho1L4brry333Oh1f6t9T6ftHc6beF6vv1ur/CjiK2gs2I2d0kOfS57lZ43x4PT4/mt5dvLyP7dtDYVr+F99O76tUaqVDlZrDTrUj4oSptQBsvUnp0v6fXz2x07vh918SLQYn6dfgV83kSR5/x+YXWseYjoPPymqg/Ccf65CE3RmuO2nkf4B21emBUGzHEYr8R4QoxHUqXS6C5Fiy0Z6c6pr9Val5yFfXT1/0OotRaTPxRWWIrTP6dKf7va/f9w8r+e1TRqbVMWwI7tGp2d993O71nN9PxNx56drbOndLhhqLPcdqnwJUVaUNfrKV5jTS1vrr+V9tq169Ku8zTQqiZeMP2Zt2fIVSXiis/oIruSLxU9WcXBP4f8PPvs4t7292Bg2jONRXkLqj6PhdX6FPbiH66aD118thOt4sgYSozfxUMfKw0nxOKP07n+DtnXe3Kr0qs81AaXNffQmQtar5fLQfgNAPX8DtjW6ezXk/GYvYXtGRKysY+nyqpwuLnffXmyaqVm11vfttHjb14tGrPuvFsuVB68qlJulP09PzA7bW0TDrUqe3Wfdy+aXHQlLX6qhr+06X+g2G8Tbmp+KHefrLrEFb6+KtCPlv5fW3/AB1O2ZX0jSdPtzqBn+sUFQTlo3dx+/yB9o+Qaqy5TD+ZPC0zadl/l3/Akeezxeaw5XuPVKz0MLzcJjTN+X18u3+m2W93G6vC+A57dZ9455TCFJ6vmuLfwdbfs2O4+8B12vMNNM8dhj5M5y5vrY+XltranUp2wKfUJ3to4jDk4k5CguUaLEQ2xmUrNl8XoPy/D6bccL0es15r4TuRj5UI6VK/MHQbD82qysZVnlYGRDEVPxVZvm9D+2/lp9TsS7rsXff5bXX916VcXwp7jXy7/wCg28rqNTq89vT+/wAy9ePvaaDwBQKXiPd9EadiIfRNip4qMgzZstv39iPPbNGN9w2CN3OEq7iig8Cl4lpE1TEJjKUrUlevDIOpSBoPIi1/LZ84Or/2Xo3uHwcqr7utF+pN+wPfTy9Ns/8AtQ7x5WLcZMUtrJ/RbCUuutdPGWe2cdiQNL/lt7NadMSqLjIwcCBrsVhiZuDE+V/SnXx+L1/rpXfW/wDofMfgRt/TKa7WXW5UppCH/C6pHhc9CR6+V/PTa8fX+kd+dfj2rJEx3hOcL/yP1tmH1LIdiAwuZ1ptMiwHW3fnQrp29APZR3T/AGIw6jeBWYiFv1pq7Wbxw2O4I+itCbagfS9sGbvof2jxbAantf0dxUqX0HKpXkjTXX6a229S91OJItTwuxBa6JUFpLXAX4soGlj2UPQj87G+zNV27xaXHqD+8luVPiy4krO3KitLfgTE9TFQY82lW7OJva/cHKoaE2xZiid7rdnuymmEZHVLdaRZPc3vb63uQPM389vRer0ukSqE/AlWZi5FKz/7G99QfK1z9LXHbTby+9qAte/okBrjxZS5C4rq2lFPEaGodA87Dum2o0JvY7E1IDU5MkWBZW0KoQMZOv0aqZOA2tS4cjT4bt/0ZP6hFu/YgE977fmGsZxftbL3VYjiLixaitTTTq0f1OYL5M2oAB0sRfqy9r3KuqU53DlGcpdLlrXNWn4DqV5VKX5EehHpbTsfXZp7sYX87VBpOPJTUX33SEKi1JCU5OMpvwkj0IIUAdUkqSFEWIxu5vTBmc5Dtmfm9WiVmqOwMJUuXyr9Oyuyk8Ip4jQ6cyDbKSFd097G9tNtkbv6xhyBu0Ya6IspiKlCkf3gPl/4eZ2SRpjWKIrFU5REWrsZkZ8n6RQ/WHkSPyve/fSXiWNKgYSc5roRlVnR4fp37j6d7bTpLFpyx+PmQSEXdCmi73vv/utqoIW+tXwEZ+iQnW6L+SwNQPMdr2O1/jePPr1Bc4XWj9bPlVr3B+o/YfpfbEmFn6pQd5bGHKp96p1XfS7FmLXmUpaQpV8yRcOgg6k3I1BuQBpOhb0Xftb7hny0ZFsJzpX0pkIVoMp0Bt6i2U2J0NiKnqf1YZLBx8fuIot35ixDjrUqXS5TK2JUJ3KtP6ySTZXfztf66bU9Qos/it1SA7nWhfFaz2WlOvUmxvb1t5X17jY1xtQZUDFDlU4yJUKaj7rKTbM4kHVKx8riD0kXsRYi99LLBuHZ8p33zwkNsZ05ncnSpSbDXyvl0N+40Ol9t3XdGtH8LVGk8iwn+xnzzQ6/d/GN9P8A9AP8Thuc3nz8B1n3xApy4vUlE1DSs6Eq7ajuEnuL3t2udjjfDjivV6LIr1LlsI51SX47rCQpDeYAEHW9ri5ue5Oy7xLgGfRsRt16jM5KXNzZXWkqVy7/AM0cjUkHxNk3GU5dSgk20uoz4GEpfwmOaY6vipHCevbMladO+pNje+ump28xpeq211nT2DBAn0MCfWEncOV6sxK9XqTC+0UVpUORIjpH3hhVrhQubpNtEkkgg2PYi7xHu4gYyoz+HIFcYQww7xYqJF88e/cdj2PUCLXAAIvqFNSWqW7VOagcenTV9fK5ulzX5SbZrW0ub2079zVGMJUpph3hLRNhZfj+BSe90K0uBp5+p01JOc/VqGH/AFHMq7nE6bxtx2MsEYNiVlr+lGIrqH8zFkrTqCSkaApIubGwNu+o2b2EMb0v3XRXZ/8AVZrSGFcXw9QykK8gL9iexsdNbL17erVGqNyEWX/R01C2nYEjrQ2tPiLZOqCDrlNwU2sBrbrhkUbEdBfw5PzolZ87XbK80ru2n/xBqUg6E9PmLaentoQ7NOOCJqKWt0w/aJ3eLBdwvvBxDhz4+RhTqo61u/o0KPQdVHsFBN9dRbytslN6tJddxHEr0XjsIq7SXVqSgdMhNkPAgp1vZCrEEkk2JHbYe8zdw7WazhvEcrI+/KgO0GfISsp5pQaKmHLEeIpSQbm9wBrptmvF0d1qgvtO5JXuuZkdX8yUG7azbsfiNDQAC5Nr7IWv/pmqF6D3wRFkt+ncEf3l+MNfa3dpzXRztLR1KyjqT3GnoRbT1B/DYewcl1prlXetCFdP6yfofofLY63G1Ln4suA719Ck5VO5k5bXFvS9z+wdtNql7C3uHEb/AMi86s6dU5vTS+m3q9HqBql3iaG4P5CWyUbTIkp2A63Ka6Fo6kLR9NuDe3Ge7wttKEm9t0+PGsb7volZdd+9RUcCV/jSO/5jX/psoKpg+g4txvVsZe8VxZ1LSlMWQh0ZW1JKioEeQJ8/3bLrcVvM+yXvajSnfgTYqlIz/KtIJH7e37LbD7+OqpS6XLaaeXzVblLdjpSsqWnOCrh3JGltban6G21ntRV5imoEalCerO96VVqXQaetdaw06xIYmwHWmpWVXStC0LIDjVtRaxBt5HaVusXFaxRiyg4y468Qtx+Lx1fp8yA4S4gG2tlDiNEDMCSdUHYc3QSYu76BTazG466px0qTKaQEP5lK+I0bnqb6tQq4tr5izc3m+5sR4opuN6M0wir8gpiY6x080jQouO4UAVCx1HYkjtkvot7739+4ekhcSTgHEJnz8N0vGzsJFPfQ+mLKaWOrOMqGVknpv52uCpCQQDYqXNMwy7hjeLiTdzAqCJtPhTFSE9QypQvKtFvRSQsINtSL+RsCLerEw5RtyLlU9xrWwteV2Oh0qXFmpuOaYVY2ULdTRAC0eQIuVxuLpmKIFLfxvPqMWrt1HLmVrnzJHUlSlKJJGhSo90kXPcCpC55jIbmfmLXYtBxbz8/PySGk8VDXUpTRPUcvzWIBt6pIGpsbDdlNqkqqVZ3CUvnYsVSXc3F/rDRFxbyCxewURc9iACCFfvCxBiifXmIEqnr5Xml5X0L6nGlJspspIGVYX3F9AAQTcWssEc1g3iT6NUVsVFha0rQhQTxmjoCn9ZSdMyVdwdDpYhfWaWk4JAiNtq5hRi2ThfFsqXFrzK2KoxKVy8qP0rbSsC2dCiRdKulSbWPoQb7DlfwrRq9RuQxbTslUoikr4rSShM5qwUh1PbMi3cGxSQUk6Am0Mdqe03iPrRKQ6vnXVp6HECxz3tpbXve2t7Ai1lidr7UUZj3X0crlUl9CvDr1W01HkRpcHvtD6zT6hcKwzOoKtErAqsCqY3orXu7iMc4000rRKcnSNB2BFz0/3QPLVobwIHK4jltdaGIUXO0j/aWAJsL3F+3p5j6xoG6TDnNN1R2oIROYWl1Cc5yK89UpIuQdQq2h9NiiqPNSpT8rEeGH5UXoSqei+XNbwFQPSTqNfp6i9On9RoqY1A8ybKtozFNgrFkqLhKpT2nloWta3Ucda15e+W5F7Iy5dPLuba2kez7SMeO4ocx57jlSqQ/IVFn8vw1KyrN7hNxbLbMAPK4HbZgPI3NyqC5S6XEXSJsJLrSGsuRHY3Tpe9xqCNbWsSL7KynY6qm69p/7G1HIh9GVbSkZkKTe4Chcag9jqRfz81OoaxX1C2D0IucZzNgVanQMUcSjc2thaI+Z35eM0RbMk/rDS99RofXZC4pqPNY3n4SlVZbFXYaY4EpSRlkJ0sVWsQVotqRa+bvbZZYb9oXeC1iiJVJUtibyqs/CW1l4iD40KFrFKgAL+R1sddtENv0bFu8Gi1mLT2EIlQFLYd04qU3uWlfRKgSB/eP1JZq1SdQOxDzCIwMvdxdUi4jpVW3LY8C0dCuQVnClpUdSE62NjdSQNCcwvrsB4rwpF3cynMOV6orXwHVKjuozLRwlkniC/hSe5F7A5rAm+x9iSgff/f0CJwKpTv0TrXSrhE3AB0Pcaa6HapVipreg65AqjTH2hix3XY8d9AyTEAHPl/VUbHM0bEEZhbUAuq076Wkt7Px+/wC0lwrCZQYr2HJ+99+jT5c2nSqXIydaippxdsyW1py6pIOYKHrmBFgdnVUcZxWpUSfAdR7xgu52nWvmyrAUO3f0NiNbi+u0esYT3c4tqnv77PIRW2Wkx8y0BDqraJTmKrKtra500AOgsJKw879t4lLgMvrYzpyNZOpKr2KL6i4ue4BuRp2v5uvr1bt9NUpD/OZSt+Noms8PYIlO+9sUNMsLXOSxUYSGl5VpzNgkt2HSSrN0+RuNb22WMXef7hxRL/olioxVoVxY77Scqs/6QW1Fs1zawIv9Lh3VLCNUwHu0pMWBUX11RhCs6F26Y7nUWlJGnSbEG2hFvQ7ZrrlIlNOuSnWfnV/u3P8AH/Pb21NKtUN4l7rGTiQcc0ejSp7eKMG07lWJWVEqnZuiO6TrlN/0bnkDqhVxYggbdMCmfRp7lUi8d+EhCWKpFyZuG1e4Ngbgo8QUL6BQ/Gdhpp1qew742Fq4UhpXzJPkRp307+fbZg0nkKXjem4oozTb7PXFrMX5nIqbAugEaqaNlG2pSk97bYr6CvS3bwccwlVvhzCHeNvCi4Sw5EqjXx5r8VKYSl/2ybXAzWNge+v7yQClKnhF3e1VH/ejz8WUhpTsNprqVHWSFeDs4i2ivMggi2ux/vbadwk1LwvynvGkTfvVJW71oZSvxs31GUEkp0ItoNNle3hrGTTrlUoNQRFqlBj5lQJXWiUwjwgnMFGwBAULnL3IA21fqdnqXSxsHZCLBFOpbrrE+e8wxVEJdaWtCChaX7dbage6Sg3BGl9beYCcBPysOb0FxZTq0PoUuO+lCsqHkq6kqte5SpOUg9rki5sdr7DtRgVSsuYjgS87FU4qJUV1r4rMhNgW19rOJscqgCFJsQe21+ulUGLheJPlRGJVRojqEonx7IkNouQGpGvWgoJym1wQCLWVeLv1l3fMkIzcybvSlcXgNRWcmRKV/wC8Re3f0t3/AFv2c8E0zAeLd31SanxKjKp3FamSvhZuTkJ6UugEXQoXKSoWCkqIJAI2+6hDn1TC/wBo2mudYYlJjz4rVlOpRobpv5m9hexJFibHW7oVZgUajMQMJMzftCjPHkLixTIVOjqTmTIKDe6VtnrbIISpK7GxvsDeftkg7fGCbmBIGHItJxbQXl8rKQuE78XOhxKDYXFyUuJBHSbEix1vt1mVVqltc07LR0KTkyrHivpr5fT1vbZfYhrFU4r7VLqP9HLkZ34uZaUtvpJSOkq0AJItYEDTsbBo7kd0n84Lq8R1+Whul0uQ0qVC6kOqYIJ4wvfoScuotcJVqCAAstupF/aTG3/mKmvzyYt8YVd3EfD5qIhbCFZuFk8P+oue9vP002HaLSaXVMRsRapEYmwkLWhceQkZHEKTZaSRqPQEEEGxGuhaftHYDlUbeCxAwRE47HCTx0JRm6V6Bzp1Uk91Ed7AgC5JCaLg+VQePKqlOm80haEO57ZHEHXitLSCLa3KSLj1NjtTVv2vfucbCvCwl3h1CK1FoVLo1WffhSvhNc1ZTrKx0ht5QsDrlAV8xVqAbXW+G6/jzBtUqU/DkTOxnSubFW108fw2J8s4SEpVcDNlFxcXZePME8Kgtu0tl/leKp9rmOhbdwskKUAAsEgEKAuBYEi239gzFk+lxX69Fp0WaioxfdNepcrqYmMEaFae4IvmChqLnUC+3U6z9UJYeMcQhs3fdAXfY7iPG8Ck4o3fS5WealcWVFR4230lJUFfqm2hvax9LkbKKJWd7VLrMTBON6fUKch9aVU6VKh5kpzkC6F5SVN5+4QSUlVwNbFt4RxNijdpx2sR0NiajmEZUrUEJcR2SQuwSHLadRsRrfWw0Zh3FuA95dB4U/BzD/uuUh1ECpNZHW3/ANdlfYqyk3toUq189sbUdR6jX1NKq6C1THlwfU6rTh/LMS2NqDWWp9SxbWYi6dzsCLHfQ6lXKuPs5krLajoLpykW/MAkgUtJYgQGpEB1rPx0cwjq6Hk+abaAlOnfUaH8HxvP3ltQJ7mDeLTpVLqLTDq6XWY+ZLzQUQtslJGVRToHLmxAv6jPeMsM0bBGI4lZwa7K+xtUVk+K+XVQVgjM0TmUQ4gK6raKBSpN72HrrK1txvEu6LGZutxNKoNLq0V2ItcVbvjz9TaCg2zJKrgBV7KGhCrEaC83DFXa+2UvkJaELlU534S1jK4oEXABIB0uT9Ldu4EMLtRcOY8l+9HuPF4CHcyFHLIYcR5n0tZV+1x202/MWYadalU2qUvj8DiupalIunta/hI1ItqD31t32msqbB+0EYY7ocORcZUuXWXZb9RcRV/6ZomQolKjlfS9HWSCpaeo5Qbiw1IBBYOI8P4Ni70HMG4oxvORRJSGnX2nV8J1lZaKY7pXa5srKniag5QF9zsk6PjKBu5d98z/AHoiUiY07HlRVhWbLa6CPlIGpvcm4IIsUq/fag3pVmsz4mLWon9HPxUxWHZEUoRxU3JQvzBN/CBZVri1jto6jC1mEEoBHlbpd8lWawQ9Fq9LizH6XVEOoC0TGlWzJW2pQugqtcgkXGgvYbNj2Z8N4DqdUco2PKciFUeYWujSvixeGom6eFmNyCk2GYqBt3JJ2zZXMZYSqmDaa7S4i4sqV8KQlpRQtKtCHElJKisG9k+abA+R2bTO+yjSoFCpcqiLlUhDX3qK7nU/FUMoWuE+VZ0JNg82hYISrOk3SbEGgWlASfePfzBbvOTarVf5v8ZY+wHQas+9hqvOuxajCy5k8VJ6pDd72X0gE9inMDcgEKXeHSsOSsEOV6jZ1oQhSHVtXTmWHClVx2HVpbuNfXbliyfKn48oVZoNR4GeUjLwPA8hVwq6ScpJSpSVAm4JULggEFG+TCNU/m0YrNGaWhD6XedYQk5v1rgXFrg6g+QJ0sRs/barr4x+sfzRSYJqLTs+hSpTKFsIlIySF9OaxP01sekkWuL7PTeK1FpcWXP4X3V9aPRPYDubix8/qPW19syUVx2jUZjiy8kXi/VXSf7QWNwe/kfm9dHMnHP2odYwbKyPr+7tLWpHizGwIT8xBA1uARY6bJUffLaqvfiaEwsilxdyzeF5URC363FXzEdS8vGzC/EQbaqBtYAa2HY7ZRrtY5V2XS6zEYiyqcvLHkO2yyEi/wAMnTKsp1B8iOwIIOg/aewxPoOA6bWaNVmGH4XwnWmkBKXkKtrlHhUBrcE3F9LkHbNtEwxKxlAl4jrNRW/kyNKQpQUpKwgBPEBIWUqAylfe+tye6vU2LYpEzrAPUHokqLXp/uaUy+iVKRmi5UFKcove+oGQggZhcA28yNjbd8/KrzrbU+IuV7nWlDUWUsoaUhKieEFfKsEKFiCgi4N7EFZ7y8TuxZVJdpcRcVcVCOEtqylZxYXSdb9OpBsCRqCLjZkbv2d4NLlU3eDRqTwPeMVqqOoayqjyFWzLcShS7hLgVmykEArNj3QnLSsUjxGZyDtiN7fPX/ek+mymqIiFzsJCFyEryIlLR0gqQNELsMpsSDlvckG1RhyiO4jpb8+BkXUYUpLHJI/rCWFgZiLkB1FxqmwIBzAg7cse7zZ+8GlsUuVSWGPdbqnYrrSfipaVYFpRBsoA+YuDYEXGuwjhDeS1hKe3Aa47E1c9EiBKQo/BWk6Gw1SAbgntYquddteg7yMzRzmnfKzcNWKpRt+f2Dxvnpy35C0R1rdCU5iQQElYAUFWUAlRBuFJ0Og2vX14o3fNe/qNEyMZVxZrrSSqLMQoWCHG1g5HbXIuACP1tSc71BOA8Zb0PtHvB4FO4yFpjz4akJVFkFYUhwZrpCSLpUhYUkggEAahn4T3v/0NXWqoyw+uLmhoqkLpYnR1dKVutqJsoptcXULgEagHYhRy+PiLIQvlJ8SNS97W76k16lsrbqML7q7wupSlpOVSSka3v1C2pHqCBsIVDcZWXao5Ki1FC5VOUhUpp26lJUoq60nQnUdV9Rf8dp+7zFNBwvKblYXp/Kwn3+XmR+LlRmucls3nmsAQba6E9ttD0mB70n1LFE95D66oxHyL4WRfw026gLAq1UCSL9tdNS7EWMmsWnMUFZpWHNy2F/fLtOXzS0Zc6F5lZyOkG9ri/aw7nX12ReBKzijEe9+BjyezFfpc1h1pCH1odaSrwqaWhVrpUDcgajUjW123vtxFPxHWfdfKMPRaQ6pUiOtGbjICbnKCDqEi/bUFVrGxAEINBw403VMOU59hEppSnWkLzJ17OtqJAtfxIPcC4Og2F2t/uVut7fgktkVCLXseOYSqlJ5JfXkixZAWhyGUaOx1Kso5V3KUkFQN0ZTYbG2HfaCdwvgiu4Sn0OLW6dzXCQrRPD60h4q/W6RnSoWsSDcCxCpxN70ddouI4FQRzsLradW0Uq7DO3mHdKjchJN0kEG9wSRzatKrNLbqk+kxX36c0mnVF1ds8iOpF2HFKBuVoTdCVKAURoVkoFhomeIjn5g5i3G8DGVU96UtlbEWF91RzSAl3Wy+Gsm4UAdEqIuRoTcaRcYyWnWsPSmqdKiozpaQtF80dOoSQCAVtA3uEm4CtAddqegvQKpPqeHPdL77EVOZ2fH6uVV34irauIHRmFjYBRBBtszqLTcOOxX6NWahwFoiqdYQ6jobdGi8qgSNRlUE6gixBPbbsN8y6J8iLrEuIJ9Ldcda4HHXlT0eFST2PT5am5t9fXaRiPB1UnwH8USs/wByioXCdQvMhxo5smVwdGa/SLgXItcG42+8XGlutPtSomSV4GnUK6k5bnNfsR3v3BH5naro+8FqjYcn4cnvfdZvwmpTSi07FWrU3OoU0sXSU2FlWN0kAkWPLygLHwcSkpkiBiOLL5pp+LV2Kkl99aejMkj9InW6fLMm5BubkixMiuRYruI+QaloWheVaOs/MgGx/VN7/S1tqlqm1mLPfdgM87KRldQprpdUxdSVBQURdQUE3A1sb63IFhVoEXn2K9F/T8JGdKFZs2gC0kE3Khra+oHnoLQUB4MgnxnwA77m9zNdC+aSpHV0/UfiO4/Za9tr+RElcq3AlRFrQwhPVnGRxJXbW5Gt1EetyCe+37hajOz68401E5pb60qaa8SXFW7JBtdRGgToSbeexzFocCvO1J2l5Iq22ku+LxKKOoEX1vYA2AIOU972MieOJehfmD2D1wMLuz3WvjomxVZ+vrZdAIToPKw0B+h8jeVUcTwIE9ifQXsja2vjoXdOVRBOotmSoEXBF7EE67VVEVwqpHgVRlbC+OhpClpzdPEsLnVKvPU/ttswZW7h11qpSqM9F60tRZ8VaApXCUvIh5N9egkXFxa97gAEWVdzbcw1ZaJ/2nq1Fxbg2mz5VOyVvKmO6614JTFwAu9gL2BN7XBChax2UWEMEwKW18VpC1o6P97/AJfj5eXbZsb6KLPw5WY+DZ8tErkkdC1ozdJt4jYXsBYaAka+h2HGkcJptpr/AN1V/H57e46Xo1qpDMOYC+xs4kZ3hNNcJrwZdqmU/wD2X8fX89ps+VwnXGujwf8Ald/z8h5bUMpfF/Su5Pn/AN3tb/ltqGLznKdaai8JrwL/AI/67CVVVxWvheNe11UZHCa+F/Hbtpb108vrsPCV/tf738f5bL2eXjCrKA4WadlN/wB9f+Lv6/8ATZo1bdy7S/Z99/NfDRNxRCio6PEkOsAqSbXBBKgT6JOutth+gQHZUri8H/zHr57ag9o6itYS9indkzwuur4liurzo6svDkOHQ+Vm0kfgD57I20IMce4xW8xBveobtG33YhpbsRCFsSoqsqUBKeqKyu47jXNmv53v57fFfLXFbd+J8RCf92wH8DZwe1rgR2BvVcxbAiZIU6FAaVlv0yEtBJQRqNUZFAg6i9wCDsnMUqddlN/32E9Xh6gLfx32zO1sJEIYSYFme5mnJXC65WZpKvlz3FgoeYt3A120LWTPrNGbdi/dciOLF4SMyWXSNbXIUWr3UEk3FyASABsIowvhzFEqiu4cycCoworqkZMqeaRnzgp0uoixsNSCB57M2XyECltz4vw+B4EJX05k6WAOmlrWOvfzudsvVqpPMv8AbJ/vNqqYSicKnLRVEJSmatF05lt5SCk+V0EXBsR3sQobFWPMPYjpdBgRfePHQtpEyncXrQpheqkhd7iyiT5gjQDTRFo3kysG1SXRp73EhVdpEp1DTQya9nE31Qu172J7EH6Oui4rw5P3XxKzjKoTUPsZUUhSOuPOjqJALNhmC05klSVAWBBGgJGbSm/n4nVebQNxHimLFabadickht1K3UO2UplNrHt4hewBF9LHXbnuHhT2t4NW3g4Xe/qsjLF4XUt5JtcIFiFC3dN9RoPTYT3p0rn4HFgPIlZI+deW+ZKCbgjtqD0qBHYgi+oFxuogyqXhKI1FiLYflLS67xVFCVL+VWoBGhOuht39NrX6hak8jG7n7CRl+0Ru/ai7uYOI2pcVbFelJSp3IUP0+VbiLZkINjZSTc2A8rHUXA93Uul+9G8G1SWiloWlEdE9aCphSDbqVbum2ouBrobG9jDH2If5wYFFaxG6+xNp2ZEzgSipMxZtlUoG/X3KhcpKuoAEnYTp8HDlLdfa5Rb/ADTXLuokZ/xGWxFiCdCNPzG3n7uraSp8nn+gmU+pGcx50mXRqXi1vBHNoqKEJ65UV0Laete1rEi+p01INxtVb16l7rrMCjUF5hDb6U818rrabjwi1sxBNgfMD1tsu6JimLhJ1j3XEQwthOVHQOlPe9j3/EfntKr28el16qe9KpTmH1r6V9OXMkdhbUaeX11tfay/xFpDxz/iEXWU/OYysLwcLyqDPnwJa30Sqatqa07dXBfTdKiCRfhrBKkmw0uLm19kNiuS7Rp/FivZ0ZuK1kt1J7g6XHna3499iql73KDhxp9qBT8iJTSmnWlr6cpN9Lg6i1x6enltTVGXS8UQG3aNEyIQjKlTXUhKvT8j9R5WFtvMdf1NGrKvWDkf+IK7UV3cIIHszuVlc1/YP+NCvlV9PUHXX102M8LT/iscVpC0cVPj+ZI/jytsOv4dd4XxWV/3On8/+P5+u3ajSuQdbiz8+djryo+ZJ7WPf8NvNGl2YOkWFZ9rGUzSpVLr3NVl1fK1FHKtZlj4fDN0L9DqQk97XHrs+sA73ItUdcwvK+AtDWdp35FOpvdIubi4AIuO9/TbOOIcf4jxHhdECBh5b9Oirz8xlK+GtIAJzW00Kb3Ple3ntXRKpWWuQxHS+tvpRPaQjLw1i1nLi+hHYaag+m30fQ636ZAW54GY0fJZoHG2/qBQfuDTOeUhSVrX+eg9L+f7O+uwcrfg7vBr0SjSmkRUSlZUqX1J/P8AH8NNldvHYi4opfvSA9wJTEVUhedWVL1tSRqBmCb3A8tdgdEp33pAnxZa2Fxf9R38tQNnG6zanmft/wDUVVdrTV2JMWz6C7TIECWiU/KdyZEeFPlr9Nfx7bfO8SuwMW7vm8OV6k8eosSOPFdSjMnKlKsyb9/O/loPpsl8J49i+9G2q8yiUjOnI786ddSL+nfTv9NNtGUWThxr3bVGpaFso/X/ALyCLG/mR5H1/HZqnX0dSQ4+PgzUqFbiY3xNP9w4SY5rxzUJRkdV+t9dLgD9wvrsrcOzvcNUbr1LiIRKQpSVoUjMnKe/nrqPXvbbR/tTY93aYogN0ujU5j3vClIdQ6lKUpyjxX/In0N9PIjbMdUmuz3eK70fN03T/rsn9SmkYheYC1kX7YTUyrUujT3HYueVzSFcVH946nW9+5Ohv+4bfEXeLVMJSv8AsvLXFz5vB4U38rH8dg1Kf/I/j+Ndvha+L+iydGwn11l/iIvuhDLr0+vSnJ8+XncfWp1f+I9+3/Lbq0OL8Jp7/wAj+P2a/wDDbi7gqvUulxKzPiLRFqP9X/8AEsbG3e3mPIkXO3eKy7WZ8TDlBp/x33ejP4lafs7evnpbateg7rb39S+3+YxhYB3WVmstOVlqJnisdXFTbL+P/S/ptb7xN2TU+VTcRusue7pUdDTq/CnOLA3tprf6a/XQOLdVVWsG4Il0GvNMQloaU1/6UVYpB7f8zr32oZ1ZgT8LwMLuy86EOqW6n99idD6/89nHu0miX2Iwl9aDmBWC5cDBsqpRYDWeKhpDTDqUZvI9j37DW/lb1ttfYVqvNVmXiOqfdYVO+K6t3pSpQsba9/K58/37VjE6BA+6xWmOAtef+8pWupPl9fp9BtNxDjrC8Clt0t1pHAWlK3U6JSlWvqNdB21uT5W289Z1ujVXcgkD0IH62tjzKPEm86LiivRKo7nWwjOtpr5Uo/Xt66C3nbzG0DEOK5Ts9j42SK+lKkLTbp/jT9u1hhrF27SVFqzXKIcnPsKaayI6k5rAkZfT6WH522HKxi/BrU9xrgoWhvoyKsrLb6XP4gfhto/61Wi4QH/EZs1tfbwsLqRXmqXKpPFlrfXKR+r+r56WA/yv+OxTOclT2uad8GdX+7+Y/wCg/bst8N4woNUd4TUTOhCfk6cv4eY/y02OaziCBWcON0al/AbQjOpCupSlEetu3mba+Xmb5WvcdQdXOR+Ynv7xk6k4Udr3E5CWjJk/SpVm7+Y9dOx0HbZkxt3tGoOF+LFZ481aPiv/AKyvp/kNPx2Vu7B3EcB1yjfAQ/KTn/Wyov8As17X8u1j320Th+luz2mIDvWhHXk/WV6n/TbmCUneDhRCInGIGYLwjKitPynWVoYX1ZlfN3PfYKriJXv5xqjdEWU7xeEi6c1jfU+Yza2/ds9N91Vi4D3S1Ke1kY4EfpX4ery173J0FtSTbbHNJ9oBqjUth2e1xJXFV1KQepJsSfO34eZt2sb6/RrdNrUNleDz/wAiNmrYvnNj1N6fKpb9ZaZXkitLdX0dSbDv+G2T3Q7Xp8usz3l8eU+tf7/+G2zN6lcawlulqzsX/wBmOVhCkf3rXttjZMuL8ThfqZ8uxei9LXT1i52LMR7MXqCheJTykxYsrhSv0f8Ad8X47C9Vba5pxpp3oX4XU/KryX+HqP8AUDYujuc/VG5XjR8n93a+ouEYuI8RwKNymdFRfQ07kR1JTfVY+oF/x233Td6hPFeYQ7iKI1S6W+1iNlHHqK+Klf8AdFiCFDVJ0zBQsQdRYjZr0jfBVMG4j9zYjiLlU5Ckuw6pFXk5pj0Vk8DosUqINiQDYX0KJG5SBFpfv7dy9Kf915UyoD9lLbQB3SNM1rE2+ZJNiFJIPxiPde1ihpt2BScj/CS/KaaUVtOafpUgakE97C48wbXPlfp9fpOo9z+VvfyJXKEZEYtS3gRazQX6D9oV+76vFUmHWUKzLjqULcOUka2F8pWLEaGwvcZQxthiLjzCUulz8j9RhLVwn0LzLUtHkCPmuCQRqe1xfZg1nDMCgwGK9herPxV9MWpU2QvMtuR3zouLLaWEm1xcEEdiAKKiUv3pi1vis8CLV1cJSEX+DIHZQ1Fgbdge/oddt/U5sQIx/eQjBhiZ1wZgCBXv6UnvP52PAt9AzJsdbAaEH1A0PqCNmPREwMG0GW1QcjDk2UmPkz5Uqt3tp3NybW1Oml9ptblNYSxRiHDlZicquKtMp3q6OrQuDQAAkFROgursDpstXsXUF2vQIrUtEpjn2mnWl/pW1KcCQvv2JsCdbFOu2O+mYthYu1eHxNIYmhO0aLh6fwlozuoad79N0k6/TTz8/qdhj2hqxyuCOVad61oSl3L4siiLlP8AeHcX7n8dmdvGkz4GHKTKitIfQhCeK06jpeaIGl/JQ7gjzG2ft+pdxRS24sBl9E1hCZsVOTxJSOsD5VC1+5toQbHUO2IK6yg9kQdtW0YgruRwXKqmHMQxcW1yKt/j5qdI+VKAjuRoRfv26TmSbgbDmB1Y3d3lt7ucWsrRNiz1SoEhCsylRyvRxOtimwNxfW1jfvszH8EYNxRg2JijdLiF+nU6ooS1Ppcp0qkUuQAkqacKrktLBCkL72IBva5vNyOEqpQceQHcUcrKhLaWhiUi6lMu3PwybaAjXW4JsQb7ZdFDm5amXH7iLpXk4YQq3002LR3aLAisoY48VUp1CPDnJy3/AHfsA2+8EVCVKwbIoMB5CJvW6xxU9DlrXST8ptqD9OxF9v72hJjTuPERf/PWE0n9tztV7taxAadkUGqfBYlfFYlJ8cWQPCsd+k+Ej0Nx2IP2Tq2mFX8LBPWADPh3TtZn+PLfwSV/wMTjQcRT6M1Po2I2ehbv9r4WV9xqL6enoLEHvsSSm8OVSLytel+60TkoySmlfCStQABUB8hvrYi3ftewtimm1Ssyn4HGRzXU6lCUjK8m/wAvqR6fXTTYXq9QlUbBEeLP6EZuV+L4Y9/Mg9kg2uPS/bTb4RpGK2stnP4J/E+2+Uhbz8D/AGSr0GA7L/8AOvnXS5Gb4ExSQczaF3sHR3LZsSASAdbWWGKpS3WvdeKOPwFoShU1pA5yDfwuKRpxmgRYg3IBVYgmxlYZpbtewvytZd5qKx/WqXNRxWMydUOsqJKkKHyqBC0iwJNgRR4sm0uBAbdd476IrSl8VH6VtKbeemYAAXv3B1v3OdrtNXTYHrGQfiQfUaMfdpPiwIFU40Kr0iorSh2bFdPAUtN8jyLeEkEZkmxsSNQAdijcrg+A7jKtUuVT1r93KRws3y3AVYeWosR9LX1B2TG7DHNZoLrfuZ1yVS6ohXFaW0UtOJtoFI7pWP1tLEHXXXR+6HE0CLKfrzrWRcpKUupUg5voLnuLajz7i2m3qOkLVewbGMR7TW7UIl7vHw7AapbkVp5aMi0SmMi/C6hYP7xdJHmCdsc7yKHhyLjerQIDSJTFXSqQ7F4uVKVvDPdB+q0gjzBP1O2u65N+2+LYlLaz8DrdQtC+lVu4076XFvI39Nkjv29nyfS5Tm8bDlcRKRTmktT4C7JdSxnJS5e9iRmsdNRbTz2P1rTHUVntj1zAWJumaMH43i4XlN+4c6PD0qslStdL31Bv2GhPqBtpGv4IdxlhJzHkCJkfhIRxWsmVab3JB9e1r/h5W2HfZ83D0bEeN58+qU/OhhSZTXzIVn6gR5A+RHcaDQabbGqmG6NQcOS6W0yhCJTSkZPlzWNhsx0TTstW6O0DaJgiKriu7V1ckcKU3teVmF7mr0+B/sHVZf8AD5bBlcm8Wf8A4NtonbG5Oqle91xW57X93Y43aUefvGx5TapS6jx6QuGt1bWmZt8aWNjpbqSb/XQ3GylrjvFittO9Hz9Xh020h7J2HqNAgQK9xlsP8V+Ov9Xq1Gvn5flb02qo3uIvbBqr4rlYS3quYNlO8Ba1okR0qslLiO2TXvr+0i3mLuvd03Pr1efqjrrbaEJUlbS+lSU6G/1BuBfyI17jZR7/ACgUvG+N22qy1kixX1cKe1b4K7i6M3dN9LafXyvswd1WI6W7S3GqW9x5UJpTSl+JWVOlidSdbd9dr2DzkV8viF+8KgYogUZ+e1UOaw1Xvu9SYaUFcN9GqcySDZVtPqLeg2D8PUmVA3fS6NS87HNZ2o+Tp7mwsOw07afTaRTMXe+Wqk668t+Kh3JKYzFPWCbEjtp5HyuNruTJi/Y1uje7/j9L8NSrpakJSQpIuLa36TYggHQjvsnfUijJhkUkkmJ+JhyfVGnKXWZa0TUZXU5+pScpIOoPVcDXW6Te9r2JMzgv3zAc5CWiFUWF5ku5MzTyu+p881rH072Ntpm8CswIuKKbwqdKhc6lC1x5CcqcywQoJPnbLorsbfjtKmV1rBsBvhPZ2F5si1eHL5aeZ9SPMXF9k3q0oUZAP9ou9QaDVMxJPgVRugu0ngSmE/FQr9UEJUDpqNfTzO1BineNKwRKcwvFp6GIuVTsJ35G2ifL9Yi2oI7AEnXT4GKff2PPkYfzJaaf1SrMeoBfqDpfsLG+ug2It5m7mfXnabKlZIXA8fzdXZbZAOoIUfP6/iK+iq+ndWOR6gVHbGZzwc3Aqk9t2U7zvNIUtDSVDpUBc2Hcg+V9P3bEFD3iwMLuz6M00iVCqLSo78WVbL2OUg3J0JtYdrJNyDoP7u6DgijYobaoMtb81hpa0KQvP6X01Ta9hpqOw89qfefVeagOSvciEIWtTD6PD9AbCx0Nr+YOyq0JVX3VHlGe4HTMGmYkWqVSXFgZ0cd1SloX4m1H669tBbsLW02r4+CXWnX6pXmuahIVy6/1k2NwSdCCR39Rtx3fU2s1mqfdcnHRmzrWvKpKhpqPMHuVa2/A6aOwK41PrMDCVUiNuIW+jiodR0pYHc/UEAkevlcHbGRHdiHPuVG1Znh7CWDZ8Bx2jNLYnLQnhLdvlS+DcJQTbxWyjS5va50BOt2OMnaNiOk0astcBD+ZcXP0qZmJtmaV6hxN/pmH1244hx5uWaqmKKDApOdhcx92GjOUpSoGw6Qe1tdfXQeYhRcSRZ8ViU61nXCdS7Fdz5VqTbUKtfMmxsb31se4vtqdGpGmY59yoPM1dBcalT2/nYqMLo/xDy9fPX0I2UVX3aSp+9+hT4FRXCQxMW/KQheVTiQyvt/eJyk+oFu+u19u/wAUyp8Vvmqfkbiu8VHfwKvc6/vHrfaTvLkOxapEnwOha/1fmV3H4dvPb1pdLafKcTxFVvNw9VKNWftHhz71CXKW1MYy5cyCsjMP1T+ZFz5C+xRuuoNLaxR9t688y4iEhL7S1oHxF/Le2nfU6d/Tb6r2KYtLgR2nWePFWpKXWOFmWlK9LDT1Iv8AX8dpNbotBixWMJUGX96Qxzj7rqippxSjdKe/cDX1AIF7k28fqun0rd30HkPmDrO05jSh45dxvKfnuurbfQ6ph2OrxM20AI76+vY+WwXiPDnwp/F/veH+CP477VbTdUo0puqRWUe8UNJ61dUeY0D+jcUNUm2gWNUkAkEDY9lSotepbdZitLQiax1od8Ta03Cm1DtcEWuO/fbe6Vqzemyz2JNnl7igw5H/AKUif2fxUpUtXy63Fz5a6X8tPTYt3o1T7JYtpNeo0TlZWbmncvShx9Iso2A0Cxoqw1Nz3N9q+BSHZU/hNNeNXhydKu/19Nj2q4KaxbQWKXVGX2JUJXFgSlXzZfNKu2bTS972se9791XSNqaCK/uBBH9pQDiQcTsQMR4Scn0uJzVLmwEz6a14eHYXLaTa6SlQUkDy7eo2T7E6VKqjDsplcX7gqbAn+BactiBoeoWKkqte2W9rA7OHCcV3DjUvBE+ofdW0rdhur/sfJWbzCD3N+x11F9kJJw7iOLvBq1LqnwIXH/RaodhyDYpdQRoW1AhQUPK9iQdc99UNNUbLuPzmOaY7Qcy1pdE5DEbkqlsocp1XaSrI1ZSEvptqk6dwdewtYdxc1jqqzFrz8V2kymH5UNaF52lI4yEWUkKSe6go9wNU9hcXJ3uowK1RpTdBnvZFozOx3Wl9LiCb2I1Gh8xY2/MbaYnLw5Pwu41Pp0Wa/Ca4qUu2TmUNBlX8ij4QrsCQDodidP1tWuQshnJqdmRMebut4UWBiOfRmonNRaipC2lZ8ym3x2GoANlAkHte/bUBg7wa7FpdBbxHS5cWnYihOsOrYadDD7aFuBIeZNwVgLPUjyKibEXurabgCK1vV4tG47FOXK95QFKslaY7llFCx6cTMCkG1wCLE3JRvAxHKn8201EgzYS2nYbrWQpkZ7gtud/kN0hSBc6A6AWcd0Sk5/fEHksd0Ad7GP5WMqp9o6ozTos1bSWpTsKPk4zqR+lUnNqpXmRpp22v9zOJsWuwH6DKam8ktpXAd1y5VaOJCzYZCDfLexzEkaklR4iPvSBA5BpfHzqSvqCE5kggg3IA6gLG4I1Gt9i/c7vCqmF6W41wX1sPyFNNNdCls6hN0hR/WzBSSfPt57ZXTj9VcSTKMe4cQ7l4niz8bt4c94vsSmGlcLP40pATcAnXsAbDySbX8yPEeI2qXKYa5tir8eOlTuVAaU5a47G+VYta5AvbUHvsJSaLvGnut81Q2JrDCs8efwuE62g2UgdySEg217AdyNdh1qlSpVUnxZWeLKXlddRn60qFgQDc3HaxHbtfTZrV0oH2GDYbYwXam67Fbi+OE/8A1LNbPkHlbUEg3BsTp5C+1PRKU1S5/KteCbna/u502UggeQKT5diD3GxPhqDRp8VijVRnPFQritLV0Kju28YOlgSdfInQix2lYsoTtGnucrEzs5EPtO/rKRbpJGuYpvb1AIv2ulb08E5Eqr+WJD3f4xlbvq8/WZURhcV9jhSoshoKTwMxIcuQe3fMNPI3vtd1HF+DaNjxiVApMKFSK3IaXPj5c0VtSyEqetoloWNyAQAQSALm/XAr0qfVG6N72ixUZlPwn5TXSlatUtZr9AJuQCLA+YvswKjRqXWaC/RqzTkcfhKiu5LJ4atboFrWFwSB2FiBoLBnpo+kq7bEkZ4zGK7NgxEX7T+G/c2MnJ9ZpKH4sWO07DlR3QtbzHVlJGh9LgX7X1BuQ7cOxhLehRsZ4IgRGH1vsLrMBC7JVHmMm7gQO6CQoqsO3ULWURtoWs7moGKKNSYDtRlMe62Ex3WlXX05ct7LVdQIy6ZvLS/fZNUzdnWfZ43v4exb8DgLqSUTHWs6WpUVVm1HUXzBtWgve6Ug9wVHt6ppBf8ATBhvxnHrP9Ix9wzKXB78CgyqS1WYnOxWMzS2kryrShQyka/KCcwTpaxAtteM1uBRmpdLgNc7S+aW7FQ71Kb76WOnaw9R+Ha+3x7vJ+Hd4tSiwci42ZUqL0hXGaX1FopB16TltpcJNrG2y+wvRaXPxQxS2nn2IsqQ0nhKdKlJuRdIK+rQaAkk+tzcnJOosW1ih9tiKqfMx47wNx9BxHugb3l4NiPxaixFanvxUrU6hSU/pkZe9x1EEdxoe+2bd7Xv77LwOaq3vGiVdrgSGPhuoUtOqc/cZsthmFldjrck7cqbtU3I7patPpctc1ikR3ZrSJFs2SxVY2FiB27ajbHi4n890+pO7uWorEp+Qqpe5OLy+Zea2SOCMnEAzEJUQSAogG1j64qz04+YziZsq0BqgtcLrXF6vu6+lbea2vc3A/K2vnta/aLEc+Aw7KqLC4tO8bX9qlHZIUs9wAAEnXyGtgNu29el1Sgz2/fMRb60JVFypSULzg+BSTYpdSokFJBB0IPcCr3TYtwa61UqXVKTK51+OtEWRH/Ss21KbWAWlQI0UDYgixuLY1tTIcQLzrhWtOz6pPadqC4q4qOaiu65UrBKismx4etjmOhJIJHnbYt3h43r2A5DUWo1dh9iQqQvhNFTUhhXzJNyQkEaggAE97EbQWMdu4DdYlUbCaPfcJ1S0yoqwhMyK4PiMyG1i6ge6VDUZRqRcH6f3g4ogT2JTVPXCYmp5qKjgFOa6QkgE6aGyTpYedrjZqi16hiXRz8Qep3xd3zDrr3NL4quKwpGXLe1sp0Chqb66HtodmVuopTU/e1h5qLnioXHQmZHV4cqQpQKbkEELA8iPqBbYbxOw7KozkqLEp33qQlKUR1fCcdzgEAa5FEaWsB31AsdtD+zjGalb1YnFpzEKVS6CpMhiQjKp7NlzI11ByjXy7Ed7jQ0xDNuj1r+IkH2m6pKa4lGdl/AQtKErQrpzAixUP1TqLeZ+uuwC/QoDWF/tHS6tFivvx2kTICpGXKsfNaxVwlmwFwSDfuLWk70KzVMUb0GKXAa+6rmurlIz5uDkJ7efUEZSkgpUFXsSBZX1nAM/HmN26X9oUMcq+tppL+fqUk/KRe/xO9ybH002WsO+/mZ7+8xjYUpe6/GUpyjSqexNXTskh1qU11pRfUFST1gFJ1BFgRoNNp28jld3LVFwluqxO/V6QiOldGYznnaX+j+7KWonO0nwpCr9OhKrG6oVu3xbuvx5ElSpeRE1SoqpDSArpOhQoXsbjU62uDewIvrzB+B8WtbpYmPML4mpHv7Dsj3zS2J8JLqHI9zxGc6VE5VoJBQb2JvZJCVGLKj9non1CIQwiRo2HKzgijQK9XmlyuPNU66h1HS2vMVcLQ+Eg6DuB5DUCLUcPUafi2Xiils8CnNo4rDGcK4bthpY903uPK/poNmJvgrkCsxXN40Wnv0il4hWhir0mHI4rUWe2NbpI+G54lBQBCkki5uCVXTWfekV+L7w4EVCkrU+lDiVNtEkcbLa5QhQBVYEgEEiwuCKjU4/MeK/wDTnEjQN3ruI8WsQKpLYhIryUyIqlK4SMpIBacNwU2NrOA2AsCRc30Fg/dQ1QaXLitYYlQotbYdpE+O66VIZmNgkIBUTrrmSQTcBJuRrsiYTWI3cb0mA1VkSkYed4rDqVjMmw11FwpHqAbKSr0Gz3i76Woten0aqcrFYrzTScqnfhc4x1snv0AkZcpINjYK7Auacb/umXu42y23cYR+2WEqk61UUQqpS5SI8imyGuh5KeguoJ0CvMpuc1gRYgEu2u4h+weCHKpKdz8q1ny+JWgvb6/Uem1Hu9OF3ffNegUl+FTpuR3I6jMqPIyAPt3uStAISUkk2Hn3JE8e1mLi2BytZeQ/FYlcJamr/eGvlJt/5Onlrpa5g173wJo1kU17mimRjh3FEqrYoap7CIVUaQuVFdXm4bqNA4jzCgM17Gx7EEE2qlVhqBRn6M1152EVKErNmUlKrBVgBcgH8rEemsepQsORZVWdo1QXFYbXwsi15mHFHVNwVDQ9rixB7XGhq6ur7hTZ9Ga5WbCQlCUaq6VEApSTdRTcDuSQFG5sLmpBrGDM8291pcx69Pwu1ArLryFsPqafalNeJlZ750q7EXAULEKBvcgjaxnvcr7ylRYjbC52Zrl4t0tJQpYWMtyRwwrqCbkCwAAFrDmLFNOxXJVUiZEeLLolSlDzHyqUD3A0PfS+15AplUqkWk16lvZ4S8zUpCvyABHdP4kaHsTY3FUu3mVPvE54PwNFgO1KqcZ+nvrQlK5TSsvBfJzIKtMhJsSL2zagKGgLBlNxXaXh7GTstiFFmwkwJUphOVEWpM+JpSdbBxPUEm4AKrXFiK4TZ+F6XWqNS5cWVFr0BMeUxIstKVWIBF9QtOY2vdNtLWNzWbscQUuVQcWbucUNL5WooTn4X6WO+mxRJZ8lONi6gn5whadSReSN0PW4XiUO96TS6DRnGuNx1oWpUeUhHy6lKyB6g620uSfpsp8KJqkqlsVl2nIWib8LIiy1tup10SCc1xoU6kg3B0F29vcw7ijDlLgSqzEYfWxlWh1CQtidHU2epBAsQQSL6EG+gvskmGZ9L4ECLLyU5bqXWpDTuZKc3hIFwbDsO3axsdg2jMWurZn4l7R1Oyp78/DlRQtDClcxHdWfh9hoTY5Rew1uPPy2LMOUCvVl2W7S6fKfWjLIy8IqUzbqzkW8JACSoaEKN767CWC3ZUrFs+qT6Sjod5WevPlQ86lBIIAsUqKTroddT5AMndliefgjFDkCl8dHvFauQS6oZkq/2ffq6bp/vepNgabGlwjKOZzrxlUuBAnwM9OXNlfdVMdKmX0oJI09Sm/+R9CDD1dn1njuu/Dqj7qpC30pHUokkoUm1iVaAp+bMoWNzte4ijuu4Xps+s5Iq/eWSRnRl4a85svKdRa+v5+W1PXo8/2c94NNxvXmYuKMKYhiuwJkVd0K4DhSVWTcpzhICm3AcqhcaG9joNol6xIi5EWs1mBWaWywunLQ7F/WS3KbXZbK7eElJCkk3JGtyQTsZwYtUlT6liOjU73jS4TGWr9WflUuAgBQBuoWvewuALkbKn2bcM1mVQcQtNVFE1hc1hLWboUl1KSEuEgkAkE3NgbBQ1Ats1N8dId3N4X4uDcbolfa+KqLUmk5EupUUpC+m/6NTfSFHW3ne1iaHTHUakLCv4Lvmb65Up+I685Pnuvr4ng4rpWpKflF/PyB/bt88Nprb6js8Lh8Xx5er/lbt6X2/Sr4vC6+jL/1/Z/Hnt9HQCtdomaTug5U/wBL/H8fltUzXeE05xfH+fn/ABp+P02t6o78X/3X/L92w9UQ07/arRn/ALw+v02h5yyoqQ+F/jy/xr9do8Om/F4v+9/H8fltIWl3iufx9NrSnMf+D/H8HYOIWWGHafxZ7DTTX6TJk+VWpFvxN/2nTbSX8otJ9zbud0m7XlHkIhMLqi3UeFKmo6Y4QD3ueK6bjUWT2vYrn2fcKtYj3oUKlymejmmlK6QrpB+v1FtdtIe3nBo2N5X81/8A7O4VGaxHRGvleWhx1L7SfO6m03t2JSjTTZLUvjUIv9T/AOoWocGYo3/1+fVMUU2U1LX7urGGaS+7FW7mRzAW+A5Y31ygC4AuDY3topsYGLytJaaZyPoaXmX+skkWv/oR5DXZw4vpNGn7r6bVKp0VeFFhO05/X7xHLvDfZJ+axcStNxplVbQmyjxxDdd5DlWVvo4Ss3CQVdWmmg9ew/H02TvZQeYaa19lHB/8425afAlYe479BqPvSl1GPkTISpF+JGXpmJKettR0JSnSxJ2sH8OxZ+F6t8bIiE0t9S8mZDyM2qv7qtU9rgfTvtC9izFH2IpfPxai+x7xSqPMiyEFKW3UKIQ6m9rgoOU9/oRYjZm0ij/0NiFqU7k++rmw8l1ocQu5IIv2KVZDbQm5sASRh9QKj7YygVhzMdYpqTuI8ZP4XixOdXTk9T/zs9vPzNzoCDfz9dtqyIuCMZezJSf+zyKRUaQww1H5VeVhxbbiW1WBvoUKzGwvmBsLEgDuIt09Bao32ygRGEMVtOV+Qm/3d1Nk5QrQL01B0UOpJAIBVLptK5DAbeHHXn34T81Tq06J7oN7dxYpAJt5/iRtlaZ9o2QiAIeIqHaphyltNu8Fa31u8BaNPIa5TfUWFyB5bcl1uU003/RK2IS1pSh1CilKrm1/O/rofTQd9vlqm0GLVG8LysJ1f7lNWtDqpS+pBsAsKKTcEeoIJHc7M1GJ8JUGjMYX+z0rlVtIdUw+oOoTfS6TotCtNVA+SSQCAdktXoq7+TzK3Vo7czm/RMOUGjU2fVKSt/msyvGcykEKspIBIIBTYgep7dy7d2+7jdVijCVNxRS6dFcW+0nmEZ83DfFwoHzv5i9iQb22zZjPePhyfS4EV2rMIlUh19LSZDRyqS4AkglF1JCilKgpIJBBBSQbCfh7G8+jUFx3CUtj3hUVoddTFUPvFhYuJToM/qLalRNhcgF0mj0qcbR/iA1FCNwnE0HjnCWA6XAc/oSnLXk+doZvr5H+DtkvE+DsRyq8/wC66c2xF4qk5P1fQWt+J1P017jXGBlRcUYSpNeqjL73NKWlfNIyPpTa9j2vbtfsbXHfSpptf3ctT/czrS0P8xy/6LxKvYeXra5+uzWp6XpbRyo/xM6zTtM+YM3G1TEbvCnxMmf+P4/6bF1V3N1ndU05KoMtD7E11KXY8hXSlVukp+h/cbX77aVU/hyl/opbGdHyaJUnT02Ad6FZ980Z+LAa46F9f+JIHl/x2x+r9O0VGiZ2A/b+sEq7ImkIlfE5qkoyP/3z0q/YNPT12kTGcB0usxJVewn8CUwuLKzryqSvQpWkhVhY6m41Ch31uDz94TWEuJ75e477CErjteLiJPa+mpBuk3tbKQe2qexnvZxHih1zmpa0MZulpKunyy6fTv8AnY3sSfE9IpsFhJXj95atscTae5ysYIgRa1hefLR7rmuqS0l1YzcJxBQoX7XFwq/mB9NATfNheVugnse6866XNQpLqsnSpoeXY2Uk6m2tje/ltmLBlaxa1WYEpqJNfQuQjNnSvK5Yj9ulhoLfhrttjHONHd4O6CBRp+GapzrD6lRVrj5uYaCCHASOygkHuLHKDrY7e0s0Yv0uFHIjtYPzM0VSS7VIrlLadWjj+BbSOr6EfkdB53877V2EKfKalNxZ+f7q+ph9ClnyNvPuCLWGlxbXY/3CQ6XRsUMQN41O/o6U06uluvoCUvKBsGxfzva3mL+ux3iSiNV7FrnuuksQkTcjHCQv+1GiSRewKtE37XA+u2SOk6iqvAOf2g+3saSMY4J9n2Bg1yVS6tV0VtEdK+aXdLSnSLnQXsL3Hnb1Oyaru+6s/wA30TdzRoja5SH1qXPaT8V5PVYdvMG57kAAepDoqu4Di0GuyqpUOA/FgLTy/wA3FCTYgnRVxoLG1wNdDti5mpVSjVlt1pn70w6nLmTm6+/n+7Tt5dxs4lDU4KDBI5xJyT6lXJrfFn/enl/N4ln+PTb7Zbdnu/dWc+f9Tq/y/Dvsy8J+z5vG3oT/AHpAoa2GKi/nXKW1lazKXqR2uL/hs88Nex3iPd9Pbr1Uq1OQiElTqF5AvsPLNp5+dvx9Wf8ATmbyb1I7cz7TNx+8aswG6p9mJqIvTnd4Xr2J7m34W0/Hae9u7aw47Edde4/WnmOjLw03t9ex+v8Aw203ur9rafFdkUvHmE4SITClNNSot+pI7EpPcEfUHv8AhtnveHi2jSseVOqUtlaKXUZmdqOr62BsNRbTQa/j32Ktmi065zk/tLlE+J1g4dlYjntxaXUFv07irdajourKsixskXtcDy7kXtfXZqYd9m7Ec/kK9iN6LQYtOzZHdErUmxAJ7d02Gvb8NqPd/vco27mK27QaIw/K8a33flVra1h5enl+d9g7er7SFexRxIFUqz+RHgaaVlRrr66/j5W8rbMjqOntTakpsaMSs1TCVLqjlGi1FdRXmy8X9bXv62Pr22hR8MVSs1RyLS6e+hDbSV8VfSjXyuf2nyF9lFu+3p0ajVRyfKw8ua+tCU8V2ysqR+J+pPnfTvfZrub6pVedYo0DIwxKdS06pHTlR2P7Ba4I1AsDt5HqGnbUXbKx7+cwZrweYE4kw/iN2f7hwvE52qLzJWhHUhtN9SpX4D8bXt22V1fwXjL38/QcW8eLKYyo5dXiSk9tPr/ltoGh48awlVJcCl8N99h9Trrq75ko0ub63Og/G3kNdm/VaBu+33NQJTrzEWtU5CU5kfMk2VY+o7fgf2bbei6LXp0zgZ/MaXS1p5ETI9Zwn9jcORGqW7nq9RStTrvyso7ad+4sP2n02D6Rges1SU586/8AF+/8r/s/DbYuMt0DUCVwv0/RlSr+72t+XltDw5u2ao2I+Fwc+dpP/lef+h/d+Ko0Z7hmZePOLvdNued4vFdeyIydWe35/j9PLa4xXVMJUZ1ug0unL461ZVyP1Veot9dL2A+vpoqlYaaitcXg8Pp+RO2fcY4K4uPKTFlS8nNKzqX+r129bC58v+Wz/wBIKk9ZhdOIz91WEHeL70lePhJyr+Xyt+J/ds0cGyGmqz8V3wL+mX/nt/VHD/2XwQ21Rut9cdKEL8XUbAbCtdpdUw5g191p5a5vL9Cvmznw/jYnbz9lD63xH9JqomPKHXtR0Sl17ctXYvjXyfFaQtfTmSQpJ/K19O3077ecGGcM0ue770nu/dYrqcrSv7RZJygAeLqFrdj+FzttMpxlvBoMCLij7lCYa+On/aaW/YfMdvLz2SmI6JhyBvB914X4C4sWP1ZOpPHHe1vQHy8yR5W2b6T0v/QdOz2HgnOPxLXWb1wfiMzfrjeU7hum4cde/teL4vl2UxoVUdoPv5qnyuVQvplcIpQ2vysq2U37EeY2M8RU5rG+9XCeF5X6GVIQ07/hKhcfn2/PbUW9dVBxljLDXsyUHDz8WLGdYqU99pORpmG2FHhgDuVdiryP12B/BOsvs6TWbzn4H5iGjO6sGYbozjvF4rvzr/3dtF+yVhtqvb0OalM52KdFdd/3iCkfsJvtoDFWHNzeKKXiTdLAw9Tm51BpfML5eKEcqopJQQsDxXFzc3sddk37DlUgNT8SypzqOIhpphC/zVf/AC29wtqjgnmHsdUHlHJJrcrCWKFz4rK8nhfa+V5N/PTv6HyP57WGJaq7RsOQd4GHInXFVxeVT081HV3QPLiAaEDU2uCSBtTY0qdM9+rgN+DNnT+exhhiq0d3Di8OVNph5jKpDWZOZDiT5H0IPn5flsnpesaXV3tQjAlfY+YshDRIY+xtgPFsqPWaXT1oRNYQt1p1ASmUhR60g/I6g9SSbAKBBFtCqlM1SLihyLFyL5J1Ehr4v6ZoWUhwAjz73H1HkRs597+5z3XRkVnC8TjobXzTUVSx8TzcaCu1zbMlXmdD6lc0VxqswG+Ve5pEVSuV5hOR1tN+uOq+qVoUSQD5KVbTamvytgdRGUAld7WTTUCvYP3lwIiFsTWuVm9AUhSFZUrbeSe6ClSQfwvobEY2xxuWlUbHkDEdBqK10GrzM7HFVlfhvhYWqKpRtmy3SpKjYrQUnU5rege+nCjVe3aRKM7EflRaojLHa+dmQW9AlQ7KNjl9TZNiSBtmPdvDaxHS3MG48ZYqMJ91MBDrqRmcWyfgm58DqFZgkk2JuCRmOwLrGTDiVsBU5mg8R1SVK3fQGpX6RDSf97T+P+Wy5wyJVZal++aevJRHecgOuoCkuX6XGr20BTc+l7+tifVWJ7r3csUZ11b79OytNOrupSkAWBNxewtYgi6ToRcbQcG4ngUvC/Cr0RCEPqU0tfy9XmTYaa6HuB+Gw9LZ3bMv6i97mL2rNRYFZl+4furC2EyI7qbqiuIPygA3sCDcEXSbWtfYhw1WKphx1h2fEQ4wv+1auphxY8/VBP4kA2NyDbaiUw1FaqVGoPWuiZnVx1W4qU6kkfjc3IuDr57EUPhfZxiqQHlvRZqFdK0BKmVp8SVAXFwTa47ix01AHodVZqtQw24APBiwdgMmUG8OsNV7Fs+e14HMiU/7ottQQHXWqow01kyPry9fT1eVvrfTb8kr4spx3+/tLoauFVG3f1EqWn/Fbvprp9NvuHXdNv8A4cev8IP+MGfmLpmt/wD4uF35sP8A5xGbQKbS69S3ML4oyRV5+LDlPujMys9gfLITprYpvqALkUuNd1dZqmHH8OT8nOtrT4v+8JTb4d/1wBoDcqta5Nrq3FeOcR16VyEqI/CWwvlVux7pUq4sHLny1KRe1wNSNnpu6k4tqmDYNBxHVkTahCyxWJ60ZFSkAWQFj/aDw5vPTTTX4XUKXr2JzP0xW+4RYsPT8LxYFG4OdxeWPwnenMnzSoZSB2IF7jUDt2mYmwNFw5QeaazoyZfuqlfoUH9Um1wk2ATa9vU7OBGC+alN4oxGyhEql5mn0qT1JVoG3ib6ggFJvfUA3BzZlHvcxm7PlS6C1TuahRWuEt1Pi1AN/oATcG9rjvoNlqNKukqL6r3niQ7c4EjYErcVrlKy1T0ZGFLafyIycZNrKOXsm976aXFxYGwNk1dr3o5yHQw+v5f7RR87dgSCNPM+mwjhJrhYXbdlM5M/R/e0tqb+fcG/p6HYjlx6XAwu+74JX6VqQnxJdTdWQ6HpOgFx3tbYdFrqCV+YwIKzsXYyoOMnGqXLlc1FTzEfpKk+tk+QJNiALk+h2bdTxg1vV3aU3G8qkvsTZSVwJnK3U1xQDcON3skGxtaxSrTUaBO44jNRcUU2stdDFRjpkKWhHUlYJv8AjcakWJOumzg3VVOg4yw5iHC9BeiofqkdT8dpFsqZSDckAai6gCR5d/UbE6TqLHssrc5HH/MGm7cRDj2Z8Gu0vC7FUlfp30KQr/ClRA+nb/h5bXOPsQtfEa4vWwrwfu2LN3zHIYNb+RfC6kLTl6vPTbPWMq+7Kqkvi/p0SlI/xI129WhXSoAI79qxMb22eVxa/K8CH2v/ADQ/67KBX391z9fqydfps1t+snhNQJ7XzoUnP/n+/ZNpLvCbd/8ANf3tgm/eeIwjbhLOjypUriNSsnA/VX4c3p9NNtMeyvJgcrVqDwfuvHQ+lpXUltfbTz2zFS5jUriNbOn2aq47S8R1Jrx52PD+BB/y2NRYN+IK88Rp+0Bg2LQaDLxHQfgPvvoW6h1ZU1nvZLhN7psrU29Lak7Cm7+O1gOqNxYryGJT7WdSPElxehWbX8JUSbeV9NLbPefIo2LaNyE91CPB1/7O/bN/dJHfyPfYMpm7tqBjLn5+dHEhculrVTSu54gN7pJHdIsBYEaaBq73LaexYM4LwrxceVKVxskWt5mnWM5yt6lQdSLDUEnQmxB8r32uN5GH8RwML/0DLYQuK6n9KrIhOv6QKUQAPlINiArXS+3VH3WqfCl5FxVZEu5+r6H+BtXbxcS1Rqgz4rrLD7Erxutf2bv95Py3A0UDY6g2883UWVupSw4/eXNoAOYEYfxlWcURY+EsW07j8q6pCc6PvUNehsk98p1BF7aJI7XLNhHDkppijVlnjsSsvLuo/Ht6nX019PTYdplUwHKaotU93ZKoj7q66nq4iQALlQIv9QdQdRcKNq7eXhGvRXW6pAraGIU5XFjqR4kq0zAeQUDb6ka/hg6Ws6RWext34/pKFtqfmFFUwJg2jVRiqYXiL5rLlW7xSpCU6EZr3tbUfS+ltqjeNTPfzTjUquOMIW0nM010qbVpqL+R7W87EeYI4zcYfCpLVed47z6+E6+0rKlzTv5XuB2NiNQR6/kluBAqj7rstC8/hS74lJV3B+oNrEd+9u+3b9RqEKVHaD8/MUCNBTCO752jSnMR4clrffpac6+kpWpo9xY6WJvfy1PfQbDWJ657+d+4VHjsSsynUIt0q87m3cdhr9dnBu0iVT7Wv4odzsURhhbUpC+niKuLj0IHqCbj0tfZLbwZdLqmKJ7uCKfyVOyZ0fLxLkhTibfLe3oSDe3fZdOj2aRN5sLH8H1DVV8wjw7FwRS6W3Kgc6/V0eJGReZKu905Tbt3udB5aX2uYScb1Sg1KfRmV05cWOvhJkXS6pD121ZD56KXawAHmQSNoO6/D0qLRufn5+azqWt3RKW1egt9NCCLAg7WWNMQ4yn0tyLRmvuudPNI8KcwuOIm1j27667VShmO+WZPLMStJ3eSqXPcdlceatfhdWjItSvMEeRHmO58tNiCPTpUCluSuL1oVmaaV4uldjbXt+RF7W02I8EVXmsR/ZfEctCH5WXkndE5nR2bPe109jrqALi4GxTPxBS6D7yoM+JFqkXItKms+V9tVjZxBGvlc21IsbG9i/pmRU/eRiTd1+KK87AiVSAyw/Cba+KnRSsmnWRm6kjzIBI7EWF9mfi9+K7AiV7i8CKtSUIXlzpjrtoFeeQ+G57etwLoPDmNMOch70pdW9y1dhCkPwHcyos5SFGznlkcUgaqFidLhViNnThWq0HeDhdxp1l9C8nCkRXUFp+OvsRYgG1+ygLH07jZ2rUbUYZlf2MD6rMi1R3kIuRiV8zC1DpsQDrcXT5X7bSKEqVVMOP8JrjzUTci8/6eLKBBNjpdtaCdLlPlpbb4fwW1S6oxP/rUJH3dqotdSk3vlS+m4CbXy5gCPCbgA2mMRaXzT8qVLfp0pC0pkPpRmSlSSMqlp1NhoCQNO57G/kh/ENdfURpLsYYcHPGfxKkQlgLlUGUhp346F5XWl/rJ+ZGuqVJ7WPbUEWIO1pJnxaDK5Vpr7lNzKQ0q6eGsW7H0ym2XQ5bWvlttCrNeixYHFn1BC32MuVWis2nkdcwI+YbQ6QmLjIe5ubQw+v8AqaHXcqcwFw2lR7X+UHQXtfavUutroc16Qjf8fiD2Z5zKF3G0ql1luVS2cmRebIv5U+aD5K9P4vtondTvDgYyitwKpEYRKy9OXqQ56jsNf4tptll6nOxay5FdZWjgOqayrRlWlXmCPoekjTZiUGVPoLrdUis5/DxWkdKlJ9Ua2Cx3HkRpobEJfwz1vqL6lm1r+P4P5/aT6jH3q02Bh2vMVBocPmk5Mv63/MC418vW2yVq9UiuxUQJ9O5piKjhRX0KyrZRnJ4R/ui5skglPlYGxaW9/ELWI6DRZXwH319SM3TxEkeX1vY273FrabI2oPNReJwneBkV1oX4fTt20/y7bYv8cdbtbVnSUnxwDx85hPic2K97rr39FvP5EKzIQt3wp1vfW3/Hz2If50JTUD4svIjwdV8yb6GwI7EHW9xbTuNF/S3HZU9zmmv1kJyWVmV/B18j6abda/SuLKbiz6S/nypz5fCpPdJFj52tcd+wtcbY3R+qaqpexW2PmU7e5p+UreY67jyJAaZYepaEKWv5nWUqBu4leiRdWVWWwuMx9LR6jjBqLij7q0h9C83xdE5br0uCRqdSTca5dACbRKYMG0aU5xYnKrfUphbqWkpUy6SQlXmNATdJvca66bVWGIkD3o/S4uRb8WQtK5CurLrfzH61h9Rcg2O30bT3aqygL7MOMrxA/eVQcRyubixYjDcpyQmY614czCj8R1tQFiALkgEH0udCe7t8OxYrsCvYj6IUJCF/eE9KlWFi5fXNcC9hobeu1viKHK91ttO09ia+haMvR1NpvcEHQ/s8h21tsT1fD0WvUFujT87CFtI+9R7KW2qwGVadMyCexvcCw7X2cXqKdDQHUDAY+xyB/WCPE74j3k/aiqNwMJPLZp3CzuutKCvoNe5SdSFAaixuO206r7soteozFUwbW0RcUUv4vKylnhVBr+4s2sq17oIOa/l32jYV3f0ugz4jvF5pDEdOSam/xEWvf62tbXUa9rnazlOQHayxFo1WQtHg5XwqbtqCk+mtyO58jfYjaq7XWbqSCPiBc7fcX2L8UT6M7RfhcqiUtaFZfC55ZGzbVXmUmxPkCb2K4m8mLVIrFLal8fIpLTqfCpXcHvbKexAAN7kaDURZOHaX9rfslXqsxUW6pmmw476whKrZQW0G4Ocds2vYgjttVVegNQHfdbURbbDCv+8JzOp89CR2N++oJ010sVtZqKKf1x69kQg2mEahKpc+Byry0ZEKazotlUi+l+/YWsTrfsddWRDjwKNwKpKrmRh93i52mutTCz1EJIGcZrKt3ukqBBFjR7qKhQZVZiQKoy/zSMyWncwyK0spCkkagjXv3GnYbPOLu2agPPu0arf0XKzrTFW0FGnvmyg8wSLpssAlN7EG+pA2XWl+oOuo09niPY+DLrhoGYgqzUV3lZVW5rkkJySotvjRzci5HZabHpOvex2qOcw5jxpzCVU5KrxVsLfgKdvkeWkask3ztuWVooFJBCh302MsT4alYodjuVSJCi1HhdUpjPm4/biJsRZPmdbk+moKBo+Kd3zuN67hzFuGKphTEtBztSpkLMqE8okFEgNosk3OUkAJUNFajaOodMr1zAWqeDkMOCIZLAp4hBvZxBhjeBhKjVSBLfiyosPk3+L+lbW0AUrzdlXBUQdQbKBGhsodzWFpWKMZRJTstbfJSmn3ULayolJBuFpBJKVBSRewta4JJNjHfr8p1p9ppqK+iLxY6sn9ohVylxJuRe+UG9iLnysSZez3WoEqqOUZ3Oh9EVUpHzJVcjoNtAQfO+moOljsppk1NWs4XIznP7SqqWszH77TVSgRd1U+ltOoz1RpMNHUE9S7pt1EJ17akDXvt54YhxlK3GYj9zUunuVFmoxfush1BzJWCUcu8k68RskpsbKByk63WddVuVhzeXVHMEY3qy0UiqTEU1p/5WVuDhp0JGpUcutjdX47Z89o/dLvB3N1Tn8eFurxV8DkKtlKmpiGOkBw90uhsISQbG2oJF9voNNm9YwTALFE7Eder1Mxbi1l9hedHMOx3czqkN+Fw9hmAtcdXYkg3IMNigUal72mMb0aWxKiv/eH0oaCFNyCMrxKCCiygcxAABUSQLan5x/v/wAL1R2mu0anoyI4SpEWZmUltWpU2VJAJQTcZgQRcEEAEEmo0elz4EDEdBa+BUepDDvypucybi9yDdJPnoSB2EZpdok53R1e0H7P277Fu5ZjG9LZ90YoYYRKQ6hS09ZCbgoUbcJSDYgDMkAkZjYpxtDm1mfhefhes9E2iOqdYz9K20m56Sm90lXSbEghVyCRtvDe/vdwRjLdzhvBtBa49RYj8CRnRlUyltACUq7jMVAka6gEggG22S6q9S4s9xp1nPkVlX3UtlB0JNzqPW4sNe1tq6qtMjEa055xOeEsIUafApsqqYhfhIqLqX8yupUd0XNlpN7oFvECDYg6EE7Nqvs4owlVIGN4rq32FwlwlzELStpxKcybhYN72Xqk6kWNjoTU7umsJcJzBteaRyuT7rNU0cir+FD3zJNtQsG17g2GuzHrUCe1RnMLyqchbGZLrSuYypcWAodwbE5SSbi9j5i+we0xTAMrqXw+IqcB1CL/AOxbKyP1FDqYqWlJHxOsWCVLOVQUtQSUm3Yam42i40pcCLvBluxYkqEiUlLqorqypCVkXOVRN8l+xHfsSbaFSY+F6DRqbA94xaXVETVRc89RYYUlZ1DhSDwyVaZrZANSQCVDlVMM48xHF5+vYNyMMPqitSswUpL7erkfQlKlWFwm9yEkpKh2GlV2OP8AMDvlixiSg4ti0mVWacuorY+61JPzOItlS7rqFBJKVd7m1tRpfYQkwMJNQKC7UYUrD0191EVifIU1mWsgIZW4L5StIKQ4QRfLcgEq2XVHqrtLqjbTWSnSoudpOTqQ4m/Tc26jYBVxYgfhtfYj3I7y9+bTn2SdhSqRTmlSFOrXkVqLBsG2tlJUACOnMLkXGz9zlkH5jGAozLQ4DwlVKDiWs0uXUYX3xaF0uYoLaS6LKyIKVFSbE6KUVJKSLG1r02F63FrMDi4cwmuauLHdW1CYdDT+bXM2ysqCcxUBZLhSCbpJ7HYV3O4sxG07Xd3OKIkpb65DsBTql5JDL7KLJzp0OYZcpuTmGhva46+zvOlQMeN0uVVuSQtTqM60DhZwLWUlQIte3f0FyddjLjcN0ep/Vpb9o79zu52BvtoLFUw5Ei4axRR/ipqWRxrjXPU1Ji2ACr3BICSNbixsK7FHszV6s4j+zjsRDFR5zI6606FIZaKOpw3tdHkBYHqA1sDsWN765W6+vVLFtBw9FXCWtqLPydPLzBrxOxUGnUDKUEkBSbpIIuG9QcU4jrLsveDihmLTveDTS4sLT4LSU6AqsDmPiIJNvK3bZy5AuSuMY4/OYjWm9pQOri7qsGxMJfpH4rCWkI8OZI00PY/W3r5bIaHW6z9t58WqVFv3Wt1UhDCmgpGawJHa4vfNfQE69zs5Jtaa3oRa1AgcrNfhZX2kIfyuqSL3WgEELKLdaQbhKgSLG4T+K+fpbTEqey+jxRVo8K84BNreY0J729L32XQFOZ1tpfwkDF2G8G8hPaw5LXCXKRxVRet1KVADrSdTYWF0quSDcE5bCsk1OgwMEUKfK5piUhhbVRYdQHVNqAFnmVJASpBvfhqspKkEZiDfapxLG96UvmoGRzlcqlNO+FxJIuAoHS4vY+Rtp6B+KW5TU+i8WoPvoYaU6jOo/kV5RYmyTa4uR6EkbLalHY7liqPsMPm6w7WaW5FlOxZUXOl1haPA4kaBYNwpBKLEeYIsSCNTHd/Ka9zVKlxeiKtX6J9AzMvpNwQoDqSOoEEC4sRbUEAw/R4rtGj1mA0whhchPFS10pVfv+BveyToCCBpfa8wRClRXatAlZ0Z5WdpWmVSAkBJHp21/C9hstXuz5QzWFhJFXntRePS5TK+dfd+A6i/xEHug3IObUEW9QNRay4w9KlQKzLlNcB9tC+XWhdsqlpNwCfU20KhqCoa30IZKvv7mF8ZfHWiYldOmZinKoG6Gsw7E90kjQ30uCdqvCEOvVmqVqsz2ouSa+lDrS2EZHrgJUVDwgL0JsLXuR31NmcleYwaTi933DLwR7vfqMLMl+AhagtPAWLkJzaBSSMpANgQoEA3BGGsJ0aL72rPulhhhhpPvKE6lxCW1E5w9kV2SrVJymwI0Pa9y7gyVRovvRr4DCFpdQvMVcFSgAT2JAJy3762/MqYq1Lx5hKrNOtI9706EuPI7K5hqxJFyLKva49CDa1ztZED8mNfasA6XgGB7hf3v7vnX34LbqKXiijOujj01YIyrBIBcaN0qbVYEE2INzsSwKLQeFyFUa5pDDTT7TvhypIuNbGw7lNxdJGhBvt9bl8SwKXi2m4clZH6Xi6Auhyml9PEURkbzXsCR4QTYgKGp261enT6NPn0tqWhcqnZ2E8xdC8yCc7Ku2VYHqCCFJUkkEE22bZXbuEJqh7rxbu+rUVp59b8V1pa0yOh1tQv4h3/AONrgdtlhVsY/aPdyxhKs8dcXD01aoanVZFRVLuhTYURZbDnSQk6hSL6kX2aWDqlFxHhepcVlCJvIJaW6xZKnki4Q5p56G47aad7bI+hxZVe4kDjcDjupizFrRmSrM5bii17ag3vYBXYag7VJxOG2N/djRXcL7uX5UBmFzsp1LrXC6cyNMh8+4BTpcE+QPdWY5qjtZrMuU7nz5vB48qjfTMO4HYeVrC51JNcR4kn4I3fe6+DFX9l/u6HY7vW8grSU27mybKUdCLrUdCTbOE+bijEf3+VL5VC1q+E18tySfLz73vfbX/h2vye4/0gdT5AAS/fktcXi8ZHR/u9tdb6fuA2r5ddgQPiz6iwx/6t+Wqv4/HaiZpjrXD+M/KyZvGrN56/8tfz9I8vC1Glf1qIwv8AWzeFX1tqPy/D129UbdsWFc5nE9BlO/CrjHi+ZYSlX0FzfTt2125yXIsr+quof/8ASS83fT/obaX2pKzDoMBrhNRGM6M397N/r+fr6bBEilRWpXvSK8uKtHUjhLKVZvyP46bKPq9vuF7UZMeK7xfhZ/8AFp4r2/jvtfQ4/wDsms6//NfkNljQoWN5/wB6aqy2IqP9r1LV+HkPqSb/AI7W9VxtjKjQG4tG630eJ1aAr8O+p872ttQa5G+J3aM257JlHi4XqiMZYjpL6ISHUtIlfKyo5dSexFyLjuO41Fjb+3W3Fax5h7eNxpsV+goQw1KYv0rzBaL+R1Jt3BuoG4JBBfYx9tXCXute6DfnT2KI/NVli1nwQnlKsA29cksLv4XB0eRI0u4/bLmUH+Yee7PlofffUxFh50/ploXdOnksA5gR3GYg2AIRsL237jx8Z/aGQeOJnTe7Gi17doxvQoNDhVGFT3Y66lHYTlVHTKcQCQj9RLydQCCkLNzZO2aN6W8Os0uVTWqNyqGH4qvAnqSoLsQfP01PfvbW5ee7umz/AP0X3HcqA0/x6o6xAWlbWVDiApFyCRawub/u7a5yx3U8L4cqjDrTKKvVEIU14jy8dY0uL+M/lpbyO2b1AKhx7MsAIxdwFY3gtYoiVSqVDgMSsyGIshoKVMV3ypbPcAXvca3Gh0O3ozg2q0avezfjM1Shopc19iTyDXQkqWhACOEu+qw4e2hIsLEanz23SbrsbxaXRt+dedWtFRdWiKt1PV0qKNRpbUXAt2KTaxBOk4tH3lz6C57mqyMi18wuFIVlSpQJKFC3STYkHS49Tc7eZ1HUey+zbmRl0PEv93EivNbtMQ4XgVCK+5NX96p1RTmYqDBABISSlTbyCUqSUEKI8zYAf2L4nuGBQoDTz/3JpSFZ3cylJPa5tdVu+o1Ovc7f1JrmDYuDYDtZaXFxXTp6kSFtdPPRVZykixyqLasqSCOyrAkEWosVY6iz5UtqBT11FC0qaTnRmSm1rEEAW6uw1uD53ttFevrNZc/4+YVNUifdACTOlUvFDjvNsTc7CnWmnVFStBc5dL3KdPM+Y0BuU4QxTXnaNyrrTC1yl5o7UhGbLr31A6SD5efY2uCLy4GKHfixcPSs6+pOSOvxfiBt+UuLvQqjrcWBRKo4tjKtGVr9HbtqoWAv5G2yC9UZ22hDF7tbvOUUz8xDuwd5/n3aTCWt+QpWVp3hcRStT36QBqDr6WNrkS61hWltRaa66yuj81kdjqXIzIzA5TZfcK1F0k5gbC+o2dm66i0GfRqtRt79J5Wa+lSGpDuRK46rApUhaem2Ym4Og10ItsArwxhJr7q7izjxUO5msvhUo2BIFzqbJuRY3HlYbPV1eYsBI/IllfcPKO+BzX2coTUCrcCVFgKdf/8AEWLAZwfx79yNlwqZFpdUl4oxQzyqITv6LOPiLI1KfUXJsRoBmPoNiKTvPwRQYDEWqOrXN4SY8fipydQBtrpbyAF7kWFu22U98WLa9iOqN0aBLlLQhalLYy5eCvta400BsNTYedybm1mp7YzmQ9+BxGFiv2hosWs8KBnm9anVu/qqz3A7eSbDLbQeZvpdY+36UaLgiJKgZPekpCkqj58uVXpa1vMXINr2Guh2zKxh+VRvv9Z6M6VZE+JX00t56W9BrpptB4U+sz+E00v+78qUp1sLn/L67edvddX4Wcj3EskT5qc2vYorPwmlypUpaulpJUn8kgGwtYef1Jvs8N3fs1Uv3M/jLG9WYQhh3I1A+dS9LX0F7m+gBHmSAdu/s44cgRcRtxaozFY48d37xIXmSmwKgpPkDfWx0IuO5BD4xg/g2e6279oYUKbwuE6hpeZqQ62LJeSk3IukoBA0JSTYEkbMpSK1ykum1YnqiYHIRIFGZRx4ufoQoZFL1NwdNb3SAdCRe+tgwt3+/wBw5S93M+g1nPFq8VpUiGrMFL44N0EC/ksEG4Asqx02zbiXE8+BPltcFCJTDqk5/m87X7j/AE2VVXx/WYs/iuvZ1ueNXzKV539T+Q0A20aNShGyNrYDCzeHvtr1ZlchK+BCYmOymo7HQmOta79HoAkCyToAfrfY93O70ZVUqnClVxb66ilUdfNKGVy9tbnwOJICgod7WvcjZIt7wIrUrhVSiRXun9U5ld9b9j5dh9bntsSUneVu+a/rWGOVz+J1peVX1tb9xFrWHfyNunYm/t3ycUY8i1qBVJbE1iF8KRxelbPSLC9uoEdQvewOpGl1ThrdXulxHvar32jrbEJbErkGEJtkedtmLiVa3AJCSLWBHfU3SuGvaNrOHHX6DAlr49UaTD5xHSiQ0o9BcsLBY0BIte1jprs4N3tNwbS59Nn4oqK2IUV1Tq1u9KVKN75ja1jcn012ra9VJFrSpG2akw8j7EUGfQYtRivsYaaSpHQj4kUi6F3ue2qT5C22W97+/nEeKOJAaqGSKvNlS10pUjUXOnVf0J7WNjYbRXcbxazjerUujYhWikVFSYbTqVLyKjqIBIOnZWpGhsD5HYP3g7tXcG43coNeq0XkkRea5hHzJK7ai5taxN7m9wPrsjrtRqNUirp/R9yhRn9QLckT6y7ysVpa1rV4UdXVcaaXJJJ8rm9h67Dddwpi2fi2m4capMrmuKlKmlpyqTceYOoFr9h+dtnz7OFew5Qd6FSqlZiIfp1Bipdi/rOPqQViyTqSOkagWUq2pBs4aniLDlGrNS3jV5mK/Xq2riojtI6YbAACW0nvoBmUo6kknQWAzrOlvpq93tj6EuiCv3Ei57OVegQOar1bi09zLmWnOMyU27HXvbQ2v/nZLYh3YQIsqXPariJTCF5M+cdSiPIW7ed7/W2uzz3r4txHjyly6pFZlRYUJKeE0tB+Ivz1Gl/Qaki5uBssKJQ5WI6M41PZcQteZSHfD5kA/jYC9/2bE6b040gm5vI/H4nLZiC9EgNRWm+FEQtH66fFl/Z3+t/y2v41IdlfeoHwMmZXjy/6i/8Ap9djLDGF6DQYsuLKl80vhJUtC/lsNbdrevl22usObsftbhz39hLmkSuKrPHkJLSEtWNjmOt/Xve4HrYGp0ttTdxORCsF+Ys2Yrs+VwpXwFry5lf8fX9357OTdxg2fz7FZoOIVo5VHCXkv8TTTNr5H0NxsvpVNlQHXGnWvB8/976fTtbYqwLiOfQWnOVdWhD/AI0eLN+IPn5fT12AOq3ou0Gc1uF2iabpzEqqUZj3y8h99hSc+X+NNNudZpLXvRh1r51p8H+ew7u5rkV3iO82t9D+VC2v1Vn6XP8Aw02M6vHd4vF/2H/mtt3p2o+rr3kYMy7QcztMe910uXxfkYU7suMFbrGt7U9yvVSo8DgLSuOlCjmT+PbyPY3/AMiLffXiOLRsES+K6tD8prl4+W2ZS1aAD/W4ta+w/Rd7dUd+z1BoNPi0tdOX/SS8vVISUm2W1sovqSbkm3bz0UuVbBW44Pz+IxRVxNI0SlRWmmKNKd5pELKjMv5rbU+KHKW7x/g/4NhSk71aM7P5Xm0LfbzZko2jYtxTF4Tcp3wLzL/wpGzdegpRt6CH7+3xMG94VTddpblLiy+VW/0dFs2W2tvrbsNkZLMCg16JwnkIRlUnOqyVZrf8tp+8XexRqC05PlS88pf6JpFs2TW2nrbzIt/rn6p71J+I8URJ8pn4CFZGktW6U3730ue3fv228trO71HVdsfYOP6ygffHhiytz8G7y6bXmvHTltSEf4kkEH9o21617bG5Zqg/aiVEf+0PK8LlWooUtxVr5A5+pm8zYDbNftL4cagY3b4Xg4X/AJWyWdp7rWyHS9NqOjaRaBzgS1KbEwk1i57W+F6XugrTUVnj45xQqYt9bTXTH4xOUrWfFlQRZIv2A02Wns81mfRoFSdivZFrdT/kf+OyOcZ2a+5V7hQJ7X/ipV+47YH8W9Q1K6A2VtgjHI4MT12e3zH0a3KnyuLK61/r7HmCKlxZXClS/gf4+ry7bJmNUf7La+ptd5V39NkXt8e6d1XUdN1y63JJzk8+/wA5mfRqNvBmg6hU59LgOUae0xUaXK6mlqv6+RHhV6/tHc7ZirUajRd7U+LS6jx4s1P3xpF0qz2unODZIdR4cybhSdCPCEsVnHcrkHIDudaF9f8AveRG1ArCNLrNUcxHxck3pz5bfEsNCR6+X5bfcunfxxouqKF9H8H4m1S6tg5llieryp+69hpp3muSdyq68isqSRcHuCCNLaggEdhtnZ/FEWVVJ7tUp3RKRxaophGVXFPSZNh6kXULWCrnsRbQU2mu+5n2oDOdD/jTnHUrsSPr528/xtsqVYD/AKe5+B0SkZldaMzSrghTawfEhQNiPzBBAI9EvUNNaoAPuGexfUL6VMn4jwu3RnagxNlRemFPWvKp5IHS28e2cCwCj30vfQkPxul13Br8DhLQ+jOh1pacqkqToQUkXBuDp32K4WE2qNQX+QdyIRmy5+vh6foyQNbageosdNq/EqXapS25Ur9OhHWv8u/ncWGvp+83rtSlTn5ijjd7i6wLJn0vFESvOy1r5qKlhefxuJAsAuw8SR0gnVQsfM7aewXu5oPuZyU6yjlep9Ef5UqN1G3oD6dtkbgelRZ89vhf91fTmayZU/j9R9O1xr5jZ141x41hLC7jXg47Smv94i22h0Gjddv+OB/zEtbZ2dO5/AJ/wJnCpqadnS3Wv0fMLy/4c5t+7aOKk7S889ppbnAQpeRFsyv26bfxJsO236zFanutwJTq22H/AISlI6lJv5j8NvvfU9MNR02yg/KEf8T8hdNvx1au7/75/wCZOiT2nWmJTrLEqLKVmaUu2VSvMXtcEa3Sde/cWOzagYmgO4Slu0v4C4vWv5UpTbvfuLdwodu+y+hYYapdLcoLTqKivIlfRb4yR2csNAsjU2t+FtNiSiUKs0ujVJp1lfXH5pp3IepAScwItrlBBP0OosDt+SNL9V0fWFR5J85n65VSoB+Iy8KV93ehheXFntcrW2GFwpqEf96jqHS8g2GY9lEDS47i4IyfheH7hxlL3fYtiLYqMKUtqK6tWVSk65ciiLrQR1JBJICgD2G2rd3WOqFVN3/KtRODiTC7S3YrWUJXIhCxU23a+ayU3CdSQgEXI0pN8m72g70MOMbxsLvMLmwsvF4VsryBrY+YIJJHYg38jr6m56+oUC1OfmHKcBxF5U5/FixMOReuUwrhcVPiUgCwuPp699rlOAapWcLtz6XUWJq3MzUiLkKVxbKtZV/FcWUlQ+o8thKjLlNVmO7Ke4j/AMmf697nZu4VlyqW1Lda/TrWno/vAeR+t9h9PpXUBt/qHqrL8xUbzsO1mjUGhSp7PH5V1SOpHV3JUD2HYjT0ta20Dd1RKzhLeDRcR4c/qT9cTUkx1qzcFDl0yGjf5DmUR+KRbZp49xtQazRnKDWYnHbWrI6hfT1DsR2sR3BBuPLaTu9pDXv6JAlMrRwMq8qrdSD4Fn107EaG19h6Va6tcUpOeOZ3b22ZEeWM647QcOPz6X+qp1KP3/8AXbH9YxJKlSvvTOReZWf9bMdf2D93b021NvUS61hduU1+hQtLTv8AdSo2BP011Pl32ybix7+nvi+NHQtWTpVc9/2W/PZ7q2oNSiHPuB++6RxYFJi/r/x/1/DZfzoU+BRm5XKLyeNGdo5f2kWIP79mFveaa5qi8XwdKl/N+N/9ddte7rvaS3VYjo1JwbS8B1SoyoUViLwo8BDubKgJv9Bp3Nhsfpy7qdzQ9fks85aJUorrTnCZ4C0eNr9X1sfT6HUbNz2eZn/ah/8AvsL/AH2O3o3iDCG6CLRnK9jLBuHqfFQ1mkKnxWU8PzsTqL/QE7YG3WGjVTfTiiVhxlDFL4sp2GhpGVHCK7JsNLC3YbNis12Ayl6bRGliGo+657DvGWhb7Ckq/UcTpYEdv2/Taw3Sb4nap/QOI6e/7vZdUw1UWk8VMFYNkpcsP0RINidU2tew0ocaBqVXojXXnQnrTl8SewI765iAR9R+crdBRZ9BqlWnwGkI4+bmo7qOmR9SL9wBa/c/s2ONSN+2BqxGNXN2dLi4jcrMVnJFlIzusIWMrKjY3Qod21aKSryJtcCw2RW8Smuu4t5WLx0cBrJIaznhPNG/bU9QVY2OmqtbgbODdnjXkPeUDEby0URuapcB1fWmGk2zIBNipoquFIN7XNrdthn2ksO4ow5AiY3wkyxKpaFp96IR1qhoV4XkkAlbBNk5tSgkXuDcUtoptB3CXsUbJQ4NwT75afitPLY8DsJfiS2sX6zpcjyt+OuuxNLwFXpXDany1oQjrQj+yzgEaDTyvY6Gx+pBWGDN82KMOVn7rSWKjC6VSmsmZSVGwuLEEAXNwCTaxA20xCxzhLFGHOagOoYlcrx1xXVjO3pqQdMyQe5FiNLgE22y20lTcD1BJ5DEX+I8MQHaW3An06EuKvLkdSgIfiupHSs6EEHsVdj5i4B2HscYF5qlwJVGlrffQ+0060teZeS/cEDuO1vMefbbm7vRanypcWV1wkP8JK8/iT62+h8trSp1aLRordUi1Zfx052k/O2saXy/Mm5F7aEEdvIiItZlS22S94LkWVheXgijS/dcpmOl3KvwSE91ozdsw+ve3le4R1Bge64rfvnI+thak5/ly31J9PXuddbDZk0bFUqVAfrM+oRZTnHWlSX0BKM/6qtNO4sb3Gne52Gq/vJw5P5Sl1TDHAflfC+7r8KxpYkGxBBsDa52tej2rwcQ9TFVl9uYg1SstOSpT33LMprhZcvUCbrN+5Pl9ProCTeNieg4DoL8Xozra+deZSVHy79z6DvtNpVXwvg3CTbrT3Azo6EfqqA9T6eh/aTrtmveBUKpjys81xl8khaupF1cPyuQDqL31009O+y9ltWkqCH2ZG4vB6kzMR4yxaxxeOxF5pXXnKVZARoLeQIIuCQbA22beMKJAnymGuj3utKUJVmyqkKsDw7/AK2nbz/ftY7rsJ1mLQeFXsk1DC1KiurjhC2Uk3KUnVWU9ykki4uLdtiKr7r6XWWvf0qoymJubp+ZKVAghYTfQi1wRra1j57IXPpdLSbrWA+ffqSpESW6p+g0vGUul7wYiGGOaTH5iR0oZSsJyqJIuixULKBsCVXuLkPSbU6zhfEb7XGRnirRmWvxyE2AuSOywMqswuFAdr94b9IaqjXCn06K++tpTC+KgLS5bQ6ka31IPex77fSWIDUVijVSIthEVHCjrX1cNKdA2b65R2A0tbQgC23gdZ/G6UhqqFyfyeQRIY5hK5I4sX39S2sja0ZJkJfWjXQ+Vig/UC2mlwCBuoVV1r4TWda//KXkPkSdTobXPcWvfW/8iZKw41xYD3wFp8OfMhxPooag27kEfsOoFXqq01Kcn8bo+RCl9P5nQm3by/dt4Kxzq7e6vHz+2f2lSZauOc1w2mml8RCMvT09/wB3fU2/Hb4hodpcVx12W/FlI6EJz9Kk+n5aW/H6bDWIcYVSstMOwMkJ9jxOo8KkWsLJHY66k97fW+0ij1ms153kJ8vOhC1IddWkJ6tbZh300tbzAJBF9njp3Q7g2YIeUOMP1GVWeJWazLWt9/Lmkf2qsosO/Y2tdRBvYHW5ItU1l3n3GnXuJFX4Fr6Vp/5/Ty2EWpLVL+4OvLf/AFVI+a/l9Prra+341iB3+q/qeBLvSpP57Bv6lqCDWDxLphYX4kqH3DhSvjxWFKWlaPElRAuTr5/5/t2XFcrHNNcq07zSF9K86utPkNdTYaev/H+rlfditcLjLYfWvIlC+pKld+/0Gvax2g4dorsqfzUr4D2ZXT8yk3B0vckfQ62Nwdh6XS26lt78n4kloV4aoM91r7qyheRKnfF4u17+QAv3/wCN9mFTa1hylxW4uN+Axna+7uounM0elRQSCrOk/Lrcai+m0TCVUwbRq83S689yr/SuPnvwlKFgQSNRe/5D8tpFYxDgOl70KTS59DW+hDqlx1aIdhyCg2cTqAsZcySkeIagHtt9R6B0BNJUbrx5H1+0uBt5lRXN0eEqX/2j4rEql1FH3eehYyqzdgbaAn95B87gBVOwJxay/KpfwEIQnrzBPGyiyb/KCRpewHl2tZ04sxZhxqe/Fo1Ez0ua0l2VD4QQ0rPe6wPlXcXKbd9b632A26/Faa5WK0hbDHgy9K8vaygdDcafjax2vqP4r03TrGotHIHBHowZdlnzFbpbXLyp9PydHC4qF5VNrT52Hi/HsRqD6w63iFql8OVxs6MiUcX+7qNT3ULa69u+1XWq81AdfixXuPFfy9LqepPp+Y9fx8thd2q0uqSnKW671vo6UZTmy6ao/WKSblINwBc6EEeKPV9b1d2rsPgTnH4/aCNghLV94LWDaNAxRFZXNpcp1UWpR0rHFiqOodST2voQToQbG1wRe7phhyqcTEcWXzSJWZSZWv7Ck6pNzcpvcfXTbLmJHq9FqlWwk7nXyqUyuFlKuYasQFoSfMIKwUgEnKq19LtL2fsQT9309x3jRapRKulPMRXUj4ax86b6X8goEGwIIOlvoWi6lp+nULkYGOJrW6ejsiyMHFuEaNiiVExbFqGTENEmKQ7HleGRHWbZ2T2Ck2F9TmHobbTESao7/Q0rjvxUKzLaWsr4bXcFCtVEA+p01Hlbaom1OLKlP+62lsLW7mXFXZacp/UVa+nbUdvr2klqVS+G7KZf4HUh2RHSMzKSPFZVgpN9CDb1vodvNajXarqmpxVnBPrPBmRZjPEedIwZS8ORcPYxwvL47K3UJd/tUKuLFs3HSrXKUkC97jUaHdL3m0v7RuUFrof4SuLFzFXlcEEj00tqdPS22T1w8R7tK9LgNY8XVKDW4XFa4SlI4iFaZXGLnI4FjQA3GXQnaQzi+LQXZdedl8eU/mdU6q+fMBr2uSfyNxfzO3qqa7tHarIdoAwV+CfzCpYCMCMfHW8TFvx/dcTO/FdUuOpDoSl5KSdLE6Ejvc2Iz2sQQE5Vt6sDEdZqUqqRForXKpQ0xMRlWpACgGwr58qibKIuBpqBsWV+sYooNUbnuxFsP8VLqWM6XWpCHLEZF3KVtOXFlA2JIFwdqPea7hzG/umfFoaIs1hSuK0toZkpNilaSU90KBSpBJsTfsQSnTr79Ne7u3GfR9f2lc+UDcNYEr0/n4vG5WnVGOtqBIUs5mZCbqSdbixsAQRY/S1trvdTU6pS2qtKdojEWVS1qa4qUFKVKA6gNPMWNvK9vTaNUa5Kpc+m0ul1D7qw6hTrXiVkBGa/6pIvbSxI07K2OMH0el0HBuJffOf+lJ630rTdKnmiU8MJI1uALHtbve23qKLK7ae+fH+seqcLlzFbiCFXqzg1+vUao8D+lEuuoQvKttSSFC4sCQTfXtoRt13r7/MebwcG03CVZ/pegsLQ6+1wkcwpaAWwCfEqxz9gCT3NjcadwVgXcji3DjmDWqexFlTYvhRdDuZOodQo+JSVWURrcXJBF9kOnBMWg16XAqjyGH4Tq2M6bpS5lJF7X7K769h6nuazXJodL3CwwfX7wB1CN7me17vN0sWU27jfDE2Ew/8A9/iynMraCLcRaCdBbukXAIBFgQAe0HdXhelwH4uA8WIXFfd5piLKUVIjzMtrtq1UErT4k3IIN7DUG+3i7v4GMnfdcWrcBaEf1fPlSlYtYE66H69jqbC2xHuW9m/FvuZ/lXkZ0eOK6pKlOKSkZSCnQXtlIvYGx0tbYnSNUdRWLbMc+oHfuEIMU7tcG4co1NrNGqL61vw0uq4+RS0qFgptZA1spJsq9wLdgNg1UTCTsCXzVJi+9308Vh1KQlavJQv55rm6TcG5t5bdZs2s16qOYco2SLndU0+7IQtCEug2VmQE3CxYpVoNRci99rzEfs548wlQW8UNVaLW4UpHCd5dBTwbggWBJBBv9CCkAjUEu26lHcqP7y1bgH3F5u3pDvv73zKiIQjNwltZMyHEfUC+gvYgggCxv6Tsa499w4ybw5FZlcDioQnu+0li9wRbXoFzmA0AFyb7M7AGAcET6XEdqmJ6jRKo2vJx0KQprNfpWsKTmy5rAkkXGlxfaskbo3cOY3q0qsvIlVRhCFNLauppxootnb8ggjUC+l/WwCtmvrSsFDnJxxJewMcxe1ukz69jJ+swKJFq6Kc0nmo6pASrKbm6bXJ0IFwCLX79tn/gesO1TctUsLwMPIqNBm9HRZLsF86pvkuUrCwFJJtY2IsDbZcxY269qK/z7Puur5XeXdzlDSvVsBJFgSLBIIA+gGghTfaGdwRWZFBaiSqQiotcJL/CzQpiTp3BJDguQFeuigDa59Nq+2OfmBf3xKPeBhGvYcajz68y/FQvp5xacyUrGnEP+oNib3B1NvvdBvR3yRcefZzdpEhLmrpbvvTLkySIrenGyEnM4gPKUACSRoQdCDatb4p/CbqleiRZWGpTWSZkaCuVf0stxCrqU2U3uADawOgudlRvN3fzt32IqTvV3VVZximTXUchwHSrkZurnB4gUDwHm7Fs6BBbKSdEbUp6iG1fYsBGfR+DGEJ28w53lKxHRt4LeKJTtOXUX6WiVzkVHCU8tOis41H5EnQpFyABstMAV9p3eCxWazUfd0J+epciU01n5dKln4hSfEhJVdQFiRcXB2I6YmVKacqlUiSoUrkFxalAnrLqVLNrOMrBPQ4EhXkQoEEA3GwdhJmB7+bgcJa2OKprwhXe4Fr99bC3n6jbWus2sJsdP2tWwmwMCbunZVUruEsR0mEtb7ClJyLPLzmiviJcYWBlKCMriUk2PYEFNtqzedvIi4Iabw5iiIubCycLIlXyqIH4XN79x2Ppsc7vKZF3S7qo7tZd5XgNKyIWsqQzclWVKVDp7k5QO5N79ynMaVPCVUan4orzvOolJzR+2X/gfSx1+lxfYguJP7Re4LSn7xi4ZxpS8B4Sco1B914lwpV1rfiu6tSIb6kr6HABnbdBsQSCbIUm9rWqKxVqM7RmIs9pt9eVCnf10qB0ct30UAfoPXtsk6Xid2lymPdcTPSH2kqzxXc6FNX0WUi5ABFjpdJSQQCDtKxTjp2LARKap6+dQtS2uEsrakIsdAbWKSnyOoIvpcE9dqQomZ9zRizt2uHK9S35WF8Qop1RXmUqK6jMwl0aEaWISoX01AvcdtlLX6FXotUluz6ejgMReAvutCbHysQRrex1uNiRpt2U1TK9AqL/AAKjFS/lX0rzpulaNPMKBFjextoPP9ouM2ouEmJ9UZRN47rqFOo6V9JUNRqACPS+oPY7TXeLUlzUymAsTEbuHKMxPdiP5FykodW0kqUpNiq9gCTdQsR56a302aQY4sCmymvBKdVITl8LiLKH5a307gg7DKaLRneUiymvuq86VozdKk3ugg6WIOva2uh8yyy1Fdw5TeQa+Axx4/CXZK+oHoNxfvcg2uL+hB2WcQ61MwzAGNQJWMqW47xuOiE/y7vMJyrUgElN1CwzoNglfcAA389qzDGJOFWXMONU9/lVoU0p1HT1pJStKh3uFBKr2GpHrcMaUxFwbheJK5RE1dR+FMi5QlT1xlsDrZVtAb+L112A6rhmfhKstutMvrRNi5lurSfiLFrFehKXCgpvqbWt5DYUZSvaJcYwqk/3NTeV4mR9CmpCEXUlWUtk3A11OoHfUgXAIMrdfAgUbFrc+e7xKdW3Uw1IVfpSo5bZh3IXrc2BAIIuAdqfE1SlUuluSqXLWtEpSXUL0S6yo3HZXSbqFik6EWt3tsBT8bfZd1vmqtzqF5neK0wrM4mx0UjUhwW1sL3B0HkSt+ZYiX28Gh1ndpih+ltUlcpFLrK2o6UIVmS0olaQMoKk6ag3NiQRYAWKpeNZW9CA5WeUfi4lzIalSlIyplLYy5S8k2suwyEi4OigQSUle1DeLi2s1l/EdZ/penTaahpqRopLikDICoixzhJTZQ1ITY9tiHdzVZXFpPPuvo4k1cdWZGZSU2JZvpqBoATe4Nr6A7RbeqSqx07rqbA5DmpX3WoymnWlx83RmuVAdrjU6X0I8xbYSjYMd+27kqLT2GGP0srhdCUrUbeEWABULm1hYXtcgkzwzJi1SI5zVOXCyLfaXwvClQJBIHpe9wNPMdxtQUyr8hgitRWpfEmr61tO3+IwTZRQtPXoMoNjpbQa2NjtYSkA8fuQKzFlwOUzoYmK683Umy+2bTRViCLdiB9dlrU5UWLxPjdGX5+n/T/rsTYskxYrr7UXjoz/ABcrtlKbV5jMmwUL3sbAgEAgW1VlYqXCdc4XWv8A4a7er6XR9PQB+eYu/kZ+1ev/ANlAazuf4T+f/HYOrU+e605xag2jw9CFjN+Gnb18xf8AdxrE2qSmuFxeA34cqP8AlsLP0ye7/Yr8XzeHN/H12Yvt2yAJ8S5brrvCivLzr/vZsyvz2IqHR4tL/pSsvIX/AHF2VltroD5/X/TatXSoGF4HNT5eeavwNfq3Hb8fU+lh56DEyu1SvSm4vGWhC+lf6uX0H/DbKNndaExth49ip2fK5CjM5EeDOjw/x+7bvJbdaa4rruda/H/d9BtFocBqlwOE01/jVl/PYiw9hWvYj/qrWRjqzSHelGmp1IN/Ltf0uLbOAoiyoDMZ8YVp+F6zzeF8WsoRFqKEohT+FnXT5RNkqUPnaPhcSQTYhSbFNi0KFu/3q1Sl03dzjerTUYehSkNU5LrvFVmU4cjYWLpW2c1mlE3AISAQQBc7od1jU91x2Ayh9+LmW7MdTmy2vojum/p2P+mwcDUKjQN3zfNPeDitSFO2VxEnxAp80nvYEEGxBGy1moc/Z6jHZxyZnv2ssK0Hct7G7lBi/wBF1eo1aFHirTIUlchJeC1iwPjDSHCR2tc+Z2whgfAP2o/86jvKsdORfiX37AeQOo1Ittrb29Wt6G+RqiycG8PEtEwVxU1KHAdzykzFITleWz4l2Z0FhnOdRyqvm2Svs8bucR16ve9J/KsPxV5EUuesx+Iq2gJXYJcvoEqFupN7gm2Tq7Rjj3As6/E0rHxi1S8EUnBtLiLmwqWlKMuUqRmAyjWxt4lAaEm/e41n0t2vV52JS6zW3KdTsiVryKOdtANlD1JA9SBc/XajoIn8X3XAZ93Pozx+EtHSlQuOH5G19L+X4bSN3dVxbVHZf2tiIYisOrazoQE5raJI7gW8z52Omu3k9Y1OlBu1DYg9/wCY2Nx25rDmKMR1pqvVH3jTqc6pLUpCilL3Y3B7i4tfW+ltNTtod/F25vdLAbi0un0tC2GsuSOwnMpP42J1+p2ysnFdZo0Vyl4czsIf6VraunKm1iM1ukHzH+V9gbFOLWqNK5WqO8Sa/m6chypUfXvpfzP4X2yE/iWrZ/01ROPnHERsd8nYJuei7zHcbxXPdeGWIrC/0Tq1jMr62Hbz0Ov02hVdNLo0VyfiOXFYyZsy9EJzJGYi59Bc99Ns7+zTvEle+ak1Plr4EVhMhpC15sqhfNYdjpr6389dIm9CVjLHmLX6XKq2enSnUT+XR0pbTZQS2P7wBsSdCbH6bbK9ZoXSjUY9/H7wwf8AR3Sp3nY0d3g4j5XBDK0Repp+R8qvw08+/pY9jrtBqEvC+DcLt0v7PMTao+n4ql2UpKja5zEAkg+YAA0OxFJVAwRRuViso4//AJrW/c99bWudL/lsBiPKr0pz4K3319edDR6U3/y1P+eu3l7ev6k3bUHJ9CLm052/MBpOHJ9ZqnvSqS+O/wD2WW+VvTTS/lpr3PfaVMwHFo1L96SqhkXlUvLnHTa9wbd/87euxpvKw27hKgxJ8V1xfOry8dpo5W1WHSojtbzNxbyve+yvntVmvT26NxVr+d135Ept2PbUjXTXtbbQpp1Vx3as8/iGFT/MEKhFqmI+JKaZWuKx8Lx9OY3OupsTY2HoPptPpu73EfFYa/QIf6kLynN/H499mFgmqUbCVebozTS5TEpSEzVZOlSb63voLd82pB19Ts2sQ4g3c7lpTmKKDEfrz+dLXxV50x3VC47gltJPZWpPYEAgHTTp+fUK1ePuizpO4jeNQWm6zPefhMLypadWkKQ4tR8OpuPrdNgbDvbaBvs3b1TdBWYE+l4hRXoU1CnZSmEdEV+/ZWhACrjLexNlabOum4wr2+6gwKpAdRFYizVSnYWfozjoGYjWw1IPcXBvcbUQ3dxaDRqtRubQtiotLdXHkLzKkJTr4jqVDvc628+9uuqFNDHPqX2piYyxPih2VXn3XWeVQ/1/rdh2v+QHn32Xsp52VKcdd/tNtKY29n2vT6C3iOjNIlMLz8JpCfjtqTpZQ72IsQrsfW4NkxSsE8V1+LPd5WUw7kXHdTlUlXpY2sfPW1wPPZXQ6ut0yPcsg8cymh0dqqSm+aeydGX/ABW/Hz18tqabD5Ce/F+RDqkoX82X/psf17CbsBpjiy0fpVZFIXmyqFvTt5H6g6bVcOmwGnXOaazr/WWs/u8/9dnfqcc5kk7YVboK9hyg4jotUxRh5it06E6lUqBIulLzRuFC41BykkHyOU2NrbW9Wx3zTs/DnNv/AGeemrkUhTvUqG0VngtOG11hKSlJPqCR5bC8dyjRWuE18Ba0dHzJ89pOHcN1TFEpxqAyh9hvKt1aF+FBOpP+V9l1td+G9RcFs4jQ3bYtdwRQX59UpzFRirdTwGHbKyulJBUhQ1Fx3sdRa1trap45o2PKM39qGX1ylyExeKi+dtAQMhCtSPT6kdh22TdSqHuaU5hz3iuVS2HUoSvP+hXpf1BHcX+g732J3FtRYDcXjMLWtaHWlI+a4tf007G4vs9pbO1/SMKGQTYvs57m8OO0Gp7y6zEfmsMR1IhNO9S3FJTa5A8Z0AFxfubkknYBr+7rG9ZqjcWl4YqP3pfFXnaV8O/cA5R0jsAfLTy2fXsbbyKNVMBuYNdlo52lu8VH/jNL109SFXH4H6bP2TX6XF/S5Ef4rbepSuq5d4gPqGaYdqm6rG7UVuK1hmorRlS07naOVVreRHb8Py2XTtMddrMujT5futcLLx0rR1pve3T31t37aHb0TxViyl4co3v6qPLRFWhSkOoSVdPqLfiP3bYN37Y13Su1mpVmlxJq6jKayuypEg5Xr9tPp3Hp+Z2zbOnJU5szmXrPPnOFIa3aYS4k/gyq9UX+tfMdDGW1rW1sPXQ/hsLY034YjlOuUvjMU6L4ExYfSjL6X7n8/wB2ymq++CjRWuQpcR9a+nOpasvlbTzFzqB6XF79ouCo1UxvK4TURaOv9Kvw+Wp/D6f8dsrXOXGyuXu/aX/2xlcVzivLf/U/V737/u/6DYiwritqsu8JppaMmXpWj9v47FtD9nqfWYHwpbCH/kWu+X/LttIHs54ypbvFiy2F/wB9q6fx+o2zq+g23jc3ErTVnkmWeG67KpcpiVFd60K/3VbPmg4zgYjpf9bRzTaE505urN22zbFwLi2BVIlLldGdWXMq+X8Sf9dfw2tJqa9gOvN8Xx9KuleZCkny8r/8draXT39Oco48Z1lW71G/jTD8rG+I4EVqIt+LREc46hHgz6ganz7/AIfS+tBQd1zruKOfr1R5Lj+NppfXltbID5aaX8v37H+GN49LgbuX+QyP1eouqU6paAlLaewufoBoO2v0vsC0yTVHZ78+sy4uTOp1C0u/o0gXN/8AhtqNT30ysvWDjEpd6OHqXuqlQKzS3XF8d3wqX1ZfrrqAL+ROh2A96e8ivT6MxQcOMvvzZSUp+EjMpKO5J/HttJkw6pvu3jONT5cqLQYS+A18vEsTc9ux8z6D6m7Ex9ur/m5o0TFtBzzUMKSiQpVsraLdJ/H1tf8Az2LTdZSnaM4orvzMkyd2ePJ8/i4jafQtfWtb98yU/wB78h+FrbSzg+LRnYk/oXwJTX+FV1jQ69iNDbyvtpCdvDwbPgN1SfUYq/emaFIY1zsqAGp7keRBAsbg3OuyHxfVYHFcaped9hh1PCXly9KTcfnbz0A8jsNK9jQu1U9TX/tcUTlcR02f+u0pP+X/AA2z29D21h7VyItUoNNrLXXwHcqv8Pb/AF2y+RbZ01qy4g623CB9SZ4Wxpube+9T4v66Eq/Yf+ewzX2eF8Xb+3aVj3Xi1ji9Db/wv2/89vA/xd03fobAg+M/4gtQN6ER5vI26MSdpWRp3aO8xwtvz/iYb1ya3O2nxKtwthsObdEuO7VVWU5WWXev2w5iYgda+E71o/U27MyYHF4vCR1/Ir/TYGalO7S23ndtvpnX9V01xg5H4MOmpZfujCgtRXYr/wD4/j/vW0v+O1VW8FtT2m+V6Fo8P/L/ACPkR3Gw03VHYv6LP/H8ft2v6XiaV8Nri5/8fy/T129vR/H9LgLepH9I2l6PxOWCMGVSguy3Z73HY8TSvmT6g27jzHn5XO3Heo81KwvwpTK0IWjiw3dcri0nUX06hY3SfI312bVMci1mBwuhD+XJsEb3KJ7m3VS4s/I+2iawphXzJWXO49NCb/Tb7F/CnUaeoW0CgggkTK/iOzsdJ1Nv4Rv/ABM6EbdGDeS1/jH+e3xe52/Abbfou1d1RX9jPx7Q+y9X/BBjyw1u1i1TgSp9QfYfcWlaV58qdbG+n7zr+PpMxxWqphKvQMOcFedbS/0qMyXso76aKH1F+/4bL7drvBxHPrLkXjPrg07wZ75HLi1rnsRYgjXyNhcDa9xli/FuI3YkCBEQthia07DlOtZlxVpI1B7i46Ta4UDYjb8x6jTqL7E/cj/mfszR2d/TVn8gH/IgLW59GiuxK9Rs8WFNXkU0lRUqnyk9RSLC5QfEm2pGova21xS8V1mlxX6XAeRkqKEp6fA4ggBJ07qGoCha4IGthsyN5O7TDkDAfvRqicd/PzTq4rWR3rPxF2Gttb2Ol7X9dkrTXWqXKYad+Owh1KWv7ySf3Hz9QddvIarT3dO1eQfE/iNds1tj4hzIwRyrVNxHxVrgraTnR82a1/P+Bbb7OM+Vd5B3P1oyNOoT0/gdv2XjrmqCxRmutaMrXX8yLW/8rtr67BOLHHYv3Vpl/moquK105kvI0/eDbUfUEdjt7AWJTRiv8TRQKiyqkzZU/Eb/ABev4ufrtly+QH8fXbRm4jFjtU95UGqRM7FO4S2JHzM57ko7XKbgnvodR3O2TXp7vvluV/hzIR81iP8AUXtp+zTbWHs+U/laXUqo745TqvHbwpQBpb6/vP4beW6Ba415J+QcxevDNxCvFWMsOcKXhysy8iKiwthfX9DlV+INtsnrU7KrL/NZF8B3Jmyeh/Ht28+35bFW9tfP4t+FUMi4qVKyL+pA0/IH/odBaiuNchPqjvxF/rr/ABIP1PptrdZsGouWsQoEG8Sn7R4tptL4uRh91KVKz9KbmxPoNNvSHd1g7dpu/ozdKwIzSIXEaTndaUhTrireJSr3Ub+p28nF1z+nn3etGdfhzeHyFvyA2s5GJqzFnxOVqEpC0dWZLp/47em0gFVKr+0tWwSb83t+y/P3oceqV7fHVH0NpU6mOqOjl2UgX6UJUAPxsT9dssey7SmvtHiF3i50Rc0fi+H+0Gv52/LZX1rH+MovE5DGNXYYlfKma4nLfRQ7jS+v4bM/2XVuxYFWn/O+/lV83ax7/jtRrR3wILUOGEeeJ9z2LZUp/GVLZYlIpzXMcJh3NI7G+VNiFCxIIvci4APlT4QqcqstT5UX4a0IV0J6fLUD+P8ALYwwxvJrzVUfoLrS0I6URXdU5cw7G3cG+nmD+O1e8IuF3X/ui0Pv586cnhzdRB9PUflby26x0pbeYDubDA1EWVAwHVuK7nQuQ67lXfzUTcX1FjcWv+W03cNvwlT5TmCMUMoXS+EppiU/bKyo6FtQUCFtLFwQTpftYm1Hj+dWXaW5FpdPXKz/ANkhorUpWp7Dyte52qsCt4X/AKhPafiypTWZpa+nqsbpte1/2+dhbbIGssfVh6+B6IPzItsJ5EZG9jdbKwvKYx5g2JkYp2bmI6LrWy0fEBrdTQF7a3A0JIGyVx0zWffNNrOF2ULiyk8Va46+lKvDdJHhUDcFJ7i4IOltGbsMbVl1p/DlZlo+6/8AnLlL6uM0RqysnzHkexToewvU1zCMWA6+7ApMJcJ9alKaY6cqzqbD09LeX5bU6r/EOj6YNz/3x8S1XkczOcYtRcUU2K7LRFivuqRMS6gqSm4I4lxcpTmKSdLA63AJsdb3t3mI4FGiUGe9x6dUVJ921mEvMlt1GqQ5bsSCEmxsU3INxrc1mDRmuHKap+SUx0IzJCugo1Rcjtp2PlcHaFQK1xaW5FdzrYfWlaI+cqRpfyJIFvXy7drbeY1H8eaFlPbB49H4MtZgwYwFgvGVLgT4uKKhCzyk5JCFozNOJAOuvkrubdrabB1Qw9Xncb/+w8+xyqs3CfzqaUkebawDcWvlJ+l/PZ2S4sCqcPi+DKnOhXV/Glv3/hsV0RFLagcq74EI6M/ypHkNvLX/APyBdYNhGB+0nlhiK57B2F8btcrFqz60MK6oDr+V9ntm07KHpqRpe3kK6VuTaiu81QcWPsPoT+if60KUUZSFDT8xcgHsPQyq1JpfP+9GoiM/+3j9DunqbXv6g3vt9mv0vhcKVnz9KkL1zJV+Z7EeXYeXnfE1P8U6m1w9TH+h5kA7eJKprjtLoLcDm2ESsqkLz3y5vrb1v3H422+Y0yfKa4TT3Alf7Ja8yFa+R0/0NvUabDtRntO/Fiy0P/3M2VX/AAPltQVDEHK8T4q0f72XL++34f8APYes6vqOrJstA/tkSM7OYZSahAd+61RpcV//AGrS/Cr/ACI2qKlij3XxGqp99i/I7rmy+X8fu2CZmPJTrTkWVkfWhGZCXfCq3fKrTX0sfUdyAQ6ZidqU7xYrr+R9H9XWrMlKr6o9bDyNr2INyQdgaXor2eT+oM27oeyMUReK41xc8V9OdhXzJ1tYjyv+FvrrtTt1WA7Kb59pfAz5Mrt09N9PTT8TtDgTaNwv0K+hHV+s3buL+nmLaft2hS6vAqjXINRFrZWnokJvmV528/p2Fj/nopo9h2KOJGZPVWuadcgUtlD7HhzZOpV/zv5/57MLCeF3XeG67LR8dP8AvJVbsbd/QG2umwVFQ7hxpufFiI60J68uZSVeeg72vfy/fsVituutNuymsi8ufMnwqTa97fh3tcfhsPWVPUmR6MlZa1SmtRfhT4i2F/I+jqSr8/MbUFUqbrTX3rI+x1ZFo6V9vUef02/X8W8VrlXfjo/v+Lv5en/LYPnS59Udcao0Tj5PEwv5tdb6agdsxtb1G2fo9I9r+cn+aX2HZDVUlOc18SK/lSlS09Tax2sLjUi4Ol9TrtbO1Wlz+PRpTyKJW2EJ5N1p05eOnVOpsNRoL9tAb2JP7Qt3WKMRz4kqjYelIio4XMcJ0ZcwOvzXCgRpf8DcWs1a57NcWsuxMRu0lbE2KjrdS7l4mnzD1HkQRbzvbT6j0/pa6dFYDOOfUOfAcRbwa/KrOKIkDEdOYWha0u8dHTw3U/MBe2vYgC9uwIvsXYmRArLyPhRX6pS1pQ0tfStxCR56eJOoH00NiBeHifDPIOtyoHWv5OgpdbWPQW6gddgeoYp/2rvX0/F+ZX8f5+W2T/EXWNVXnT1gjPz+37SllkJpdddiyuLFzxX8qs7TvhV+Z7jy79r7D1Xr0WU6260zytUWvJ8LpQ5r5j/Ufs7jaGmpT6863S2nmH86k/FdUUpZSdASQCRrbX89mVRtyOI8OOuT6zEflMeNPC68ye4Nx9O9wNRt5PSdJ1Oq/VKkiAPkYKu7s59ewa5WWmX1zW82TL1LVroLd7Htca3tbuNli9gGvT6NTcRtS1wqpTnc/X+lirA0X5ZknTMk9xcA37aUTij3N91ivdC/hZUI+n5A28z2/wBQjFFflNf1+nIfYWtWV1CMqldV7X1vaxtfUa/Xb0iavS6KsLUnl88QZmXcYyKo7WWJ8rIw/FzJyIQUqZvYqRfS6M2qQRoL67fNAxZPgfCis8djiq6U+JKlaixNhc+lzfvszq9g37ZSuQoLTk3OhLuRKcy8vzBOupHnY6C+z23Nezxu0dwu5AxbTuOtCku/ek8Bbatb2IsoEHUX7HXuSTtdLH+qgKwx/X1DJa2zBig3V4nqnFlynYi31wkqXkWg58mt/Xz0tbzFtdCZ03fK7K5uK1T0RVoXwHWn05uk26gdLoN/EPoL+e1hiSjYc3c4plxaN+gX05/lzfLre6gbG47ApF73A2A5L0V2UtppnI+v5fkym5sFfnb92xNV1Ovp7nT1oNwOMyr+cIaZQMUY3lS4tLZcm8q0pbrSUHw6kZNDqSLBPne/oNqnejht2A7An0aoMP8AAQ0uVCXdK1Jz6LFhqm9wb+hHcW2d+5WP9nKWxVGuvOhSnVf7RQOt7dlA6Efu1F6/FrOCK9jJ+qVmksIfQpbvFa6UuLVqo2HhCj1HyK+qwJJOta6U0LqdUff/ABDGsVVgwerc+BijdVSZUWWhEqiOppdUgSllS0tLutiQ2vuU3uCoWF84IBvsPUihz6zAnymnePKhIzoQtfU8gC2YX730729bnbtiKfFdqkul0vrirytKXkyKSm+hNifMWtYWNxrsUUWhNcWk1nDjrjE2E6piows+VEqOoarQSCUrA0Uk3B7jzG3m9Rqk1uqU0jIHH9f3g92YpKhgGsyuHiOAzNYffWlMpp/oUyoakFN9beEnQi4IN9AXLqU+fAYozWfIjIuQ14sqkXF+3le1x3Hfts1sVJw5S6C5FqlcWiot/Fiv+BUhoC4QsX8Q8JI8rHvoQbAcaK605VOMw4t9auhCj4vQC1rE9x9QR223ddbdqCumr9fOJxcu22XDUGs4cgU2vNfAQwpMiLKSrKrNYEIt6g300uDYg63pMVvu4yxa+7AiIRKm5XVNfJmCdRqdAVXIHcA+ex1j3E0BrDjdLitP8djK6phpoqUlCh1Iy6kgWNh+I2RuE8a1R3EbnNUOVCfZzLQ1PiuNKcy2IyZwCRbXzuPMa2R6tpNT2VqrB2+z+0q1YzmTeFKarzjU+n5EZcshp9OVbbosAvW17WynXzSQbDU83e1jEcX7/RqsthCFKzZbZm/TpUdRfQjvb12HsdzapjKl81AiRUVSKj4Wa6UvJGobVkF/UA9x+HaiwbPnwIrkp3j05aEKVwnXelxJsboPmkH1Fxb1vskdfaWS3TZKJwQPj+sgJul1ijELVUxRPn8owia/I4s3lfCp0WBWPpfUE6kH8Ni+Ni+vUul+66XEqNeolba5eVCazuuw3xbhvIAFkkHQjsoWBNwLKKt4ww5g3FD+LYFPlVRc1Cecaip4606WCw3qQCBfQWBBOl77TaHveixaow008uL7xR93lNdTXfMAsad7aaWNreh2YVtVpdWNUpLLZ7H4BligXGYXqw9iP3W/Ansrhc74ecQtKEr0vnCblIPkR2I7WGl6unV6ltQHZ73O8q0qPkaQVrSpXdIsL5T3FrjU6eZSVU3m70MR4obwvXq5CQuU7kiqjxeErio7tOBRJIPcKBFxYW1B2PK5X69hylt4o5t+LKYXHQpOTMhK0qSlJOtsliq/mATa+m3sen9HFVe3OVPIz7BjCJXA/H0eBXsR/Zx15EVErK+w/IaKo/Fv1NPEAqQDax0NiSTYa7S95m6Ln8ERJ9Bp/wByYYyyloVnU3IQT1hQuEkn5VDL4bFNyTOo++GBi1qpSq9hmLztRd+7voSPFboXqTnIBAJBBKSCDe4JD7PlSqlBqldoNUqzEqiVuenJHkKOZla+g2CtCCiwKRoCkE2JJ23EVNuwziizPNYpXCisQHZcrlVwFxZUdF0rcTb8QA4iwKbWNybEgkbCm7ei16VQa1hKVVl1egxeEvl8+aQpAdQtmSlKr6NrQMydLKUsAjPq798eE4FBxRPdlOzUPxXVxZTSEhCm1IWcrhR4XEkBIzX6kHXKpABTbKJWDYsufxn3+O6lCWsql5c3bLYX1UT39SDrrsElEYZ+JNg8cCOLCFBlVnDkCfPdXyr6uVlNJa6EovZThZA6Sgm5sQFC5sDe7A3N7g+f3g1aVWXYqItBUh2LPjoCkvLICkOdsqkhOpB1BNtLA7KLdlVsW4jdiUug80h9+UnitJ6VJVoCU2OhI1NwQSPqdntvm3qNbkcLxML0vgMTaivqUvoUpJ8Zvaxt2J7AlIHfV99ligxnRZRSZV7/ALeHAlNP4cxHLhIpdOV40LKUKy+Yt20FybfQ32TVPxDAqlLfgQKStcXInl1x3Q6w4g3N026fImxsdSAD3IgEfzyRXKzVHn1sIlLaWhNlJ6TcL9Qoeab2uAR2BBTSsIUHDkCW1S6jkz9aOvItKwBa+pBBA0Pe+ljpsnZrBp4C12d8mRZjGF6XWYE/AdOlc0hpUifFdd6Y7t7FaDmCilYJOUg5eoXOh2IpNVantNtUvIwh9CVoaV4s1rqQfwsbaAnqG1CKfAr09uVKZXzrDSvvCFZVqRrmzEWzJINjfUaEdhsV1CnT3aNH+EhCIqsiOjrzABSXBqei3n6i9htbTa5NQcERUvn1P1hLrW7StNNZEP0RKqo1lspCmiMjx7dN09WgAzJTc6A7UtNW7FoLECeyxK6+cj5/Flc10NwT30Ave9/XYggGe1ykVprgc0+mHIz9KcrwKVpUPmQex00GunfYkXg6L8Sgu09HGpbXCyOu5HekBOiicqgbWIJ+ut9WrMKfGaKWbkzONfw9zVGoX/dV8JK/DkdTqLWUBZVwbgk6Agg2OjbqtKgO0amuxYnJP8LJIaXdPWBbz73tfN599g+kO1T7JRHZTKKoxFzpaQ60EPpikWsUqtmKFaG1rA3IsDsaYiXWa9RnIsCIjPToXFa/vNI0un101ykgjXt32jBaHridRNaxRKn4Wqnx15eYQ0tRSlxA7g/ik3Chcg2NiL2NMUL5DCVJrzrKPgNJh8WUgZ8nTw8xF8xHhFybhVrkAWF5sCVS59NlRWuVWjLmd8XDSCOsgnVPfpFzbUA3AMtyq4zxu1Wt3Pu5jJFpamk5rIS8tDgUlSfJRCSkAp0CCTrra+FCw4E4z6JS6y1Aai5GEPtLalR19PQrRKkq87KtqNQbEfQepO5NrHmLZcB2JBf47SeE066jiuOo/wBmr5lHQFJtf87F0UPA2I8OYcgUaqYhYle9EpQnLCQpLb4aGdsZhfihIuW1GziOpJNjdJbz+FApbEWLLivzeYXDRPgPlp9t1JUU8ZCtUqsSkpIJIykKVa+yuoY48JV0OMiQkYe9wyn4FZlsLWxnSuEn9VOZKrg6gjsUnW4I77M/BOG4EWLTao1SWF0uotJ4TrSw6hK7DysFBJvaxAKSNQNkJgukYyqmI3J9ZxDzU2rylcXn1rddeWq5VlXckKOqgD4jcXB02emHKnFiu/ZdpleSltZXct0rSvRST6GxNiNLFJFiNl6KH++zmVCcQ2w0007XnGorKEUtCnWnc905VnwkeRBuRe+hsD9FBMxzRouI36XKlo5XKuOprOU5c+YZ0K+RQva/c2tqLbMDDcuVRqDPqkV3jxZUhUpLUhfQpd7Lb7jITYAjTW3oDsqK9SN3NUn8/Kq3uhiVlkQnXVeJPzNXJyhQOYEHyCSO4G2vpKu7aBBWDakXmLarzUr9fq/8zsvau/wuI7KeR/hz/N22ucVVilxcSS6XRqh7xi/2ErKUJUk6gHyzDsSLg2uDYiwZUx8Jx13rydWT9m3sj4rtiQnCTV4v/dWuOv8A8z/B/EbW+CsMysUc/Wa86iLTqW1m/S5UqWBfMewskC/4lI112EFOVSU7worSGM/Qn/F5W7+e07eTWJWF8JRMENVBfNPp4s35ekG/a/YrGl/JFts7V2cbYVIEYgqzVerzjrsvIx8qF/qg/TsT3P8Ay2sKGw06646018Bj51f57AVPalSp/C61/L/ptq3ctuqw5Fw45vB3jVFEKkU5rmI8V9GXnNAQ4QR1IJOVLehcVbsB1K0HbCY3NOeCMCReV+2WPHeSojKEutR19K5Svl0tfKSDZIsVWuCBcmNVsbSsUT26NQYiKXSOLwmGmulSk9hm/IABOoFtqTefvNn7waz87FLiuq5KLn6kp/XVbRSz59wBoLAa88FMxff0CLPl8qwuQlKnVeFNyB/w9fPTZuurfy8sX28CbK3e1il4I3cy+L40QlK/w9H+mhN/zF9pmL8Q4ji+zxTa819yfqnK9K+nKlxIBI+mun5eWxFUN2UBrcjiV2LEXNlMUt9XFa+WySbjzUBe5Ppf8hXfThavUbdBuqdgS5XKohMSptNdWHUvZWm1edjYX1SDYZhYXsCK11rUw2Yo90u73EkXHmJcW4cmIlVR6Kh11qQ6ErlNNtgKayHpdyhOcp7gFRA77OaBQcEY3diSq9E5Wr8Dl8zS8j6fwvfOAbgIc1t2ULW2i/aFreDA+4USKivcKPFi1KO6I6O5SFyQSEJSQeGokEHpN0kEnrQsNuxWnHcUU6bS6vTlqTybroUlt9KvEm3kdcpudCCCASNvCdT6mNLWbreMRLUIFG+WdMwxS8LwH/ekSK/KzIUlC0DMnKe4V4gbFXc2OYaAhJ2gUykz8Rz24EVnIt9X+6nz1Olzby/4bfuIZvKtNz57r6GOnxrGbL521NiPr3v+xn7hYcp2qT5XGhSqdkSpp2P4kr8wpJ1QsDTubhR11IHhNLodb/FOsFuoytQPA/aZ7FnaVmLcB0Hdfu+qVUlOoXUZTXAYWvxJWvSwvrYdzb02zvvnmQIsCkz3YnHfqiE/eEtdeW4zouACQLZsvYkA2ubjQHtK1el1Ss03DkrjrRCzSlZPDmOiTbXt6202CqZGar1Lgc/yr9IoKlLTnayqUrUgHuDY+nckD129rqbOm9MrOlA24H498TQovSpCrezKXdXhF3C8D39XmskqUhSGml/2aLetr3Jtci/p5HZnUmXhyVheXjJ11fHQ6pKUrt8ZFtMp0OYKvobixBHpsh99m8mvYcxHhqltRP6Eq7/KyJHzR1dISD9CFEn8Nil7FvP4SiYcdZXCfpykplcVYyPeYUkjuCka37a6ee3k6NME0x1Dc/gf+JnlNtZb/ErZC6piivcV1nOta+jJ4Up18z2tpe3mCbnZi01qBhygy2orzHvFhrNI/wDD9CRfsDpfvbajwfIixaW/KixM761Z0K/Vv3/j8TsuqpVZUWsy+QeWth9SeaX8rltSND59tP8AO521OkdPq0CfVag5dvz8SmlCod59xlV3EDVZoMul0Zpc2o1SO1FVTWovHRIUBbiJygqCkG5FgTY6Ea3GcNbjazXp7lGoMRCKvCQnnGnZAYXqNCW3CFA3FjlBFiCQNLilPxV7hxlExHRs7CIqs6E/raWVr3Hnax0877NvFuP5W8aLEr1LqzEWtwl+L9E65bs2VA6A6jvkPa4uRtu06ujUPj5E0q9QjHmJbeL7Ou+nBvElNUlh9cpKv6lPaXmsLkAZgbhOoGpNjYaEhRUfG+KMOT5buI6It9iVljz4s9K0cwwDbKc2uidEqHbpt53cHtWx3cR43puMsL4nfRFqkVMh+KmUtK4c0Is4AARYk3UOxBKuwNyvsFVPEbvHoNZqzdUpy15pDU9oPoTYAWAVcjtcWOlr28i499ToRmFL1WwlwMus4S5ufhKuPv4erzSkUvNdK2X7FQjuEdlhScoI0Uk3BuDsaYY3p0vFFeYo09776xAVlQ7bK4sZibpI6VDQXubg2PYHZZ0rfJhfC8+XA90uIhMNLaQlpWZiRcgguNqIstKgChaSCm2oOoKjreOZUqvP1ml54q331LQpCzmSlRNx9dD6bZNg7lb1/kRN/RCzbMTe9u+wlgNyLXqjx5TDquF8ykqB0t5npJFraW89sjb28d0bG+MnK9QaSiEtfSrJ/aW7Lta4UQDe5uQB6bClMjSsR1lhqfUFo460oW674U30uonQfU+Xcka7am3cbst32A5XCxG9Cfmv5eVdkLSvr/ukaA27jW4/dk6bSJpE95I+ZFQOMGZXZgV6qO818RedKfiq/V8v90eW1nEwdWZTrDTWdHHWlCP1VX07nt+e2nN527+l0uK3iPDjtOfizVK4sVh1Cltqte4SNclr9tB/ktcHUavYyrzGF6CyhcpC1OrW6vKlKUG519fx0v30B2Ausd32ASSfLiBtKwlhyBzdLxay+xNQlSGlId6s2oBt4dFWJudRfsdulGp8rC7UuVheorfe5fLKU11IyKtdC09xr5nUd/LTV2FNze7Ssz26XiOJNm1eVkQvqGVu+hyEAXsexN9PI99kxjTdLK3c43xDFwlLX9ylPtZVf2zQ1sofMbZbgeYJt223jYmnQb/8w6OMRJz48WU6466zkfWlXzeJX102g4IYqk+qPwOvmsiuA1m8WmuUHvoPLZky8Je+Wn58CnriymE5pUDKfCdeK36oI1IHY39NqBSZVGnxKzAZyP053joWjqzW1INu409fptWi0tZ22HB+ZwYtlY9dx+Ht42DcRwK81EyMMOq5hK1lPEQQQQdPQ379wNNmVvR3iz2nXJ8qucRaE5+QR1J4VtQbdyD5+nkNk7iT2gao7FjxcLtIQxKjodU6pI6VHxAAeYNxraxHnY7NL2esa4DpdGnyt4L0V9c1Cl8xNRnSpNyFNkG/1sO1vrtrnXpo6+2hi6KtZ8ossR7/ADervVgQMGwKs9ytIYdYi/FKVqYXbMFkHqAASkXvYaW7bCSd0MqVKRKxRUePn6FtcX9H+f49z/12K6rUd3OF69VncENP8q8/xWs6+ltJPgHckDyHkB3vtXR8QtVl1z4Mp/8Aw/qn9/7tsjU9Xc+Nc59Rz4SVRsAbr8OcPixGJTiM2Tipzq17a/6k7TqYKM61woHApaEIzL7Jy6eva/59/wAdq6ZinBuF4DjtZiSkPrQnKpSPm8gL6/u/PsNkTijHs/EfxYv3XqVmSj9U+V+9tl6u9qPJuJYWM45mncO7y/sk65wq2iooR8uild/PUdj/AB6sSB7SlGdi/f6J/d+ErN+HkNfXbz/YrsqK78J1edfj/vJ/j/TZhxcRuyqW3K4yM+fLk/vH8Ndn/wDUNRpSFByICwup8Zrs71sJYo4bX6Bf9kh1Hi/A7QMaMc/S23eChefL8gzfQX7+Z2z9ghLs+vQGmmePkS6pf7Nf49Rs4d+FWrO7mBQqy1wPd03IhTXzJ07jX8/3+Y21qdYNUn6ojFQdhKekU6symn4sV3o6unP1J+oH/Ha+ZwzRoGDYEr32tdUlSnecYWrKhlgfT9gHqSo+Ww3QsfUt3m5VL61r+LxflTe2g/jvtToqUqvSn3XXlr5pX/T/AC7bVrrSpjg8QmdsL8XbzmqDFgRcGssIfyZZS0fQWBFvX9v19Q6v72N42LaW5heVUX+SX42v1rW1P8WPY325nDjvF/tFr/V2t4mFJ7vxeDkR/wCa2Z8TzFi3lAuDhVpqK4671r/X8X0/j+LFlL3euz6W47wUI6f0q+nL/ptcCmQKC027VHUIzq/RLX4tf8tvmu4l+F/SmdEJaFZWkdKOx/b5bCJWGrLQpxJvd+1GEn6W678uZCVeLN/kO1j67KuJiVp3YTQ+7wv0q/4/AbUq5cqK6411/wDuu2fpNet3EU0d2VwYyJs9qU1+l2o2GHWp7cqL40KSvJ+t+H12FkVx3Ytw9NalfpdjaimvVVlH+Y790eUKpSmoESqdfKvpTn/WbUfUenr6ee0xNcad+FxtjXcLSqNjzC7+HJWTnad1tf3mj3BFtQD+YvodqfHe6Ks4Xd4sCJnYz5v8Ov4eH/L/AC+P9Z/gR6d1tHI94iFtWyQKVB96f23R+t8u1wijfC4XG60IVm7K/A6eR/LTZctSqpRp/CdZfYQvwp/W/D9h/Zt9t4srMV370y+4wjMjioXlUlNhY2HkL2Nxrr6DbG6b0Vbf07E5naZO6eIYoHxfi7TE/wCuw7UvejTr8CK0ha2EpkNL/wBshVjn9RrfXzI2vMNUufVIqJTXRnQrOhfiSoG34fhsHrP8G6jSKbqOR+B7ELfpts6gee0hhvaU5SnYv6VrItG36hvbwNgNbbWiPZ2y7o9Yda4fxl/L0frem3PfTinn8BxKW741zUfuBP8AptWx3OFsN7zpvFgU2L/fW7+63+u30/8A+HdXqW/ivS6dD4kkkfsBPM/xxqjR/D+oz8gD/MX+39t/bfqe+377IyMT8qDgy2w1vDdwbPcpdZp3HiyvioVkCV5dOttd7G9spBAsfSwJd+7rENBn4jYlfp6Wtr+yaK+Cry4lr2PnYgX+u2csa0537LwKo7EWthjMjitXUpvXsQBpa+o8xrfQg1WDMcVnCVUbdivL68vSu+R5He2vcEf8rHXb8kdfu1PR+s31vym4kf0Jn66/h3UN/pmntPIKj/xNRb06/ParP9DS32IsJSltK1y6jUC/dNrgAjUEjUGwVUBul1Rp911pCH4SlKaydOVdrlBA+Ug/ldPrqb1xNe3g7vvtRhKI/N5JGafCSgKfZRY5rADMpB7hQF9Ow1Ow7VKJAoNBYlRZedya0laeL41Jt4T+Hls+tKa8C8nietqG/wA5wwxBanz+faayIz/os+bKr5sv0PlsS7/2ouF8JUnFDTKH2FoRn68vT6hVxa9rX7A2J0BG1ThiY01F+dGTNxUfq9u+02oRZW8GBL3cync9OlNLdiuoVmVHUe4t3KcxCrDQAqB76GW2rOwQdlm94jMSralVSJPi53GJTWbqSErSq5FlAE2UO3fW19bjbVO6CXwsG/8AhrSpX970/HtYbY8oNNxHQWoGHMWs8CqUt1UV3qKuJkWAlYOtwRqCSTYjbYWHqb7hwa3PiveNhKv8Kjr22w+l1bNY5x6zOr8VzFDvJYadrL8/i9fQlX63fS3re9j6DaipyGqXQZ891pC0MNKW6hSPEnW9/rr3/YdrrGbDvF4vRkm9aFo/0+nmPW+y53hYi9zUtujNdC5Xj/VUjzB+h/4HYNdj29R8h8xhDuWL5xEWVP8AejTP6fMr+7rtGUv7/wAX9TbkwJXxGor3wM/T+s39D/p67ROdd5pxp3b3BsVVnYn7UnOK7/vbaR3FM+5sENz/AO+p1f8Ai/4dts2R2OfnttfrqT/n+zbTmC0ymsGvwIDK0Slo+7rV8yiAE6+Wvc9h+Gu2HfeW1aov9TFNQfgRtUrH1L+HKn0RC8mVKs6f0iCDfyFiO48r9j3GxBUsRRZUCW1Pai1SFy6n6XMR43mh/Zk+ak9ik2IAH4FU7q6DjKs4cnxcZUl+l1Bh1aEJX8yPl1FxYjzGlz5gbHNNw+1S6W3FlS1rQhfFWw74cx0/I2NiRqQPoNkep9Wo0QJvYD+pkJuYYgbMj16s1TixYnAR0upWhGVOnbJftr537jT6ScQ4NdrMDmmpbDE3IlakLaGVXqBlt1X1Fu9/K+zAcNB5BvhPZFo6Uf3f2+W1BOTF+Jwpf+4rb5r1b+ObEs2aPGCPfuXWvaMNImHJHCpbcWfwOaQrr6MqXFWsF/mBqLDXW5N7f1SkxWneVn54K2Pma6kd/Ig2I8/9BtTzQ61+idbXk+Tasenu/wBr/wCtJ/j/AI7eH1er1HULDbYeT7hxtUbZPqsyVwnOE63NYWlXpm0B/A31JHnsA4fnNO/ovhozKX1q/dfttYVedA+I067wM6VfFQvLl+oH7dqCgVfn2m+aeQta/wC1zeL629PPy1ubbNUaduzloCyHbMhpr+24n9z/AI/h+GxPSpTrUXi8FC0fKpagr8j6G17dh9fRex6o007+v/6DtJZrsr/uudCFoyLy/MnZF9M26QH2wvqFKiyvitdHiy5On6+RP7L67VkuHAai/FZQtfyLV1fs/wCW1HUK1KitfCe6/En+96fUbD9SxL8Jx2e8+hHz9X/HZjT6QyN4lfX6xAiuuc00tHD8a0p/09PqO2wbUa3zTv8A50UPxVoy5V9WX8bA3Hl520t5HaVUxKqk/mostcqKtP6LVSkq0uLWJJOtjb8/Laug4b96Sm6NAiLQwt1TXnn8tCbE5h+Q0G3sun6JFHl7lD90FsR1eK7w4EWX15VJaVIdzZfW3n3uRrfTz8yXBtFdaa5qe6xOQ/8Aqr6VX7EW7W+n7tRtoLd9uV3VYXi+9K9wFucL4qX1nIpBtqEk3uOxFzf0tfag3sp3cz4rlG3c0lcKt51LjrjtFDEhQHZXlY9gRY/lt7B+g220AVMJftfiLWXH591xrDjLiKpCWpa+jpUk3sjtqDrf17DXY1wRRMOUF33piinIQjMpakZj8NHmE2PYK0tobfgQI+6rBG8HFEVv39khIRljq+RWlwQo6Fah2BNiRa9yAS0t4Ps30vmmHYFcqiGH0pd5dLoVy76QM6SogKU0s9QF7pN9baDqf4dNQDM39p23bBjeLO3fO0ZiqYSxCxnYV1NIUtalIJAOgSbkHQpJ/MW1X0HF7XFYapcR+UjN0oaQc2p+XqGhvqDoRoALixZU91lLgRXHaC6whaF5HWpCMuVJvcFA8Qv+Nu5OmzGoW4bDlUgN1SlxH4s3qV1u5k+d9B217d7i2p0tOo6SNQQdnAkoVWZy3o48pdLaYlRcEVul1Ff6WPyDiWFZRa6dDl01ItbXXUG3TcpvIwviN3iu09edfQv4qEvx3dblaSf0a+6ToQbg9rh/uNxXYD8Cs07nWKc/wnVJyrXHV3vkyhQSbDUEgnQ20vQxsBbvvj8rSWIS1qVwn4qOEtlSrXylNjoQDbUeWvYL9rRUgoyAH94Qus/KNvKn0GV75wuzKir6eLxb5FaaAjLc9xr+GzJie01WZ9GfgT8MffUJzNSIudSHEjuFJOoI73BNxssZdBn4XityqzLbq9LlZmlVSOlSXYawdC82AbpItZSRYWVcC20WlVf7q21Fl81nzcJ2OsKQ4nyVe5HbQ2Nr/lszV1qzQKEI8YuXhBVt7Fer1BcpdUwmt7qzNSshRy+unr0+R8tdbd9lrPiysRwHGnafFivrSlbT8dCczyD56KIGosD3B+lxsct1jlXfhZELXmzoyDL1CxQfK1tCOwOt9p1OlNRWnGvdyJUVeZHCWvq+nYeRA7W1F/PbA138T0ah8Wp6/aXzFHQU7wcGxeFKp9LqKEZeE6hIaUpOnjBucwJV52ItqD2cmDPaSxlAisNSmWEZMqfvCfCr0ulRT+I0F+xsdIsulxap8WVE4K82Rak+HXt+Z+ulxf6CmxHhGVQYtNrzUtibTprWXO0sZ2XUq1C+xvYgi2oAI02b0/W7kp7mnAx/SWKBl3QqxPWJ+N6p75gUlinPr8XLpQpDi+yjqPPzte51v32X+8XC+9qLS34rtOQ9S32kyEyIqil+KlN+sgpy2By373Cjc6E7FFAelYcdYqlGeW+t9edbS+pp5NjqjsRpcFNwQQCL67N6bXYtewuxWYETrpy0LdaUgr4jCulY76CxuNLDUemzvTrh1Jj3QAf6SuwTI272Ti2jOscKto52K6rIh1KWvPyGUKJBuASe2hub3flI394ogfcK9h6FKX/4XSpKbfiQSfSwAN7XGu1Zvj3L0agxqFVKNUJSEVeG6pC1upK23m8t08RtIGoOgOo1Bv32WOHn6o66/Qao7nmxU5mnc4SmQxex736kk5T6aEAAja2q1ep6OSFxA2AqcSxxdXJ9enuOu0nlYS1dK+lamUHv5jNbQgEjta9gLC1BpmKPfLjTvK54qkqSpfjzA909Vik97i/ceRGxqqE7S/v7UtbD0XK/xfEhOWygVd9PW4+hBFxsZ1XePu53oYcq0/goi1eiQ08VMJKEKeSEqzIGUdLl7qbUAUAqWkkJXY26TX/qZbU2AZ9jiFpG/iT6ZvpdapfK1TCaETVo+OuHbIpYsM+XMLKIt2v+PYbL6r4gdlc3/R/6fNnzXzJUfLuQQTqLkXOvbYHh4h59pjhRKojjr4SJXCV8ZINkugnSxBGZtVlpIVbMCCG/hCmtY3wlPpc9lFLxRRGuO0vwsVZpBuVpWrs7Y5VNkgE5VJ0KgH9bp9frF7G0Fc/4lslhtJiaj1rFECqPuuxGFxfEjOn4qbAdgbnuNbj/AJNDAe8Vrmm2p/wF/N1hP/oIudPLy89Bfamqj8CqYo9w8L3c+thC82X4WYZgQR5XAJPndB7kgbSKVu39816pQKM8hFXp0VVR93LXm5hCQCtLKuytOoA2JBsOxtm/6fq+nNtCj9sSghHUZ+HMb1l+K68h9cXwfKpOYEgi5PbQG4FjcdiCb2h0uBS6o3RuUXwJSVdWcKSl0EHUaEX1IIvqNbaXVUBED3y5WYGdaJSEtOpdRlVmI7EG3e1wLXuO9xt+xp2Mv5xokX3iv3XFQl1h1CyniX0KVAHKCB0m9rkgggXvp9H6lhmq1K4Yc8/iC8lbM01iZFGdlROFVl0t+UlDTrrWXJm+VZBBynyKgLHQnUX2q8R7qp9Uiv8AFxvNlc00nhR5iWnY6XR2cQcgUlWve501Glwc8YhxXiP7RuO1R1xCIq+ElCHc3EQdb6aXyn667O/AGM4ErDnuZ3jzYsppXCakLDvT9Cb2APYeXla2nq9LbVqgePU5WLNiCuDN3WKKzAlutcdiVS5XK1SOu3wVG/CkNkWJaXaykk3QTcFQIsAb0N0u8GvSpdGixKvF4HxZXINZ5CbeqAcziCeoJRqQbg3FjrnAKYtGnwHXZcV+nVdp1qO66s8VzTKqMSrs6k27kggCwGgF9NZarMCdVMOZJVRw3IVHztKGaRFNzl+pBuQPI5gO+2enRqaNS2rXgEHI+D+8eVJ5OY33WYyo1G9/SsTrzsdMdbS8qtCoFIUCCFAqNiSO9iEgmxbgqTxYsSBXnkTeAhDqHV+NTSibi4AuoK6gTqATfXU6J35YIlV537RussfenU8drPlRI7ZS7bQr1KSq17akkAEKCWvDlGiwHeUWtjK61kWj48VVwFsvJBsbE5kqTe5Sb3BFy6IabqWnF1HK54/tCtWjiQ8Z1TlazAntROdWwpC0ZUfFb1NnUEHW3fS5HcgAXDWq28elz8OS4GI8kV+U1kV2SlSwCOIg37kXukm/Yi4JGyAnTa9/ONhd117PS36pHSw6rp4nUm+tjew1uPrci+x5vzMXhVZ12nPvoYlNZEMWStKilJtraxBVlFrWzWNwSNvRUY2BRJFaH1K7BD0B1pxqA83FehLUtph3KlPfTS/YnROUEAZtB22On627FdluxaeiVCqMXJKYW1mWlYvlKdAQpJOYKSdCkkixOyuwzQItUpcSfXveiIr7qWIs9pJadbkWzFlxaRmbUUdgSQSEnVJuDmNR3cORXJXNzX0QmuEv5eMhOqCpF7cQDQEHve1wQNhWJs5lmrRJFxXizn4suqV6rLWxKQpK5E1JzR9Ep+JrcKASCFdiRcEG42rI1IxHzTdZozTEqVTo+ZrgWdYlMXCiEnQi6bWJsMwBGltq+osu7wZ7jVBqMqLCfjpWhWXIrMbEX8lW0IHcjMCD2LP3e0mLFaj0aLSeJKhNJdaairy8ZoaONWsdbnML2sbW0JBpXRu8jIVM+4YezNTYs/G8/GVUZY6IXSpCOnMrUrvYXJAsPzvfTbOXtx7xZWPN40TAdLZz8B3MlWQqyqNwADbw2uogAkZb37jbYnulrdVuvlyvGtaFurXkPVe5uR3Tppp2t522ybg3d7K3ybwZdZae4E3ItDXF+b4l0oIBAtqbKvcXVpob3QN9ommlS1JiEm5fA7v8zcujNRGOdi9eTRKku+I2N/EbqJ8iT9b7U7lAxG1xIv2NXNp2b48iHKzPx0kfpMlyopCstwAQAb2sL7EdGo2PHZ79Gwl7oXUYquFIiynywlxQtdAUNAo2Nr6EgC4uL18mJi2jSp7s/moSEKVxXWnSpTaLnRSQQoqQbgkC9r6Akg0s0aN94illIBzPjDlOgSnW4splD60O5EOoRkUnU2v3sdcp7ggXsNRsZ7249UawvyrstD62E52lNWS6l0d89jqCD5ixNjoO8eYKDFdb9zS1uSn0MSOPHXx2nE6WWQdLHub2Vc6ga7Qd6dYadd4VZob7E3hZGJ8NfT0WIzXPcHpIIuQR6DY+noWpMAYmY9TKYo5ddxHFdpNGny0LW/IRIalJaKlZRbMhfT0kd76AaEE9hoWmSIGPKyx/Tfu6ozWmlvqkNJWw46LIUUqFhZdk5kkggqJOpF0VVqxjyLi1iBRqGiU/FiplcVCQtLzCgbFs9j0mxTZWYEgAHTYzw/OlYXr1NlOuoXFrbS1tJadCkpWoatqToAqygLWIIJIOmgjzLIzJGzQJlGwvXmKNijnfdD76Yb6mLKXHdW3lElq+ikgkBSdSUHUXOxFGqErCUqW1WXuPFYzsNSI9+E8gFVlozWUlQBJFwR5HQg7D2EBQcZRalFxHVqphRCHWuE6tgPxVLTayXUWK2z5JdBKACoKtcDa3xXil2fS2MEO+65XHWpqFV4qx+lGqSrUJspPQpBHcggm1zfuqnHzHqWlXSIkpqU5S8W0njwpSMsWotKyLb16HmyelSb2SpKs2W+UgXCtjDCmB3eV96RaswjIpVOdQ71OxX7fDWSnu24E9KrGxsDa1gAVDEPFnt4ci9cWVH+Kw7dTDb9rLQq1ykG2UEg2AsCAE7BlXxp7rnscKW/KfpeRXAQ+FLeSl0/CUSQpS0puUr6lkCxNwCaV2B3xGa3j/AKpXYsBqJxXmKJNXlhvtLX8B5aFgtusquQXWl9RuQpOdJ1GW6k3hSIGKJ77uN8D0739CzraqVJSEJqDRSrMFJSoZ1X6rHTqUbA22ssQ46pdea+9NPrivuod67KacUBo4Ei+VwFSh5Agq0N9h1sSnXX5WHHkSoWZC3WldXY+SgboWCLhR0IvcXO0Pavc2EQ31GPDEWmEcXNUH3li2l4Zfq/JOqadirYTIdZvc3y5ioG2SygCQVWJsbkxpWNq9Wfe0qfEhLXV1olRek5m0rAuEvaLOXUBRt3GhOu1jims0bDlLbd43uuLVJCePkaCkuJ0J8xdV+xBBBJI1sNimC1hevNMNRYnuibx1MNSkW5eU0rq4S9QlNlm6LggHTuTZ0epQmV770qVhxylz2nkc0ngP50f2thayuxXokhXdWnc90xjjFMDFFLgUblGELpzquOtLXCUp8DIboVqkkC5I0Iy3ubbN7epjGl4Sw441wpS3+FyrrrTWdKV6oAXrYgHv3ta/cbZlqlRd/RO/p5S+L4OptJ11PrY6+V/3bvStOObD8RHUWZ8JXTnmnZXKwOvJ1KX82XtptTzUcLicX+Pp+3+NNubS+FPlymv8HjOXKQb219B+3W+1bUql/wCNn/jzttq2NF1Ett31Gn4jxkxFaZzxaclUx3+6pNggHSw+IQb+QB87bAGPZHv7FFSrP/dVyFIi9f8AYINkaEnuBc+RJJ87bPDd8Hd3276rbwZTORdUQqGwhfiyKGQX7d1kq76BIIGmoJUKFhzCVGbr1eltvv8Aiai6ZctrgJT8+lurVIJGlrbY9p3ZMaVdsE932EHfdb+Lay1wKcwvi9SwlTiQAc9lWsj1v37AHa5rGPqziiLwpUta6cwvPHYzZUK0sHCjte1wLgEA20ubgVVxrVMZO8q78CFnTkYQv07FR0zK872sPIDa4bV8Jtpr9H/H8fs2pp92cmRY+0YEuKUxxXeK78nXsX4WwtWcb15jDlGic05KzJ4WcJ6ACTqQbWSCb2Pbta9hWD9wi8X/AM1to32JqXAxRvkgNT3X4qER1KhPxXQl2PIuC24U3zLSLZVWtbNrptqL4oWg19zRu4beJKo276u7r69LfrbFFhLUh11GWqNxygoWxKSSQ6pI/RSB0OJAbcyLCSqV7QI+9YXwRKdXKpEKgokQpiV5VJSsqHDXc38DKFJN720JOhOnMLbqMGxqzOxQ7h6EivFS4tRW0gJQ8ojVRT260KBPqFWN++2c/albai1nBkWK8x7kfhOphyHV9XLhaBwCvUHh3TkJFwHFAlVrnC1Votzsh7Pt4iuwHgx3n26phyoZ2ELyO/ruKN+4vaxv1C1ioXuCTd2Lo7VLgOV7Eb2RDCehKl5stvO5Pn39APLap3dU+LQaW/Xp/wACnRWulaldLiQL57i9+34/uOymxxvHxHijFrkql1zgU5DXwoq+lCkm4uoH1BFvMDse428tqOlfVuLL+ceh8REgt7n9vTxH8Xn3WmGGIrqcmdA8FtdfU6G1wCDrc220L7PKGou7n7R8HlfeOZ/L+qnyH4Wtb6ft2zPTZs/Fs9ujV7D0Wo8d9qPxY61sKcaz2SdBfOBqL6EZhpfXU+OJlLwHu0boLVQYpaFxeXjuv3yNqOgzZdQNdTa227oaVrTkYlCQeIpE0x3eXjKrVmA9KzoWrMxIaKmMgOX4a7XTe1ylRIJJINjYCONZzsV1yjRWeVp8JWVf95fmCDqLG9j3ufK9tnlgvEM/C+A3Gp8TnX6c1wo/CyL4jB8KQoHUC5IBNgFEi1zsH1ml0He1S3KM1UOBUX2kyosrJ1x1A/1WWgEkpCgMjoJ0ypVbttndV6fTrh+oJJRTwZnLHDcrGVLYpbTqJq6XKRI6l5lNpGhsq40yqUQD5pvp5lWG6RKxRKYi9eRCEcd3w5rDtcHQnz87bHC8BwMG0vkItOWuU+pKJT7qPn8Pe35W8gNO5tIly4GA8LuVSf0P/MjNm6j6fS4Frfjt5LR6CzS2Mlme2ORmK3jtHAPEg4nmtUGB7mpbWTp6un5dRfQWJ0/G/rsGPUV3hN8LJ/vX/ff09dbHaNS94TWMq8266zyq2EZncnSly19R9fXyIuR2I2YeMYUCl4SpNei0l9/3i+18Xw8NBGuuqVAjtpcGxuQSAWqm7rNjbOFHAl9JX9RnEW0ihcL4TTK1voRnyIQVdHrprb629dh6tzJUCA/Fi/AfWtORWTKrLrmA+tuwt5H02m13eXKqmMm8JQKtFYpdOa4UeUtrK62lWuVz5SG1JDZUi4TZRIOoAtvFo+I+Kw069yq0K63WncyXEnsQoA6HzUALXBA7EadP8O9jzL8xw9P2rnMG5rNU5rmpXNPo+frObQ3J1F9D2BJH0HlXYqxNS4H3qjPL4/6JaFpKVJ0sNba/t0vbXYsq+JWqXz8+VLXKWtpLDTUiyVqWR4lZQAVfKVAjsCQSdg6j7vJWN4E+sxaiwiUw6hK2nejKlWgWe9k+psLa+l9kxoblfLGJCplMXqI8qqSv8f6/635fXYlouDWp/Ea5thD6E5vio+X6ai5F72JFx2JO1bMiVnC89+l1SJysqKpSHUZPCoeh8wbjUd9O+37IrHFd4Xgz/J4f8vy/5bTZvWXI2zo/Adpc9yL8Ba2F+NrqQq3mNBcfl32fG6HdtjLeNgipYoiy2Fs4aQvJx3xxVNWC15Ek3Nja2uvYDTRMT607WWoEXlGM8Vrl+LHayreSCSnMANSL2CrXItcm19nFu0NZpeEnKW7x2OaVnypUU+Vhe3e34aa7ZevvRa9rfMA7y2o2H8Rz5SPdfAlLycXLxUpzJHcWuO9tdBfa1omBsbte9t42CMPP8jCWvmEMOhUqPYda+GbKKB1dQBuAdCNTHZmuwOPxXs60ZErV/eVYa27anUX7aG+11SMc17Bs+PPdZ+6uKzK4ShkUlQtZRGhB1HYgd9s3QMgzvBx+R8SqW7Pcdns/0B11pzGVe6H0NJ5XNdKVKUAb6i3p2Nu48tu+ItxXv6l1KvVmXFbrcqa/PakJf6MqiSG1jtYX0UNb6kHb53ETZ9Zpct2l1ZC4SF9MBfUqO0VkcNKvoNEgixFhcW0kK3d15qVLiz6hKqNOffU6hXFKeC0CSlCkaWJFhaxF82tgNvolGgo1FAzyCI4LA48YErwLQazhdj3y0tFUpzS2os2GgcVvS3i7LSDoQdCPLz2zbvIptUoNew9FlUnlYL6//OpwvgSmlXSe/SLEEEWHn6EbbIVjml0uvQKNRqch9CFoQ6pNs2a+iB9T9dPXZG75HMR71d4zm6ClxGKdCoilynVrQEpTmSFlFvOyVXA0F+97bFOnpqUInxCVE/MQicLyqXPn4Slfp2Pv8BSr5XmiOpANxe98wIvfLbXXaTR4MqqRX6Xza2H4vx0JUk9SBcKAsPK1/M9/TYy3j4e/m5+zzrWJoVbfpEhKmlfOlrxFtQ1JbI7aXuD3voZ1nFOF8Wz2MUQKGiKxNYQ7HVHsnNpZYV9cwN769vXTznUkGnbunkfMvagPmZzxB7L9Uwvuvb3oT62h+LwEyuE1fpSbeoIJ9e+ugte+yxpeJ3aNS28R0FlDHStK5WX5km+XXQXubXvY+nkwsfb2sRyt332Ni1zgQmFZuV0yuIOhHrYdwNPP0GyVqGIeLhxzC8pnJCfWp3o8SVa6/hrqBYEafXa+mNA/UX38SECY4EGN6+9Os70KoxVKpwEcBpLCOAjLxE+qvU62H09dgmKHf0WxhFwI7VJTbVLloXn8HFXk/edPx2YOE/ZpxliOU3FiuxUSloSvIt35fUfh567aCZuOFEG0WWGMJtVmU5xZfAQxHW6pS0fqjTTv3+h/LbjB4sV3hO/P40bauleyBjeg0tEWKzFlPvo+LIS7m6fNPlfsO1vTyB2VeLfZx3l0HiVR2hvykMZuiL1q07afU/hYna9ugu4OJGIJbscUYogbwYjWHGeO/wAJaHUK6k5VEXv9O3020Nj3C/2ogMfa3Pzr7Slx2krKkNrFgQlP5i30/cotz27fHkDHjFZlUmVFf61qdfazI7+Aj935d9tL4owxPxRA4vBXx4S1+HpV1JH/AA/bbZ6ukqmCIzVYF4mW6jCn4coM92A7wOA7wncqT4D9fW3ceQvtDj71XYsVjkInWx86+lP0/L8hs2o+6qs+4a01WWkL5rK61n8ade182mhJIt/xMGV7OrUWAxwnULlLRm6VdOU6DyHa2nr389lLd6nic+14rFb1cWuyuK10f4Ufx/psVULeLvBrLXKwImf5M/CP/D9/7+2x3hz2foEB1uVVHudWhfh0y/h2B/0/dYqr0zDmA4DnF4EXpzJT/Hn/AB9NoVrFXyi5rEz5i5WKGp7fv6W+t9/wozHMn8r2/wCH012NsRY6iz8JQItZZYQthGThNJzqcV5dr+g8tPXTYUrEufi2qOT4DWTOrLx3f1bk2H7fKwvfYgwdgKLK4jsr71KzdC1r8KvoL2H4+m3m9bra9xCtk/gSosVQQJ+TMOyqX+liLR1q9epQ9D9P+Y2FcQxOE7xf19vQXFO4uLK4jrURC/4/ZslMd+ztKdgP8q0vP1eBH+nntopQdPZkRGtGqfMyURba4o9Qdiu7Tahg+fS5TkWUzkWwrJtzaoEprbZrE0Vjo3K70HcEYtgVnjdGZKHUfrIOhH7NvQ6O3Qcb0ZifFyPxZrSVpX/dI28n4kWVF21D7Mm/12gut4Nr0v4C1/dVLX0pUfk/A/sv+Oxn/wDtLP6jZ3j7lWv0sBroz58mX5vX6bLZrCsCl0Gu0as05fHXmlQJuTN1pGrZ087XH7D67a8ptSgV6K34FoXtQ4n3fNT2nOEznzo/g/j9ds//AEmnebKxjMrQBU+8TGlU5+VyEprolQmuAp1F0qU16enmfLt+Asb4B3i4XwQ6+1ihlHAm/wBqvw6d9LG19b20JN7XveFvbwJijC8CRVKWzx+AhXwkJ8SR+RNx6W7bIvD9CxHi3+mapEfisLdV9wdz5krGU3BJunUXCSBcHt5bI6jS215xK3MWc4mmqjW8OVR3mqDLYfiv9bSs4zJSe6FDuCD+RBB2rnUbLODNao39VzoyZl5V/KofxptLwbj1qs1n3W7LY+P0tZ15er017X7A+pG3x/8Aif8AhLUPf36B93sD8xTO6Gjj/C2CsdyuLPiNf7NpX7yP+GzIRhGVKlONfIjqS6nqzX7G3lss8fQnYGI3Irr2fhtI/fc7e4/+FP4X1el/idNXeuFVW/yRifOv/k67tdCKf7iBB3b+2/tv7b9mz81QwwTDgVmBPo0ppfX8VP6jmmoHorta/f8AbsKzt3TvvRug8JC2OrkJWTL1eSVAagj0sOwPlqa7r3+C7I+frSrZxUuJS+K3KayL686EL8SVf57flv8AjXqOibr+o0F5AYEHB+c49T9YfwDeuq/h+gH4GP8AEWe5TENZwvjeBRoHHiyoqFIlNLvlcaAF8wtY3sB6gm/fXa43x02l1nG7bVLiZEITzCo8dA6VnvYadxc2FtmM7QaW7Xn8W8ohEpDXC4qUZcyO9j66jTz2XyapS4uKJdZrMvI+hamnY7q8vRmJGUWvmt2P7iDsro6q6dM1Ybgz3SAVUnMrYsWLA+/u+Baci1fLr+t53sNq6Vi6jYDrNNqlL4D686lZPlU0dFgn1+oNiPwvtd4yxhArPDoODWUSpT6OK0pHSjJpcK9b+nckH803jLC1egV5yqOxH0MU7K6614kNqsdQSew72JFrJuBcXxba7tMS9JyB6P4iO7AJEL8f1Ol16stypURbCJXW0l9GXvYany7i/wC3sQdm5VZXuHBrEWV4MiUdCPly6H8PK2yYrVSi17CWGpTvxH4sxphXZXEaK8osb3JT4R3JFh3Gzz3jw4srBEThOo4C2lL/AMSTofx2b6TRYS+odskiMUDwMz43X2nYHCn/AAEQlu/PmRkvcLR6X0JSbAHtskMU1f39VH3ZT3Q+rhMLz9KU9ki/lf8AZsUb0q81Ad+yVLl8dDC87+RXr2T+Hnpp+OwI6y1KgSGnfH40K/V9P27O6DQsmbX9n1/SMV/bIClz6NK+L/6SdT8qk+R/j/W+1oxFa4XxevP1oV/pf1G0YqaqlGYddd+OhGT9nofy7fs2lYQcaqkpugyuhb7qWlrX0pSomwcJ+VPqrsO589t1V2rh4UJuk3BVNdn1Rx1pn5koR26vXv8AwNts7oWXZ9GY96ROuKn+seJSk+aF26T+I1+p2TE/2eMW4DrNNitfHiv5eFMSjoUrQraXYEJV6E6KBuDoQNP4YwO7Fwl7r4y2JS2uh3xZVW/eB9b7Zmg0dl2oe6wfsJndt+4SZ8YklRXaW41RpaGH0fonUozJSodgoa3T6j02G2Vu1SKw7KiIhSloyykNXW0l0XuU3sch7i+oHfaKxukxvQZTk+LiFErjq60O9KFJ9Ldkkn5v3bc5DVZpbrcWs05bD/67C8yFa+Y+UjUdyCNdLnb5t/G+m1ZsLX1hkHyOCIeo7eJzmwJ7X6i86sqcv+R9D/12FaqxKa/SsrRtYOVOVKlcLjLyZv0SreIf6j69htRVCTVHXXGmns/6/wDh89vl1lNbPmsYEq5lfMS1/ZVBf/oP/HakeRKi/pXl/wBxafDl/wBNrBRlfouhf+Lakqcrlf0ueL/eR1J2d09fltgzBvFlRlNRfkWtasmdHVlSfMjTTyP47fuFmHXWm+K9kR/5rN2N/W9tP+Gmw/W5HNT22netnq4T8dWXMk3uFaa2vcHt6G4O1oiou8LhNf3ev5fz/Hy+v7NvSGjZWElHMK0yIEB39Lx86c/QvNmT3024e/muL8LoR1fL1Jv22F0mVKlcg0yjjv5snFVlTpYkeWtrkaG4Gg02JaJhDn5TkCVUGEP5c+XMerzOX9b8thp05rDgQP3TiuTKlSuE071/31nKr6fntT1rEMpqexRp8RC2F9GfJmT5WufK1/P1+m0/HdGdwRS35/NozrT8LPb8/PTzsbWP7LqujV7EeI6XLlVSJySOtDXCXmU8hV7hd+1rJ00I77b/AE/+Gr7CS4wP3hETdG3Sa5RqD8KLkQvN4EWV1bEOEY9Z3g1R9rDlPQhxjokO5ClSVXsCTbxA2sfMZe+h2QzNBlO0b3zS8QolMIQlbrSVhSkqGihoq9x2Um1+51uDtoTcVvBawbRnJUVlCJUrIhXFt8RdrpCr2OW2gVqBoDprts9P/h8d/Fplin5hyxgmqRZXIbwYjFRirQpCXUpWlac1gTbN4h3FtD2I0vt/R5mCIs9ijNMsMTYrvCad4QRxlJuUrSSO5872sQSBsZuVml7xsLsYjivPsPsJVxWHU9KbaGx7EX+uhuPWygxzTpTtZbagPMZ32syFOuhHxU+VyPMaW7jvrbb3dehFSYHxJD/EcO7r3M7PluuvIYffkZVsO2zZ7kedhqTYHsQRb0DLao9GrMr3W67KYQ+lSE9ebhr9Re5APbTt32x9h+qNVniRapLXFm5ktLYUvqZVftob5QVXBvqDcd77aEwGKzhxpufXqs/VFwl8VLq+pSkfqi1zoNB3JHcnaVrS0bDKB9jcxH4tw7WcOb7n8OYyl8OLFTzDUhCMnGReza1gCxSRcEjQFAPY2DYexY7ysRqjS+VhZf0qPmSfP8vXy8/Pa89qnB9Cx5hijbxqFMQzVKQppanWv++QFrsto6HVKjmF7EHONLmyB95T6zKYo0V3IxFypzpX0KTYEo/W+h9Tp2125q1p8ZW73lYeYiw+1RotT3jUauLqK8yUVyHmGdKfKQ32unLYqSbjQkagjYNj4j5p3iwPjsZ/0rSMqVNHsu3Ym+hTbQg/TYgqU6LFi8q70MTWFRXflV26VD1IJsR3F/pYheEMOVmlxXOfZWxnUrwqGVOuhJOtj528zqO9vOdQ6amofu1rlpUbocRoTtZivtRXlsIcyqzaqzW7aAjXU29fP12X8+k+5p78qgy8i1rVxYq/0Ti73JIFylR8yDqO4Nrg2kyHaXF+LL4C/wBdr9U/Q6d7D9/12HzGiu/C4S8i+vi5/CodiTfNrqLa32891PFCdtx5fP7QwQ/MhUuR75lOeNh9HQ7FVbO2ogHsNCk6lKgSCB3voDGn0uU0041wXFrbR0o8Kv2Hufp6HztsMqojrTrFUi9EphfQtXhUk921W+QnUjUjQg3FiSRsQRXYrcqKythaP0rTviZX5oNtD9CDYixBIN9vIGqi20Gz1IztlvQ8K1nG+EqtKo3x5VLkLadhKTlW4gNpWC2rMbqAUrpIBukkE67L+iGfKi8hP+I/lU70eGQhNwpYB1zC4Cha4uknQ3BVgfFuKML70PekCW/FhTWlKdYytutSEgFRbKVAEpuNMt1p6gAq4CvmHh7C9ZxvyDWIUPxavIdqVGnxV5HYMxKlfCV5A5SpIVqlxAFxYkbfS9N03SNpVqpHB9R2so6QQj1f7LymIE9la4tUSvLn6kuKFrgKtdDiSB1DUEgHQgh37pa+1Kab5rrQ+taFZEhOZOtwQenMe5HY3OltgbFEKjff8OYoiLfYX8V9cXqkR3UAgTY6CQeIBbiNi4UARrYXgRMYysGwG6XP4HvSnOtcVbSsrFSpzhHDlM9sybC/YqSRYgG42b0PShp2yvx+feYv88Rkb76U07S3J9Bl81SIrSeYjtXTwX7eNaPkWE9JtqQAdQLDOdPhOtT2JXXnbXnaWtOXKo30P0IuDrqNbaDZr4fxDPxvPxLQYFQ4DGIaWpppTq8qmakzZTDiT4VtOBS21K7pXkBAuDtXJ3fVmBhLmqziGLKfp0dDq0SEZVpST1WWSTl8wlQNspANjpf+JegvrtN3qPuH/MHZgz+j1qVyHCg8Bh9/9FxUBKVadTSzYmxt38j3sDpJ3U4Vi4ci11qqUmFC96Ly1FGcIXHkJTdh5s30BQr5dCFC2mwZSK/+ki/31f7yRbUehtre3l6bAm8mtbwcOQHJ/F94xeOhp1bDpStMcmyFlPchI6bAm2lrAaea/hLWtW5ou+OMSc7ftmn41F3fUaK/zWSUyv4q1Zsqcx1J0sAfy877VEuvYDlUufKoMuUhCGMzT7SupK0nVIOtlp0UNNRYjtthqNvRrLtZ91wKg+wt9Ks6dUq11vZV0kG3ncHzA1Gzy3LtxWt1+JXZ8t5C5S05UO3Vw30NqGdBuVKQoKUCNbaAi41+lHUbVyolK1bPlGljHCUXerQqTjfBryIWPIsdLs+jZOAiuJQqypcIfr5x1IBsSSki9iqfu8wA7iOqMV6jPTWH2FcVC2H8vLr8LrJzagpVqEkAFChoOoFE4nxHjelyvc1GlrRT4sj3vAaWsKVBd0Cyy5fpaXpm1sTra520D7O29X39Klxao9wK9KShch3w+8Moy8RQNgXU9ioDqFr3uDsKrULaw3CHlhincx9l4FWddqDGThJldTWXh6GytL5SkjqsSLXI12RGLvekCjMT+b4b9OkKadW1ZeZGpCtLhR0vcadyNtsYpR703fYonz/61FhSH4crJ1JdbaKw2od8qiMtu/f8dsY4U3l4crzXNVTDD6FxXUplcJ0OtKQD4wCSVJHmk3J1sTcXy+sUs+GqTP78ZElq1b5i/wAa1R2LijlZTT/3pph+OpHzKV4kEHsoaHzBB076PLALMDDlLb4svJK/S8JfSnKb3t9CQbj1v2vbYh3sYT3cwIsR2fSYqOdhNKjvr6U5QAUrSvWwGbVWhCbXJAIAg/SGpUpiA1LyPoR+izDz1C0kaKSRqkgkG4sTfbDF7GkIuVfIGR8wqVrUcx/UWPFlbjMWVSfxH2WH3ajHyeJl9tKQVJuCEpJBCh2IKjoddoO5ne7u6xvgOrNQMTN0vFEJC6dPi8XIp5JJLDqQSLnyChYg5gbX2E6XO3q4c9njFnCpyKiww0+/CUwhan46COptaLXWgKJVmFwkaE2Nhl/2S8Kz8W4tl4tda/o6nSFO5WmitScuZKlXHibANjYGxGlxt6nqtr6XpTW/IU/+I0yZwwmvN527Kfi2jQIDWLPd33zj8V1rNmVkVbW40uTcW10tsEI9kaVPgMcWtrffX/X+TdTmeUBYLZzCyVa63PUALa3BP98Dde3gblmP5voi5taRUkRYsdh0JU8rrQrIoHpVlVmzeQvfTTaV7OW7rfdVKNHgb1acvDfuGUjKh/4r9QYypIQS24UadSSoKIvbTTbzH/x9bdd0YN8gnj++YK5HSzKRXbq/Zxr1BlUGBjKWioxffKo/Kri5FKQjPwZCCo3Q5cdSTe9tD5EOxzhuvRd6GN8LtVCEvkn0Lhom3SlxHCbUGyfK3nbtbuLbejMbDtLi1NFQdK1yrKSgrdPUnQ+G9lEW0JBIAGugsvN4+7WgV2VPxRFwdS8QvrHAkNLaC386dCAFaHyuBZQOovfb2+nruq/Ufk/icBtnnEqNXpXv2LAlyqItbTXOtR1hWXIczcpHYLDahmzDqykg36QGDBnV6U0/An5F/AaX0NFSHrg5rgakZQCVW8728tndux9mTDGN2sQ1STVZVBmxZ7rTVOa6+TuAoXK7LKCoqGUhJBSR5bdab7MkXC9BfqkXeQ/KXS8yZUePCQrl1eL4YCrkG+YJNiQdBcBOxri1pAlLD5THmAMQSvv7TVOX9ylcupheXK80FXDiFWKTYG4T3IJFrgA6Z3Z4V4tU+2UVp9DFOyOpzI/SJULk/S1inQnX89pTfs4xcW0ZzeBu5xvCr1OlSkuzOVjpjvR3UW4yFtDoUq3c2QoDL0qB0J5c6jYS4eHIstCEPtcJ1pdkrbuLajyBOhvYX1udmlTaJoJt2ZgH7RO+KjNSmMGxXmH+On47XzZCCNB5/h2t5drrzc5i6BhesxKy6yhdLXxYrrsdrKtu1yOIk2OZJsM2hKbXB7mxVuw981nEOI4GIWJsqE/8BpaF8VMc+aRcApC+k6n1AGp2LsG7j+FFfqmLcj63/AiPZKUo0sUnKDm9SRfyI9TUJjMvZeFQExLYur3vTGVWxHhJqVUeNI/RMIWl3TukAalY7gDUgXGottEdXjzG9UcwbQcPLomJZuV3lasox+cYUFZXWV2IKjlKSk63tbzCWZhXc5VMEY3ltNS5sql1H4sOY0kLT3BLEpsg2toQtBBBCSFEEgElepUrC7UCfjdl+qe7pSvdErXMyg2zNLHZQsAQSbpPmLgbGCywZHwYqty+6THmF8R+9N4PO05DCFxWmHbKYUm9loC/p5XIFrAi9rEOIOaxHjxx2BEizUMeNKHRmcaulD60pUAMwC0gptcHU2B2PGd61er3N0HFFEiv0TOlfNOr+OlrTrK0nOsoKtSQSAL6ggEK3hxKC1Xm6pg2W+vko7/vfgWUtuyel7On5k9w6AQUFYUCBqG1iokPWvuR6axFoNZqVZddiykZVRY8pHRlUAVDMgkgHVIVbQ3vrcHYLrdfwviNqJS/urFUirVKRm6FeLqQCLBQUMwsCCCNQDa9XhmZRnaDLo3Nvv1TnEu5XVHqSQeHkGaym1pT2B0FwAAACL7xY9Br1egRXcPPYemra5dTrUrix0yALaLBK+GVjKQQS3p0kE3yrLWLeEQdI4ajiP3N91pdOqLCH46Z7TVRaOR5CRZ5tD+gzAEKAN7pCr2tfbuXoEqLP4Tq5XNR+PFWtQzx3yDZvU5VDNYixBPTYEkgh+77G+Mt3OHJ+EsUU9io+6+XkI4sgup5VawgqKNeI0D1EABaCVAEDKBAex5Ki15il0bBEL3QtaHXWkSApDkc24nAcSFBVuuyV2AIsSAbiAjvyfcvWmOYXxqTFgNe+ap7x94r6lIQ+VeYJKLEFNibjzFyNfMdx43hes43gO1SWhhFXQlhSmkHiqdNgF3Tbq4hF1GwAV3GgDTouIN2jTU+l4oaW/C4SXWJmcp6FDpIKkkoULgFKtAdLkbJHF8v3NjJiVS+SfY8LXvRI4U6OsnIc4uATbKD5m6VgKGrIo2cw+PxHNEwnS6pAbpeDYn3pGRUhOieMkCxWkG11AgXPftqe2wlMq2I8JcdqLT1oW/xYq5TSSvKq/heb0WkE6A2GUkAkA3MfBW8OqVmLzVUpyIq2H1tZ4ajlUlNgSCQFDTUpIPkbXG3bGcul8hPqk/GTFRXFdQuA6prl5TKtbMyBmKH0kZk5gT2SRYkgQiqxyfcgKZRz8UYNn/0XWWWJudKnVRcoSpTtrXCfNWmUkAmwubkbflexfXsOUGI1hLDz+Rfwl9QVwVJ1z5FEmwKkgkEgjQhOoE51yjYjw5xYrzDFUhSkPtP5QtUd1BHWQbKUhSbJJuAQe5024T95mHMLz5/841JQ/FQhiVFdgXdj5VXAcCDqEE3SbEls2BumxLdW2FQ7hPjHkiqYSwaxAxG8uVNryVSnVoupCXT4wkKuUgqJA1Gl/O2yVdkNNRZFUlPfHR0NJ/ZYfh6k+QNvTZg72950XeXAouI6Dn5VC1wnUKR1JsCUrKk2CgdLXGpNwo9QCbxK87yvxehC15UZv3/AF029T08hKYnf7kbjtRYv3p5HWtS/wC8pRv5/wDDb5wnhqfjzEcTDlL61vrV82XpCCTb9mnqTbS42G63VeE6xF/9W8SvT6n02e26KlNbr6DUseYo+A/y/Fj/ACrZUOwGoGmir3728tlNbrBWNvyZ1Ve8yi391iK01Rd30B5HApDSVSEoXlzO2IAIGmlybHUE6DTZcbvt2lU3v4yiYNi1xilocQtCZ8xLi4sVCRcZ7G6EFZSgqGiSu5BA2tKQy7vQxvPr1ee4cWU+qVNdS6MyUqJIQP7xHTob2BII0I2RuLwlubpeHH5+F6SvmpS1R1u8wc7iALJUkrKjoLqzagE6XvbbE1PUa9GvbOSfZwIKzUBXmCPsJPoOLalhefEXFqNIffizGFdXDfaOVYFtFDN2I0IIIJBB2sIkT4v/AKFk/d/122JD3B0bDmLalvG5tjEMXItDrHFQl1xo5AVp0F3W8ozIJC7XKSb2OTJ/IRZ8/wB1u/deO7y/bwZyE+XawH12a6VrV1edvoSotDniRTHalT2IvGXk+b8tnXgsNbtMJYe3tOuv06axiiL7rfa6UPIZeSHmgU6hwIQ+ooXYKRqDoQUtSU/F5r5P7/8Ap+zXv+7bX+83ctXsZexvugrGA6SibNXVEtVFqA7mzZmH+G4sXFnULUUm/biEknQ7by2IgG/0eIVJ6K4qxHyMDmaOWX3MXQ8lOTnyJckcEkAK9S31DsTkIBvYbYnqNMrON/s3uvxbLRKnbuVqgOzdWnVR1Bo9RF0L+GgG4sSknva+zg9n8b5GsJYTwvvup9LixcLsfc5nMLW7ISGuGhL1tEKCCqygVEmwIAO1Hi4bvqXz3IYsffq9UyIlIdVmV0oyjVIsOkZSonta5tbbzl1qaXKe/wCklr0gniGpRd4NZb3VYSq3uuExH4TEpa8jTkhBHwVqAICTbUkWPa4Nrhu9PDmI8G0v3W7gN9dbipXFdXFdCmpSCBkcB1AIF7KuAQbEAiwYNCwHAlNP8riGFQVoXk4SkBStPMXWB3t6g7WkTDztLr0DEdUxZ73hMLSlTTqc7SkjSx72uPQ/Wx2xTrHd/EcRfv8APAip9lGBKr2MonNMrYXS87UyK6tSltrTok63PhsrUkkEHTZwb3KbXt7+8am7tMLuoRkQ67IdWrKhKcvna5sdQCB3I0N77GdEZ3VUavVavYN49OXUWs7rTq86WV2scpuVBBGtrkC1xa5AYu6LAVLwvAl4oddYlVSorVIdmfrXJISL6hIBsB669zc7aWg1yhxmZ4om63HmCK9Awu7LfXClQ05uKg5W0p0INjotKtBYkHv2OxJh3A/vnHk93hMQmKWpKGqk07ldcXbqTbsUdr3FiPW+jwqNeoM+e3FxG8hC2My0Or+ZFxcX87ad/I7Q1YowbxX2uMwwhj59EoUn1B7EfXsfW2uyNt4Bwfc6502QHqUijVSlvwGnWH30O9eW3Tbz/wCe2OPaHr0rEdUbpdGloQxCdSjL8qlXOv5aWuCL38+2msQ4kw5hxqpVSLUWH+alKjsLaTmzXJsDa5087/U6bUmF07jJ8CXhzeXRKdFfqC1Li1RKMjrLpGl1d7X1BNxc2Oh2zNZqVtxSOCZmjyfymTqBSqphxriyml5KjFU7HdT1J1BubgkEi/a9wSLgG2z3pm/GLP3XwMGz6ehc2lutcBWTKl5jTQ3tZYTpe9iB5HQ9N4G6rDmF6XTXcOYnRKiysrqIEq2ZtStS40oaLQqw1FiLAn6AeKKNFixWGotEfYfypzZFZ0q9bk3Nj31sQdBptio+o6U5cD+3wYevfSd6RfQdzten4ofxHPlopzGR11GZeZSs6yfI2/C5BG1/LwdFqlUYi+/Iud9DTSk5zwm7a3PcAX+b5b9ze+32mS7KacalOvrQjw983pa1r/T6nYsomA/urc+fUHIvNITwlOtHKlXoo+Q8ge17X2MvV9bqzmpRgQ511znAgfibBGHMJVRiBKeRNWhKkSml9avwHck+hFjfUW2lwt2jvPxKphyo8CkcupMyG6jNmuDoo9ik63Fr6A3PckdaTg1p3i1SoMPzYSfu7q0ZMybXsVXyqRe/Y37a2FtllM3sVlqet2ls5EcJTXC0ypvpbQAfkO3ls2dcAmXGDDfUoo5lVjXdjVMUSn5WHM9RWwtTTWa3FSkCwCiQL2CQk6ixy6C42T0XDeI6pVOVgUmUvJlQ70npV21Pby09fzG2l6LP5WBE5/jo57ofitL68igQrVJ0JGoUDocnoRsIR0NUGfLlQGZT/wB6d646DncSTa5t5nub6jtc2uVHtDDIgnsDJkQ13PezzPdrLbXQuUiHnlKd8Daj5J/vHsANLXN9De4qTH2c4/F/rSHVtJyeFOXS48iD5Ed9NuOH98+I8ET23eCuo07hI5pL6PC0RlyKKQSjuOrsdLGxvsT1zG+77HlBfr0qk8qtDXLx0x3cq9BYXFrHuNe2nYW2y+paJNWgKcMPzAnawlJgHdXXt40ByU18dHMZOhQSlKx1dV/W+n1077GC9z+8GL/Q0+iIRTsnCadWsKT+dj/p39O+wlgre9vG3c0vlaDhPPTnHeL12UpXlfQ3tfN5ed73Bv2qXteYtlT2/fNDQhjp6EKUjN62JNiR2tYX77eg6XpNLTpQtns+/wB5wPjjEL6LS8R7h8WsSuLx6RUcqFLa/Rf4VHUJWPqbHS177MrG+9Zp2UxFw49klLa6l5elSCPAryPkR3BBPpsAbq94X89MqrUH9PTlwlZ4rtlfFukJtpdOpJBFrHZYTKpFwa7WmqpLWhcJp+LwlL6/GUd9er62Ouo0ttOr1T9MC1Ucq3r9oOsdow5gYvpeHHYmLfdMpc1bqo7UdC86XH9bLAOoBynz/W73GwtF3jUaA7iGvYyqCPelUdS+iVH6nUquEFlSSRdOQ20IBsdRoAm8c76ZVUd5XDnwIsVCWmsyMqtBYkA9j6E6geQJOwE2ziPEcrixYkqateZasqVrVoLknT/X89gfVO3r+8a3t/LCOvYwan15+f8Ap0cVS4/F6kt6ZfzB1te3e1tr/DGL6M1hyXgOfLWwuUpL9NdR4mXz3T2vlV6X72tYk7DmDcM8We3KlU5cpxGbOnIV9Wg7AdgbX0/12L95u7yLKit4opdOXFqlLaS7IQhoJzWJ1BBPlZXbS6hp32EiPfkEZh6tzcGTaHu9+Lxa9x1uePJqrp8iB569/wDLYI36UOfS3YE+lxMkJaVNOutJ8K/K/lrr/wCTr31flGDuI8EU3FsWWh9b+dDqEXSpK0mygfIm/of89oD8NqVFf59lh+LkSmRHft1fgNddvAnqGq0WuxaPRxj9orvZW2mZBg1GswHeLza/lybFWHN7uI8OVRufFqL6H0eBSFZfy/A+exVj/DOEp89v7GxHGMiVJlJTfJm0sQDa1vPy7EepUMyncrP+K9nQjN+7b33T9abMOOIfG6bj3Y+1lFrMViLiiXwH/wBFzGfpVYeetuwP+X02bYx61VIrbsB5Eph/qStLvi28zIcnhNf3P7n5/wDLYswlj/FGHOG1S6s+wjOn4WfMnv8AsH009dNvRUdYx42Qbjb6m8pGJ5/F/Qr/API6f2jaH9o5XF4XByLWrJn+XZYYA3tY3n4SqVZ+zzFUhUtrPMydLqU+eXvmNvK34drbTKF7R+5uvcP3pLlUuUhSVrQ60em3iuQSLD1sBa3bttrpelq5E5eF3RlSYzsqK5wns/Qrx7D1OEppr4v+FOxhQ6rRsRxXJWHKjFlRcvyL6lf67DTlWgQOJK/UUtX/AC89ltQqyyHM65/hPtNS2+ayq4SV/MoDy2zi7Ln1Tn3cURM8pEpeRfy5QSNAfTsPoPz20emRAxQ7hrFFBp/KsLiyGp/zfFHY2OtyPyN7eQOyIcouI58B+VPebW+h39EhHVlv+Q/6bYPWK7G0pSn2YW+s9nj3KOO27KdbixWf/I2eu5vDcCV8WqNZ3ELyoStHTr/r5/XYs3QezpVIGHG8b1RrO+4lSkQnUZVZdbXv9CdPK5GxNS6RyDrcppn/AHU2y/jt8w1o1PS7F3LkmLaent+be5qqRSWtqeXhyK7/AGKNjGUNqWZIaa2+u20S0x77S25lqlu/a2jRPgL/AKxkR+/8v8ts9ci16bejWLxS6zRn6XPyLQ+n5vlVtgneVht3BuI34v8A3Va1LaV/d9Py/wAtor8eIat1+2DEiI1wtg+a/Kiz2+VdyZOtH+LYyS7xdhqrraalNu/PtLvt+6EM1p7MG+eqVRpvDmI3eHKioTwHVK/TJHkR6j19NtbUTEcWf8Ljde3ktTsV1SjOtz6W7wFo60LQrqSr/TbSW5r2jpVUdYgV6WhErwcXNl4n0/HYiX1qOILBT+k2jiPCkWsxXPhePbP28bdPworjXCWiKv8A89UDOn63Pext219NnZg3H0CsxW2nXkZ9i2XToFZi8J1lC0L2MNl4nTz6q+FpVLn8g799R8jrV8yk+WltFeo9dhiJupadxQxPdamrirXmWhrOwtPl8vftrbvqe+u2zsYbp2os9uqUvOwtC0rStHy2N+3p6/TYcxFT6C7w3f6lNzp48VHyrP8Aao11QfMDQHy2x+odPNxBX4ixqxkxSYgr9UwlS3IsBmVVOjw68x2AtY97dwQdfTTVXoqztZ/pSU0+2t/xNP8AjbtpY9tRtp2fhL39w4rUth+UjqSnME8S2oyk+Y8vQ7LxG4+vYixG/Fi1aEw++sraYf6VK/uC51IA/Pb038D6nTdL1j2atgvGBn+0+af/ACP0rXdV0FdGhrLndkgfAxxFNr32/ti7G+7DFGCJ7ECVwH1v+BSbp/EdiLj8dpcfdLX5UXmubiozpz5VdP5d9vp5/ivo65bvDifF/wD9D9fX/wDxzIG757hVRxr9dOzOiSnWndlzR6LKw5WfvTqF+JCsux9DVzTXwtvxT/8ANGu0uv8A4mbW9PcMpVeR8Ee596/+PtFqun9HGn1aFWBPB/BhpAxK1wuE74F/NtWYnwRhzEbXNcHry/Jfq/H1B+v+u1IHOF/H12IqBVmorvxf0f6u3luhfxhfpnFOsO5PWfkT6Bneu0wWoOCaXhKU5VIGd97J1tK6lOJv2T3sfTQ7FOEU0bGU+pSnWuOxKSppaMvh7psf7w7fiO23fGlCdqlL96YXdQtfjdaz5V5fVP1HmPTUXtsvcMbwvsRXm5WI2ckKUpMWapacvDUT+kV+F7E6mxv5Db7f0Tquj1RFQIwfX4MGU2pKmrbvZVGxRAwa11o51Mhh3/aMAlZva1tBlP8Az2tfaLx3FwbQWMLxci6i+10NeLl0/rn0v5evfaz32b0KDg2qMO0Z1ibW20K4WSyksoVbVRHc6Dp2yti+rSsRz3KpVKgt+U+tS3XVqzKVf1+g9PIdtvQJoq9M52+obTL4QBlSeaqjfFe68/6X+99fx2nZuFxP4zbQ4VP5qVL+MjPn8P61vQ7SEuOtcRp3rWjxf9NrHapENPiIGuE+18PJm4qP1fr+w9/rteUzCtUdgfa2A7yr7Csif72nc30Iv2vpfTbvgvAsrGTsvlehhhKpDrvypT9PqfT89jPBeGK98DCU/jrySOE07nKkqYJuCe1yP4t22X6hZivtp7PEq9na5E0z7MON5WN8EOUGvRFoXCWlDDTvUnJ3CUm2qUnwEdh02AGrt94RYsXi/qdH+8NhfdjgyBhejMNNREI+ElH7vXaoxdVOFVHOVe+Mjr4XyvZfI+ivQ+fYjsQLqOt/0fRhj79SxfuS6xPitrkHOE7k/wAXhy+YP5bLys1hqVK/ra8iE9PV+jT5efn5fs8tuOIqnFqkDixXvgLQrIvwqT9CO4I8wRceY77LJtU9qU+066tvgZkePNmR3H4aWN+23xf+ItZd1I7y0HZ4Qqfc5p1xp15tHX/02r0yoEB1xp15eRaehf6307d9Nf3bCFVxRwmuE07158mf9awOna9/w1/eRAVVua/S51/qrR0/gfPX87fTby1Wk8ctFS8Kg1AlSnGnXehebry+G+1FiOlVmlxX58D+kWEZneF86Uj08v48tr2mriz2m+K71oV/5Vh4SbeZ7H8jpciw3i4TlUbCT+MsEVZFQioj5nYS1ZXc3zNgetjoD3HYny0NDoXscEEY/rzJ9xA0MUufKfrLXgfWrMx8qXfPKCdL+aTaxufpsTowdi2sxZcqg0SVK5FpLqktJ63E3scnkshIKikG+lgD32JMFV/DjUBufFoaGOd6JrSWulSSRqLnvax7m4sLbMJrfbhzCWF24tGp/KyovwmI6VnpRbQpV6C4BB1Fifx9pptNo7X/AFX9fEWs8ZmqfTJ7Trcp2orWheV1PXlVmT9LaEag6XBuCO+zPoNAwbVKC3XpWIX11GKv4qZTuVTK9bZbW0vexFwbG1tlvinFP2txR8WIxFfmu51JavlzG2a9ySCbXsQPz2OMIbq4s9pyLLqPJSv7J3xIUnQgLA1TqTrrYa20OxKyukuwozn1mUTMtUbqYuI6XLdr1cXUYubix86ilDdgR2B1B1vr2uARsEVGhSuF9l/dPKsZPuE+OhCkx30+FCwDYtLHSbgAZkk6G4LK1gHG9B4kWK6hfD+EtpMjoUk63SRoQdD2Pax12HGpuKMOVRxqfTpTCEZVtP8A6VDml9SAcutu4Hl62Gz/AKtqK8V7Bn+suXMDKTu5xHhfiT3YjcWFWOnI070sygbG2tsrl9AAACLW2qatVa9/5xnc/NQnfi/K7lt8w+YHW/ncd7W2bM3Fn2jw5Lw5Pif1pPwsyilCXUnzsRbtlJBBA1vca1tcwPKqlBblVmIuLUUfd4sxfStSPlQ5fxgjUKOtra3Nw9VazDeRhj8QyHeMRj7iN6bsql/zVV7478pDrtDleFeYgqcYPa99VDvdVwBcjarxHX3YFUco0pnmloQv4CrpzJHcAjqSo6gKGoIuLdiqqFA5BqJAxG6hiUwtKo62nSjsSQUqAFiDqFA3Hf6A2fp/vnEbeKKNjFEqo8XPKhSv0uUAXBUNFWPmb37+g23NNbYK9lvuX2BMZhFgehUavYogSnXX1oR8dHMLzLSgnQLPmdbjXU3I9Q7sZ4qawlQXPdbOdbDWbheJTbRBsvKbqy30Ktbel9lJQ6PiP7URJUWkoYhLRndkMKPCcIIIIvqkk9Kkk2OljtCx3vpwlKxa5g1rOit0hpbsJ1fhcSPGMw8j2KToR3tba/25i1h5g2nfhihqjV2gz+GtibnUiOjpTHVfUpH6pPc99L212g7pa1KrLr8WfnYqjGVfCWjK6ppRURe2h7FIUBoE6ga7UzNRgV6ssVSBEfpCFqVzUPIOlYuFpGbTKoXtobbScJTKM1vL+xtL5pa0I94xZSbpdjpCwVsqvoodWXS4sAbCw2oqG1sSAu6PxbsDhN1mfk4EXx57eLtr9b/TYdkYldqmI+E18CEhKuhFupPfOLd7EaEEai3Y7FzmBf5xqW/gOjS+VmymnXWl5cyVKQCbKtqAb2KgCR3t32VG7/C0+lliLiOuMMcrKVS5DqFZlwXQuwbkA/KbWCxdJCTrfQl1RTTOtQ+fcNUmDGhTd30+fgOfjKLiFD/K5+E1I8Dik3PDUrUtkpGlwL6XGyI3d714GI4st2K9npz8j7u6vxJWkgLR2B1sRf1ykXvfY73iTsUbqoFSapct9hiU0qFPQ11IyqHQtaFdK0m46tDY6Hy2ztuXpzsCjVLis8BD9Zfdaaz5kK+JcFB7ZTpYaW7G1iNk9R0zTayss4j6ILZpZFRdntOT4vH+AlK3+kqQlq4AuQCAL6Ak/S/mf5l3hO81/cSheRH6RN+4t5jU3HcZh6bLuHX8W4cxRzUCorY6VQnWvElxCrBSFJsUqSSdAbi9j+LSwdgPEcCB9/eQuLKa4rXCd6W1C+mUgZSQSDbQ97DW/wA861/C5POjGSPjMUaosx2ykxM3A5qmte/Pdy5rvCirkICWlO2KktJcBGVZtcX0NrDzB6YU3a7y/fPv7C/DqkqDK5x1aJRQ+l/OCbpVY2Ot/IhRFz22tMRxosXC9SgVSiIqkXhKUuE6kKzI1BSL+Y8h6X7d9lXQ96GI8ENMYo3c4hfrdLy5ktLdKpkdrQKCVOdUhsW6mlgrGUkE+Wp/B+xqsWk7lODKJU00vjrC9Gx5QYmKIrq6dK8bvQUOxX09BBsQpJBuCnTUJ9SNlxjamO7xsLxMGz3kU7HNHQqRh6elfCYq2huyDoPiHsk6hwC2iiTcRN9cWVu5gYylNMVT326qPUWo6+FxF2spxBP6NwaXuNctlA20psZ02LVKXE4rPHirj81FkK6H+lScwAF+pJsVAHtcpuLjb6NfWrp3E9/+ZFvhyJXbpJkWBRufrzXAlPv8d1rVKuOO4A0IWdUkC2bQkE7O/FEbC8DC8iqc2ibRK3FalQ3XepLjD1hYk+YJUknyIF7bZW3iT6pFittSuPkXldmIXdKlMLNg7mFz4tLjzNydL7Pmi4jgY39mmrRYHw6pgdaZUyOtJ/q7hzKeT+s0vVwgaJUlYFgBtXS6gMvYPsQNfn7ivxFh+LQZTc+g9EJCktJYz9KUG5BT9ARawNgCPIaVWIYTtepblLdl8DPmWw78v95pXqki+hHp6bR99NU+zlLoTrWdjpQpWT5b/mLp8jax/fePRd7eCK9iiJRpURhikV5pLEp1buRVJlJslD2c6Zcx1BFigqJtbXyPVeh4v+p0vDDn+phjW23iV27vdxhKBiOXQd6tPm0uU/HU7Rqy0jjxWXR1IcVlPW2pOhFrjW1iBdhYzoVGi4cbpcDPClSpSHVIaWUpUq4JQk3Ha2Yg2uO4NtmfujQ1VJ8/dLjyiRVyoq18qp1pOdtY6yEkE6LT1CxsQdO+1bjTAOI8L4olwKpT8lIlNK5N1+yWtRYAqUCGyDcBw3SDosFJJHo+mXDWaUHGD6I/BELUdyZmeUMVTDmLWGubflMMKVIi8dISttBTZbR0yqQRmB0NyVXOuxXhmktcrPgUaXkzyOapcprpXBUrKFMkg6NlOYJF/QHahxLTMUUtqBKlM/dVqd4UhSMyob6elbKtSpICgLAkkBVrkEHbpgCpuwKDUq809FRzSlsVGBmGZtYJsfUXV29R63B2rSStuwwqfdN6bqItQxF7PHGxGObqj9OlNSFOo6nFNhaQlXra2W5uT6+e2VKNu63fY3alxYFPm4UrfFU15tdY8go2DzTg1TcXSq9u1jrf2dHHZXs6UyU1w1rlQJDqMvhVfNb8tsy4fpk/HmLaTgj7ZU5j7kmbSFSv08iO42FojhwCzoCweG4CFjQEDz1tRpxjiWsr3DKws3gYMlVTdfgFrolclx6NMdRbM5wxZPYdylkm4Aue9jrtQzd02HJTUCK7Vn6chlrI1lsjy+W9wCDchJ6T1DQm4bGF902KP5r5+Ep9bYfz1RiUmRnOeOkrSiS0b+FxLZWQdQSb3tfaFvL3Z4jwxjzB8qBUELoL2aFK4t8ilJWlSAf1F5AohXYlJ9Tfyg6bfbrUfPiD6hwOP3jAoeHqpg3C+HsOUaXUapNQtHAm5ApbiNVKKybAixym9rjQ/W4jbncL0aLLqlBodLw9NmqdlSkxUBqOp9eq3LAWTmN1Kte51767f283eFF3TYNRVKPEXV5U2VHitMNfFCVyDkQ8oA34YsdBbMQACCSdhig4gxPjpxylVSXhqbiGLF4v3NbjDvLu3SHOXduHGlWKSQoG4UhQBBtv6+qu6k0Wcgj1+Zf7YF0Hd1i2ful3hbuqzSVwq3S6k7W6Ipq3xkcUSGuC6mwIK2ykKBukrANiBtywNj3eh9nG6pWMezai+5ma6mmkoSq4y2ITYpte5IzE9rggB34PwL9koMFyLEXFlN52H2o7uZrKtQJUkHQpGUFNxmAJBJN9lVhDddiifTJcCs0Sbh73itLr6GFhaW1qGoBuUpCVEkWuALW00A9CqUUBaU2ftjEq4iIwtv04ftP0mqYoqNbXKcUppCZSVcFUVQKVLZSbaWUCSnTRPmNtG0LHbNB9oCs0SJLXKo9dUw6MigpCXXGErDnr3uPWytdANoeJPZcaen0mfAxYhaKQ7x2udipU62odlJWNNT0kEAEH8brfenOxbhLflh7hUSFFm1FUPI60sIYmP51Ba06dCihKUkXsSQQe4Gl9aqjy/vAEMsMd+u8Gs4I3lt/YiVFYrE2BzSkSEZ49SioJC2lpBGZaVA5TcKBNrgE7ZpxZvXx5iPeXLxHherSqD91Qw+xTlKU08pWhSpC7hxJBCcqgoJIuCDYjRu7uk0bG++Suxd4NO5pEpXFhwJXUmOsMoukWOmgKjqASEkXJ2Ecc7m2sJ+0ZQsOUZl9eHnoHvmO6lZ4sNaXsioylf2iFHqSVXI6h5XJq7EfyEPTUGPlCf2Z6VWd2tLlysRy3/elRaTKfakIyc00geIWJSVJvrY3Te1gLDZO7/sZUKqb2YlZw7UWHKRwvip4R40N+/W2eyVI7KBF9CRpY7Pne1iGU01EoNGZzyvGj9VKbWv8AncA+Z7etkrTfZtozvEqmI8Qv8d/MuR1ZUZL3sb3NhrbXQE+pGzYBcQt1iVDbEi1vF4Tr9Un0+KwunTHWuLHdQpD2nw3O/SojQqtY31AN9tJbl96EXeNg3iwJbEWtsJU0qLI62HO4SFDxBKraEWsbgAiw2S28ncnuMpbTnIb06jS5XzNJfbdyq+UlKwbgeQ1sCQDbZQw4E/CVe5rBuIWKitDSlrkQOlSlDuVtgkBKhYWsRcDzsdqd0VcGRtW5MCbAh76sOUuqMfaik1GEwt1MV1CXUu8F03CSbDNkURlCrd7a30NpOxXg3eXXm8W4S3kU6LRJrS6dKp09rwz2SrUXUBqnQXGqUiwV2C03dsUHHlZl0HGUSL96palNPu+KPKCtNBcqQSCT3IINgbnYZZ3FYXrMCXAn1bD1ElSpCp6FoUpKGZnzLQcwKUr7lIJHcjXalTlRlzC7qtOu0yPjzezPwlVJ+F2vd1biv5ZEXu7y672Ljax1WUi6FoAyqQqxBsFBWIkT6NFiYopeLJtIlIkKd5PhBbr0VK72ZUokOrDhQVMuEFSbqv3syar7IePJ/AxHAxZCmtsIyykRXQt9tHmplR6HR6pISSNe52GMS7hpU+LErOCMeIra6W/zqqbUVBEWdlHxGkPoF23CLdLgukGwJCs2y/c3P5QKWi1tuZb0LfHu0rM9yL9k2JqKXFVHm8KLlabQoiz7AIu21xAFD9U5wlSSDxAWv0yfPafgYjoa6itbXCQ1PaKn3oZPSUlYzuDLYZuojKO+mxXh+RubwvA96UF6qUvmkrhVGg1J0OrhrIKSCTfL5pJKikkAjW42/cMIo1Ln0mg8377okVbrtElT/wBLBdVoGRe6SSbApJyLHYA6E3bX8R36dcT7pmAZ8+gsVSBW32K8w0lpcd13OpSRfK4hSbHXRK0kXKT2JGtfSX6XKw57ro0RhivIfUiRCddyutvjv53vrYKF02VfUa7FlFxVKxRKq0VqJFYXS1ZmFQl/HSkXssdgRoQUkG2W1zY370jchQcUVl/ehKdXwFx1updiu5mm3xbrIT1IsQLpIKdTqQRsbaPcqK9h/aAlE3m4jpcqpUafERwGFcqpp1oKW3mFusW6u9u1iLEEg22oMWU5qqUtvn6fUfc618CUwxZKmc2ZYIJGqCCSFEaFVswuADFjFNBpdebdxb1sVuemBHdX4tCG0i9h2y3IN7E2BAvs36zh6fhKK3iP7He8aC+jIub0OtNq1zZ0g5276EKIAFxcgWvWzPxO4/lijwDTYtGwa5FaqKFrX8VqQ61kdeSCbNvtlROcWNlg2IzWIJJVU4pqLVUgORaNx4U1DXH925M65mS6rsDvxAASUpsSBcdlJEqZXpXFqTtBofAQw7kdhqf+A8nscqgMuYCxNwNAexABlQsE4Sr1Gbi16JNp1UfdS/AVIXnSl9PUAFp0Gmh7GxHnY7LbOZGxpE3TQIGI4rk+qYhfpfH4rUWVyuVUd0J8Ehm3U0sdBUkkpUASFAEJjs4Gdr1Lfdn8eo06nSFIkSqdZLsVN9AW1KWbDubaAagnUD5rcTGUp3lebXFlMOodQp1IS64tNgFqsoa9iFJBCgQSL67U+NN5bX2S+9ceg4hQ0qPMdhryNTEixBskixJ1OgFyQNCRs3Rp9zQme0uYHY5q9Lwk05QcOOolI+ZeuXMk+Pv2Pi72Ohte42WL9Sr091vmnkcrnzIayZsv1B7+fn+7aHAXKr0/iu8RaEfMtfit9fT9302Z27ndp9qJXNT/AIFOY6+vq42uYj6JsDc317AHW2w940tOSfUQObXlduywG7iOvN4jqnRS4XxUZ/CpSbm9tLjTTvc620F+m+zeY1ijh4coLXAp0XpWlFupQsBr3tbU66knsLXKt6OPKXhzDkjCWF8nHXlStaF+HQ3PYW0sB9b6W2znBdd4rjTruf8Av7Yemrs1Fx1F3r4EI2KhtX+8J8ASJXP+4YvjmryJd16fUkDW2XNc+V7j66/o8el4DpcF2gsrQthpDXClKPSr0KibECxAJuBmtfuds7bk8LQJTsvG8+oQkMUh1CX4r+bOppVrujIQrQm1wQRe4vaxav2jpdeny6Dwn6ct9pTufmg7xFJtmLaknKu47E5SNSQO2xtXWH4H94LsbkLGA+Dd+uKML7wcQtT4kqo0jEkpS5tNzlam7WRxmbdlpGhItoLX7bQUbj94NZxHIo2HKHKqiH181FlIRkQ9HXqhZKyMpscpB1BChtsXdxD3QblsEfbeqRKdFlLRxZUhagpTigQTmUo6kaX1Fz2FrbcN1vtj4cx5ih+gtYTWhD+b3a6hbbCpFvkCVWCXCACkEgHtcEi81/8AS5srXjHP/wCZlNbt5QRcYS9gPGWI6D/TOLKfSH0LVnYQ0X1puOxVmTlPkbA28r9ztSlTKNug3IxML83C49IaR9zQo5VLB8TIJJsV9QRqQm4F7bJ2vb3ZVB5+qe8VsMLaSlpqU1wH2VBdiFkjtqTcX10BOwbu7x/Qd6G8FiB9p2Ki/m4spSLqahtE+MjskCxFyASArU22Qs6vZqm7FXOPZ+BBrqLLeBC7EOMMUYolcXEbs2nUvpWvgJObIb+Ii5AIHewt0699usKkbpZ8Xi0auIlPsL+KhTpT1fS+g17+fra+1Dv9FUpeMuQo2N+jMhqbFY+VrskhQuATodfUXtstoMiLFdbo0B5C+adUhUhd1d7k3I1BOpJsAewtptgajqC6FiPvb5/aW3LUv5MvajCdgYjlyqWzNmxVq+68VC8iUaa9WgAJN7Ak+Wne5pLvKtcLEdcWhGTpisZ+ldux89b6EEW9D22oKvi1rDlG9zc3wEIX1O6/nbU+pufLsBsK4eqmI8UVTlaW8uKx4mn5CClSu1im41ve9+2l/I7YP1Gr1Nu6jOIv3GdvCa93fYEw5PpdFxHQcQsUut0h1T7SZnTxka5kE36gUnUEG4NjcG+zjxEqBFwa/AgOxYvNMZOVQ7mSnNooNkeXcp/ZYbeetaxY1Rqp7rr1Wm1GUwjIjrOXS4sQDbz09Bp3ttxa3z4jiusOwJa/uqs6OL1p07d/L19fM7eqXqlOnUJYeYybe1wfc2dVEuwKC57mpPvF9hHQ1nClaj0Jv/ptmHH2FN+eMqo401Tl07OhSmoqHcqnv26KOhskEfTU7UuNd+WLa9WYkrC9RfhMPtI4rDV8zb/ZSUmwuPMC3a3mTsZ4BrW8bEbrcWvYmlMMMZXUSFr6kq78PXztfQfU3uQdqHU/W2fpnAg9/dldu+o0rEeN6LgOsy/dbFEiqnp4v9s6jQoy+qR1KBubKJF9bVuO6vS6pi2XwoiF/fUxY6kdOVRKR5eJPE9fLQWGzc3hx4u8HCUf3pLQurweK7FqkezUhKkC/iT3uL373B7eqIrbGLcGwHOLSWKpx5CVNSlWaS4vQAqOgQ4QLZvAqwJsRc9q9IXAYewYVq0xiM7f7gyBQcW4Ei0aXK5VEfnZULihbTMi1g6gkEgKzG6PCbKOhJJDcb4lgRfuDXK1H3i0nhLaSWnYawfUXCk+gscwOliL7Hm6SoUvHn3qvRFv15CfjwJXjShKQCGtbKb0J6RYGxFr7XNV3d0bFFeprUVqFR4qHVJXwo/UpPcgHwi/qfPXW+x3SzWeEYX7dolFhTdLAlUb7UT6hFfY4SFupaUEPqSO5STcZrai4PmDbTYJ3g1uVFqjlB3StVGrohdUpWrrCfq2CSQSLZki2t7DU7Fe+ysQIH/rucOVblYVOY61fMm4sAknUJHkNLkG2myPpuJq9ghqW7AyPcdCM7SHSlUhHy2VoW3QTdKvIkgkixCti/S+AGINhg4lth7DtUxlAflcowt9GVXC4XCTr/e7CxvYd/S+3Le7uZi4X3VT8UT6giLNRwlsNMdWbUXFxYm+vUDpbt63OH65AxbFYrMCtyqJ96UqoxXUBPMZupVikhTSibEgggm9rXB2qN9e8ql4odcoMWW/7uYaUxwtervqbnuRY/TTzvsu2zG+yCHuZvpOMMR0Z3iwKs+haELaWla8yVJPfQ3Fr2V+IvsTYc3xT6NxOfp0Wa3KWp1XFTlUlRN1WKe34WI72A8gmVC5V3/f6dvqFQZVZlMRYGTmnMyUtLXkS4r/ABdgfLXQ32uuxvUb2ZXE1Q97Rm76qbvp+HIFE911eotJiuyFICkKaJPVmA0UkXIJB9NhenN0tppulxZaOVXld4qLKSl0Aa6eRGhA1B19bZwjqlNOuNSmn4spCsimlJyrSoeR/ggjsfPYppNbn0t1iVFdyZ/F/e0/j8NldRXvaCNc1y421Ao0B1p5Epa46WmlpX0a6+X7O419CdhjeCxKoOF+QlRGH5T7vjSkLaUmxPVqUkHQAedyNbE7CO73epS4vwq9nhL/ALKQ11NKWB2Wi50PqCLGxsLbOej1Sg1SAiVPZ6MmZOfqjuKsOyj273N9PQnttqaTa+APiQhCSl9nnAdUpfEx5hd5il1F/MpprKVsPMCxLbwOoFk6EWKbdjc7In2hcVu4jx5LdlU/kuOpUp2PopHFWQoqSruoHxAkaXA7i+2pMI1qVhyvRMOVTJFhPqdU1Kz5UKafSQWwewUCtSR5WCTqSQAT2kNzmF69iik17dy1KqPhaqTDSPCgAkXHYKuoAXsCL+mhuo076sqPUv8AcMmZgwxhOfiiew14EfrKQfIHQeRPpr+3bZXs00TDlLiy6NFiMLffTxWlqayutvotmse5uk/hobdzsqGmIrWLfdcCJwOA0lGXw5Vny10HmB+A/HbnQa7PwbPbdlVZCJUVXWtC+pKQu6HNDbMOkH1A7beX0OsfvBseI9iUrs2nMuo9GpdL3yV7CXNsPrXKdkZVKyZUqusI+hAKbaaixtYnY73e4dpcqs1Z2vRM/HaVFdQu2fhI7tm2hsVEXt9NSCSpN6VTwliPGUveDhyWhdUmw2kSmEZ8zM9AyKWhQtdC20tnLbv9QDsM7nanv9o2Mm6o7Efm0591fNR5DoSnIoFPzG4t09h3F7Ek7e3orrY7kjps3DiMjdFVaDhKvYs3S1l59cLiqmUF/hFOVIuesWF0EAgkXIKL2NtqneCapPlOT4uSFS4uVORa+lSvNdxoQdCDqTtB3ruT8L48ib0IuRa0Pp4sdXVlRYDIoeYNyNdDf8tu+PoU/G8WJF948rBQ0lSWmOniXOa59QOwGnle+m2N1To9eqYugAbjJI+JSysN5RR1/edPgO8KlvMZEI4WZCR1euvoPobbLSTKdlSv1868/X9f8v8ATZyS90VB4rfxn38/j68qUq/K/f8Ajy2DMXYagUGs/cOth9KVJ6grL6jTZf6VdIm2DyAIOJR+ja/j67WUNn703/u/x9Nvim092fK4UVla1/3fp6/S2xrSsO8g621Aa96VRak/AaTmSzfsSrsLdyTrby02HTWztKBGaOfCuK6Du+3SuRZXRVKp+l+bMhXp6m1wEnUdz5AiGBMCVTehjzmp+Gfd0Jak5OgoSrUWJtpb8Ox/MbW2CKFFoLrmKN4OHkYhWt1LEdrXhQ1afLfKCO+tz29Ni2vb78W0uL/QMSFTmEZcqWupWgFjc6geoN9tttUmnr5hyQiYjEZwDF3VT3KW7kYfW18vzXAFz+Q/dby2VO9StOwMOPtNS1oX4nUJ+b017i/n/wA9h3Ce92qVnFH/AGtqD8pb/RzEh3w6dI9AkaDQWAI7AbV86lz8b1SpNe8YrDHNKRlz5lZb+n4a6nsO22Zd1Cx03ZwIpu5hBuM3n8q0/QZTL8pD6+jKopyqPSfrqLC4GgA8uz1wvTMONT6bAdp7FOeW6l3OpYVlT9e1+1vxtsrMN7soFBdgNRet9GXO783r5fwD+G1pjyrz4EpuVxUI4+VObw9IF89/y9fy73XOvc17qju55EYBbZkczU+MN5LtBd5V2WhEL3apbSvChxeQi19Pp+dtskYv9pSVgjDjlL4WebKTkYWu/wAP8TfW3le17WPnsQ0vGrVeozEDFtRzwovW0vP06Xtc97AHt2/0Wu8PD277GUpiU06hDEJSlo6s3EsNB6EeY/LZTV1fWOGccfiVyXnq5WZXC2CKxV+FsTYvLjbiyPPZX1yTt7/t9xYGw7ZU16t8XifG2VGO8LxcZReE7+n+VWxVWpnxXNqSJUWuab/x7V+lgl+6ZyrNAqmHJ7kCeytDiPAv9ZP8d9hOrQmnWnHXfk69tsYu3bUvG9Gc+C2iUhGdCvm/j/PbHO8Cg1Sg1RylymcmTNlX8qk/TZSxB9s0QcrApt1p13hO9fyZ9rKkNtc+3wpeTJ/u/wDQ+m0WDC4Uptp3wL2uJtCiu8N1rof8Gf8Au+h2VFW05ksY9d2u+B2gz2GqzUVob6UcXxeehPr9T3/ftr7d7vNgVnhxfeDD/wDfQr5fL8NvMtpDsV1tqU70P9CHflzfX0/HYrpO8jFGA5Ud2luvoX/5lxP+R/A9tj1DaciC7fyJ6sBUWe1+vsA42wFFqkVzhNZH0IVwl/q/8tkDun9suA7w4GN4nKr8HMMdSfzT/wANtOYax5g3GUVt2g1yFNzo8CXRnT+Kb32cV1adtmVcRt4t5rkKpT+BKhKzpdaUU5k37jtr2vY219Nuz+MZ7vAi4jiSnP8Az3qKEdbawB4ymxF++bytfTbQW8PBvvRrmorXWj/zWyEqsys4cdc/o5D68/SlXT+OvkfTTbP1mnV/KUIVZ8Ymr+LXapSZTrqKvS1q4EiLKaCsyD5g6KDqSAQTe/0vfbnjTGLVGlMcLoRk4UhhSPF2ykHyI1B7j9mxJRK5FlNNuuxMi1+Jpdk/u7XHqND5bD2OWcL1SU3zURHEz8Lr6ct9NT5X8leXfy2yLq6krOTKuVZIC0TEf2orL9GixMi+pcd1SB4rao9cvqRqPTTZqUyDFo1BfdrLPAfyKXk0UpKh5A+f5d9hnD25WA7WWKzherSosqKpLq4ExHy97oXeykn6eWxZvDw5PqnKfe1xf/PiOvwqUPRX8H6jbwGr/hvSsrX6jBBzg/HP5la6iBmDqXeK1xf1/Dt1Zf2ixXaDhf7riOrRachfhU670q9BoTqfw2WOMN9NLpcp+LheJzX/AIq7pR+IHc/u28Fr/wCBNYgFmlwwP4PqWCNHpBxPFoMVyVPloYio8a3V5Up9f+myD357x6Nih1+Lg1r4C0ZH5S05eJ5dKfL6K7/uIWlbxfXsUO8Ws1Fb36jXhQn8ANNozD3/AJG3tf4Z6E3SAG1Tbj7AHoGOBOMGR4Dk/wB18rPdW+tH6J1fiUnS1ye/ptDlFrhOcX/6Ha3cT8L/ANA25uMRf0v8fnt9QXWZTLztsA6Qv7+/4/4PnsY4PwfPxbWW6XRut9//APRoHzH6Af5bW1Cw47XqpHo1Lp2d9/ozpT0pufM9rf8AK2z+wrhOjbuYDfIU7PNX1uzU9Cs3oPMAeQ+u3lf4h/imnp1BVf8AuH0P/cgnbJ+EN1MDC+HPcMCX8das77vzOX8Q7afT9m3bAWBZWHMW/wBKS0SmOpCF5MqspPmMxGot+GvqBtWVHHM9p34TK9qxzeLPad4vFyL/AFVIy/v8wex2+baf+M+r91XsIODnke4u+GmrRXKXFi8Lm2ELyZE7Z9x5idr39LdiuoX1q/d/lf8AbsA1rePPda+K1n6cuZKunL9R+zz2Xs3eZKdnuReCtC/mz+JN72OvcE/5efYbXUv4j1v8QVit0AA54MjJhlOxfKpdZc4XQxN6HU5T+lFrLHpcdJ9ba9ztQVbFzvF+dzOnJ59Kf+F/LyvsLkyqpK+L1/Nl16rG50BB1vr/AML3uG8IYjdgOVT3d91QjPnzZenXXKe31sLDQkdztldrcuG5g3ZpwRVOK7/tM/8A5WxDQ6S7Pd4rvQj9T9bX/K1wRr5fXamprbUCU3xWeOjpyLRdSk/T/MH008uxTHxC07Pb5WnrWwhGZ1CUdaUDxWsDewsQAfxHmELaXsbZWIEP+YdQYWEnYrbUqW/F/voR4f29/X6/TzWu9up1TBrsSK1UETaXUXcvFjujpV2Se/hPqRpf1BANatSKXPpbE+jVbPFlIS6hXiTl/dYg6EEXBGo2zvvFxdFoOLWML4oe52FKQpLD7S8zSeskB5GpGtte2t9LHb0nSP4d1SMGtTj8wiEsYXSK17mgN818BHCTkXrmeXYi1tTcGx7X17eW1PQoNexRVOK7/wCc5a+nOnq6dSlZvodR27aaHsZqsIYjxbRvfPvB/wB3L60O8U9XkCk97G2Uq7nXyOxhhGI7S2nGvGhaMjvQEqc9Mxt1fn276HXa/VTV01tlYy0Xvfa2FjDgbkMJV5qk4jdp+R+nL4Tr7S8q3Ia+otKscqihy6kqIJGoBAUbTa3glrC8pufArfNRWMuSRkyZbD5hmvr6+ZuLg6bXW6+rSpTUvC7r3WuOtcXN9BmKfXzKhf0PrsBHGU/n34splhhC15X0O9PUDY6nwkfmRa/ls7q9Ro9bpKr3yG9DHwRL9yvZ5jmF0HBWKMUQH69A+Oww0l1MdDv6Ro6lxs9lIBNiLnLZWg12EjUcL1TiUZqocrOQvI+06lfUoX8iO2tvz7ee1nhusV6BS5bUWoOUvJIVIj9eeO9fxpGbVGYHQWte9xrcQ6jQWsRu+9IrrD7760IzSFBKkq7BFz37C37BYbX6hU7UrbUNxA9wL1/zCDkPDkCjOv8ANPPoQ/8ALlHw1jtaw1SUgWNzbuDtOrK3apQW6M7LzsIyZF+JabLzW17AHQAXFiQPoSULD3vmL7mqnEYfQtfAdWjNw1Dy9Sknuka+YF9NqCu4dqlLalxWqehcqEtPFQlfSnNYhxPkoEa66kA+ewS3Va9uocZyOP2koxgxVd3mHK9A4sqoymFo+L4syW1gggpuOnsACLg6gg3O3Ko4SpbVZptepdDQha/hLXFdzJSsADOCVAhRFyUG48ViQbCRLxv7hwu3Kr1EXFzu8JWezqHFX8rX7gZgD+w99l1jrGMVqjOQMONPsPvu5HY/FVwHL68QJ+VQ80gAE3J9NvXdH+otHc1DZ/YfEZRi/DzT1BxNQWqXEi1SoIp3HSnPIV/YoJy5/qkEi6r9r99pWK/ZtwRKlVLFFLq0WVW2Ec1KQ0nryEWDuUEkpINrgkXNyLkXzwifK/mgiV7EcRfNUvK06tpQd+EtSbLBTplF9RYkEfTaMreFPaqjbXFqPvGLHUiLNjr4UjJwwT1gWKr3BAuCALg67ek2K68y5rB9z8rmMcBwHZFBny2ItXyJlUuQq/L1JKSQtlLlgA9bUAnXqFgRfZsbs6PFdpbeKPccX3pKaU61HdWEOqSP7IK0JNrkJ0JBAt3BzBgTD9UrO9piA69FfhYlmKlO52k8JTtlOKKm7Zc6lJ6gAASSQO4227jjdrPxa0xS6XRF0So0jJNQthR4EjILjMzmCm1AjpW2QddUkCxtRQqeUuK9qxaY+k4o4WHp+CK2ikV73kh2luuulpLkjUhnNboWtN0i+iicpte4pYeJqzi3EcvEeN6chcqbIzzVJj8upV7ZgUgAZhYXuBbW9j3crGFapVMG/pafV4UpKmKzQ5j/AEyrdQWFDraeSrqbcFlJUQRcEgo7FkOsxYvuZpl+atalcB3ozqQD2WU6BywSCrQE3Ol9EupNnkfElRtWMnC28jd/gOp+694tERifCkprkFyltceVT2u6dNVEJJKVJ1JCUkXAsU1GpODaN7ydwRUFv4UqlSkcq06rKtLRWSw62oXSkFJHSCbajXvtDOHsWtSm2sUUSUxTpTqEIdW6FIUojtnTmykgWBIAvY667F7+GYsCjRMORWeOhhrPlXbMpFrnS1vMjQ2BNxpYbV0Lu9ZDiF01vwZUUBt1qew1Kl5+tSEL8KlW8KgLeIaXBB9NdNh7FW9jHjWPImDXcQrhRZSkR0SmmgtSXSbJcsq17kgWGp7AG+zJbwxFgUuiteOUhSf91J1HfzHbU/TZDbz8HVSs7y22oDWdt9pDubOFZbeK6SST5KJAIAULjQnbOCGq8/vC8BCR+Y5sLYhxRhKe3S8b4hi1el1HMh19poJVHVky8QJHdBvYpuSO4NhYpvGGDazu0xbVpVLaW5S+YVKWjxI4DxuHUE90dWXMSSMp7Cx2L6Pu4xRFlMT3astb7C87XF6mlL7gKBt+BudbkDudnlX00GLhykyq9SUQkLj8J1EWy+XUdFBCVHVFzmCSdBcA9hsWrpaG021DGff7wCjdznmKWiTaDjKgse4clOqmRKpkLRLU7L4XQbFIXaySo6ggBZsb7MDEdfpf83NCn+8UZ6XIXnSu6VtqSFBSVAXKVCwChqOxBIIJAcfbt5W76vRMb7tMkqkP/HXHgL46GV2JVkSTmQCDctEAAXABF7T8UV6LPgRKy08x99QlLqWrKzKCFBQVYXtY6KsbE6gi4J677tOTW8Ut94MbETG+EvaCwQxFdiQoWOaJH+6pWjKxWo5A40Y5bBCnEgWvoFhChexGwP7POLqXQcZS8G174EKox1xYrshYTxorgKFR3x8uSxSVHwqAuCNQEYFwk7Kr1JagMykU5crItUV3KplFzmX1XF0EhRTc2GlyO7A3gbqcW4IxH70d6Ko5IVUcPVSP+imTEIzOxlgnpceaTmCSbFQUATewrY795bE/vB52wl9pTcfWao1AlUHr5XK06ldkrbSAqxN+kgLVqPMd7hOud6Nu05CU5S6o6iLKlSFNJV40srsE5VdyEnuU6ggg3sbnTO8bfS7WdxmGseUukoWxVJCqXK4TuXlZSNcl7HocbSpJSbFKgLG9gVNhbCsqfjJiVKl8dhCUux3XV/pEEaXtoSBYHSwPa1rbOW4Hm0dq+2FGHKXWcEQKLXvtC+/KoMhELmF2WtKEm7F7XulPgF+wyjsAdtLe0VjCTVNy+G8ZRajS2ESpEZXOu2SlKnBlU0UqJGVSjlUCbApB8rjK9co2KHapLdaiPrhI63UtdeXuCSB6XB00F73GmxXhjeFVKNhx/C89mnVekIUqU7AqSEKaUopyqyhY0UQokpF7gEgd7+eTqSdL1TAjxbn+8X7gRyPg/wDmVzsyBVMOMNO/dWH5iml5E5kxZF8jjeuuXsbG5tpc2vt+bzdwAwvhOi71MEYhYlUWsKQ1VIvAH3eVqVpSQrMLKCyAb6JsR2uF1pLtLxFLrNGiIYwvK4DrsJL5WmHlUPhllQ1aBUohwEKbBCSMvbSOF8GxXd1+O8EOy5UKr0eopq8VhboUiZFU0hxkDshVzxEpWLKJCbnW23o+n6ijUfqAx2oZGY//AGeafJgbpqLFeMUZGlJyR0nhpVc3sTqQTcn6+e2QJG6jeNu5dcnu0l977PSpkdiVFySGuTWsqstlVlONGxBSmyk3zJsUgnS/s/7y6XWdy9RlwKqw+vDbT6lrR4ko4XGQVJ1UCAbEHuUn8BUMVv3phJif18d9hOf9bMRY6E+vlf077bFtfeQgGCts2YURL+z5vRlY3xvXYEqrP8eqQH4cqBHdKkvLN3GZSDe4kIbzJUTo8AFABaXEHVa8VUGvUyJTKp18CKmZzC0jLlSFIUo9wbag2uAVC4sdMD0pWF8Jby4mI5TyKJXmJXLrmNL4TrjXEtZQ7KIFiCoW8r222cvEFGiz6nhzEbULrQl1p19RRFlJdv8ANcKjO9RSVghJBBNiNvNaNrl1B3n+39I9VynMQWG8N4oqmKJePIrS4sKbIXCdRIdzx0oLl0oQFqKkgK605SQk9hqQTqPuClSay3WZWMn5tXbzzaS00tLHLqUEpW2w8kBaEqKEkm5AX4k6k7F1I3MQGqMjCVLeqlLpcpSkuxVz8r7KHDmtnsQsnwhQuSLi6gBsQYg3OVimUByDhyXOqi23Q/FVzgjzGV2CTlcJCVXRpY5dQk+Wx+1bfYX+RFyj5l7h/edR2t3UStYoq3Be+LAfdWnMrmm86VJVlGiwptQIIGo2GcBVTeXXsBvyqXjdD76IquXkSKXmcbUc2RRBUEuAAagWJFje9xsmHaDjzG1exDQJURDFRfaadlIqUPgcxIZaKW3XEJugrIGVTqR3sbEEBOk900SBg3AkOgu9EphpTrrC1FWRR1LYOtwk6E/ifPYtTWbT3+MHiEXc0Et1+JMW4slPxceS2PekVhas8NISw8128GqkqB1Njr2IFgTMw9PpdeittSnotUbYlKVFW/ZfU2sqR4h0uAAK0tfUCxFiMUSj1Ss1nFlZrNJqMGVFSiVRk8x8V5pLalKejPNKIWkkpSWzc6G4BI2XtMlysL0uXXsOVbnaWhaWnWJCMsqK+B21FlgpOpFh0gkC99ktQu5uOYKwMvqaNw3gFmBjGpY3j1FE1uU23ysZTQzxVcMIcsvuQpKU2Fh5/jsDVKt1SsV6fi2qYe5V9hPJRWJCcrrbCSSUq8wSokm3qLeuw9gfeHiiLKYrMCoMTqRKQl1KsnyH1t59hl7gjy2c000HeTAkUZmUuLOQxnQ+11KZvoDfS4v5GxI7W77auiWv7uR8Y+IXT37vYmKd4/tD0uBWZ9BpctHv5lpbrTU+6Mqbn5rHoFrlViUjqItcjNFU9oPerWZU+Li3mqI+wtLSYq2s7WhsjMpJOZK72KmyTe5HmNtQ7/8Ado7KacwvvkwczUYvF4tOq0X4UyK6k9MmLJQMwt06GxSdFhQPWhKruQi4oozFG+1nNIp0xHCkZAlTzFhZJCUgtqsRZSClSCMuZaRbbV7oxhYbFZOX9xJ4elc/vBco2LfutLqLCl+8ltF3lc39qlWismcFJtfKQDlA20fu63A7voE9uU1jx+bUf7BbT6crncW0A0IJA762v3B2p6nudoNGw45RvtC+++t3PFUrImRHmFsasruEhTgSMzR/SFKSBmSCLTd/VOQapLVZonOvuSOBHlQIq2lyFgkFC2CLodABBSAm4BUDa23YVvciwMRmv1GlW8DO0ufScR0uWh+KxnhSmJDWXKpV9QoCyUkKUNRa+huLWpN49adoOHG4DVJfQ4+/y7Co8NcpUdfiQvKjqcSTa4TckE2BIAOgmMEVn3C+01Tv61lUhCljpVbTudD20NiLkd9hLE0qs4cpcSBPw9Kp3x08V91oLQlNxqCAUqvewBvaxt2GwbBMpmd284n6HW8R4ci02qT4i6C++1m5qFIW0hLtk3bWDZLqAs9LikAhKgFWIIMXEcTC+8tqf9g8TMYexy+hKqjAdYyQ6oo3yhZb0jP5irJIFm1nMFBJJCWVVcHYoxHih+LXsQxZVH4TUqA/AQI7qb31ynMNQSkjUCwIsRbb6rbmF917UR2BhlCJUrLH5iPFQlTignVzLYJUvTMoaEgXsSSNh1OrPHKTtIx7mW8J+z3Kw5WWKpjJrkpUV1DvCXKCnUrvmFyLpuRbXUXAIGp2M8VqwvhesvynZdBq9BqLCUrakZo8iKvtxCEKKFC51IQBYg62I25b0qtjzHjuHq9S2V1F+ncdDsXhBa4trIzlRsXGiMxSLBYCilQSRbYcrmCcR1mBAqjtPQugodSqtw5DGdUFfcKZN0qSlQBAsSCQnMkEGzbkLNkN4+Um7qKzRqDi2rRXadFYizXUx+Ota1yobq19Jc1HFZCrguCziTYFJ1IId5lSn4c4DWCJa0cqjmKlHjtFKZCTf4jLyCMiinrOoBKgSTa+1r9g930WfSa801FqkKFC6Z8BHWlACQpqQ2k2JyjLmSQoZRcG1wqsHwN5eMsR113d9Q6pV6RzCpjsdTTy08Im4DLiR0lB6SRooJ6kkAW7euJTerRo0+hV6qbuYkqVT6RXqdNf95K5qEnKl9BK0OjKk8N5OozAC+upIvtZ0mo4jr1G+yUCnvwpUqOprLHlFMdSkdnG8xIyHKCUoJCbghIBIDk3c+yvjKVRqbFn1BeGqc+hT6XWuG+6larEApSRa51IPSD6Gx2ccf2WMBxcGy6DwUN1da1SotbYQUSmZA8LlyT6AKTbKQLEa7DFoEp3FWY7wVApbVUbi/ZiEuo5UIkKQ0U8x2IugA2IOptcECwv3MrHn2ow5Kbpfu7JFRIS/CTKYQtTdibFK7ALFjYKANgRcXGzpr/ssbz4GF3KpS8QsVGtRVqlcnHzR+MoX0QVKIzEWtcpAPmRrtQv4s304j3VVLDmIsEIYqj8VbTFUfS5yspAuAmSgpBS6k6pXZOVSUnMBcmfA8w6OrROVmp16qUtyfVKdRKiuLnUmPKYCc17lQC7nKs+p0IvexJvlLFFRnu4jcaxvhN/3XxVoSpaArMwsWIzKF1FB8lAG4sSNCHnKd3g0ZqfP4NRWunR0vykKiha4upRxCU5kKb0CVFXSSnUkkEkeMKZwsEc/jyiU5EWotfdcl82XyaPdRBIzJUkm3Y2IBLGnv7Ri+oR8ftFnuL3V0HHnHxHiN5hjD1L6F5+nmsozWUb3DYBGY3F9Eg3B2qt8G+Gl0GVPi4Ia4LD6OElSEZM2ls6QBdIt5C1x3sSbPehbnvem7mBWXa2il0ha+BV2ErySIqdeGsoV0raKvmBJBAGl7jCGPmOQxlUqN7xYqnu6U7F5qPfhSEoWQlxFySEkAEC5te1za+xWH1Z8/Q+IuDsXaPciyKi6796lfHW/wBf8X9OwF+20eBQ5VZlNtUtlfHfXkaSnxKUdvltjmnfi/6eLZ4+z1u9r2KMWsSqXTor8GnIzvuzGszXa5tY6qFr9iR6djs0+2tMwGfKQqRu2r1BwRLdlROthaJEppHjSnTunuU3JSVHTUC19pmD6E7F3tQIDv3XmoapkXMk8KYkBsFbZICVEFRSpIIOhOlidtStUrdBhxr3pjeov1uU+0uLKYQvLHcQfkUnQC1/ECCTqdL3L6Dj3dBhJr3M7u4RFp0XLIh8WQh9OcAWUgnMpKuwBFiSm1r2G2ejbuYd7vDgGeblcrmN8Uf+d6XUfd0KQppppaSlhtWcjIQR4yokAqNzew9Nn/upwBFwlS28ZYtZ5VEXKqOlXSpu3mB5KItYi5Gnmbbahje1ZgOqUGpSvsa5ToSEqazzGmsspIvfpsQQfrooedtdkfiRvdLvV4bX85E2LFQjN7rgMIQ63qRlAUTnTc+V7AgEA7JdQ1L2p2EO0Hgn9ph2WluPUW+9jFOKN4zUB3CXNSqdV+LH4UdJU6l9BSCye+pSUkKBsRbsAbtjdLupqmA93LeCKNEQvENaR7xxG666EpipsOHGCrnUJGqRoQm5AKydpfs8x8EYDdxg1S2ZVXhQsjsBdXgORX1SFHK34kgFQzWKkJAKVE20N2fuW3Y0zeXgjeLP3i1ubCra5TqKdKiylIaUlLQVYhNlFRWopKTrZKSPMbDooppr+nqP9T8mFRVxtBiQrlOqkWUxz9RRKqi31JW00orTISNQNCCFiwFtbgHTuRZodlUGltxYFOQ/W5ubKhKM3DsdCfqPw81HUgDbQeCN31L9njde5VJ8R+r4hmtK4Udawp1xRBIbSToCNASALgX0vomqFElV7FrlUrOHpUKt8VchLq0dLySQVNaKKbC9wkg2KjYi+qWs6dgYUcftL9tW4EFcBbmsZYy3guNYjlsIhQsrqunMlxSrktdygLHcJUQTewudnnjPAmHKXRolU5uVCfpa1ZVI/QSEWvZST4VADMFA2IuCL2O1khmVApcv3NEXCRUUZJTq05+IojKfob+fl5+Wy6xo3Xp9Lbw5FdlSkMKUn9bhp8gL3NifI38tRYDZI1to6ialyfgQYsCfYOYoMSzPfNZl1ng/1pf+HsdLnX19dL/QEftGwfWa8791iLyZ8vFz9GbXsT9dPxNti7DWEp7VeiRazSX4vVnzO+HTLYdiPPW/exA89tAYZoNLo3DlcHItaVOqaT4UoTr37697H0tt5irpmu1V3mME8kn4iHadm3vEzS8FRcOVRilu511ReX+75EjKTa3n6dtdm1vMoGI2t41J5CoIqNOrdEaQqehCESFLC1Nq46P7RQISM2hI8yQSf7EGOcONOsYjlPReBn+EvRSlJAuEA66+g/y2Bd4ftD8WL9qMOPMMMUhfRxUBKVJPewVcgHS417aX0O3s9DoKtKNgOT8mG39sYh5iClz8OYooMB2hyn8PMReA6phOZSVKBTny9ym1wbXIPpoT9u1TCW9WjS8JUGnPrXy6kJWpoKUlYvZZChcgEC41JHkRrt8blMbz99NLcxG7LWtcV1TSUotkzaG4sABqbgd9DsZvU2l4Xacd5REKosSOKiVH+E6lJBvZQvY36tLAa3Bvs8anKESDZuiJ3ex59LdYpc+nSprCOY4TsVeWZT1o7lk6Z0gA3b1Va9gR07GlS3hysJQOVlVaL96yqgVTRLTyTpZQtZB0sfK4sQk32rIuK6DFxbEgSpfOv1GqZnZS+hWd7MlTmYApBJVmIFgeokAEAWO+2jysOY3w9RsLtLXUZq1SJilLGVK0gBl1RFgHLEp4g1KbXvpftPWakjVD7opcX4br1Zdnz3aitC+lfNOtBKVJ4l9bEggi4NiRe1/UA+MZlUi8OA1hlC+SRwlz0oWpDjTgUeEq1gbqyrTfqBCgLhRA0dNpEBqstz4DVRp3Hhpj1SlzbcLmkm/FZI0so2JTqkmxAHbYfqExqK0/xZaEIlL+KhKOnLe1z6n1Pr6DTYWp03e8sw1h3REUGBVIFGl4yqnWhbWWK0hH6RQBTYnRNyQLdrAnTsTRUedS+E/VJ9P51a1J4qNU5Uq1+nfyP07+e2gd6tEaqlLpPIRFsIYy8J1q2WQuwsD0nMSkkEd9VEHQDapjfY2vYNl1RrAT6FsLVHRKirCXW30jUKbvcXINiRr5HbFbRtc+xZQj4mdq1BgVSf8AcInARl8Cvm7afkb66X2oXIbsCV8LofR8vzeZ02bruF4ECU3KqlJlRWJuZDErhLS05e+t/kOnbS58gNhevwqW664068hb7EpUdK/CrsFA6HzB1ve9r7XOiuoHMugZRF7U4fvT4rudE1HhUu+ZSvQ+o8/Ox7ee0JD33XheBaF/+T6+WuxjMoTsXh/Ojw/reV9fy2Hq9D5XhymuJkR4/wBb8f3j9uyu7dCDyn8JH3VziveD/d9Ts1PZ+3yVnCVZ9wyvvVIqiuFIiu3UnXssd8pv3todAQdlA821Kaba/wB7/d2J8AUye7WWJ8WJ8Bh39LkzJzAXt+fb66+mzWkc1NmU2bo6cZ4odxlKn0HCTy6XFYn8B2FIWeVUoIPU2opum5JBSLpPcWNwbDdZvan4SgVqgxZbFXqi1pXFkZ8yXEpQRwiom2a9yFEgHXUG17rd/gOjY3dl1ms50TYUjl3YuQpSpOUJ8/7th5+djskd6EGLu+3gtxYDKIrEpSlIaSvpUnPa4HkQSR28gT322O6Wj1NKv4mGM7DW8HGVUfxHxmIvvB1Lrqc/UnQCwFj27mxtck6i214jc5QYrTE/EcuVKfWjq6ilOY6E+R/j179t1G9CgxWkUufw+diyE51Oq6VNE+p007H6W77S/a+9oDd9FoMTBu76osSqpNa4sxTV1JjpB0UlWnWTdOX0BOhIJTq7K2EbeYuNNts2YkyBT8JUbhtRYiGEMI/VzKy273t/0/PaBP3j4IpbTnCxChC0K8Cb5vwPYdvQ7Z8wNv6xvhyLwneVldKkNOvtBTraT2AUBcgHq1ubEgEC1gWpVV2fKfnuvZ35S1Ld6MuZR+g02e+q2cCc6bDtj53g71MEVmA/FalrfflNcJCuF9dFelwdfPapw1vaapdBYpdUiLlcllYadatm4R0Re5F9bJFibaeXZFmY1Ad+L41/x/ls028PNNRaTiPgofp1Ra4UqOnxJT+/W/UD5EWtpc0+o3GGrTcuDJ+KccVSfK5WB9yYRmzrR0qc8hf0Bv5f8dh2DRpVelOOuvfAR+ldV4fSwv8Anf8AA+Z2cVbwpgh3DjE92WibUWEp4S2LJXKvoAoJAGa/SUgWJv632EEbpN5ePGpcWBSfdyISk54bq+E7l1GoUB6W/wCWyWpqbPdf1K2UBYL+9WmnfdeA87i+pD8/KVZvXJ6W7Egdu1u4bO7KVAgYNkOwGVrlcVTS31o63lHuOwNwoW9Nq3cRg93C+KJ7uLcPP8CK+qAv5uXdym2cD5T5HzA+uzQwFUMOUvFEvDlZiIyQkrdzsI6XFKV0kDtmy97eY0Gx9PWrLwJGziDW7unYyn4yYwvAaQiVVFqRwJ6w1Hc11ClKskXNki2t7aeez+w7uV3aRaXiFrehSZVIrfTyrXMHhNrBsqxSSCm/dJOozWHmGJh3dfS97VLgYoozMWLyTWRpatJHSRYkaagg273CtbEbdd4W5B2vYXnysR1ubK4GXiutO5FJTbQaWJHrr+Y77V1NVeNpGZQJ8zHGIt1kBrG8+VQYjD9LbSlphbroSlSrDMR9Qbi3pbU67Ur2AKM1K5qVXG2Mmb+p3WvtfuLdvw/5S5TNGdr0+BFlvvwkSFJj9ZypSD5+Rv3/AAOu1Pi+tT4DXIUGnL6MyXXWkFWX6Cw77SunQIBiLm1C0uqhjSfRoHIYS5qbx1oS7Klf2abi41INyLgaaEg/Taq3nYlnz2mKXzaFsMJSvI0kJ7jQEj0HYeXp22KcPml0vAbHNZ/eL6UupWvxK7XzDTXz9L7A+KKtS5TTk92Jx5S1qyodRlTmGhPnbT9t9lNVp1RP0hiSbDjiRqHjWjQMOOQKp1rQr4X95JP7NPL/AJbQkYRxbjKswGsJRH5SJX9XaYR1KWNTYedhqfQA32rZ1FlVnhuustoR0rStrwqvpY/Uag310OxngeLjyjc27g2toQ/RGvejTTq+lOXVRH/k3t2JHbvtl1aWwWb8wSLucCeumKYnGF9lRiKmbO+qMcVrYHrdF4u3vq34h7K9xmdMTs8Lif72wDz3Cnt/49ndjPDDvxPhbIWuRnYtU/uIVn/3tju6qhaKEMsd+Eau1Ka4Tv6uyy3y7paziOU3KgMsPxVoVxc3jbV5Efx/y74exFyuxth3FjXF4Up1GTJ05vl2+Z6z+KtLTrhp7Gx+/wCP6y63Z4mO8RYBqmDXeLVIi1sf7XIU5f49dhyVUWuL8Lr29CqrRZWKKW5F+zFOrcJf6shGfL+CrfuOyG3neynFw477+wu8tth/r5N/qS2r0B8h9NbHy7betpsFqB6yCPzGq8v7iBiUlqe18X50eFe0iXEiwIHClO52Efr/AC+lvO48tu2JotZwk621Pp7zCF/olL8D3rlULi/fTv8ATakkx/ejXNcbiI/vf5EeVvX89mWJVfH3Dbds4e9oH9l8n+7sR4exg7F4fIVBaP1FIUdl7KQ7A/wL8H/DabTFcL4rX/kf8Nlqbm3YeV3zSGHd/u9Cl8NqBiGVKR4EtO9aVfSxuduuIN+uLZ7X9KUSFn/X4BR/qNqz2UUNV3fHhuM61nQ2+p3r/uoJ7bbtj4h3a4jxtVt33uSK/VKI0h2ZxYDam0pUhKh1eZsoaWGzbDuLgy/aDjmeecvffiNqU3/RLGTOnwLOVNvp3/4bfc72gefz8/hNHNZMubilSfwOnb8dtj71aJucr25bFOLcOYYo61xWHWmpSIAaUl9K8ptoDob69tvPArlNSvixEL/vp+ZP12x9VpKF5I/5gzp0WNal+1HiijNNxYFOhRcnhUtJXl/C5/dtVYn38bwcWtONVTEK0IX8jCAhP7tf37L6S3Fdd4rTP+7txefi/wCxybZVgrXKKAB+MZBl0XbPyZUZTrvFlPLfz/Otef8Az2hSHHeLt+PKad/uf+g7RFuOtf39gq3GxeBLSXHkbWDDuw9Gl/pNrCmCVKlNxYDK31r8CEbLXqta72OBIzthCzI+FwndiXBG7mvY3nttRWVsQkK65Sk9CfoPU/u9SNjPdxubiymm6pi13P8AMmK0rp/3z/oNn5ToMB2K3Aisoi5EZWkNI6UpH0HfbxXUP44qof6XTeR/PwIQDcPGA1KwvhzCUBuBS4ng8UhXicV6nz0I/wCG3xXZzs//AL2jP4vL87272Omv+VrTcVUqsxf0vg/WTdXT+7YPlQoHFc5qWvP/AOZ28PqdQ+qc2Wck+zErN2ZVzGHfiO8ZC17VT6pUX4rsTiI/JW1rKpUDhfClr/3f1f4/632gvU6U6191qCF/4/4/y2iniCEGag/Rqp8LirhP/wB1fT+OvYevr+WwVDi81iNxqqNc1yqlcCU105kHyP8AeuNfLz07EprrkBriRcUROA4tPS6i6VZu2ih2+l++m1HhOFPaaclcVD6EKVwlr8WTuL/tse489vS6TK0kyScCFkdTsXhyoDWRaMq0L0/PT8P4O0lzGtei/Ci5EZ15E5EZsvpbvoT3A0vbapM6U78L/fytdXT69N7j1Pl57WVMwRijEfwqXh6a+tCkrzr+Fw73sSVEEpPYKAIJ1vsTS02WtgZgcwZqE92jVnkKz91lZ/0TqClSlW9Prf8AYRsX0ilu1mBxYEvkpS+tqR/sVg6a/wDS3rpsTY8wvWcZYXpsrFtOYXVKCtLT8xpAS+pjL/baHMoE2zCx0vrc2WVfxu1QYDdGwu0+ta1/L1dQNrk2FvO2n0GtyPUaHpS1Xh25A55lRWxOfiE2MsafZKjN0uqZJVRWtSFOoslbyrW7eG506gNR3J0JUWG8BV6qT3K9Pp3NLYWl11h2y1JRfzB0Uk+Z7AX7EGxDh/Cc+vSnK9i3j8d/+rqXdSW1JuSnW9rDUg3JGtzoQxoypTTrHIM/HQ0pbXAXm7d7W+l7p7d9NTtr9R64+mGylM4lx+BLxuTK5BiByjCIuXPwmurq7fS1hYAWH+VruJSoHC4sWIxnfT15fCpQvYkeo7fQ3+pIQ1KlNO8J3OhfV8Lw9Xpba5gVJ13+1yf4PElXr63Ite9ht806n1SzU3G2wftIKYhnhqbFgVRifwVwn4rqfipQepJuM9r9SSO9tPI7RMV4RgO4tl8XOxzTqZTXLtZkqSrUrQrzF7kjuCbEAi21W3ClT/i+9siOpSu3T9R+Ol+3+uxe/KpcpqBKlVHlZqGuXkLR+ieSLAKt+sba2t697bX6VrqsdvUHjOQJOAfco6xh33XAbaaaXw30ZM3izJGve1jbvbuL22C6lMlYX4crolMP9Cort8jiT3BtYg+hBuDqPq0ls1T3C/S2q2xKY4q+EmUjqSk3tY2BuL2CiLkfs2Se8yLwnWKDiPmovHdTIjyot1JTY+IC4SbdjrcX1Hkfr3T9VorNENhHr54P/MlgF9Qjw/i/kHeK1UH5TC+qOiar47P/AIayBa48lCwULGwNwIO+HE0+LVIGKMEVxCFrjqamxV5FJeRYlbakk97nMCLkalPc7VMujz4rsSs0Z1FUYyqdWtKRm0sFoUi/b0te+h9NhbHu7fGWLXWKphykzZUVHzx5GV2Kv5UKBNxm7BQFzYC17jY+jZbxssAIldPTusyZ9Uzep70gT6NWaGiqUibHTx3Y7oTmTc5Vo7XUk63Oo7j1KwpkJrEdZfiu55UKK7lX8qlJOg18la+vcHYuplOdwvS22naTUUIWpXCW7HXnZdP9nntrrbQ63PYa2h4UotZpcqfVKNEWhC1qQ734Tlu/STcEXCgAddbC2mzNOkr0zYpGP2j1lYU8Rh4RlVSBheu0uA8h9iKrhfF6mnkejiSelRHqdTYjz2Fa65PlSm5TUSEhiU0nMxmzKzXOuW1wAO40/PU7Ge7D+lItWo1ZpK2+djqS7wk5uMjXKUkXKiL6pNza4PrtY4fwxhJ3Dlao1UodOmzWE8WFMaWGKozYA5CSLOtEDVtw31JSQRsbWXjTJuIMDYpfmQN0O76A1VH6zS6tFYmxUpdXTl+NSDqFC4AIGoBve4sbEi8V3ediiqby+FKrdUfpEKQtpKI7padbzIHxG12uop1IQo5SDbQkES1x8JY8wvHn0GkroONcKR0rddQo8lVmD0qQpSlER3jYgJICCo2uCpJSF4JYa+3k6VxuA/NzOoaWg5HLpOgudVhJVaxv0gkEWAU0fUe+xQgjHwf/ADCIAKxzC/epjOVAlMfe6iwt/OjnGs6GpmXKbkpOjqb3CSL2WbHSwYmBUuysGtu1Sn++6RiWKnivtMcKo0mooQrI83m6coKrKBOVaSdAQUkdb3TUHEcr3zVMZMe7pr6Oai5y1w1C+Uq7KQtNwCoEeI30ts/aazRqDRmKDFqDD6IqVJ67JVlH0HoBa/nb12YKKz7mMG9ipFRh5G9CBQXGsW4NRV0ITlfVFWFKU0fEcnaw76X01AJvtxTT4s+stwIrq0Z2M0XN1dgDw1H6i4B9bfm0pWPqNFaciwJbC38vQnOPwt3Pe3b8dk3VKq61jKJWYEvI/F6nWtM2VWbS2l0kfjcW8wDszvRU8TIoO6G1AgxapFblSoiJTCJHwpCF5XYb4unXzykZknTz19Qht72FMEfaiXVPtZUcL4oipUukO5c0dx1JulN8viNgAkkZhmGuuzrFfpdGn1qVwVxWOOxKdWheZOVw2KzrcJHY2uPPzOwVvQqWEncW1LDk+hxa3TqclM9DTqBx2UrRchCu4TcKULmxsrsRcY2osQalM/IMcSv9LH7wc3Pb68JbxmqbSsUPQqRih9XJSIucpYkPjuWyoAtlQssNnUA2BNidnNj+DF5XlZTXRFRxU/N2/jt3O2ed3uFfZ9xli3kKW1KYrdBmKdgc1xOlSbfBJUevLlCklXUNCDYi+jMQUifijC8t2luoXwEKy9XW5l0LfbVWmYfXyJ23aNoTdLGoJ6iKxu1Kadptew5LfRFYzc7Kiu+FoWKcyQbqQTdJJBAudRqdu4U07Kw9iiBEXKRV2kSkKjtZX4cgaB6wGR1sg2UkgaZgCbAbVsfdNiN2VSfcOJlxYrGZLUpqR8d5I14JCrJXcA+IakkC/k649Mdo2A35TVDfz0FP6fhHK2k2Cg9lFwLpuFHKLm172ur20tYmKPXuadW8V4In1RhqqYT5WbNSlqfHgJK485KU3Ehgp62n206gaBSbouohsg9xdDaxlu5bwlAqDEpa8jtLlOrzJU+g5o5CtTrom47hRuPTFy8Z4ypeI/ekWXkXUcioqkXyQ303CG8w7JULAK1IJIsQLbO/dTjj3y03/ODSZTEWruqlR0NKCVRZSL5ylCL6LV1DLYhRJtqbZ/d22GsiKvWynEC8JVqgwMR1rcjvBzwsI702k1Ggz0Ize564w5mDavIXeBbUlVgDkT2UQG1hHcNi2jVSm0Z2Xx4vFU0xKU0tDTilAK4K7j4ayUnLc2JPcXAFBvswtS3Ytdd905JtHqkerRV5M/6chKyBoFILhCldv0irAkAbPzdDvIwxAwbEiycQvPMzVoafok90CRDdsD90dsFPJSeoAkqAsQRaw0TUt1YDxlPEYac6RumpgxPE/nAZfZhcL7u/FdLWZYsPiWANgBYkag2JJSb7IjezhrDmHN41Ww5Fl81Tula3eEhSfAlaQB4SAFJNxbUG1vLcz1coWIorEB4svvrWGlJWj9Im3iGnmNQBYg3BtYjbNvtHbt8CUaj/AGso0qKxWoUxp2fGadypmMOLCOMlNyARcBQtYWVoLXOV1PRpbSDVjxIOZ1qeORErIYwHyvCgYn+OtrOiO/1Jcte6ddbFJ8wSAdb31N9xVExvJxRPoNMe970tuhrhpp01PFYkQApSksrBIvlUpSUEG6bkAgHa1r/su7uapgn+dCly0SlsQOalMSPhdPiDvTZN0jWywe3iAIG3D2S95EDDu8GXhKsy2MjDWWBKSrMl6G5lLV7Xy2VdOUkkdPcEHZimgKRYOM+8Qla85ErWKE7g2jIgYS47EXFCPc0yLlUl1tXELK2VpNiopUSm+pIzAk6nZwO0p3BvEwvKlolIYaTwnUf2jRvlVb5SbEEeRB7ix2h1fEcCfv3gU+hcCqUtFZarOXJm5VZZHFINrpBWoKKb24iEkC4O3z7QMs0veU/Ag51mVTWJCWmk9Wa7gISBrqU3tfudtPRsFZyT+0BbWRl/3iFxPuYo28HfdTXftM+tcrhJjxXbLYcaedCV9khSXG1a2JIUANEm52/va5wvvBwHVMPbv6XUGV05xECK7UXXSlCYHGKfjAAqyApIIPcZhmtrsabtq7RsUbwcJ1mBTn2H4spSJi/1X0C3Eta4KurNfQFJuLm+1h7S1UpW8Xeg5Sx8NdBpLTE1C0dFQZU8o9B75myc1gCNTfXLtVdjjeffIj1blUJMM93uCHR7i5DeEiLCzJYRFRnU1HfUi70RbC1jKysZVJSnKUkJUm3cON7CmN4Mpx2Libj8ktDrC3VLUtKLeBY7OJ8SSbAkWOpvtlPC9Fo0CK/KdqyJVEfSjmmpSMyemwQ6CLKCh2BBBsbAdtmZgHF87DtZ5CNjz3pKqEVS4DUp9UhipMgXDaFE3DiUm4FwVi9iTcbRp32JyYBL9/uaYqFapkBth2f43FdKUJzqToSTprlABNx5a7DOK6CZ/wB6pkpHKvZVIdatnjuk+MHspCr2KTpre42WEn2hqW1AoXIYYfemokJi1KKtZS7T2rJAfSvL1snNdLtrWSpKgkhQTKXSXcLyq61Pq0qE/NSp2O007l+EVqUFRrHKetZBRYfLcEabV1ViWVkEZhu5C+h4UqbOBJ1Cdra5tYjOuvxXUWaXHWTmbATfo8vMhXiBIOwkN2E+s0udKn4hfpFefzOuuoaCospPrkBCb6dWUjTuNhrFVR3jYjdpmKKNUIsLI1yrTrTpStT9xcrBGZAsPASSMytTpexwtgneNS8UN1nEe8d+qQpuZ1UVrpSy6sdSFJUDdGgyqSAdVA2B2z60vf7QAJwsWfGEtzONqXWZbVQLD0JaS7xYbAYSpRH6hJF7m9xcEC973Au8H7wKNhuvP4cxGH8PTf0SZjrWWO9l0GdKrFsm9xrlub3A2cUOuRWm0RpL1iehK/lV9b7LffJQcJ48oy6PXmpTc2Kr7rUIDoQ4kG3roUkd0m4uLix7b6V/p4Pv8zjYi8mH+JMJ4cx5QfddZZRNhOWdadQvqSqxs4hSfoSNNCCQbgkbY53+eznijCTT7uEoj8qnVT4SJUWylxXdcofRoVN3+ZHWCU2BsdnhucgVnBMVylQcTLqkFGbK1KsnKr8Bqk/UWve5BNjs40vwK9R+JPZTwHuhbbvyqva1x9exB9DtWp5IZX5nll9kcRxXZcXG73OxVwktcKR/Y+akBZsrIP1VXF+1hpt90DGdL3aO8/RsTLiv5lZUSlh9OYG4GZQJWn5bLOYeS7AAbf377iHcUUZ+s4S4EXEsKOrkH1+CVYfoJA8KkkaBRGhtc2uNvOXfRuz3gu4obpc/ByIUp+OlcpqAwvI46CAVZLnILWskEgi9jcEAtmowOBJ7hWa33Z4n9ovf5ghyv0yXToLbDqo61w1tqXoSc/DJJII7XAzdx5ja9wxgjG7XHpeN95srneL0KTTUqQpFrFtxlw9SSdfI9+oiwCb9nSlY83N0Fh2guzYr8prPIXm4rGtwcyPFlGVNrAkakAnQsmtb+98kCUxVMR0nD1U93SMmdUfgPsqUOltagrIttwZihYASsWsQsKQLKpdOZHiw4llXYE+g8SBS5aJXATwlKi3yKSQTdAV1JIA1STcAjU21E8e7wZ9GrNFwviPD3vGLWoqkutIsh15WS6FtBSS2td+6SRoLjuQHlh3erum3jYYkYjo0T3dW6e0nnIGTO8lKrXCQj9IkE2BsCCSCASRsMYZ3jOtUaJ9vMHfeqjnXDdRHWpKVIWpJWhaRmSk9ikapNxcggbZFg7dmc+pyptO4zOavZo9pbFuI25VBaXFoiJHFiz86oshtKgCCphVlJtqkpClAajMQQdntu39ih2i1SrT8b4xnOIxDF4DsdGSzK+HlUEntqrrB1sbC4AtszoO9uU1QZdZlU6qQosJWRaEfFSpNwAtJ1UCfQ9iRewJIMqJiqLieKxGkynGeaWUJRKaCVXtdOoIBv20sb2Fu96t1Tc+xeYQ3wZ3U7jcJbjWnItGxW/NW4lKf6UaZU6pI0ylxCQopI0sSQDqLEm7KhvU96K/U8MU+LzqOlbWUNZr2JCiLdx2UQe3Y2I2X9frzUXj0yVSetl3hKfadzJSrTytcHyB0uO4voI2CsRVOBK4sWoc7CbzNOpkI+O2m9x1DVQHY3187gixZq1Ab3FTqfLBjCW/VIrn3GAGy8hSl0yVZKXFefDcTdN/VOoPfTW8+mV2LKjLdaD/wel1hSPis/kPEn0Iv/nblNr0HlWDUOGyhaxxM6tEp8lBWmnnm8tdl7jHenhzdhjyJS8SOyoSKvF4sOY60VxZSAoBTZcTfI6kkEAixCkm9yQDk4+2H3bvtjajS2pTQdaOdtfhV+ttTc/RotTXS5RhNypTqltdkKeX6f4/w7jX1G2EPaZ34b0N1+8um1TdVjJyVhHFbqJlO4SkPxW5qOp6Lm8lEJC+ESCUuq0sNg/G297eDvG3oU2vT8HPxVv8AJO8BieFsZmkDiLRaykaZyAdR2J0IBq6mcZ+IdKmaboxZ7PmGa7XUYyw7UJuH682pS0yIqgppWZOVaVtqBCkLTopPYmxIJGyLxb7HMV3GTder1bflUinLU7FhtNZIqc1yAlNzkVmsm17AGwHazZw/7QmHG3V8/iGEunMfCdW+6UvxVEXCHgbjQ3AVfVJuQSNAvHHt4bn8Gz/c0qoe90IWlL649nUKaJsddQogamwsbWv3OxjU5HAki1kO1p51+0fvLnu1SrYcoNcc9yRZC4rSUdKXEo6ND+oDmy66jU3JJ2zWyniu8Xx/r59te+3jiHdWziKJE3a7uYUaFXqaqeipMcIw3NQGXYTrdld+Ml5hYBQttIygLzHIsQOutcJrxr+TbYp5UDEXfG7xl/Q3YDspvmoi1sIzK6en6621t9P4Ljodd3jSqDEawu6ilofdS1DdaWEL79k9JA10KdL3Bue2ycTFdixfhePJ0fnoPyv57apjUjBEDBFJi0unvyudhNPqlZ8ymZQGgIFwCb6gWuNCAdTXWeKBYXTV5PlFZRYW8afXvdeKGajNztLVyTTTmd5YJKu2t7XOgJv5WuNmrgegQKzRuLiOn81FYWlP32KqPMZUB+jWLA3AOpyi4sbm4tDmUiqcVustOyluZUOtLzFTrfy9Kr9RBAAJ17g3sSb3fDi+fA3fMRXc8pcqKjhVJfjVqOlZAvcZswSTpa3bU5L9y39Ov3+YbUsdhRIDYtlUHmnHZ9RRFp0XNwoefp79zbvYdh2H7dg9ze5g2gu8KjU5yatfSlpprNmUDpl0vr5217WB2VuKKw667wnZa1/4l/u2kYFnSnazAgUGksc1KfQ0p1fzJuMx9dBc2uASLa9tgWdGbGbHJ/b0JhfR8ZYzb2G2J+Ld1WF58ppFO99ypUx/mF9bKGcraWz9AVKNh5jytozt1q4FGd4WHKiw/TkL48+RrmcWLkZh4VEHW/kL9yb7IWVGxbvBi03Djv3XD1IlPuuykP8ACdcS8hCVtJSDlyZmb5rWsTYG5KXHhKnUHdzg33DRmWOaqjq+FHUvrkdFza+pJCde5Oum1KtGtR3p7lO1/slbij2g3cR4jkNSqSv3cw6ppp1q+dtIsCVIUAfU6G9rWB7bWGEJzuLZXv6BUUcBC+E1+slQtmBA8z3F9fofOnxlRGp7UDhUPkpsphS35iLLSmwtlJuFEWvr5EDTZZy4eI9309uVRqs38fNndaV0PJB8C2yfqLHuDqCDstbqtRpm/U5Euf8ApgM8zTFaxHFgReV97LyTl5XWmkZlsr81DyOl9DofUbV1KaoztZYiwK2uauV48zWVHa/e1gPLXUXv+GdqdiuvcV91p1cp99GZCJCsym1pBOnmtJtr5gC+ttG5umn8g1ErMp5iVkQl3OwoKTkvooW7WJ18iLEWsRtVdQLvNISsI/kI16U3Qay641KicDgeJbtlKTr2uPQ9vrsH4ynu0vC8+Vhx7J7xkcuh1S+pmOVFKlC97+Wp9R67Uz9Nr2I941Saoz0pil1SUnraulrgcIFVwrwqJKk37jUjy2g41ke6+blby6tFolIpzq49NitLHFcYKBob6G6hpYE9tSLWYZ8JvHuVs8ZAwrQqDRqzyDsv3pCqKUofTK68q0kEFIJ/ZoLai1jsq9++6+fK97QML1Fj3J/WkIUnKptaRdSfyBCr3IIAF7jUaxDv3iwHXIuF4mRvMrI7I8X/AJN/8zb6a7TsG1TG+8Hhxf8Ab5vFKyqeaICbhJvpY6eo0Nr3OTo3cX5PzEim6G3sVYulYI3aVJp2W/8AHnrdVF+VOluIg65ewJHY39dRf7wd69UlOt81UeOha+EhHhV9R66bSaXhyg0FqBhyjf1pjLzSlI6UpGpQbafh9NSdbm5Ru/oNZlP16l0+LNQhKFqdS627w83QTprlzW79ri9xbb04dfiCCbmg1hvD09p1isz+Ohha8/xUdWU99Trf08rA/k0lVx3i81A61sIT1u/NYAaaG1vLz2oJ8aqOte5nZa0PsL6EeJCkeoUCQQdpylfZKBEddZYfXK6eXXfOlX906X10P/LbvFY4niIPYqxFK4TlUqlR4GRXWj8PL8LbKyp13FuI+JhyjUlHH4qZDS+L8lwqxFtLjtrp38gCfYk3Y4yxk65VKyyxFpaEqdzq+VQ8PSLX/b5dvQ93I7qnaXRnKzP4CJspebpRmzNeVj6/8vx2V5ufb8SO5Ew3St40+exhKfh5CF9LsdjnSlHmoLT/AHT1kK8ilVwD3PcN0TeNS59TnysJ05a6dHQt9SpWXiKFspuE6qy2Bv3N7WtbZk7zKb9nKW3vBpbKOaw0rmMykdLzB6XmyfQpOYeQKR5X2iPbxaNVGmMOQOvmmEyp76V+FBAIbz2IzEHS9icxt22eror06b2nZZoB4qxvjylwIDU/AdLlMZ1/CYldSkKOYXBsNBpe9wPIE7ZsxJV5VU3l1qqVnBE2iwciJDrDTGVLKrhQkIFrKScxJtpYq9CBofFOLYuDcZP4Sn/03CmtJmUt91OVfC1zs38OdsjuDci1wCCB2qqaXiOA47Ap8pC0ZkZl9SFNFNzb9pv6699sDXdT5IABhEuwNsDqHTsEY3ozjUCo06VK4GZLS3eE6pY1NlWuLjsDfXvbvsrH8Euz6o/hzlFof6kL4rR8ItfsLfs+vbS02h7s6zS6zL4tJfm0thKlKdiqOZKASM1hZQte5IFgdT226YMxliil1l/la2jJCzcuqagupy3ItmvmH0IuBe/ptk92pyD6MLVd5Qf3X7pouI+barLr6FwZq4uRHhUpB1F7Agd7EXuPIbMB+gRcONOUajZGM7ql8LTwpt139CdO+mm1CvevWcB4jn4oqmHn6dTsUISvMlP3dUxF08RCiADmTlunysLaamSzhjEe+SVElUvENOio4SsruqFJzm6gQDcfQ6gi3fbQq07N5R4qR5Qto/tIYcw405z9J4E5uOiPwmrZVZBb109Ldh+7bPe8zHruPK9704KGMiEtNdsyU3Jv9DdX10A12ZtX9mufAivuyqshcpiU01katleSrS6SDqb9je3l532M5Ps9bqsJYDfxHi15edh3x8wpKeo2OgOtu4NjoNRrs327FnVl94xMqYYkuz8RtxXXcmdfRn8KrA2H59vqTbz2HpE3n56/nRm6M3y+m0TE6/deI34tGqHHYQ7njvtK8SfI301ta/bXbjEkcJpx139OvMvNtzLxNG4+HHuW63+E05/5H+e1Y9VGmtuaBPqjrcWlxH33lr6GmkFald+wAJ/dtKY3dYolNOT5VOXFYR88jozfhe1/y2GlePuiNdXO5pS827PlcX+/s28F1usxcBz2uN91iupW1mSFZVG1wL6d/L1J7bK2NR5XNNtNM/2qWuj6m22qd227Ofjyfh7dfS2lsIitJn1d1hIW621YHPluMyk6k21tmJBtfZvwVd59DmGJjL9lr2Yp+I/+3mN6sultwskiK1nClpXoUu9VxYHsPUHXy2PN6e82l4N3gxKpXuV52K1yEiVAWVNVBogcJamx2I7HvYm19Admbgfc37mqjFGxlW5tUiykcvF6yhDiUouL2tcWFyD3Ouux3vA3dYDgUHitYTpz62EKSjNFStWU+LyuQR3Hb8O+2ijU67S7k5BERLkN5zOW72JKrNBcrLURDfveU66v5lq1sEq/vAAaeWnfuWJ7O8PcjRpVdqmKIkWoPzZCmk86gOLi5b5hY+RvfN5dhbtsNYG3f4ycxGxS8GtMTYK+KuRFakZUttHVIUFkKC05QALE+fUNdrPEHs/xcR15yfVHn4WTMiYw1ZCnF9ifUHSxI/E7ZGns+ncq3qWL7I/qDjXc3ArLn830thErIrjsMKOVNv7pJCTbTTuNhH2id6TVL3aYhagcfmqi0lprhJPitplt5kX/AM/LZcYe3b4S3aO8WBx+aqK8i3XZBdVlJAJJ10G317T29yl0vAbeF4ERiU+xwskhGRSG1WIIV5p6exB1JAtY7V1Fq53D0JUPnkzKW6HDbTVLfrOKKsxFfWvmGoTvjbTrdF727D6fs12JMUYioNGoz8+LUUZEZuhKOpxWylaVVJXEdddWvqV4v1fT/l2ttzqdS5CB968COvr6v+e2E/XgW2KszGPnmEEDerAn8NpqI2++hPFaada8KSdCDfz7kH9m1xiLEbuMmmHZ7KELYSnwoCfpfS2vl5fhsu6BKalNc+1EyLX4sqer8/y2JaW196bdlNfA/V8Ob/lsjreq2N+mBgSrXk8CMbAVAi4jaiYIpbTHNVSQliKl2yOI6T0gKOg+tzbz2l4hwbJ3X4on4NxZSZrFQYaVHdW0vpUlxPSUrBsQUquPp5eWw1JxxKiymHYvAYfYWlaVNIy5VJ7H8fr667RMa7wK9vBqjlZxHVn5U1bSEuv8XKpzIAlJPbUJSBpa9u520V6zpVpAb2IXvoi8+57HPJ2iuU1p3y2lOL2+kbeuyVmn9xg3UsGRJ7Sx67IzejuhdaacnxWv/Mbaa2qsSQGp9Lfad/U2hrG2mVsrBEwJJjOwHeE7/wCRt0ZlO/x8u19vYj8hXnOF/Guwkw7/AOtfx/Hlt+Y/4qVk6nYP3nn7d1bYEPMNY3qlGd4XN/D/AMezG+1k+fS/0qJSPnadRmy/gR/z2z+t/a/oGK5UB1v+0Y+ZO2p/DP8AFVvTnFGoJKf+I3p9YV8TDHGWIt3MVr3DvBwzzVIrHR8JHz+qbC6HB3zDyF7i1wk8Q7ksL0Z1x3BuJ31xX0cxHRIRnWphWqVi3f0JBOoPpbZq4jegV6l/emeOwtaVIy+JKvXargTIDUBul82j7q6p2Lm6VMqNswB/VNtU9ibHuBt9m6frl1mGpfI/E0PqN3uZ1rGCp8DiNOsofYX4+ErNl+vqNl1Voc+gyuE60vJ/ZL123cnCeEsZUtyLVKTF4/jQ+10LSrv4hqfqO2yd3tbq3cOUH3pFl+9ITDqeYYmoKnWU/rJUBcj1B1A1vpY62pqfZvx/iRvzKL2Tt42EsB7y4mKMb1HlYUWO6hMhCM2ZamykAjyOuzmwd7Sm7Sg72t5ON59RfXCrykppa2msylIS2lIuL6ajbMTGHsLyneV+PFWvxJy9Govf9+lxtGrG7OVS2velGqHO0vpzpR4m1aafh+Ntka+ojG1pfv7ZrGfvTwQ17Kr+F2sTQl16ouqWuFn+L1vZz5WNh312y+Y3F2Jt325SfjJ1h2g4hivsL8a/9mrsUKF7hQ/fs7qP7Hded+FKxNFR/dybMoPqxz6lxYpmW5cJ1ralkpd23BH9iVp3+v4sX/8AImv+P/PaNVPY4wRRviz5c19j51fMn8hodkNb04VIXSWJExARtMi4ZrNU/qsRf+JfSn9+2qsU7kaNgie21QWoUqFKTmjur8Svob9jp+3zGwdX6fyDXCqlOXCX0rSrLmQq4uNRpt8z6h/E9ukuNCV4I+TB9yJGl4A4Ve5CqPLWh9GdCGvmV5i50/LudmXHo9LpdLb91xEIyZUryeJX4+f7dNqCvy5UCqQKpxW8nF4S1oupCr9ri/ST5KHnpcDYkjyeL+lz/q9f+X/A/wDHbA6l1DVa1A9rcH49CK3bjC7COInWovC43g/v+Ltfv++2mmzCouIWnf7bJ/czbI6O9yrvC/8AQfFtZ0yu8q7+lz/3NvMXaMP5LL6a/Zw00G4n3zF+L4/8WwDiuPFa+6ymVoWx1Ida6UuJPkpPbMNNfPvfuNrjCFYdntcXg8Pp/wBdf4GxFVcNwKzFcddZRn8KvlVr5j1+v021tFctWnNbqM/kxm1N/IiWiu0vmv6UZXKhL8aULyOtp01SoDuPQ3Bva477fmIcMUvitu4XxN8BeVSeP4kqtpe1stiSDoban8bipYGi/HitPLYlZkqaVnzNOIHcHzB+vYHy2DJlDqkB1xrhPxVoX0LX1JVppZQ9QLj17DXTaQnHIEUwyQOx9PqlGpb9LxbSc8WahTSHVIzIUo6aKAsD21B1NjfttV4QichAbadl80hzMtrJ1Zk3Pa1rqAsCO99LHzn4qxXP+zk/CVUdQ9Fm5Y7XF6kNvgACxuS2oeYNjb1Gmxru1pdGr2DYmF3aIiFNYRkzNeFSuwcSrXU2vqdRp6jb0+i0bW6YIJDnxlThqX7hqjGI6NLfRKiqSppa+lOlwpJSdCk37EW7g7MdW+mluz25XBYpGRpSMyFDJmNs6Df+zPkk3t3HmdqvGMjd9RsJT4E/gUvFFOa46Y/9lO6LcRCj3B0zJvdKrXuCNs0CqVTFtZYnyojC6Qw78Vp1AyOIBsQQdO2n0t5222dH02/QkPYwCwGBjJjBxNvTr2MsecJ3EL7FBWrkn34qPuritbIWodIvpZVhrlsbkg6TptF3cu4DiQGmqdK6UpTKTkUplfr9O2oIFze/qM1ScRUvC+KJe76VEZfiyoqVx0KSEIeYWLBOnmAbEX1sPQWBcPvz6XjdyltVaaxTpTuVp1p9SVJv4c2tlW0B0/cSNtRdUWYgrj8fvCpYvoTUD1F+yVUlxWojEqnTUZHYS/wPWlRPcHtpcZtD3O1bhPCNLdrPIcFfAWtTrXLr/Q6jUKGqSNAFDuQBt3h4Sr1eoKJ9UxCh+VFzNKz2RmSD0rNu/e3bXt5Daz3WuxXcRvwHZeSUw0pDXyoUvzbWdb3FiANR3088mu6xtcEPqDJVRBjH9Kn4XqnF4q6jCXm62mgmQz+IAAWPO41FtQdutNfiz+HPi5H31tJ+KhXS9f5zrY3te4A100ubWLhrNUr0v3zEYyMSFJUhN0tOZbjS5v2tc317X0tt91TBkqK77+wbE5pHjlQvClXqtP6rg+vSod7EAjK11NGovc4+ZyGfqn3f+6tf40Iv/l5ehH4bTLtNNNz5VOWvIjrayFalJ9ba6gd7dxt94UjNYodbd5tedC1Idjuo4S0q7WULXHra3a347TN47DVG5CK08/FXK+EmU0jOhKjoM19Fd7dhcW1uAR3Tuk0s26sZMnyg49jjC9Ud9zOszYr7ebIpKFJUq1ri/YHtYEEeVvWfPw3QapQWOaxZKRwHU/CmIC0qVqAtJFkpVqQRaxB8yCdheVhafzUSsyqiiahGZLqEILUhvU3IKelYF7pNgU63uFECdUJfv6LLwbhdl9+qSoq3WoDqxneWkZrJ11J7gA2PkfM+rHTxQn63EofIcSyVhSLRuHKoMtio+LPldyr7aWNrDz01+naw/cN1+VgjFDE/3jysqbmY5WV0tTEmw4KwbJUlXa/la4IIBCGwXiiqVRp+jNM5KjCWtPAfSWH23UdJaUDYpXmuCCLggi3YB0YZr9UixWKXjKhsVuiVGOh1TE1I4rKjqChWuVwXuFAkEaaeRqdZ/p1nbK+P5EtVuVsSkxtireDS69LxlubZ9/Yaqil06vYclMKlcutXVwZDKSFqAAUpqQg6hNjqFAqt2Vi2qUZ91rD0pC5Sl9KWsi8wJUQgEErWgW/vGx8yLMPE1Xlbvqy3iPAfx0LXlhur6kPMJ61w5Kbj4qbBSSbhQAINwQOeIt7dUlUafWaNyrFErbqHZFJmtfChz7/pY6gBwnfoTZSTcE6pT6BNWGxZXHUcQf3PxsR0GfLarNb97xX2FZe6ZDaRe9lL1JF9UKAPqRqSOTq1KlSnHZTvHyLW1nyFC3EAnLcAD80k+fYWA2IMJV92qY8blOs5Fvx8jvSE+Vws2AuSNM2t7Wv5bX8vBtGrLTjTtRYQvjqRnaUErbXfvrp21ym176EXvsW4vqhzxAWlop6lXGsJOx8R0Zp+E/wlMOyIrvSpB6SCmxSRbve49ADqbOk1biu0mU69x4r6ldDqvCoDMBm7pUfElWt8qraja7n7mqpXqXPgQJbHNZcqVIXmYet2BBJKCR+w6G41NhgXc9KwlS/v8tb61qQpLS7ZU2uSDpqDexudABa2pK1ejTfloNf3gBAx/S6zKnxfez778WQrNxWsq3kXClXTokKTmy66qSm4JGuzSwVVaDjLj8hVlsLhJyrQh35SNbW7LA1ANgR2O3d7BVGddlwMOYT5qo5OLwo8cqU2ruNQOm5FxcgH8thCFR8W0GfIdrOAn4T/AAsjq1RVJfyGyb6aWsAdRplB7G5Lqaq60yw4hyoK7yIVe9orU9iK7LW+vmOFnzFStT0lQ8jb9uo+m0XE+K6XhzeNSYtZlvsQpqFRV8JebKokhKr6qABvrfTTy24UKh1ni+9Pd2SLxUqSr+8O3p3J/M67ScV4Q/nBrLDUWJnlMZVtdXzJvdGmoJBuNLXFrgkXX0oV68oJNX6o8Y6VYDnz6XzUCWxVGFxVxZDTrWR1UVYNtRfQGyhobdxfUEcqG5veNRp/2jrNEfW+uEmEt9pAkIypsU5wjqUkjsoAkDWx1BHsGb2a9heU34+PTlcB2PmzJcR6WVr9CfIgeffYeHseYN3oYNclYXq2SrwoSpEqlykcKQ2lIuro+ZIPZQJF9DbyPb02vUKDkgiMZZRtmOMGUBqfi33pFiclVGGltcXRSulegXcZ1JFzbvYHQ2tc8qqnYtLcditcrNzp51pKylLiVaFSCCNQpN7HW2v0PGl1ejYjxlVsOYtpNRp1ei5Zkd1SFtKeYW0kpdR2OQjOUuoJBKVpJNiAwqDhPEcCLPqjuSqQpUXhKaldL7igCUuMrNkFQ80m1/Ud9hittIhRycTvNeYkWd49LalT6DWcPe8adKUlU+BIaCsy1HWQhXkoWSVA2zXJFyQQ6sLViLS8JVL7EVHjrRFUpqLPdCuClSFHhlTgVmaI6bLBQQCPlJGSYJxRVN41W9/PRUU7n1IYdXdpTbXYIe1JFiNbgC9/I321jub3CYjnypdUrMt9hh+LkgOw5qH4spBvmaWU3sbklN9AexB7xp3OfDmL96zOPcQkzDu7mvOuUHEeHpWEMQrdUxI5dDi4SnT1hXDJzM+RGUlN7EEgglsez/g+VXp7mHN5dOizadQYSmufirGaQkkBmSlSbKzptdVglbarE3JBNdvBwzgjCWMmMOYtp9RYYfj/AHWZlKXWUg2CeoWUgE9NgcvhtawFXXMM7wd2kqBvB3VVZdepzHxeK0vPxkEkORZCR5EXKFDsR5WIJrEf72Xj5nZOckRuYGpUDFFexZhLEbK5T9LpaqW7NX4ZUMugx3ymwKcxDgzABIW2siwUEgHplbn4DrPISsj9Lq7SGpsV1rjtKdT4VZbA5gRooWN7HuNijdtvIw5ihqBi3DnHYqiIC2lwnUf1yGTmeaQbXUtBuooNlXBBF7E1WPKBRmoEuBRqsuoo5VM2K66rMttryBJ1sCQlJVqR+GzYQNThJDc8zlSt6sql43iUH7WQoS5S08lMWtS47l9QgmxcaIIsbi6SexBAPT2oortLxbAr1Zw8thdbhIyVGA/mYedBssqR4Aq3BJI1OpuQQBx3E7ha7vKpUuoY9wFS2FsZlUmucwWpEho3slaEpIWBZJCyQR2IUACT+DBwtiOLBwdvjpzzkXCNWdYiuv34UeUtpTaeIpJsEKQtRsCCDYggdsxaWpQow4OYZcbcH5iy3Mb1WsORZeF69Vn+Vy5mMyQnl79Ksot1pKlC6ewBOg1BE2t2WDaXvfiUvdzUH4tRqkjlZ8V9BSqCtwlCSoBISGVZsyXEJuQAFJBFlTadR8EO4txDRpTs1inZ5EWmrfQFK4WfQm4BBIByq0JGW+uhHfi0GVQos+tsVGLTn2naNW4+fn6SniZ0NPtm6yyVpKVNErykEoUNAsVOpb/t49Q1Q/TmnNwdJlYT30VrDFdp/Ale6PiteJpt3ipUeGbBJQtNliwva3axAWm9uo4jn75K1yDS35tLShhrJ1dCNbm1zcFeUkC2l/WxM/jXGNUqlWx44OA/FgMMNSkJ+BMYRxPjJUPEpsrJCxZKgFJOoI2+N1DTuI98lSrNeZWtfKrW+vLmQpThA6zr0KubKFwOgi42e0oL8iAc7sD4zJmBMNUvEcqfXsJYhisV59Kak/A5fhSGX0gBbmS3VZVkqsLkKBIII2EpOF94MrG7jWKKf8CqLkTWGpDX9gTclkgEOIQpQ6bg5TYg6EyMdNu4cxuxi3C/HhVugrdaSp1GZXCFwi/fO0UKt3zDNYEdJNxiP2k5WMsJQJUV2nP1FiatXLqUWJkVYJ+GpJOV1otEpKgCCNTlIFyWnOQnsRlyqrFTMTQYEpjBEWXUaI++teVhqQM0deYXSypSQlTZKugWACdCEEAbNeJ7NECfhKI1S62iC/CyTaW+w0lTTLqbGymxbpJuClBAsVCwOmy/o1QoMqvMV7GWCJWJYU3M1K4V0SKa6oXS7kuOK0sWsQL2ykEWuW8Maz8JUaBKo1OflU5h9CHYrqhzDLROULUNc4HmoG5tc277FtG9R8RVnRvtEs8Jbu8R0Fptp3lUSmGlrptUi3zJzAceM+hXQ+wspTdBAIIBBCrEViq7WMd4IntYtZRS5uGnX2OE60UdJt4XDdQQAE2sCCMutgQJs/fZKwvVOaqlJfRQaojNFkNKCkqWmwW2pJNgoJstJB1GYX0NmC5CwbjfBr8V119hcphamp8VRafbSVW4icwJTZabKQQRcEFOpBAE+JC/vE7iLBmMosCJPpdblVR+LFRKyQldc5pITxhwVKBW6gahIJUQLpuRYslGOHfddFlSmYq0VFphKJ7XgcUvLkOvrcWBIIJIt5bY1xvvG307m+boOI3qXVGPejXAmpTysyGkOAJdyIzJeZdSlPU2SQTYgGw20rgDH1G+0dJi4cZ+5VeGmPVKDKdzoSlVjxWSdHFINydQVIUVEBQsRPZtsCZlvHdNGVSHGgYYlxZPEfXwluoTlzLz2uMtu9jbZSs0Ws16jS6zS6sjjsJUhbGuZKu4/boLemnoNiOXvRp8Wqe5mXeaYitJz8JWd2OojQH1FranUAgnQ3ATjrHVGwa6/Xp9W5Lj5XYsqPZKpTRIAC0G3xEqISU91Ag2vtpWahVWDt8jiU0A1n7OQK9K47FehPqTNYQgZcwuQ43YWcaIFilQsCbEDQ7NOlYxg1ndfXapEaXFepbT8opYdy5lso4hyBV7drFBFrmxFjtm3H/tNUH7LuT6D/50en5cqM2fKV30KAFKTqbXJA8xYk3d4VxRi3dLiWLKqDDErEMVbrDrS87XUhQssD5VZspIvluASRoU6Lu45dPUdprCrmaEwDvJgY8oMSVRpjPvExeKuPISUpeSLDMNTYHTUE2vqD32HsR4C/nGlN1l2ie7n0JUhpeULS8m+qVWPTqLpUdL69iDtnLBdZ/mWxHh6gu52KjFdRxY60lKFMEhK1t6gK0vdQNibA62O226TXaNVmW3aRPYfQtAWENrF0g69vI+o2fHlKkqxxMzYuwziPAcVx13DyEfCU+xIdd+Eq1+leUnIq/ewJsbgE6bZMxNvn300Heq21PwRFpDEJ/K7xVJWtKSb9KMpQ60pIBykEG1iEnUeqdRiuzmltNutZClSVtOtBxC/wAQf4/HbN2It025bHk+XFxR91rcJa4qFxZXCXHShauhKF3BSFE2SbgAgA2AAu7HHEG36XIinVvEwvWapAlSsPUukRZWWKuVS+hpmQbEIWns02oWUCQQDYEgWylGNaliPDlGgSqzzTFL51ao7+isqwClRRlNlXTc5b5SALEEC3WfuCpcXlPcOMadTpsVH6Xl28sppJ6SpN7khRJBJOUqsQQbFp1qj4Xqm6Fyg/0XKY4rSpUVrpaZkcRJUphNzkQvUZb2AWbDug47U5cu54/EILA8X2PZlewlFw3PpctmqUivLTFlVKnWyJV5haVWAJBuEm2uYixA2MGqHiN3G9FozsRHAfa48eR1cBxKACttdjcEDQpv/psEKw47AqjjsCnTX4VRSn4Ed0oQ4pOboW2egEhRSCCsKBFiDYbF+FZuCKNU6Twna9S4KFqQlUqe4tqDMIypQoOKJaB6khQ6CLA36gF6NN57scSjVKeZYYj4VMxtOo3CfYffyPpRxStDmYXJBJvYqB0NiPTzPejDhVTmorXAlIUni/r/AEuPmH46EXGvbYartWp9Tky3JNWz1RcrI7KzZVpvcJI7WSAAAkXA1IB12mxX8RtUtuVKeyVunNKdTI1UidHTYqOg75SCpOo1uNDpAP62B+ZnucvCGu4+gUuqP0us07+juBxXVNdSG0nRZy62T81u3cXva+Ud6+MMW4jgVbAdG91yqXhqUl2nLddWp1UN9s2MZZITwlJW2Qkm3RZJBQpII952+aBAxG3KgVabCq7+REfIgrQlSuwI1SpsqGqTcEaEHttXUkSp+HJeI2qfTkIRmdn02P0rgqUQTKiXSFKjFd1OMEktqJINjfb1emowm6aujT+cxesYipe8ul/9vGl0taIHK801ZLDy215mXn0JGT4ZBSFgWAcWFJAJvVRMG16qNU2s0ZnOviqh5+LkfjzEi/AKgSg2X+jUQSoBIClXA2uosHDk/FHFi1FiFKfWpEqA6rgLz6guNJVYkm98wJQoEEjsdruu4fpcCLLo1GrfNZMj7rTDRQvOk3SFI/XB0FiVAhOgIA2ZA2zVHjEFOhz4GI58+e7VItXzqa5pVsshoE/BkIKQkhCiogiyk3URe5BXu8Cg0bBDUSfKxDCm+8WlfCRZSkqFjpa4LdiLK0Bt2B021RvoptBxHuq9/VSWil1GqNIdYlK6kuSE6BSim5HEbCgdDZVyRqSME1+PRvfLcCe6+tjOrO607mUnyuPLT08+1x32dq9cRDUnc8q6rWvfMritPZEIzZEfKm+p/b5+u1zTojUBrn5X6vT+rr2P/D8doK8EyoH3+luomxcqVL4XjT+Ke4t9L+eum1cHazVKoxS6XTpUp9aktNR2mipbivIAAX8vy87DYq7kO4xb7oX4DddxbvLpNLldELmFLVnspKUgE3II7XypNgT27+evcNMQPv8AxWVwosLNmmpUhUV61+lQF+oWNiANBc3JN13uc3V0bC8BivYyd5XEWZKY6EKzpj3/ALNYAN79lKA6Qo9+5Zm+KofZLBETC9LiIRNirjyp/Ct+gLllquO6SsEZu4AF9Cdlrf1TmO1eIxB3EG+DCVGnt8XgLYfRnyLTkzIV52IHcgj66C477LLeTvQgVmjOUujOzUU591T7sV+y+GoEkFC75jfUajt6k32vPaYr+EpVLoUV2ksZ2Guaju5ci1IXbTTRQ8Kr21IB0vqnsBUmVXp/NT8kWl5evN1KUm1+lOl+xuSQLa+m3adq6vN4DUHtcZgkmBPxHPc4UR9z5siWirp/LbTO4D2cp7sWJvBn1tiK+wpS0U19jK7kKdHM1zlUB1BJAIv310juYu3X7uaM27Sqc5OWwpDXNPtFScyicuqgE62sAB2FgdnDh7ClZxH7PtW320arP8flX34cdhoqacYSP1RqpQtmHlaybG4O1NRYH9H3Muy0twJU03cdjKe7LiysQ80ub96ycXhNOJUsk5VpNlgm4sbkEC4BOpXRd3VZn1RylysQt0uVS0KRFXUk8VDbva6FJKbdrFIIzAC1rkbCm5vAeLZVB5rFtclUhji8w0/xShTiFC5B7AHTUgeZFx22PWsCxazKl0Z3nao5FWmVnddKVqY/2rZBGZAtqBe1we1yMZbmRzWG3Y/aHo3BOJXYcwxKwvFq3v6ue8edlLW7CdkF2PzRHS8xcFTaVgAqSCADYeRJrarRPf0Vx2LEbQx4H0KdKVp+lxexvawva/4C7CqUCBAlN0aVTmH4S2M0eQ0sJW2s9wCOlQBIuk9vIi99lniOC7i11ugxai/RJXF4UxppGZ9yHrlfjaHiWIyqTYlKrm3QSeFXffznfTG473gDXV/Zx1x12nPxadTmkK95Z86nEm2oy3J8rm9z1G2mrW3C1rBHF5/EdWY5LrQ0trqS8hzu4k+AkEXKSLKBUDYm+wNiD2Z8Gz2oEDBG9iajr4TrEprM08onORr0pVqSCAAdNNL7HDu66Lu+abpcVlhEVebhKatkeWDrbQAG/f1PrbbK6q69PYWUqTnggSlwSgjZHa/vJozWEp/2clxX6vFXysVbV8ryLWBHc3AAF7+fe4O2YavDw5jyqT5VZ52VKYXkf5rPlcvpdk6psLZSnQggmyr3BtSX/dcB/mmXMmZWdeiVN3Hp5EWuR59/PY3GF8JVnC7depdRiryNZ31tWT1A26xoUnTz0J767K2G/X1mtDj++IpYc+5nmRuawliOVyHKLhI8HHaV1J00V9R+y48xteNRGqNS4lLlU9cWr0RPKuz2miqPMR8shvulOcFOZGlilIINknabiPe1hLCUpyLFiLqj+XJwmurKr0zdrHvrr6A32jxK5i3eNFblYj+5UFCFLXFi3S75BJJIBykaaWGp0FhZzp+mXRV51L8zkPjgz9m4xdoNL5CBUERait1EhE1UdefKP0javJSbdQOuosQRsJUrE7sCqS69hKoTcnFSmUuKopjp4lg4cosLW1KQRY+QAAB68nDkqK5VJVPfXChNJyLdkZ1Oels1z6+ev02BcW7zsLymomF6XTlwosrKla2kBKU3v1k3Fr99NRp67WFm5jsMKEVuBNA4ardU+y77tep33qL1IlNdWZJA8Q8rd9Lj0+qyw/vErNe3que+WmH2IsfKxHTdXUSQFWt5WAF9O3mdR6l43rNGaosCsy38kp1ENGRfQpItlV6C9gCBp31tYAn3GUTC/v7ENUr0t/moWVaGk/qHNZd/8Qse1tPXZ1XZsCXaj4hXvLxbi2susYSo0R9b61pXKShB+G15HQa39ARYAmx1Oz83dR6z9nIEqvZEfCS0hKfmSOxOmh9baX2WmBcOUuqV5uqcJ/nVylOtSOaUpSWiQcmultLAD0GuzIrOJWqDxIvB46+r5gnL38u/1Oz9O5Tn4gbAF4EoN8O8nCVLoz+HJTTE3nV8rIipspSkq0NxcfU30tbve2y5wfu/agbvpeKKDW1o93VZENUKQgKUmOtdmzfxaJNtdLJURYjYoRh/AeN+PXmojC5SGFcw0rxKsSQtP1Sq9lDQ3sSRtGm1aBRqC/zVO+AiVHRKYR0qejk3Gne4WAQrQjqFwDoC+36g7X9Q9CqqZMqN8u6+VKwG/XubYfRS30rzcLM/TXSQEPWv1NK1QSLaqtrcEKik4mrzrXK0ao/DfWlbqvH1geHUdjrc6A6edrMOvsc1Xuagc7Cw1UVJSmA6tTqHlFFylSVHRNySE97a37bDv2U+y+KPtk7SeVwoiUiFKaT4ko7B0IJF2wshJsb6egN/OavSefjBlNzeMrKXCr0V3n4rUpHNRXXciM6FNqTftb5fS/cGxv51vs1YOo2PK9WpVUZ47CMyP1lJWo9/qQLkD5rEXBtZs4gxjRq9KgVTBFW+OhK8/RlWny8tFAi9xYW7ag6KbcoxXsGxa9WeFwOPPVHzNdOVRN0nKNUpNtLWAIsCDpsidM6nC+4apAlgJjvOE6XS8OfZeqUmK+igykTWnf08dTTiSBlB+U2ylJFgFEEAk7KTGGBaW1S3N6G6p5dEiodyVSltIOSmuk24qB35ZZ1FtUG4OlraKwcqfKi1KfPpzC5S4q3ai0hP6ZRuStHTY21un8wATrM3dUPDk+U/FlU6Kth+E7xU+FLiSAFINu6Tbz7G9rben0dTvUC/Bm02GXj1MxoxLXoDsT7W0l9cKK/HlLnxethSjqgKPl2vci1x3Nxc2x1DoO9rBr+HHZbnBqMB/IppYSpuUk52l317q0UDcEfidmJRMH4cawHP9w9cKryFOx0PpzK4Q8IJIuoGxsfS3bbP9WZn4Xr3FwvEWtHFUiRA18X/AIfpfQZf2ehdsXb4xQHa2RMxvbncR++fcLVJfXN6kJRk8X7dBsVVT2cZ9Go0Ss1mrRWIq/0qGFFSkpvbW4Ot+kgi4PqCDs5qvvPgRWvtb7p4/u5KUupy+gJ17G5ufr9Nqrd+us7/AGU41F48LDTDquYzL6lZrGydPrrb077ZvbvtfjgQ1moLDkRcbvKxRt32Mp8/BGGV1RbCFMRcyyrK6BqrU6AkgZu50PnsysL7p8Ze0Pjdt3FstuKhxCneTi2TlsSSjU9aj5iwuBcAa2b+McI4S3c0aJS6DTmIv3dSEOpSMylG97+vmfwPfa13eU+BKwRUqXA+PiGUjioW0s5kpSfElaeptxJ8wSCND5bD3u9vbHx7i7OcQRxzue3abr6C5KdpLDb8FGdha2h1JT3uRrmBsDcdjp6bEHsi4Z9zRZe9CqPZJU348XPZKm2gNEX76g3PcHMdTrssN6dWxliifRd3OKKgudUX5HCdf0S+poeSyNFqumwUdT2J7EaCmQcObvsGvtfARS2IrTUV/MUpz5glSf7igpQBSdR53BF9ApsTiVOVSOHFmIqDFgUyfFqyOBzTTsfL1cO5ykaeQCj+X1G17W6zAitMT5TSJTCFJdXmSFpUnz089NlBQ3JUrBDEXlOOvmMzDqkfKrXX6f6bG5E93C7EWfkW+wjrWj9X+P3bF0P6SFF9ROyws0qK9vRwl9rXGsG0SLS1rYUpE2PZjjLGuTKADfzCiAQSQNLk8odeaxbx/ej3x0K61oVlUpR8z+O0B2hUae6xVOChfA8GT5u4IP8Ar+H02gs4Vpc/EbHjYYyq4qUKKFZha1iPzv5/XbzK/V/VNZZjb6xONndIE54qnUvC9Bl8LO5KyLTFW7ZSuryub3te9vT9hztTqpvBdpdWgO/0pFfWrNzEVKlKza2Sry8+4BuL32Zu8GHK5qXK97LfpFOWrIuU6FKb8gL9wPK579u+yRqe8aBS+JFis8da05M7TuZPb6f5eXqNmtRrUqOxx79w72BfGRpG67FECA3VHafkYX/4qFK/MAkjZeYrwu7XmuVaeyLYdzuoX4svl/Hn67G64+I8WynKzAiVGlsIaRxUsLdW08od1BJPRcWukXFwbWvbbjQKW1Qay/PxG0+uE/8A+fCFZk30uDpmSDrc9jtlt07SrZ3K2/fEsNMjpuE0R7F+5DAdepcufjKnMTUMdEeK6rKjNY5ibW8iLEGwPrsm/aRYwlhzeXVqNgjiIhRXci2lKzKjr+dvz7HS9+1tTscYQxRWcG7ua1KitLiykO8KPkd/SJPgV9QCdLXBPrtnzEcifKnuSqpx1vvqUt1bt1LcUdSST5/j32T6k9LoK1HI+Zk3KavDEqHZbvF2s4Z4rTbX8fxfahmyuLta0lTrvDaa+fLthWVxIz25nyOFtyjVNpr9Lt9ymHXXdNozlGdO32Px2z0YHMukOBY7bQq25w6W+bfJtwjSOQa4Tu1Zi+rRvcznCe68u2brrxRUXhSvjMdb1X+arz7v97/I7AIe5V3+5sWYxm81WZf9x1XX+ewo+ni7fmfrOo+r1tln5JmBam6T4quLt3ycLamiTOF8LazTI4u2MyssSl9Qqvysr711sL+Xb9xhhPn4vvSg51o6lKQjqy+Z/Ej07/TahUdibCVaapbv3r9A/lz9/r2sbA69z/lpt7H+FevnQ3Ci/wCwn3+I9p7dx2mCmGqriOjSmOVd47D/AEJVqrp/110tsxHalAxRFfo1ZiI+OnItCkdP/XaTCwrQfj8rUOh93mkNOq/QrHdSP1b6XA0JF+5NyFWDPf0Vx1plC5SE50uteJSv8jt+idDqFuqE0MbYpMW7jPurcqjdb7HgWj5k+YI8/wDS+wrh1ujUF1yBi1mVF+TmPF0k9losbgD9xG2jMG1V1p33XWWvB8LrR1J/Hb9x3uji17JPgNI6/EpCerX8LX/M7LazpyW+ScGUNZ9iCO7fBlGwbVHMR4X+9QpWXi8JQy/RQt3Gvfva3fZy0PHUCVPba43XsIYQwhFwHS+Vi9CF+NCurqPn+ey3fRKpeKJbrrudhDqVNcK/w1WB/wCYIvbse+mPqNXX0esG2wcn1JHjNfsTWnWto1VhNT4rkX9dGy13f4296RW2nXvk6F+HN6G31/j0DJjStt3SamnXVB0OQYwCGiMxrurrPxHaW78+bLnyq9SbW1uO+yUxA5iOl8RqqRH30MfCdR4+He+hHcX769+423Q7AantbKDezgLhRXKpFZ+T/wAzrofUa3AN9fx28b/Ev8JUatDqah5Qb1/ImKMUQKXKpb8qjS0MSmPioaUvoc/ukdxfsDpY2/Db9olSnyosR12JyqFtJ6fEr6g2JGlu19O21/izDmHKo1LalfcpS0rQh1i3TcHqH19Qbg9j5kgOHXay1S+FKeQtEVS0rda+ax8Vz2JHcaWHme5+YPpWWk1t7BgiYYvxvhcX/d6f4/Hb+41Laa+K11/l4v8AMbUcSp/+l1o+fLdXoL2AOnr6bS34zs9r4X6mZOa/kL/xbbOWg/a0AYW4c3g8h8KK6tCEfIv9W/n+/X0/HZy4XxN70abdae8HQvr+nkfw/jvtj1UTEcCsxKzS6ihhcV3PIa1Uh5Fxb8LjQ3BuNdLXL1wnjajNT2PdfwESl/HhK6kx163y6lWUm5APYXAJG2wnRq7E37ufwIxp7fgxl46wzKgUv3pF62PEtbV1JSq+l9NB+Ol7emydrNXnwPhfIvN848/LW/5fX8tn9Ifd5D4r2dhafD4k6+mydx5gyVKgOT2mloQwtXwsvU4nyOnYDS2ulhs5V0IW+s5/ENd+0SO9WvUuVQX4s+nffX8vCXlyrzJ1Se1zY63Hf6XJ2vsC1Wl0vCTEql1FbGJYrSWpFNkZMzno4ye2W/dJII+oIJA990isynYFGw596mrdQ6074ltu5tUfUaagg3BAt22fu5fdS7ApbGKMWsse8eEni5EHxAa2FgQCfK302+idG6PXRWBacwRxjmI7eDuu3g43xbSXcUS+BTqjHWvqujl1kDoIHmoelxpp2ufx3DsrC8VvDkrrfi5Wv181gnLcgWV3GtyTrptsuqmlymolUqlE48KEv4vCazqSjzOXQqt3IHVYGwvYHL+8mPFdx5LagPZ6XnS607mK05CSQAo3uARp6DXQk7K/xVWKq07frMQ1p8QIH78YDTsDCeI2uhaE8g6tF0qzAXFtfVCiCQbeRF9irDO7+LP3fMY8aeRnpchbU9rNm6Lmzg9CNAdR5m+h2vt7ODItU3Dt4ogeOlzWmpnZWVQXcm3bQK0V3sSPrtN3HLadwlVqXKa+BNipQv5kqV/eFtL2tmv+IsSQlR99e/5EpS27iW+6+ZXsZOuYIaezrR94adz9akJIBv3Kradhpe+mzGZwPwsbv0GVUOBKXFS61IRZKlJJsCb3P90/lcagleVWo4SoNeoWLcERF0iawtCJ7TXQhNtMwIIOtiCkXB0NiOzHxIWqzvfw1PaqyEceKt1KtFJV5gFJ8SDa2liDlt2IO9r+l6d9Kb6QN/HMsPfMs8Pbt5TuI36XPlsLYYyrUtd/iJJvokHz9b2H7tjqLu7pbTsv7OVZHvFhr4tOWtGZSrA2tfvYZh6i+p1GywxzUIv2jbo32n911djOuL8yVJUCegC2a+XVIIJAPodhfAFOx5QXX6zPxjCm1Ra1ZEZsrSk90tkXCkgX0+YG5Gmgz9B0zT9s71GT7jCkSwq8Zp2sv1mjOrYlRZHClIRZK0qHdtYF7aag697jQm9viqZFdwkxz7KFvsLQpKkKC0uJOmYfTXXTTX6bIPe/I3oUvG/vmA0unSn2v6w0gqjyk37uJvldAsEkixBy2CCSSWU7Gten7vpfNS0U6vUj77C46c3DdSMy2XEdshykdtQoaXAOxOndKr0N7PXnn4PxLDyXEupmJ6XRmm+aa/rXQlC7J79sp7XPlb0/ZJiI/ov7RtURbfK/FalRUZH2Vdw7YHpWnxXTqBm9TflKqjWPIsR2fh6LCmxVqdWmEvM04kDRaBYZL3uQNCLGwINyqjGfVKM47RqtFQxkSlafHluPCog3bVYeYsfqCNvRNTVqE22DMWTKtEDvznO4jr0DeVhyXS5VReio96Ki9L9QYSpAEo5QEKcb8LlrEix0CSNpzm8aVhfdpzWI3lrY6lNSkLPFhrN+C05qClJt0kXHlexA2aVO3Q4clVRifKpMVa1vqlLayjOlatFONkGwWR3FuoX1F9TvEm4fdVjKg8rXqSx1oUhTsV1bClJ79xY6HXKQQD3F9dlz0qta9oHA9R0Wp7+ZmDBuO6DiOe3yDPvGKvK7MgOpK0qynUpIsQtN8wOhsCD5gPzDO5KjYjisSmqexKoNeaUwrmEhSVJtpqNDZVj5FJ02BsebtJWDaNEn7uYiPd1OdStqUhGV1lCT8uUZCoG9wSQRfTy2IcBY+qmDXYnuuWv3JW/vDTWQcKPK0zBNzlFx1Jy2HykWNxiaWptIxD8DPE6sZ8oMYl3d4j3c7wWIDtJirhIjr4TqepLyRoAR4kqsQDbTVJuRbZN1lp3FE+tNYXqKGFom/FQt3Ll9SLnUhRylI1F9NLE7D3y1qViil4exG1EYQ2/madU74W3xoLkkBTar5kqICgCtJtqBi/eVuwrNGo1aqk+JKpdUmylvxcrS0NPLK/K4Fr6AEEC5SbkWO3oK33LGCysOZLpFY3jbqpX9KRGKow+vl3ZDS/hZrCyVC2dDttRcFJsRcWFyDdvjGVvBxHPge8JUKK+vl4TqY5kcGQoEBt5OikpzADQG19AbC4NQ6BXp9GoVUxRVlxX+V911Kbx1OqcaAuypzN+kIsBqSpJuQoAkK1L7J26ultYt5+l1aLV4tEUqRNyqHHzqT8Na0kAKQVDMFJ8JQAQCRsWkb35kVorPNFUDD9G3QbqqK1iOJFXW2GE81KQgKU5IULqBUB1AaJSogaJ189s61+r17FFUn1RrIh+nPqywnbJakNWBSb2uFKSDpqL6XB12YvtJ7yXZVZbw5RonO8ktC1pQvLlVfqFybKuNSD6Wvrrmne5vSxvWazheqYYw85RH15Ys9qU1lYlJTZRZUAcocSbqQ4DdJChYg6o9UH1QNaH1/wCZN2W8BGczVaXXqNIlRWcmdKVrj5Mqm+wII76E66fXZXS8QwMET5deaefYlMJRnQhpxWZSTfOLA3WAoXy3ISbkWsTa4KxHxZ8trwc6rjtdOVWc90ggWsQDodCRfvptAhyMZO1nEs+l06K/S4TTDU34XFYUsn4YdGpYcABSHSCE6jUagekvQacF+McH+stpE2idn2ftbVG8eUZ6K/T6u0iU0+w6OE8o2JKctwD5EaC4J87D+oW9+fS8eP4Xi8ByVS4qZUKRl+KlBuCgEADOCbKsQSlQvfYp3Hy8EYywvUotLp79IcQ6t9Ed1goS27chxIykpIKgToTY5rgAi41i6A7KqjmN/ckV+bQclNqlSaT+mirOVjm0oshRGVbYd0UQEpJuBd2yzYAwhG8fcY9H3qRcZUumwKpSWGJuGkP8vMiqQ6jl3CVhs/O2pBSSEkFBBIBvcC9TG3tO4Nbw40yhEWrrUuEhSlqdShVxlSqxTxgQFJSQCpI0JIACPwUp11qe1QYnu6VzvQ+6n4EhJ0DalFQKVFAUM1jYlIuM1xrnBrDUrC9JdpeLIVUpy1IUhp1Bzx1i921p1KSLFIsbgi9h3AdQouUbjxId92BMasq9zSp7uKMMyuaQ+piY7FSVutv5lXWUFIJbXlzBQJN7ggG19Sexz70gSXHaDVos2iSmncsN91yO7nKgspbQUhPESnuki2Wxum9zeb0ZdGo0r39FiRV1R9aWlcLLnkXsEk6dRJ6QruTodbbVfs6UE4yxZiVrHeGapR6jTsjT8BfEiPR1ZyWX0qbWM9kgELSSUlQPZYJvpQm/CDEB3cvsAnxibfLS5VZxDhzeXEpFRp0WbKahr5dSZUVIcIS2+yoFSSABdSbHQKAIJIl7majhOqSqlhNnFlLhSpTqF0R1NlKcN1ZmHEmwWFCxCRY3CikgkgV2B/Ztdxlva3m0bHjr86iU6e1yFUduiovLfaDilheUpcRrlUDpmBsmxABji3d21QsUUJ3HlPoj0XMmnLrLrRQxUkAZY6ZSknNGkAXSHDdCzkAUDlQL3LelmT6hErMTi6PF3fb2nMOe42F0TEsrnYS4Uof0fUkLHGEdY0Uy83dWUgFCkW0VYFiPyYEWU5RsUROdRFlckqZkCFJStOdtDhTqnOheih0lSTqDY7Bk72U42F6nWaD/ADg1eLQeOZ9JlNZVyKO/oI7kiwzuNJulJUFJWChKsxBNmLSqtVMW7vmMb16h09dYpaUQKzPpKgrMpo2KloKQVNG5cbXqACToCQL6Zt7FfmUapsSrwfiCs4Xa+xuF8ZPxaXFU6xMafabkKbSoFTclhS7FIPZadUlWoCbm9NhbFcrDkrFH2tqLNU94rdanqVd1MxgA/EHSVBSdVJ0VlOZIBuDsyKzhz3K19rfdTC6XOipRM4XwuCr+xdSD0JaN8ptohSiNEKsjPVTVQd40qfAgYhfoj6HUT6NNWgo4cpPiacC7CyhdKgQUkXsRcKCHUi9PmfUX8kPMq8EPcWVLpdZpzFUivyEMZ2pTSVZFatusOKISbpIUkEi5ypI1sPjHu75rDmMqLFlVaKtD8d12G7IQtHONdIU24L5m3EHJZQBFtR4bbVe6XBPvSvVrBs+o+6EL4rq8zQUlTXcpT6AIJUDY6X0vfZ7Y2w/gOqYScpdGyV73JHVPhZJXMOx15erhOKUVkKSCSlRIB7G4Fo0ta30l6/cbS8IvEi7hea+zk9r7QoYWipLW0w6gKzJKUtELucrjTlylSQASsA3PRa43L1cxd91SgTzCp0paXYaICboamMFxSrN3UoBSUFKgg2zZVW1vccw9hJr7Oe4fd0pFRQ0mfHXnzIkIKwFR1JvcKChdtY0VmCSQSk7ClapkDGWI57rWIZUWbCix5kXKs8Vxpm+fgueIra0WErutSQoZioXJeno+nPmc/wDqcAWxNBe1Ju8n/Y5zG2CM7FRpeXitISFcZq9iLKBzixIKPmBsLkDZBYbw3uvx5hxiqUaksMYoW1zCIUVXwFSEgFxpLBGeM6BdSchKHRokEnInVW/ldeZ3J1Oj0uKzWK9OhIYix1u5OekJCVqQmxBzqShZSAQb2trt5jbrMaNVneDE9w1yr4ei07KqPIdY+LBkXKW2ZJBSpNnQsJVlSVALSbEFC39XSF/WUcxvt70xNA4dxv7rpct1qh5GISE8VqQx+hsSUusPAEBFze4JTqoFIJI2uaBUMW71a9ExHAdlYeXFSlDrTvS1IWNOM2LhSSe+UixBuD5BSY8x+7ijCVSntYTXS8XxZHRVsPIcTAnJJyOCQ3YoDZb1zISkpV3AuQA/AU7ehQaW+7S5dURFzI929akcNaAClLyCALf3gQCNMpJJKDPvHMRsp2jOZsqv7p6zjeA/ArMuFzWdMqO61mTHclJuELebHa4UUqcR5KuUKIN4bWNsRtYDosWjYYfqPKqXF4Dt3X2UoCmlsZ0KK0Otq6bEKScuUkptavg4yoOMsR0mlz8eTsIVR+KibS3U5WkSHxcOMh5V0E2uC04khxJJAJGzQFHqmF5VWlRWkSkVdHMP5rKdhykoCUvI0BdbIACkqOcAWCrAAG2hkga7C3BiFxpE3QbwfdLUr3oxx2ncqJXx2oc9sps3x1XIJCiQCcxSu4BAskxwXuzo2KJVF3jRahKp1XpCFwnUqaKUvIuQlxSSQQofKoEgpIBAsCaqt0rEcWLUqzWcPU6UxW1pffioaC2lKyZSfCCFi2pIIUDmFlXCq5jetP3fRYkDrq7GRp9fLtFSosckAlwjs2AQCo2A9dbBWtFezy+J1lm37Y/oa8B81Ln1RlFOxQtCuP8AAycwpIy5kkAJWCLehAIBGmyH3gzcL17eNQotZZr0FFYd5B2K/H4sVKjm4cltQ7BNjmSbGyri9iAV403hRazylLoLS1ofdaQufHsrlbgKSSQbpNuyiCPW42At/te3g7oMLsTt5dKbxFhGU6jk8S01hC1w5HdAkIUoDMDYtutqQokKTmBtc7tVaewecyyJY43Yk2u7lZ7WI3KM7TqdUaXUULiylqayyGUqSQlOXVLjahfq0vcDzuBWovfzcxYmEou91/BU2E0qL96ilUdSh0JzEqC2nU2KcxBSoHtrcFO4bfk7jeluSsUPMMcDJ7rq/NFKOKdEgrXYIQp210qACVG9kkEE8xq7ul9prC9Sn1DD8qkY1w0t+ApLrRad59tJSuEoi6V5rgJIuRcEXSCDbp+hp0gKVcf1OY+iMleH+YH7sHMb48n/AGN3q4hw9iFjIp+h4ggNJyuO6ENukatrKbpPbMNRm1GzMwpgJpqssVnCTTCH4r6GnV85kUlCjqCmwBTcFNja9wRfyzNRd2u8vdBPbrLr1UbXFfddhSGuGuOqOSSWnO4ASOySSLWy2AtsMM+0XiPBFexDyrLb6K2w7KjpiylutJdN1cNOpUgOKSAUkgBSUkAKBJPYdreMT7e1uOZ6oM8JvS+Ra/ilGb8LkD09baXN+52ylvlocVneg/Jw5L482bllIjtL+Ol8hVwjXqJsVCx+a3oDT+zJ7QMDehS4leqmIZT9UhfdapTZUopQqG+E8OY2lSrpyrIZcCTa+RZCc11PjeNTKXKoLkCDT4NRflRX36bzWq476E+IKAKigE2UkAkC9wRexXfKcQzeQ8osMA4bxRz/AL5rNJYYRNaXkdlRQ6uG6o6gtqIWlJ0USLqAsSCkk7XdQ3O0ul83VK9iZ+nSn2lIS/TlDk8py3aWkgqJuNFK1ykC9wNhtisby6NS6bxafNXNYzLdRRpXMMOJNiVt8VKr6k9C9CoEdIUTsPbxMaT6o6xS8UU6t0Govr4DUrgOMMOWF7OMKJABB01Va+lwLlEDdxiDztXxk1jF+77dzAfgVmrP059HxczshSkOXuVWzKse/YgG3YaG1Fibfvu0rOHHHaXjekL4/wAB1Ejp8WovfuDa9wCAQARqDsJbzN2NZ3g8ClwKd964SY6uaVlYcvYoUDexueyhY3sLAmxrcEeztQcEOwPtazKYq7DqpEeVkK4spAIzNpOvDeTbS9iewsbgQe4pwBFjXcDkyxpNZr32NrU+LhOLXqdNShDr6HfjxX0XS24hVyFNEGxAIKQq/UCQZWHsWY8o1BY+NVIUJa8kd2Q0cjLqSVAJKhZVsxAsblJAva92xV8HYjwu0xVMG4hp03D0paEvscrlkNpOjjagVZVgpJOYBJBSSDY22DK2ifz9SoOF8eQuS4SFSqDPsthxJuUgLI40dYJtmsoAFNgACk5OuosVNytgjkS5o43ZiQ3qbvJ9egULfS7VkRZUWb7rq0LKhUdt/Mcj6CQDwlp0KCLglI7gjZgsriz4FJapdXXTqijK6hbSc6Ow8/NJvoo3Fxa4J2+anHdi0tvmml8lNy8WKu3VkJFld0qUkgjNc2P47d2t1cX7OMT8EYspyH0NKU1S1SEx5UdegU2gLNinKBoCUKIFgCSdtHo3W31v6NnDr7Hwf3EZr1O4BJR7wMR485BzBvuOgzenjtKfi5mJGU3PDUVI4LpTeySQ2TYZkXFhjD9ad5r/ALR4eQh9GVp+bHdcSlxq9ipSVnQDuQCFABVr2A2mYLxTvL91113EdJlP1HDWePXqC7CLU+OgC4eSzbK80tINikA3zBJJSQKbDmOKDjLn59BxPN5XlU8KEul5kvX1yKCRm4gFrLTmPYkK0G3qSCJq1WFl5EVftO0OfQapEawvVl8k+t2R7rXmSxHkLtmkMjw2c6c19b9Vrkk5kn0DFEXiOuxGJq/Hkjulbqk+awmwKh2vYEg62trs+t8kGvVmgt4oi1xHNU53hZMjiFJQVWKFIJUc+tiTbNdIBHYJR+o4jlOsUuLys2U+6hpLXC6lLJypCTp1EkADQ30Gths/V9mYnYPOdMNVSA7+il/oelTS+lbavQ+mvr22aW7vCsrHlUfawlXITFRpbXOvpzt8420kj4qEaKWgG2Yi5SDci42VVUk4oadiNV7DK1zX8zUdD8dfNZtAppOgdCgflJPfUeQ0HuX9livV6LExli2nSsKZFJdjvxZ7jUxtJHe4Nm1FJIIBIINiDcja51HhtMooCNzDJNHlRa9ErNZxY/Xve6EcKVy+Vp5IIOh7E2FlJ1KhexJBtO3jbv8AFuLd6tWrNGafqNBg0ZiBV4DDqVPtx1INpLYvnCkq6jY90jQjUHlX5CfyGF932HmKh7kUw1PRHTlTkzJs5wxrcKSSLdSVqQb2IIo6xvb9170KtKo0tiiVeK0iHUo7S/0ykNgruhXS5ZSVhSSApJvcC9giLDNJUH3CZL3wU9rdzVKFS59QlVSFwlPxUT/joTqLKbzXBaJ6rEkoUCm3rcYO9qCg0tqJAn7t6XKQw6leeHdhXkL5dEXAv3Iv6Da49omjQPtRRXZ7rEqKuEuUxld4rWVRGe47oUF6EEWIsQTrYAYotBlfFaZYY/U4SwnL6dtR9Ox7a7H+hr1KDfM3WKHfmaLj+13hfmoGHP5lotRhVd1EVSJS2lNJST3JvcEJGbsPCbagHbSGCsVtVTn4uCKGukURDqechacDjlIK7gdIUWyAVdiLXHc7ZDwBuj/nGr0CfPZ5WFKQ1mS14nl6deUABOYgXAAFySCLgDRddYxbu0w5Vp+F2X32GMiJ7TSj1Zjl4qr2CU3OUkkAAXNgDti6+mr/ALdJ5EyyoLbEmiMfDC9L3ffbLDlEirlU5hLqGFqGVSO9r2IB8gr1PbXZV4xomEpWEm941Lxk/Tq3TkcVbEdGV+OlYtcIQStSQohKtSCCSSBciBFqfubC8DAeMqsh9eTj5o7vW4wolQCikgZgAtJUmwIsQBcnb5j0mjSsRuOu4YiopzCPur826HVXt3uoDMLaLBvdVwTqNo0tOxcn3NjT07U8pnrBWFN/uKK9PrP3pEKalaVc6n4SlDVLraNFAWGhvewAKSCNmvhyJFo1LYpeN6hBfxCwrhIdirHUpdgk5Fr0vZIUQQAUg2QRbZmv05qVA5VqrRW+VTxWv1HsuobcCCFkEaGxB+twBsu47rU/HlCn1mnsTaPhRaVRY6XQqe2gKJVGU8EgrbGSyCRojMCCbEAsv2WebAQBvXkZh9irDMrBsBt3FtPYQxNSl1DqkZ+JY3vmHcpJvmICwDr5kiM2HKitRHcUNLfpcpfFj9ZQrWwOtswVlJtcA38u5DI3048wRWZURqjOyqjCypdS0+0csVeg6FdxcG5SSQAkX8gFbU6zWazwKNFzypqGlLai8XMhOXU2GhURe/ckXNu4t5/Vf9bcQjZx/iZdrb29y43xQ6Dg2qMcWo54UqA1IaaWoKVISQAQnUXUDckXvYX10GylfiVRqjOT2pfuugyvG0hZS64nTTTTW1jrcAdhpYzlRaNK4H2oqy2KjFzLQ6q+VtJurhlKrpNybiwuSVaG5svqliCgz6y3FqlRfXToq/u7TV/vWotawJ10FgCSLdtn69OdOu7MBb7xJODN21Lrzr+I/d+RjOpppCE9eW3fW+tu1rm1r99jfd5DoNUiv0uVz0VjmOEp3lStTaSTrfQeFOotodCLEE2e7vEzTsVyVS8PP0tCF8VpDr/6RI0C0gahOgBGpB0NtiekQa9iPiVl2WunQs2ebFaYSvzN7KFuknq07AkEXO0HZcRvOZKHjEUe+nCtBozUSBg2tvykIdU06h2ye4FkEixGmoBAI73vbZaUyjUuvYogUuVSUc74E5FlC8oNzcpOVY9L6+nps+t6O7yLK5TEeG6jx8mZDspbpyKT2GdH4ADNY2tcaEjZc06v0trG9JdqmHoSKjS1pQ7Ii2aW9mtY3Hw1qIsQrXMDqbgHYNlYSzKcQy8ciHGLtz+F8Ue4nWpcqkViiZuF4FxZyLDNY9woHXLooAA2Nr7DEiDAgY8fao1QYizX4rSZrCF5kqW2spWLA9NwEkEggkk21Nr57HEWBFl0ujZ86JHNcvITmfZ8ySASFIINwod9RfuBW4Uwg7Wd4zGKHc62OTUuVnRmzKVlIuLa2TbW5Nyo6nbYr8gMQ+9l9x8YIXFo1BfqjudHKtJzu/qqPY+Rtf8ADuNk9X65VItUl1SfUeOjiqQ0jN05bAjT9UXsdTqfQjYlxhUJ7WCKtWYH6BEqOw01xcuZIcSVH1uLEW7afXYGwvhz7ZT3J9ZloisI+KtLq+lVje3lf8+5todLMMzuOIsbMNzCJ7eFS4FZbdwvUUZ2IGSfxU9OZXyEHQqsMxtYC6SPUz8LwKpVGmMUYylrWxCRka4ts7ibki/qPTtp32ocA7vItZrMisyuulsO/d+/xLH1Py+n0189nHFZwbVHWGqzVoqIsXrWxmy8RSNRc+afIp7m1tNoRPl4RX7nAgkmhz687Pn1l6o0vDUVCJ8eRy+R1KQbZwVEHKkgk2BNha5BI2+MR4AxHjfDj8qBUeOuU7/V5V8quiwcOW4CrA3uNCfyN5iDfPAxvVH8OUanZ4vLrgOpW0EpcYISfiJOgIsAPIBVrXFzMo0iqYXaYo1BqyOA/mSuLqpOVXVfqubDW1+xNgANNg3JuEYV0TxmfKDu2n7tK9UouI5a26ijK0t3ihTDiFWUhwaAA9hfTz79zfbr6JKrzUufWasiLKYq+dDT7WREhIVbJmFxc9xe1/K4IsW49wdPxHw4sV6VzSMzTqlq6VJucpBvcKF7diCD202OcG0X3DgOBhesxGFvwlqSxI8TqUEg8O51KQQCAexBOlzaNPo3Zt0p3fLM4YG3gz4uPK1hfocpy4X3frzdYQdR+IJv6i3pt8TqdXq9PgO4SalUisVSO+1xWnTyrym7ZjpfI4LpuB3vfsSdq6jYRagYj96QGc9RWlTTS1pzLVm8h5nTQAd/rsT4XgVT3pxaXL5WVCdXl7/DftcApv5gkAHQgEa2I20WXtjiP1ajcuBIODDKpeCGIE97riyEtIzr+W47eXcn+DsvnYHIY896T8nDRPSv+7lCtbm+tu57A7NWDT4tUozf3TjoWrNwldPV38uxB1/HYZxBh9qfhefPa/T+8Uf4spzpPl9Rc/u2CXMgAtFTvGw9hdqs4o9w/wBSqKlSnY/iaS+Cc5SPRRuqwvqo6+WxhuMwa1hLd8260y2hb7q3en+Nf39tgKHQ8Ryq9LgcZE1DCXZUrIgJWy1cAFQvmWAT4gDYC5A77aTquH4uEvZ9ouKGuvjoQ1IWlWbh3Wq9xbQgC1vP12pv2KTIfmKCrcLGWMoGHJTr/W7y+RSsqk+ZbTcW73IB73sDbZwtUaLuvix8W0tmLKWw0pDr6UdEhjw9XoR2Nux09bpahUOBVKM5jefXOSlSpiosXoWnk3wVqYcUoGxaWEWUsEFClJBFiFbSN729PFErC7eF2paIs2vO8rIYyZVMyLhKjpawJGYqAINgdbX2yNEz/VZ/M77pS7v8G17HmN5+9qqUR9dBmyltU2Vl6Y7qCoggXuQFaeZy6n6tCTBlVSVPgVmnRVxZTrUpEV1eZDyUWF/xFgQoagkHy1MN1DzW7nBDG7mvRELQw0l1SPCnP3uFa2NrWV2+liRsEDCGLcOYyfntffaJUZClxXXbqSlpd7jQ2Q4D0qTbQpvcggnXet+574lrBuWF9exjRsEUaI77vmrR8rEdCMyf7vkD+IsCBew7D6w/vRaxG05/RK6cw2nrVKdHUnWxCRc3Ppr+Ww5vAkNchB4WT4kzhO/qqaSCT+CgbFJ7jUdiRsHPU7kIsuVPraM6MrtNaaaVnev2CSCQRe4I0I1HlsG+zs/ZFjVDim4kpdGr09qsvLp1O4udaX/hJbWrULAOozDXta9vU7AG8b2hovFYgYDpKOOw0ph2Uu6eNfsQm5ANu6u57kbTYe7LeDvk4dZr1Qi0uLFa5driryqyjt0Ai/ci58hpfvtLxBuAwlg2BHiyqihc19X6dbvhTYm6AD5H1v3sT2G3mF+oDnLcE/PxB7OfxEXLp2KMWuttT64+uVKWnitZFOpSm/cpHcDysL/idmiNxWF4FLpsWLSaiiVKQnjypCBnbd1uUkDKRpmF0jSwIuCdrnAe5zDlGqn2jpdQmzZvUlSlLKkqv6DsPpa1u3rs8CJ8+g8J2IhD7fhWjpy/X+LXG2iNOgGW5kEY9RP0vANewa65KpbyJqIrSVymF+F5AsTlvcg+dr+Vr+W1fi15rHkVt2gxF8qwrIqOtIzNqIOik/tsRodfMW2ajjEBppz3p8fOnIjKopzeR/H/AD2W1fgchXuawG0tFRYazyoDSs6nEd+x89NRpfQixF9sPW6Ne8LEzx8SUNjDEGqbhz3M7E5+kvzYXFzOxV9KmVC4C0Xve19UnQgaEHu1IG5OBvkittcpTkU5aOiUpGVTah62BKVfj57csMVGBiiVEqk/gI6VI6vA4oX8XmlY87EA2GnmZ2H5sqjSp7VLxYwxKW6tLsViaGOYQeyAb6OZe1++nY6jU02iTVY3yu0fzxF7yfY3xRheVP8AdcuLNisdfi69O49P+P0vtX0rcy1hfC/2tqjS334uR3kmurMlWhJNu6b5vMEJsO9xp2PV4rtGl0FqrPyskVTrXNL+K3bRbSidcw9Cbm/c7DlUxdQcLwG4DVOWta2krzOp6cth69wCbaad/PZjVdH0lPm/qLlFJ9TbeQbftht+7fhNtvRzZgfj+U5GgLea8aEK2zZVN69Ui8eBPiLfQvo6V9bavz0I/Yf8tnDvFxpAiyuQlS0IW+vI1n6Uq+l/K/ltnXe7hefwvtlhz+6mewm/UnQByw8x52FyPw2HqdMt1J3RW+xwOJQTWealOOxXuhfWjN0q/D8tqOoxnWtjOJgvG8CjMT6zTkPsPpSpC2FZlJSfM6DT8rj6a7C1Wd+K41/ubfm/+JelHp2tOPtY5ETKDZmUDnwvi7SoczaHIc2jqc4Tu2Js3CZ1qbuVhGh3abBQ667tTQZLWxphwxf7X59kbj2vKW0a77RLWDhxrEbTcWVLfhPsZVNOtO5c1vI+dvX1+uzc3Z01qltOReLx8n6ys2y1hyOVqjf6mzowqzS5XxYvwH8mVWXwq2+0/wDxz1/6uv6W4+Q9fuJ6K2sqog1DYaqm8aXS5VOfY4bSXUyMnwpCj3F/JQ9CNQfpqw5LbUBrhbftJoPK1lye715/Av8A47Q8dj4X3Xxo2+uuPmCbxGZT4qpTU+luOxXloX1eDZB1PDtZgSnJUXO8jqWv5ld+xH5+IeY7a6N+HVZTTvCd8G109h7hRef6Mni8G3k+u/w3X1nG9tuPxFXP4ilwyjEcCVxXWciEf3/+X8abOnA2Kmqy1yrrvx0dC0ZurZV4vrXKwH+Vd+J+rtRYCxa7Alc1Ka683Xk8X49h+Y+vn552kv0f8OOuk7mSZFDGa1YTwtq/EC4s6A/AdZz50K2qMOY0gVSK21xuvJtOkfFd4rW3uEsTU18ejHeJkjejueaqlUfda48XPmTmT8t/O3p67Z2YwZijCVUq1LqjyH0If4qU5OlxB8jr6WJ+t9Tfb05VhuLVGuFKZQ5/u7BGLNwWHKy7xZTXy5V5NvHdQ/hYW7mrPJg3q3L4zCVRn0tr4tGpK2H150SGGuprNbTKBqNfLX02v8GYSxljJpt2ltIixc6muPIVlQlQuADbUdtNO1jrs+athvCW6VpyK1T86F/KlBUty+gINic37dhOm4ax5VKy/WYsRGHmH8yJHSFqkI+R3JfKFWNiQQT59wdvIWfw0anAfy/IHEQcMsFn/Z8nxYDk+qYhYY6MqlJupMdels3qk62Og7G3nsOYNw1P5peHJ8TJVKdIysTWldKk3sb6a38j66d9C/4uAaDhxr3pijE79URwkoddkPqytpv+rewHlYjS/wCGwpjbEWHKNWYkrC/Dmof8LrVvhqA7H0+gNrfstsVaCnTYPqDz5Q+pFDao1GYarNR5rJ1od8P4aeRHnsJ7xt5OF4tLco0CWjmsmXJ/dII73tqPr2v6W2H8T7ypU+K3S2v66+nL1+Fv1P8AH12EZW7qBA4dZrNQz8fMvMvxKXa+iT5aajS2pHnttX1otPcrEaRsffLbdhhrAfCcrNZiMc7nzoddv/5m1+mw8tQb30GxpUd4FGiut0t15DCMik8LIMqkdrfu8u/p32RdTxE7hfFD9LivIXCmsZo7SfEl3sbHyuNb+Zv5gjbhFqsXG8+m0ufnRNXITH5hq6kvIJskEA2CvIkCx0J87Zvfe1lr34J/EH3A74mnKjXaXFwQ+1KiLQvl1LT8yu2ikkdwPX6gnQ7ZZfU7Kr0tp2IvItClZ8vQpGh07Cxv20/dto32k5LuDd31JagREL60IX15cqekE3Hb6m1jcjXZN7pWZVelS3apkyeJKFfNpbTUixvbKNBbZfr+m1V1iVA5OILWryBKjC1f5DDmMN19Zd+5V6Ap2L/4boBA17p8Isf33tet3F1V1qK407nQvKrMj+7fX8rm9xsZ4xpuEv8A7HJfHWwtceQ0/wCKP37nRQA8r2BH71vu6l+5q8/FitZ30SFZEI8abm+W19b2vpft37bIbrq2RLP5cQK1tVgx7YO3cNYopdagO50LfUpUdfzNq0yHuf4v32Gk17FHFw819xRVKQt+mrXKvkkJSdY6lG+pA6VEg6jWx2ceBKjKgUF+su074C0dSmr5kqANtLflbvra2yERXZVZxHLdd5VC5srirX4WnLEddiQUkpFlJv3uNRbb3VwRNKBnHzCf/aV+OZVZlYj4WI6SujxX5DSVKnoLrUO5AzLI1CBoQodtNnc9uGwvQcOcWvYn93Sqgwl1qfCmF2nSlWul1takhaFA6kEkKF++thas72WqXAcpcpliV0qayLu75WAH09AfKw9NhCNSMW1SgsYjdiL+zSFrSjl/itRVJ1UlScxLVk5VC4Fxci/YeX1HUhpvGgbjCV2fygZk9BdpdP8As5PxCuqe7n/hZ3eLm9cqySoA+hva1reextU2MEYjozbVUwnNQ/kRH5qH8J30SfLNbtrpbQm1tggTsLwHeaw5LYq9OW1xeO06FLbQk5VJejk5m1tqKTmFwpOo0uB0rG9mqUusxKXApKJUV/K0p3J0pSRbMdBp+YPpsLT3dS1A7mQAfjEth04MN93eCaDApbfPuzVvoSrlX1qKEyEgEZUkWSHPMWNri1rWG0lnlWsL1J1rDz7dUp2ZfPxWsrriBqBKbFipJHZwAgKBBHmVtgffPVMESqthKqPIXCqKlPopspJdajvkXKmcxBQgnUEdjckanZ4bosY0HeXAcpbT3JVulrUtjumQynsTcgcRBvqLEHt2tt6DSJcygE8wy1BlihjbxsW8g3XqXEQ+iKvNIi5y0/kB7pCvTuO1xYed9iqnb4IG8Gly6XRpaItRWnhNKdt8OQR0KVrpckJINvF3Btsb7ycGT6DAblO0mEtbC1OxZkVAQ1IRcFTa0XAQ4D2toBpYix2zFjum8KsuV7CVPbYlIy8VprwSkX6m1JVay8vUkgm4SRYaEFu6jZpCUvgCgWFvsb4i30/a3FmF8UNMTaXx5CajRH3QtWZKikPMp1CVFIBKQqygbkX1DOxlQMOO0Z+jUuk8CK+6rkpCelDb9/0dtMqgbjUAdwbE7ZyxEvFuCKpRd7+A63KWxVIvLrkIXxWm32QDw1m5BIyqukkEDWwsTtd4+38V5qjUmU7iGl0R/FaUuuuymipjikZlLtocxsCbWv6g9w2WrqU8fmNV7scQsexLXp+F5eHKzUci6QpK3UqT1KQly5FjYXBF9b6G1jreHi7GuI8JYN5XCWJ6diGLlSpGF8RsBSlJICiI8hGiNLkJANgdLix2qKGa81K/7UcquqLaW1KUwhfCkIyePIvqSopAJSrsb2uCDtX4owHKi4Ips+A0+hjM61AlNJWpbKUkq4NvEChWgBNwLgEgDYGhSwth/iF7Ydcyho9GlY3ixJU+nMUvmkJS60uR+hSdQCoDqtYAKGt7XB0vsT2ed32HN0G75+fAd+/VHNIdddVmVlscgufIC6j3FyT9BmPcrh+l70JT+HMUVGVRMURUpnwJsBRTFqSAQHmZEc9Ociw4qQLkm9jY7aBxtVWoFLba4PNUtEVWRbD5adbfHSpGY3BTppcG2Ugg3O27X+kMw1aBEiKq2/SlysW4hi+7kP4rYzyIsBN89QitglXBSbAvJRdZQDdxGcpuUEFd4p3qYpxjhxEmhMxeDKSiUwri9SexQ6gi4IHkoHQ2uCCSY9XwBS8Wz4mKMEYhYqK5r/FhIfkIhTI76SM7IzkZXQUpUCDlK9UkBV9pLeE59BxlTYE9lbHNSuPIYdi8JKVrVmUcpPTxFXJSkWCs/a4AqFRv6wi1r7+Y2Y+DnaNu5bxRPpyEV6UhEx9hKcqc5Re6RqMmmYi173Nr6bE/sz1ejVSvVJ33dTn5VUjqaVFlJ65SNQ4yhYsFKHkkg3HbUafuKET5VZYlRasj3Ww0qOhCF/P8wN9AQRrfW2o+uf8AHmIHcJSq07hyWv4+Z1So6svDWLFS0KBuDrmuNLgkG/Ze+lUfOOPkQRU1czY2HMB4DwHzEWgvIpfUrhNTci4bjWqQ3mQi6FgdlEG9iCQbgp6l7r6zhfe1Xd4Pu6VTmKiw7DlQFqz02qQHO+cXLb7KkgFKhqCBqkgjZbbpPaPxvij+i8eOsVRaMq2p62skhxOUWL2XRayNSuwuBqL3JZeNceY8i4On0bCQYq9FnIVzFOzIWuPcdTjQUQtBym5ynUixSQSC21Z7frIgLNTjgxi4dw/QYspyjT6JFQhha48jjtBDsddwnrUU3Ta4ObQC6TcAnYcpUd3CVZrVLaiLYXC4ruRfUtOpIWk/UdQIJBBuDY6o1/evvfdpeGp8/wB4sVfDTTrCa3wChcyGhHweYBBS4ptJUkuHxpKQoEpzEtO/PGVUit1SVhOnLfYaUiLPaSUKcSE6t9KbFACswA7E6W1thai5LgEORg5/xKpaJWo3nboP5xnJ+N5b/ueo9SOKvM1FfuT5EGwISrMBcEg2BAIf8vfe1RqpAr1Gqy6wwxFyMSmrOrb/AFQVpBKkFJPckX8tQNsnQnIsVp93FG62LUadNUrM060FIUq9xYKBtfyudNCDroyd0uIN1WDZ8us4Ilv4eqLCUyvc1XX8CUwkElMdxzMOK2dSnUKTcC+g2sNTlP0zg/0gS6buDgzTOEd/0/ElFq2LKDT4reIYWZaob6y1HqTII+Goi/DdtfKqxFvLuBM3h4jxbvBwa/7hqCIMKtxVtSodXih1LedBBAKVW6Tc+YsNdLnZAQ97sCfjdyLFolLp79aRnTS1LKmJSw2C8mO8BYL6SoIIJtmIJsRs6Iu8OlysEMYSn0lykSkZeQVIsnNrcoJvYXF1JULgkWP1MmtZ02ueYRLT8mK2O3i3dVjLD28usy6pXqdS6Wil1JpEgvtMtdXDcZKiQ40SpakJJK0lLqLkBII/Vd6sXAeKH8Ubr3uSwpXpTtNlQkfoFIcCkF1LaiBlCwSRYBIVcWsdrHEe+tmg4IxRgOBUIs597NwkyEZ8qXihC02IKXUEBStNUOpSoGwI2We7eH/2Sl16qRItXoKHVxZ9OkLOV5J8S0FVkhwagdrkaKBG2alTp1AalGOcYIzxj+kJ3WfwX+s1/gbfPS6Dg1ujYjZX7o5XJDlKa5hEdJJTwli91tHwkakC4ItYjOW8VrDkWVWoGDZfu6LUWGqvSXY6C7wVWWohhwGxW2UlQSelxtSkkE3BrN3OJ6zVJVNw5S5b9Rpz6JEKfDkJQtTnCGZl/NrZSmxZRAAKtbWJ2J6Th2l0usvutVFtilrpqpTTrqcyYuVzqPbM3lXqT2BzBQIuNvS6xfqKQYGx3QiBuHsU17lWMWxZbDFXYTl4sX9AqQ3qkgFQHDcSL2Nhrra9tmZhOv7uZWF5eN8JRGKXUZqH+fgIj8q+26rV9kt+FaQu6gUXI7a6kqikU3/tHiWL8BdLm5ZWaKscBKrWWpAHYX1uNBmAPfYZwpiXehu0r1S3S4jZRVMNV5SpEVEhAd4NrcvNiOEAggdK0kEAi1xbqyemWGl207D9xLKFdD+fc19iuuc/AiV6sxJS4r9IQ06iH0qcSrOkuthFi3IHEscpAUkkEEWGwtiXDP8AONiik4y3fVZELEVIWxPnpkMZEVBGdJKlslNkLdQXEuEAoUTcAEkCPu4qzs+fwp9RWxChU7IjipRySlg5lB5ZN2tLZXfCkjq6LkXKK/FoO8umtT64inU5/i02Q1IRk4KyAoMvXAKFE5MqtAAvMCQbHVbxcYl6e8wGIwd9eLcOYsw5QqDKxZ9mpUWQzPyof4SkuslKm1IWQb5Vgi3YgkEEabUVH3cYD4tZ3tUGk0R9eOUJgYqaa4aYdUd8Od5OqL5jcKuClSrjVRuKe0Xutn48w43Xt3z32hlUj4sqkptzGRF0qIAvcg+JJFlWSpBuSNlbulxxXtxmF61FxHhj3XTqjH48inSkrSl5J0S8kHW5/XBJJSBqQAGGs3cQ9iOoyTNFJ3XRd1VLbapeHn5sWVlfS1CRxVpvbPZNyQNbmxIOpPc7A+8FqjRfvTVO/ot9SYsqKmLlXHkFQ4ebQrZzK6QogpCyjUBZIkez77VMDFLsiswOam0ThJRyDqFJlR1gDMtnMLOtqFjYEXNiBqq177QFOxHWapExvheJCqjD8NL8VqFKLUiUlJuptSVWCrghJB0IJBQbEbI6jawxFu2GgNhWgbpcRym5UqtsVFCGk8xS560tOtpVexU2sAqScpAUBoRY2sbLz2st9u8Hd97pdwQ7V4SEJVwuKgraUttd7kg3UjJcKSkhQSFE2GoIMU0XFuLYzmN8Ee6+PSFZ5VBrkVKn2WnMoLqVpBUlg2KVDqAWlNw2DYKaKmguz35W9WXV6Dh6VmdpsriqlUuG6pQQ8yv9UFakjK4Bk4tmlEZmzG4VV4AlaKsPyeJ/Ubf67vLafqnvabTuhpbrEJ8p4b+UlVxplBV8yQkkWuCSSXDuQwJF3q177Ru1HG0Wr05XKqqUBcV1rhOacKVFKArhOC5INwSi/SpKSEw1gGLhbDnvlqJS5XNRUTGJ9LX93qUJeZbTncjMVEjMkqSq3cEFIbe66q/ZeJAxlu+ri4WIXFJhLTPd/SXN0x5B1Q+kmyULBSspypN1pSoZ+nLveQ3qPmpVO9RDDEjGHNxmKIGCKpT5VXhVt1LS0x15pDeYLPGbCzny2bspq9gQLEeJTewFird/j2jVndBiKiLqFIlMcJMebFcQxMSoAqQguAFtfmG12UFBWVRABH9FlVTHlBgfzq0SkPSkOom059UVbD1PdKbpKHFXOTUjMQApJUFXBO3174w5Adc5qJKi8CRwpXwsq2VDW4T5i2oIJBGoJuNtfTaZdM5fMrZaSRsEzVj7dS1uIaqeCIFD9/YKxXDlR6Mvi8J3jpbdKYji12Sh9a15QVlN1hBuCSBabmMVfdcd0HDmGKo/77paY8pqpU5yLKTPjMlhClvKACnUDhpJBJIZQpJHcaKkSItedl0aqclVIr6M6FaPxZTBAF7G9lAWCm1AEXHcEE0ycMz4FLfi4SxDwcjqeEiU0H0pRe/CUonPlHZJuSAbagABrKckQV2uZgEx6mR6NjH2h8JRW3cZMyp1UizUsSqJPU5CVUI5UEB6KrrUlVlXBBUknQnVVwb2jG6X7rnyqNh5bGJaitLTqZEVLExvW3XayVFsLsmxIuoEXF9tzSN42F3ZVNpeI2WESkPqiutTWsvBkADpuq4spPUCCQQO502Ct/OHd328GBA5qrIirYfU1Hmw8qltqSkrVHURfpKOqxsbDMCACQAqnsGBr1IzyJivcPK3g7r8ZVKvYSp8XFdIhNR/eNOlXUJUCQ4pDzS21DM2tC2woqISQcpAJIB3Li/epijHmDYk/AdOiwptOUmfyq2uK+lbZstUdxtQSklJUDpqCQdDolKljuBuvrNFgVSnNrflNI5CrKYUtL0NfQ4045YrcaS4VJWk/FYcCc6ClbZU0IjPvniVlqIxnYa4qZFId4UhtaQBeyCCSUmxABuLEFQJAz9RqCjbYcuXbEixt9+9Xdfgik48rNDp1Uw9iRf3X4vV4tU3AuhehVlvcAE30IEPe97TdTxjS4kVzBDHAi5JDEh+y1SE5QFjpICSCrKbEEgFQABISjMc1Nr7JMbucUNTWFyqzIntSEI+7zONxFJeejKslL6b8MKbyAgqOU2Sozju9nz6NSaNArcWE+xmaU7PdcTDUrqIDgCCSgrOYOISFIIBtYEF1LE2RoVhVjMwhvn4uHG3Z7PveEwhaMjTvAqUFOQkDiGyH0oI6Q5Y5bgqAA2IcP4zxlVKW3PdqKKjQcykSuK6ErZfOiGHs4zMur/s1E8NwhKQ4SoAobB1Er26reNAxbVMPSpVIpE9pqvRUq5phMclIJ4yLpUg3C0LURqdSLkBzb9KdgnAdU96boMQrYhYogLiyqbHdzculYJ4ZZJzNosbpuCkAkDTKNuL8EyPuGDFpWN/NLlbwW8B1SoVGLCW+ppp1h1yO7lVex6ToLAA9yCD3B0ZGEd5+A8ZRf6elom1GkZoTU91oJdlRUqPwuIm4VlsCLnQk5SAbbK3fjg/Ae9CvYaxH7kYw1V0ZIuJuTa4TWYozRqg2wAAnRXUpu5IWk5VBIIh4c3S1Sg173DWcWNrYlLXFlf2qUrWLMSGFgnMk9KSDci57kFOyeq09OsoKufcBZRs5BjYrOI931Gxa3FwvXH5tOqi/i06e0H2I7pFrpVoctiASdRbW9htLxtX/tQ1SYDuE6dyrC1tOw5UVL7E5hPSCkWCm3U6WdbIPqDcWEaZQqXVKXAn4taQit0vPAlPwulM5CTlTnTYBSwdMydVJIJva5cG7iq0GLFfo0qk81C4vMNOyEnPFfAvmuEnpIPUsAkI11AN8OrQ2ae4NW2PjPzE9hLz6mVf3XApuI2okpEqnMcnHmyEnNy5IBirWR1pBT05rlJAsSAE7JCr7uYuI5VSqmF2WKXNmr5p9+KvhMZlG6nkgdItfMUgWJ9LnbWcbBjdGpddd3f1t+ozV/Fdw5UVNqbcziwSnpCTcjRQNlCwuD3QeE5+HN90CXxXV4DlYerKoFZyRTwuF2IfZzJLSw4UpKjYEHUXFz7rT2nYA81tNXYx98Re4qwlhdqLEar2IX8V1dcXKhEVAWuO+gFQQvKMy2VFNkkqJSTa9jpTTPZt3fV6qUnFDrtUwu+vI+7TZXDdS4tFjkZfNyg6XCVA3PYg3AdXtGYbpe6XBrFewHizCk2oxX1cJpLraHnGFIIW2pAUtSkaZgodlJFxbUY2peMcUY8rPCqmIa9UVoQ6pqPSYS1qypCutI4Z1TlKlJvqCCDaxLFmoKDiO9hbeZqDGsDc3P3g0XG89lC6jS4vS+lH3eckpSnMoaFDoylN7E6EHsNq3enjGqQK8/u+xlg2t0th+l+9IGS6OMx/dIsFehSLkGwNrnZdbnsdVSVS6lK93Im+9IC2pUd2OEKeUP7QIUo5VDNnSCoKvoTc6EEKu71ceO0mjY8alTaJSGuBTl5RzEfiGxTmN1nUouokiyRcEDZSt2tJMp2K1fJMHcU42dw57tr2Dac/CRV2uV4sVYVxFD9GoJuBqQRoSSQb3FgRb2rfcz297DW9qs1tdEi4ow0w7KlU5tSn/eUMrQ+pQBBLnDMdNibqCSOwA2bntAYPlUF3CeF8LvU5EWKl1E9iUopU4tPDRHdYUpJQQQl5SgSlYK0kAg3KorVCxvi3C+KMJYopyOVQtEqA6hHFacQAEqCTnKQsJSCCCCdLgE6NVxkjckNd1G6DcFjyU/vBd3uxcVvrY4T8VDoiqjquSc0dPhUSdSNDoctwCbGs7ivZQaiv0v3et9a18VfLz3UqTob2KVDptrY6d7a6DKFMwZKw5y7UCXx4r6ldSXcy2/NQVaxSTfsQNLHXU7OrDGHKpFgORZVPpyFsLRm+K40txBGiyCDfXpVYm5uQNbBuxX7JKHE8/qd6PnMu3a/S6C6/RsG0Oaha8keFkdOfKdOInq6baE+WgNx5M17HOMnd0uMKNKiQqjV0Ut2luz5SwnMhxstBcnLopGpzKABGlydSR/d5gb+i6lWXWX0Pwo6neE6pDqmbnXKvKM6bggEgG1r377Q6N7rlO1qLFq39N1SA6lCUOhSnE5L+A3CwT5W1OncW2xtOMviU0yB23Q/p2GKpulpdNar2IfeK1wkL4Up0LdbVkF0JVochFiB4TckpBvtFqGKapXuI1S8MOLyL/wASk9/IeXa3Ydx9dr/dfuWxHvpqlNxHjKoSkU6lxVQlLaujmGiSrgW7FKSrRYNwEgA3AtpWrN4c3aYcbo1BpLDDDCeE0hCRlTpYXJ7fUnW5vqdp1tZbxRsRq9zt25mK6hR95c/h/wDZmrr/ALiIpyK/Pt6WN/z240Fl2BKYlV6k1GKiqNOpju5MqErZIC0qvqFoVYKSdQD2Gh2cs6ZXnao5Pn4xYhIf63YbCApXe9wSAP3E39RtEoculwKXUoFUocqqUuqP5p/NXSlxVrB62im3Qm1nG9QALhQAAyK+j1sd1hJ/rMsVqDz7icqeI3eK5S6W9nfXl4ql9SdTqdNQPOwIJ/cJMKk1SL91peJ+A5VGFSIs+fHC0tugeArQBYGwt5n0uNr2v4DpeHIsus7vnV15jhKd5d9SOdhq1IDyb2Wg9kuoJQToQg6EPxHjGLWf6BwvTqjTlv8AC+FKyKU2stJWpGmlw4opBBIIsdNbq2q+lbZWnEp2ykjYqqde3jRWIDVDYYlMISiaiK6UtSHwBxQ2pQyjUhWW9wFfUDYiwriye1QW6DVMMxVrpGbkH3Wgl1KSTdtQF/wBPceV9TcYQoUCBS/cPBQtteSVPzW6VJNs+nYjMUlQ1IJ8jbYXrkR2LKnyoEtDa4rqkqjqWUu5rgaA2v5aedxszqar2p7h9ScL/PCiv4vitNQJUqkwYspeZS5CEZensr8CPOx176XOwjS95Vei4tbrO76W+hHRz7S86o7ydeyb6Egi4AFu+hBB+TLpeMuJS59Pfbi9PiulTKyNbEWOU6EG/f8AAnb9q9Ui0FqI1S2ULfYaShDviUpAJNzbubHLc3Olr6HbtDpw/mfUlgmzxjUcTQd7+HKlKi5IspDvCfaadypStNiSMvTfWygRYjUC+gzk/guf9rX3Wmn34rEjhKRnbzKSg6ZSLi48joCPMXvscxqjjeg0ufjfDnJRYs1eeQ1HV1KRYArIGij5i+pBJ1Pf6p9b9/RYE+lvIzraU07k6cyiTpY3yqGguO/YgG42PqtMLGBEvQIHVZiqNYtbr0CWhEWUrkOL86XVDpC7aggqFgf1z6avOl46awbhJvC8WnRftKuH0LdSFtKUPJY9PrbX9o2FKDRuFS5c+qUlj7lKQtSmkZvijzKSbEEqAGuhsL7Fm7nAcDFrT9e5TPW0SlJdfdvkU1e6UJ/AGx+puPOzmnUKIW1wF5g1VX6zihph11pELhrzyIse6EKVYi+Un09P2X270ilfaOqMYSoz33JjrqLqbfQ8P6Xvr9AfUHZ0t7qqXwuFKdfWtf6vTlv6eY/DXa9wLu3w5g1p+LA8c13irddVmVmPqfx/H0sLDZoFfUz/AL2gy2mjUuKxRnWl5FtKQ000jr0GtrC5Vbt5nZJ49wxKdlMfYiXKlNvykuqRIWFOx5F+oZtDkNr2IBuCCCACWTvCw3Xp+PInuutopfut3mEv5zmzCxAHoQbKB7H8LbGcKltc0/XpTLEqozcrr8hLSUpUuwBNgO/r+JPmdrGs2uPxG0wiY+ZQ7r92EXCUVyqT2ULqk3rkKT0p9bW/0/gFMqlwGpTbvKI6Pn/vbVtRxfwnWIrXWt9akNIT4VKH1+nnsN1rFc+K641PloRn62lp6k+th9Rcaefrs3ZZTUuILtt7hVUX6NAafqkp7JwE5/F0/nr/AAdhJ7eXQeab5qWjlc3Wtq3h/Am/oDbXvbW2wtj2tYji4XcxG7h7PSJWRj4q+pxKvP6XvYEa+egGymmYa5Cl+9Hc62JTSVNO+LhpBFwrUWUAQCBca39CMbU9TdRtpE5UaMHGe8H7Rz+awRUX2/jp5dpd0up6Um4Ke6QrsdDbLpckCiexhiijVR9qe9KYqM2UqVNfUvItTp+unrYKBFgdBrsW7hMHNT6X9sp+R9HCVwEJ8Wa3mRobdvQm5HYbO7B+FMJY8o3CxRQ4U1b8d1p3OkZkqbUQk37hQ8lDsR9BspbXfqK9wbBmtXpyK/cD91mIP6Gcnu9a0SGuKhfUrMTYpPrp2tpa2xJvcpLWCGn4sBpa4T7XvFHzZdTdH1sRceey7ouEMR4IxbPw5F66dzCXUJlK6lMHVC0qCdbEBJJPrppbY93vY1o2MsOT6X8eLVHGkwmGFozdioL1GmU3zBR8rX89m6mPZHc9iTU2zOYl6FS5VZny8ZRWuAh74UVKk+JIuFdhoTe+ncW72O1zh1rFu8Ce3uhi1x9iFVJ7GaOpRU02q+YukedhcgeZT6m+wdvEx27hflML4X/QMMIz57Zm1/MPrYm/l/w/F4yqsCLRcb0t1aKpFy5nUeLvbW3lm76/n22lLUcYgd3uaGreC8JbuWp+77GT33XlUcB1LQzOJIvmuLWWFJBCrAG1jYi5yxAV9st77FL94fdcPJ6HUdXEdFwBYHpukC2t9ANe2xrjXevi3FFBl48xbVs62GuErpRwlZRmT02728x3Nvqdl3uya+y9LcxvVGX1v1T4r7qFfITfUDUWJve2hsfLZbUW/S191FzJDqs0RhmRXqzF4U93mpUJalwneEUKej63aUBpmb8rCxTpYEHZs4LrFBdpblGr39VWtObJ4m1WslQv52sB300OnZZbucewKo6xxYkp+KtKVsSo+VaU9rX/AG+RFv2Db63qwWqW03iOg1BHJL6Z8VH9mo9l2+UK1BsNCPLsWNP1BLkziGQ7hIu9XDUXDkWmwGq2t9DDrq05ermkrtZRH6wI11uDcHsdrClbtGsW0aJXmqgtGRhXHjvpOWKsd7EG2QnsbXsb6EW2p3q3g3G8Wk0ufL4GfMliVm6WZGoAdOoyqICSRrexOoNz6LVXd1+Em5XvZDEri8rIgLVmdUlWl09woeumgIsSOwe73XIxxBbWzxBBuXVKM6/g2g4eXzrCVIVIddXlZ1Nzcgk+RBNwQR5HYIkCVAdcqmKKfzq0OpazJdKlpQTqkA6BN/S1vLXTZt1HGTtZwa3PozPKzWIqvGrreYQOoJJ1ztpuoA3ulKgL2A2F4W9DCTVGcpdZpLFRqmdK483L1tp8woWIIIJBAAvcHy2Qfp7W27z6gra/zDvdpiHDkCgttNUR9hD/AI0u2zZT5ixuL3uOx/PYnmRaW1S36pAq3HixVpdU0teVak3F0+gVa49LjXZe0rFOHJ8ByfKiLpcVhP6XhZ+Ioa3Ave2lvLXz9ACs7z6pXmp8Wl8fgMJVldQnhcRI1tlOvb11I1I2K5ZPBRJRCo4lxvi3mRYvDi/dYSGHUOx1Oryqc/Ia6E6jXS5102AU4+3l4oqnFwvEixX1oT/SLTWXMoWAAN7kAa66i/fuNl3Hk0bHmN4/P/8AcmlrU+7IzqcVcaeeZOgt+F7eZJ6jvOgYcnt8q9x0MI4SI7Vko089PP8A02FSldebLDF7dSV4EOadS5WF+BWcZS1yosqRmnqQrLw3VH9KAO41FxoD+QtX7xt6mCKXiOJFpdPhVRHgfdUoegynXS473J17fXZF7yt81exG05Aqkvkqd8sVrxK/Em1/w02n0bdq1jzdz75wQ6tFUhZn+VR1cwgeNqw1Ck+IWJuNLHTZldQj8Ujj8yK1fUw9xJjqs++XHaXLRFlZEtKioaOVSdAM1r3UO1/Lt22JVYhrOLaWxRqo8ukSmGlIQ+t0JU4kDVCFKGU3F9CLm3a9trHdXuj9zUaA7VKS+urraTlQrrUpPl5mw/boNmHG3TxZXPxd40v3dS1sOpYdYSFqS6QSgq7jJcaiwNyBoLnZw6ey1MtD+C+Jm2duLznCaW7+qm+3barxE9waLLc9EHZ8DJjZmWN72OoEqvPwHcPe8UI+dp3K62nsSkdj+ZtfS47j7wrWYE+K3S57K0LW0lbSnenmGtOq3bMDooDsbHz2WOIcP1T+cF9p2oIWwtfFaUvpW2lXe4+ZBJtmBNj3tcbNCrzMLwKNApdUqKIr6FpXDfX4c/oFDUX7EfkbjYN+qWonf6EB9w8pX4sxz7ra+yTr3AyJzZ1X6ka/5edvz2VeIqc7/WouTIvwZVBSfyI02bGMaDRsUUtiVKaW+/FRmadaV+2xSb2OwO/hCByrjrXHYzrV+iWfTySbi3r/AJee3yP+LNLodXYbamO7HH4i7jcpWLZTn9k7tDfU7/ZbXFXjNRZTjTXX/wChZf477VLqNvnO3YdpmWRjidIE/hfCd2uYddda2FXh/ubfceR/43RtWyhXixY1N4xm0/GP+12YW77eA01Pba436vXn/wBNs+MyNrKm1V2K7xWv/oVbG6Tc3SNUupr9g/8AEdr6hZ6M3xRJTs+LxeN15P8Aytk1vTxPVIGI0OxXloWwlS15fC8k/IQdDa1/IjyPoCYb3n4jditxWqjwH/l/xdvy8tqfFFexRKle9Ky1x/Cl3slOTtmHrr6aa6i3b7BqP41XVaUdjIbjn8fmaXfDrxG0itc1FYntNIzrSnPk8Pa9v+G1ZiffL9l6W406z0LaVnazdPb1sfQ+umwHExi61S/uDS1oYy8VGiU5T5k+VvrYW89hTHWFMR48gOSqC78dCPixXVZcye/16vTyPr6+g03Va9Xp8qc/kylg+RFxX98lUn17iyqTNYYW6rhTIqitr8CEkhSLdwsJKSNL3OxxhuRWZ/3prP8AKteVa8uX9cDLmT5Agk69jbblgPBjUWLyFU6H1r8ak5ersUfUH8NLeeuzOpGE6NRvi83KYWjx5FDwHvpY5hbuBY21A028H1G5Lrg1Sc/JP/75Fb7eDL/C2OaNFgNtT5eR/J+l1y5vqPK5/fsXYd3ocX4Ur/0P5fXYZp+C92lZ+L72yPrSp1OV3KlxHqO+g17HT8tpbuDsBwPhQK5klIRnQvihXGR2v+APmLW9O+25ousarToN23H9eYdbAzR0YbxdAlf2uxzH4UlrbKyVz6M7xYstD6PGl1peZKk+t9mngbeg1wkRZ7vXt6/RdYp1ie+Y0Btl7vCwTQahF5+VEbzozKSv5kq+n8fTbN+JazjeU7ytByMQoq8ipS7KWrveyPMf9LG4O2rKvXKfOpXEZdz7Z+3vRJ8WK5VKD0Z/GpPy/wAev5bW6jUHp3L/AMRTU17vUQlQY+9crPqMqU+vN05ypKr31yiwGgOpF9D6aD1cqdBwk05KddXzq15c7q/W2lv1vO/cjW3rKpON6pS6o5hJ2n+9KjVFrQ01olTyhrkPlfub3uLaDTa2xV7KOI59Bb3jT6g5NXFaUuVAQnKptOhDrdrElIACkkEkC4ta22Doei2uO7d/YQFVOPNotIOIZ8+sv/CySmMrseK6vKqUn1SofhYg6A9+x2cD9SdrODXJ9ZaRx0NcXL4FqTb87kE6kfjsHVfCden0Gm7xsJMofq+GkcwppLWZT0e1lpAPjIsDbuQAAb2Ij4/3mUHGWHIFUo1PXSJr6Ec7Fa6o7lxq6woeoulSTZSToRaxLn073WYf7B8fmAsOcwRZw27XsURKW1wFrmp6OK7lzLAJABNu4BsToDfse7D3Y4Cape9Wk0uVEfYfQ/ndad6vCgqOvYjTQ+YN7kbLOXjDBtUgUmqUt6VCxLQZqEutLQcsxB6S4hQ7FJOYpteyexsNtS7sW8UYyqkSfihphbFOa5iHPadHF1sbLCRYpOvmPI20vsZOn6XvBwORL6aobwTJ3tMwffOEpfIPMf0W61xWlq8KVuJSCQNbXNj2H12R273F0DBvHarNJz50Kz5Orta5QL9jY2Vckkg3Frhw703qXiPdfj6LWZfAm0tauFIaVl4iLJUG819bjpIOhIGnlsjaXh3DkDAbFZdeW+wjrda1UvJpdabnq/WKRbSxGosczrVllWoD1jnEnXD9T+0gya7ApeI3MW0GJKi53fiupWV8Ro3BC/UgmwNhbtYjYJxO97h3502A1T+AiqJYmx5rCglDjSiRr36gvuLaX762OjKFTcB4owkxKoLy0VGDk+Knx5TqLpWnzN7XBBIIB8tln7RWGWov2Xxa1EyLpcpKkLaSEoUgkcRIBsE9XCUB20UANgaelHHdtOc8wG7cnE1DBojrtBlxWnUIclReKlC/C96i17hXndNiD6gbZixTBiuuuNUaJ0ZlZ5CXc6WXb9QWodab+d7A6W1Gl3irfNWcb0um4cwa0vjrQlCleDg2Ta5J7EGxJOnnpoDQYbw5WcOSnHfeEql1FHxVoW0taVIv3UnUlIN7qsofQ67M62z65xTp/Q9kSEDPxBKlmK1ihyl156VCqKFq4vFVmQpBtZWWxzN6AhQsQdbkXBl4Y3lb0N0G9ptqjPPop1R+FMjuoC48xjsOIACg3zZm3Uj9YdQC0FzQ6K7vBdiYXrNPisSltZ4EqK6HadVLa8OM+k/AfHiDTlgsWyWIIHxVmcG4XixKNKZXN+KuO0p1op4LoPU0sXGU5r3uBr5a6O6bptGnr9c/mN1olQ4kdt/BEWsvxYFEgwotbfVIjw1OlCYchzVbcdy+iFqJ+ETlubADQbEWFaJKrPMUF3BGdbDSmmJshhKF5vIFwm9vIgixOoCbG/8AUzD+CJUWJK90olP9SuErq4ah3AT5W0tpf67EOL94dUwvhzn6DLyVFvLwkK8SkjQD0I8iCCbaD0LBoRVyZUke3iO3q7nMUNVmm1mfhOo06KtSosiVH+K0zexR1ouEdXYmwuNNbAkeAGaphefEd/T1SlrSppSl5FSEDxJBtlzEXuk2BNwLA2A5Xfaz3q8XhNZKcuV8BS2kh1GY9iULulaCe6Ta4OhFtGBhOn17FEWBjyA0jgZeXrdL4XTFWR/WGe4cZPfLbMnTQg3EaMo7eEKo3jwji3nVSLWcBsV5qovxacvhSHV8LwpULAqTcag6HW41tqNlDGhbr69K5Csy5UKqLSnhT4EgOoeSCL6rBSr8CAq/rYnY0w7jWLVMJV2A0zx26dzEXhOp6XkpHpe9jrb6i4ItsC7tW8G7xp77UXBC6XVGOpKku/AkXAOnWQDpcGwJ8/OzPUdGmpxkQWAzcyxw3Edi16pYNn+7pUKbFStqewko55odkSmT0lxFrXsVJ7hR1AFd6+67c3Kwk/RsbxH4SKW6qQiQ1dTSWlkdSVAFTZSo3CrFKhmQQQbErxHS4vFbgT5b8WrxeiOqQhaHU9yCVIBCk2BBWOwBJ0B2CKgGotebgYtaWhfAU06xKX8KU0QSFtuA5QSBmCfCrytcWy2C6XC4hK3NUrME4LlYc+zzUDEPvSnoQr3XIdfMjgsaFLec2WpoZsyAslSEqKQQAkDQMaY7hKjT4tZwaxiTC9RVzEqkcUNTI6xls6wFkWcFr2ukkgWIPcM9z0ajYIosCBUUTYVOzNRUP2U+ywoEcIOADOzmtlSdUHQ3Fto+9OZ703aUmLAZlTW0dLXCdKn0pZCStCLELUE2ScozKAsQkgGzNeE8x8xyuwEQtjYl3N4ywu/VGms79BdVyEqZHNOqidAS29cDiLACQFixUMuZNwFKj1mj4cqmA5dUo1WmwmKujjodVZSo8i36XKq9ydCoA2JGYE3sRLcvvJo32c+xu8aiTpUJDqZTFUXHDq2U3BBWggEpsLKtfzNhcjZmYngxXeA1RqjSINLldTSnXeFFcuCQFg6JbPYm2hUBcAkhpG7vqdu8cRTYU3P0GqNN8L3dFqL6kKdY1Q0pfm6xqVBJWSoJ0AvYWAAEzexhqqYIoNNdxHQ+PyshLsCqNO8VOXN1tqUepCtbhJAByjXSxgYnwtjyqYjYpdUwzXt3NRirSuPUkLafpNSUbdGYFSWb/KCUJUbWIJAEXeFE3jT6C3QcW4np03lXUusOsJWwp5IGjSwVGyjbwkkKIBvrcGKbfUNXj5M4Y2m0vlefozyOVqMpp2UwhQzJWM17A3ykhNyBcXsbakEKxDuaw5Kiy8eYSZqkplhpLs2E6oux02tdFwOK0V9RKrlIuspUoEBMWvcg1XqLWaXEWiaiQhFShO9cWQptKrLWkGwWQctwQVJP0vsyoKvs5iiRvB3cxOBh6otJRVIfvHipgyFkhQRmJPCK7HrGUEqC72CgK0hhgwtlWUMF527bdLS8G0X+bRmvUhC/isNTFKfkQVG6ilLjqzxGrg9BBSbnRJtYnwvQ6DFpbcrEdOlTZSGviv0t1bSnE2/SJbKlJI88pJsdLkbXO8GPP+xtJ5WnLhIQ+p34XQplSTcpFj0k6W1sR57fO5p2vYoxvUsOO05/gQmEylZ1lqPlJJB4iUnM05okOg9Kk2Ot0gWp1P09O/PqZr17+IR4ajNOz6bFi5F0uvcw/S0VHK1zj6QUqjC4KWZRSVdCrBQzXBvYDsrBuF6D72w5AwwxUcNc0qZyq87T8VK3DxoykAZ2loUrMB1JIKSkkZgDDeThSVheguUavU59GHpUrnWFSltrS26lBsczZKCpIJAN7m17DYFnQPtRRnK9hyrSn/uqOaU66VqUnOLOoUSSkE3B8iVEd1AbJVhtSO6R/iM1UlR6hXQd3WHMRxeLgiXkgrTn5CUsdKbkdJAIUk2ykA6EagXIH5A3dUGfiOJAlYTYqkX+3hSFBGayCFICspFx4kk9JtY2BvtxwpO9wyqS7Qac/FlVFK47vNIRwlLy2HEKLNOFSgMqjw3ALglRAtOxPTd6rtGfrzVPY5WnP51uxVjjw1kEKbWm+ZAF+5FiCDpoQzSqWjkQN+m57gilxRuGwvPxl9nKM7UKQjn0tRXVXRwVm2UrTmNlj5SlYJygBWtx2rC8ZYDlNxd41JlYyoNOnpj8/Tmg6lToGcNSWCDwlLRZQUopClC1lAnKysE0ajVTFrH28ri36dUWM3Fz5OMk6lCjbTKTca/UEeTqxvgjd9gPCdZxa1SX6pS6owiPiB1p3PI5cICUvhRPZAy3Sem1lDKQVEA6ZW5LepSutH9zDO9SXhyVKrrWHGmH6dwmpUKUj9KlpSBnacDhLjTrSiLoWCC2pBClHNlZe8LDGF5/s8Umg4X+PFmxUOqfUjI75rXHl5SOGpWqQ6ekKyXOUmwK7gKfS4D7VUqz8qbS5S+TfmQlQKizAWsLYCv9uzYizguE3KSCLEsrG9Tn4NaotZdokLENLRCUtKmltNSHEZB8J5kjhOON69QFlgg5RqQamkVNzL6Ypp3JaZx3NS3d32I2HaXUH6pTqW+l9HHWEvw0pUSUK+bILuJAUCE3Um9iE7aeg0WVRt+a5VG4b9ExLH96Q4+UKayyG7PZbXSULsTYnvcgkEbc5cfcPvBpdJxHFwdCwpijMpUCYwgQucUUFK2HMvwZF0kgpCiR5XGu31SY8XdziOhO0t5/3XFkLaahyvFFS8SSylSjYtE6JuRZRABNyEvD1j4ldTbXY3ED8RLo26/e1UqC7SW/dcqOlOTIULirVmCHUkEDVJIIsApOliQdhqq05qVKj1SU0tfuSQ7xUJRnS20oBQcyi9gABmV6JuT57Pv2gcK0as16i4o68lRpD8d3o6eKypKghzzSQbW0OqTe2hCjwxPdi4tY4UtcV9bXQ+u2ZShZIvcWUCCQR2IURax2xOpVvTat6fESs8TxDLAdfw5hLC7dUqjr7DC5/JyH46Ql+GhZs3JZJJS4E9JUgghSbjKbi8WqYbgT8ZT8EY8iU6rxapAQ7S5FI+FPchJBCHojeYCS21cXabOdIBSE+FKu0DdZKxlu5xhS+UY+BFVMQ0jxN5StQsmxzN30OW+Ww00BGNqbvBle+Z+6WVVpUqExIVVKJmlF1VPkKvm5V4HO0SBfKkgdWmYi+2vQ4vr3zd6ey9sTS7eMsZbg69gijSqsuqU5+rJgQKtFfzpeYWrIHmSq3U2TldYcIUAFJUkXCi3q/jGg7wceI3N72sJ8BmEh/JIS/wAJeR9AKFxV+ItEWUG1XsUlNnE5LYWG/wC3oV6s+5sZRIuKKR7yRHkInxQlcpTZBZdceBH3hASnI+AHb2upQB20C/jD+dWLTZVGZqMWo0GOpKI81o80202MxaStIu8lBCnEkAqT1kJBvtZvthdYm4cQ1wdg/dpg3n8OYclv1hEV35lZJSUeJKlN3Ta4yqKkAXFyCSTsfU7GOHKXRuFVKdK5XMvhSESs6461XJBSVEXB7EDqSTcA3vlCrb1qphz3LRsUNQqj7ukJTTsQxc61KpZcuY7xSDxA0tYUEFSVpGZTSjdTexJjeNvLlUGu4ypdEz4XpbqGJk+O7xUx8yM6Xujr4NzlJWCUXSTcAq2UNJbymZbo7fcbOGcX0uqV6fKaefQ/15ZSbZeoEEHXNaxynyssixGuwdi/B2MovHlboIiH36itT8yAqy0Sk2CXGlR19EhC203yAFRCVhICkgCRu73/AGCKphKPgmLgiU/WuT4VUS60U5bt/d5rLwv0uKzEFJKFBKhe4KUyN2eNmpUWXgh2rMRa8iPx0Qqo7k4j40zRnCMvWBmyqIAUki9jpzLt4igRqnlPhzDGHKDS2KNjfjowpkUiO1TZCkpjuuZSQA6lZCTwweGq6iE3zrKSdjFO67cbAo7GI6NvHqFEeYyw6tS6isO8RK1dElplZSpTZteyTceRCk5Vl+AMV4IrzrcrEbzEpiEhTU+KhQd+6uIUNb3UWyQVC5IOVQJuk2z/AI8i7iN0G/1iLP3hVTEmA5UN1hVLjuuolYfLxQlN7gJcaAIU2kjVIJBJAJmigrzNTS2lszc+E8aUKqYDYoVdeb4CIqWGJjSStPAGjb6L2UQBYKF87atFCxCiu8Qe+ZWKIm773tTqjKYaU1DfkOhPMW6ktKWAVXABCSQQkkgkC2y+9lnF2CN4OLJFBoNRlYkpdOadXTlyFOMc4wrOnLIYWrKl4oGZCiAoFtYKiNiXeXuOi1TFsCfWcezZqOOmHToEpKEymVcQqZIkJ+Ip1sK4ZUoklITe4IOzZ3bfKNhUHufUxuLhKst+9Ja2EIkJXwlq9VgFoqRpcrHDULhQIAJSSCamTWmmsWvu4SqD/K5k5OfulEpOQFTZVYJWArMkLIz6Jv3Nz9WGKDRqyw07Lq9Orb/Wt2pOu5XnUjRQWolKXQcqr3CbZRmSCAm1w5Q3cRyqlXoFJiwqpTpv3pqEvI/xUkoW4uOpNurKc1rhRKrX12AtbtxmLGmpPIiJac5FlV6XA4Mrlai1mdpcpXx4bqTf4d/GgHMAoXIBsRax2r6RTZ7Ve4VGp0p9cpKeLkujiZCVBYubEg3Uka2JsL3N3vi2j0HFFGbgVmkoQuK7zEB2PdC4rt73bVfMjzukEpUNCAQCJ9McntUbhO5KitCM6FZcruYeSgO5HmoWv5i9zsM6VlPuJW2Vn7YjMbUl3FGHH6DFw9ys2VmdiqdiqTHU+AdFAJUG1kCwvYEpAzAW2p8Bbv6zhyBEan+9KitCMkhri8KUz+C/Mak6EaWFha+zTxfjH3NAYxHRoj7EqUj7xTpXU1I1F3I7/hJ+YoWQFAgggggrxzf1S2qXPn1R6bS6ixlkQ8iMjuQaKSAs5HCNSW1ABQGigRbaDphnM5Knu5SMd7dZhyfRmKXWZcqqUvJxYvOtZpVPXqSQokqIJtfU3IvoRcrXephhrBsCI07UUQoT68rFSdazR8xF0ZiB8NOoSVAEAKSqwAWR+Vn2gJ9Zwk3PoLX3rMnJPgJWphzUZkuMqs5HXlN8qgQSLAg22EKu7iPe1QaZQWqtNfhQnc8+OhptPG0slJsB05+oWF8wNxYjZbVAqRs/vDVDb/3DA6lYnxRQXalKpdRfQtaOE60lA8JHVc6haNSCCCkGxBFyCYRZtexHFov2op8L3jQWkqaTIQphMqOCCY6ykAoUkApCiU9JNlKOW4zTsCQJ8ritY3lRfda0rjw6lF4Sm1IFi2VHpUm1yAoIIGh8rEFYqE9ppis4cqMJGRCovH4pyR1WGmnVlINxY9gT5HbkG/iNLs/MLsepwu1PgSvca4UV+BlgRZSkupSlRHGjIWL5mgSQASAkrNkthRIWeFUwKNXn4s+nzWFoSrJFmKcd5dI6kjPYKyAHpWoajUkkbFWH8dY3rMVzAe9rD1IYWw7xaXV49lNK0ISsFJCVtqFrqGUpUnVPkOMGpyvfP/bKoe8YtLQuHAmoUOK2hLmgUQAFpFrWuPOwBJuDX6dnUIhxOu2H5k6lJozspyfFqOR/mkcVKnQpLLtx8NRBsL3AsbEhVx67MCSqvSmmPcLKELQtKuYS6FKbym+vUNAe9yDaw7G4EpEPCWI5XFoLNIRNfi5OVQx/XEgEKbCh0k62LdiFXN09iOO7uHg2gynJ7tOlURiKtaeLKUrMlKVAEEKUbtAkpIzZkkajtbQo0YVBuidun2DenIjJwbJxRRp8+VWZcV+LKTkQ1KihaoqgboIWkkFIVrlUSg2HhUAva4grxHWcZVrEdUwnSKc/OjtQn3YrvHaqGS6Q842tIuCghJSSTlsCo2BBJhNeHKzF980Z5D7C8yErQvMn0Iv59v3DXtt/OBqBKc+NnYQrpy+JtPmD5FIPYjUDQ+p0qxtGIumssq+yZh3reyNAaxRAx5u+rfuFdOdU6imypBdY4S02cjpCu7YuQAQbpuDckEB/82jsWjT6DuWxvFomIeLzDtBq91NRZF8yJEOUkZ2bEkpSoEW+GVAAAau3hYO+1HKSoH9g6lXQspW2oahQsRcaWKTca9u4Kr3oYO3VRYDkriv07FCGvhSI8hbSm/EPIkBPUruCAdBbQhgncvM0dJrHuO0+4naW/jzCTrEXeDEYqkr9LI4TQ4vHX3ULJFwpfYjMk3tpaweW7DHcCe77rgU9HNRerlZEcIdym4OU/PYg3sVZR3sAQM2YjxfPwu1AlfaenVSEj4qFynQrpuEOJKgLpIvqFCwJv2sdnju6gtRaDRd9NGlvV6luT8nu123OJYVdBCSNFOt5VW75koGtjsLTjaYy9P8AN8wl3obr69vVqjDtGaYoNRWhDqpD91RVJSA2TkSCnOG9CBYEKT31IjYV3T4SwRS58XFFWiv1fNys9ECUhcWUhY+GUodCktqKbHLYWJykkm5eEUQGnffMCXx4T6FLa75cp1H4A+Y8j5bLOFu8gT8b12fVJcVFEryUo4GYZlX0IUdFAoVqhYssAgA2BGzTsqyK9ZtXmJzA3s4RXcWv+65aH6cjwTEJU06n5glQzqyqBJBsSAb2CQQgMCvbr6DFrPIVnBFUWww0nl6shQQhV7goCvIg2JFwCbH6A/xh7hwHAba+2LGHoWbhOyH1jqUq9rqUbXJ1FyO30Gybxlj3FtZdpu753HtLlUGbKyKXn4EhSNczQcSAMpzJFwAQOxItlt3HdOfUXqr+rcs/qTVP0agynKXS3fgLYU0l1fR4h2Vqb62B+lzfyNBhz2AGsUV7387vCfXTpzqJTCYSAl2C6kBKwlQV3OWxTYAEg97kktBwZQa9PrWF4GE34qKXHyPx3ZGZMhQ78MklQVcXAvcaEnz20fujX9l93MSs1SX0LaStjioyrbaIBSkjvcXtbvfT6bJaYFGYwbU/TE7Jc1is4c3VYXYi/wBVYYaS013UpxdrAX7lR9dSTcnZZYLxVQd41UrUqs4hhLlRWuK1FzlKm0C98t9QQoa6G40NtRtQ1feTKrON6s7iNp9eHoUdSeAlISuOu4IkhWayriwFxcHTUHYYZ/rTbUXI/nXxWnUNBCsitew0F/MC4Nvz2aSjuNzBWgIm8+4bzabS5TrlelMsIY6kIWhAzaafXX8tL7JvHW9P4vK0unL5KK6pGdPUlzTUWt62urte4voRs1MR1CjYcwu39o6ihhEr7v8AFXlQpRB0Kuw/En/InZdCJWcWz36W1ERSGISfA6kKU4oaA6d9ACOwAINr9+1ibU2JMx853RWYsxZFrztNqlGZfhTYS/hOtLyqzE9VinukW6gbgg2t32nQY8CK7Lnuur53pddj58/QTcOt6Zim9gUkkpOhJBB2JIO5ysxazxZVRioisKzZtcyk3BtbtYDtY207bWUrDOA4DvxXV86vNwnUOnitq8yk6kEenbvcEEg5NOlsZs2/2k12nOWnShMtYXiv1517nZr6FIaWlJ6U2tlIJJtrY6m40t5AMq6J9U4kqVSeVQ31u5llWXKMoNzc2t099ABc6bMCnVvixW4FUZYQ/m4Ud9CMrUpIBtbUBDtrXT2JuUkjQR4FYdi1RuBVIjaIr6ktJUpHSlZ0sRobHsRb8vXXuO6gVkcSlmbXJi3jVGBFd5VplGRa+p3J4fQm/c6anQ/jtPjPQJU9ug1mIhC+KlUCUnwSs1vhZ+3EtchJAzAi1ykkWeJ8MwMOT5btUicqwtSkIjo6+kjS1umx8iCL6dtl7TsHY3n4j5CBTpTFIm5Er95dbStBYIULLQsKuQbg3SNQRrnNXsQCsYEisFfEx1HdrAqkCPS2sTwmH0SE5GF34rd+wKVKzKSdALgk6jW4tzwjua5Ws8WLwGISFK5hDF+Fm6rrHnoq5y6EEgGwFtu+KazFw5S4k+vPLqMqEwmLPkZMy1JIKUuFSQOyspvax6iACTt2p06s152JhLBsvPzUPMnLZpbi03JRfwhS7aJuAToDrbaWdK8b4blRxLx+Bhx2vfYiA8+/NmtcVHVmaUkEFXY2B87C59bXNnLQ8K0vC9LbpcCIhhCEJz7K/cRu35XEcvFE/P8AdVqS1xVnMlavFe/mSE6m5AFvIjZ11JbTvwv/ADW0VuH8lgTuaU6g1wnHXciEI8Oyr3i4zitRXIDVQWw+v9FwvGlV7Aj0IOubyse/YhW/XfVK98/YPCTy/grySpSLJ6rjpBv3F7n8LetrGgUF2BRvfOI4nNTeElCXXU5lKSdfPXtYkWsSRYaDZipg2YSpPmc6tWHXaXz9UlrXORFQ67n6EZtbqSfkBtcp7ak2sbALru8/FECgt1l2WtDD8hKYTTDWZTybka2sUnpUbkWIB1uRtEr9H3jOz4DsCrLYpz8zNkaYClttD5BmBStOUqBSdNdQQdJFZYlUGvUXC7suLV6DCkc1Tc6QhL2qC5CdsQpK0DpSqxum4GqSTlnrFNl/09TDI94PM1Ka0ALvPtWIZTUVujYoeyU5+UirMSmms+WOu4UUrT2KSFXCgBcpuRYXs6MvDnv74WIX8Q0GkO51Ouu5lyF2KgMxAuQCSQQLEAWA0AnvExrhf7WuRd18SaxTpTXCdiynQtcVRACgF3JKD1WzXJFgbGw2o4lOagOy+Q4+R9XWhq6lK+th3vr66bNLb3TFrrV9JGJvBxa7jJpyl0Fl/wCz0L7xFSprKpOg0OvYEkDvoe9tgRW8zDlewbAwR7uQ/Ni53Zkhq2XLYEaixzZiAEg3GpA7k37mIXaXRm6XhxnnVymlPodjoC1x0WKXAtPzAE+R0sQba7LnBtRgYNoMuLKl05D+Z2Up+Q1m4i73UCkEGxuRbvci3psB2Wo8wlI2ct7jowhWazRqC3RoESKx8LhPpdazJTpYEZfMD62089j3d5j+g7vuBKx5jeFCW/FWlSEOodacsLB1KxopJ7KvYg9wLDbFmKd+sp1rlcORF0tjIpHS6fCdMg+gTca+XkLarKZjCVKd4s91a8/z5z9fxt67B+pwfGMlz8Tc+L9/O7SfiNx3C8t/jvtJirUlK8j1iohSQrw+p0se9gSbsiTAoP2DYx5yi/eC4SWmEL8SldrkXsTe6iruQAfpthzcNGoOLa8w7VKtFY5J9pa2HV5VPJJNtOxBPca/UWOuu8e4xiuu0mg0aWwulojplNKQoZU9wUX+nkNfLZypjanInbd3JmdqrSJ9UrMt2U0/x1u5cvhUpXkRca38uwvppsW4foE+LS26DPifevEhrxKU0sAa28j+didiSvYspdBqjDUVmLUWENJdakLSM2U9wdO41uL29NNqt3eLKdqjdZaiReaYaU0ha05syCb5NbjTy2tpdAaySTEtyK0B96z/AAvduA2s6GFuokTcnV8IH/Q5ddLAd/MENNYqk+jcWgxGEQqc+00pEq6mJDWgULixSSNRcEEixsNo8Ka1S8efbyfT0VF9aVtOtP8AUhSV+K1vCe9j5du22gt0mAKNvypc93DktFIfhdSoTvUl697ajsAfmIJ8reexbtK7ZA9QLWb3AEWm7rCGKMJb0GKXS2clLqjqpEBS3TlcjqAWtu+mayza2vYHz2f+IsEwGsUP1mvUlDEWU0mLnjr+7ylEdQeToErJJSlWhPTa57D7cas0GgzotZabQ9h5D8eOlSf0chBITr2tmKLWtpca7TsMYWo1UwG3i3FGPa8iVyqkTUIldLitQl0JVdOYkEFPYm+myNNaVfpt8+poUgqOYnsd4Elbr8ZRGnXePh6oq5iGt3pUnKb5SRay0kXJ7nuB5baCwvFwvWYsSsymWFykR0oalIstXC10vYmwJIt3HbsBZa0bFNL3jYcb3fbwcQ86teZqHP4QQqK6PASsd0m2WxOmg7bVmHccRd2nDwlWXkZGH1R+jp6r2BH0Pf8AD02sV7Jgr7SPshtvO3cVTFrrf2XrcJiFkyZH+lSV63tYWT9dQDfUGwO2b99UiLuqi02BRqdNfxLKQtNRTKVl4KxlCVDQpWlVyU2FrAXIOm2kXpuI+Ql1n3c+hbDSnUx8ubmGPlcTYm4IsoKBPr63DqlQ8R71aDTf6PYm1HDTqZ/xcvFSwbpcQ2VWK+nqKb62+oIX1WodaTs9/A/MXDOx8otMD4kxu7hJyqVSX965dTSYvC+ElRtYlKrjuACbggE2sDYyDW5VB3fNutS1rqj8pUepQ1xfhJQvRMhtwEiwHSpKrEEi1wAQ04+G3aDFcdr1RYgxV5syGunMn010Gv0OyA3w7xGuK/QaC1nYy/p2lhSs1z38x56W9Ppt5fpdvWNVaw1I2jHEaWwKvuQqRu9nyuI1hykrzoTnfdaTlSlKh5nsAQdB+wd7EeFt1XxX/wDvtUYWlSYSknI4o97k6nQDzsLansNgXdbvL3jRa9TaNS5a1xVutNOx1tZ0yGgdULve49fMeRF77bQx3iHCW7ngVSg0mKhFUYStMNheZLboHVYHVKbntoBtoW6bZ42N5H4iXg2XMyBWvZox5jLHkt2s06LFhMZUIkaoa4QFwAD5gdySAT52FhofcPucoOA+J9nMQv1GUw7mW/nCWmb+V/NQ7G2h00B2t6Vu/wAb72ovP4oqC6XSF9TUVrp4nnr+7v6dtm9g3BFGwbQW6NS+tDHWrN4nPUn8fP8A00G3pdDQKkXAkIzryJeYZoECl8eVxuaXKT+l/vDyA8h+Hb02lTqdFlNONcJHDX4kr6k/9NucT7rF4UVn/c/V24M02fzXNOy15P1Pl23V4kP5R07D2NpbUSgvuu+DLsQ7Bu8yZFgYccdlPcNH62ytQy81G9TOOLaHhLeXAba+OxNiq4sWUwoodZvobEd0kXuk6HS+wdJ3dyoHwqziF+oxfkQ+74fr/wAfP8dr+RiuLKaf+y7KFrRnWpDSOn+8RlHl3On1t32U2N6Vvkr339p6KhlvrSqPI+T17XV66fh9NvJfxCjHJrsKnnj2IpubMakSqQKNS+Qa468ngWq+ZVu9+/4euwdWa/K4rjUXOjr6/wBbUfx9NpW5vFU9ppjDmMqjCqK5XwkKUgNLSrsL+RV5X072PYWLMY0vi16JRpUTkn0KVwpC2gnMjsEg9vrY9rabfN9Z/D2q1VXersLH8AYnYienJd/S/P4f721e421s2cS4CdixeK1LivrR40K6VK+oINr/AEP7fRUSkcJ1z/e/vfv89vL6rpeq0J/XUiZ9tcqJieFtGbXwndrVcTitbQJbTTXwtl0/EA1e9ZIbcad/x7SkJ/8AL2pI8jhO7WTDzW1XSJbWWWkWc7F/RfJ4Ni2FWffLXKz5eTo6Vr6lf56i/kNgxLv/ALvt9IkO/wBl0fx67TRe9ByP8Rqi0q0L6xTKNAdiVRqoORVo+E7lX0pVa1x3uk9ikgjzFvKfRq98LlYGdfA/RcLxJQe6QDa6QCLC9raC+g2pMP4faxH8KfLWj5kL/VUNPO49b3Hba0nyvsa7yrXAfX1LaUhITlUO6FJ0FiNbgi/47e80Or1OppU14VZqK+6flbmwOabqjTy31r6/76VC+qR3+hH4977V+IK1KdoL9Zi1BD78JPFkRc/UloC/ESexI7lNrgA6abUlUxJS+fcn8otGTK7y7qz4vmRdNuk62ULHW+hFtlvvhlO0uBA3g4IqK6phCqOqi5+jj0ueNXIMopuUrtcoV4VpsRc3u1pulLrribDkf4h6NJ3jgGF0HGVZlNMVmK6hbHFV1/M2rta3cehHbv8AnKkYvnxWm3ZX+Px/v9R/Guyv3T7wfejUiK6yvlXMzWZdsyVf5X8wRbz/AA2vsT1aBWXW4DUvIvpaUjJmTl8j3toQLajX6HaNZ0GjudtAcf1jh0HZBJh1Tt6UqA7yrUtaOlTqUpd8XrYef1t/x2Iadvkiu8PivIz+H9RX53t+e2b58Kvcg3S6pnQ+xKTwpDSzxW1gWSu+oN72IJseoHb5kSqzQZTH2tpL8Vjip5jP0qyWJLrKxcG3fLYgHSwvfYuk6Q+lcNQxia3FfEzce6nfE1WXXKM69nyL/WzZfT/W3bS19mdNDU+K410LQ+jbzw3fb1cL4DxHUsL4oqHQtCZlLrLCCh3W9rpAOf5UqTqfNJBuNtU7qd8rtZ5SLWfh814FfKpVh5WB8/QbfTtIfAK8LYMcypxJub5DFH2j68ny8JXUyrXVNhcHtrfyFiNnpgLeE7i3DnFlZPeMJfAm9k8T9V23osd9LXv5bfz7sWV8L4a8+0GDhP3XVPfNG/t+h1r9ZJ7j/UfXbRSDzB56K1giU57rpyF06ouq5dpXSltZueFfW1zfKCLEaeW2Hq2/FwvvarWHGqdKpdLXM5yLHfQUoZdOZS20+SgCe4OgIGltN+Yg+6tPxapTuahPp6kZsvncFJGoUD1D6i22Qt8yJ+I8WvuuxESpVOi/1rJlVMQD0uFOUgLsLEggEgkAEXKHUaG2bkitiiB29Cc1VOHXouHkIWhSc9Uhr6JVvClabABX9699Nbix20X7P2Iqy1hxuqOxFoi8Ll1d08NdsykkfqnTQ6a3sL7QadhHBFe3Xy/c1ORzVRj5VLipyr4o0AcZKRYhXTfy8iNnHupw9F+xsCLPiIY5WOnjp+VxYAvfQA631tqP2bZ2jqsV9zwukrJOWiMx5QcUYXwHiGqT+hjFClr4SF5ktqcBCdPIqJvYfQC2g2FK1haU1giixYHNReAtGSU1/ZqSOyk9lAgC6SRcEm42a2/dVZ3jV6BhKgsrYpcKQiRKdV4HHR2TYeJI72uL6bTolPr1Bge4ZVPiymFx+n5ursHEFSj37FJAsdddCV9a2HL/ABB2Mr3ftM90LFU/BuI23aX0LR1SIebMiQj58pI1BJNxa6Tl7i2zBxviOg71cLy6XS62xFQhKHXc6RmTrYFSAbhQIsSDa1jqCCL4QsJVSe5RqzLiwn38qo/OtZUcX0Dl7tqHkLXN9D6183BbUCfytUpLC0PoW01UmHRlUkosRnTYoXbuFAE2N7gkHxerv1FAIrUlT+OcRY17WOPUHIm5avYclUWs4XxvS4s1h1DqEvtdMjsTlKlgG6AUlB0IJ7Hux8aToE+l8V13JkRx2HUo46ovk6gWObKD66gFOhsAQwbuKpAgNxZVWzoY/ROryKQ4nyCxe5I1SbEX7gg6n8wru+qlGlS+VZ4EJ9SXeLx1KSl1OgOUggXSSkkAXGUKKrab/TOqaTaNOuQ39IzXtAxPtigVnC8BuswHYUql1TrW7TXfgKUeyy38isxuRa4Nzp5EEidFxRS3J9edQvEMVrPIfU11VJpsWDigBbitpsCoC6k2JN0EmDWafysVxqlxFtsN9TrTC83D9VhPfKf1vIixI2iDDjUpqJVJTNRWiKtLqJUVoq4KvIOJBJTdJICiCkg97dt6ilDYTn3+8smN3lBLBu87lcbt+B+kLzIQ606FJbdSOq6hcGxKbjTQ6dhtM3j4opdedl0b3iunTWEKlNNL6c2XVTYUNAbWIB0PYbT8ZblsOUGK/Awky/Cff/pKlu80VtOIX/YqCldIvmAVob3JJuQQGC81ijEdNlbwaTwF0hr3NKddWuOlV7BC1kWCVhIsCSQSAdLm7tunDJtlWRWeKatKlVTCXNO/E4GV1Epq+WVFOYXBHSqxum4sUkWVbS2ivY2x7FwvFfaaxC/Uac//AOfSi6hSCOtlxNuki5V5kA3BKSbDp3VSt17WMMGutc1grEKH3X2GupVPlFPwZ6UkEpWlJOYoN1JAJBygEY3dbu4tBizsb4NqL81GVPOoirW6wq2cJWAEgJPisLAk6DS22bQV0j7T8+o1QUrO2anrGEJWHKzPi0bOul4hWuRS1eNbalg3ZJuCrKogpJ1KSnUkE7KHchK3l4S3gt4cqlJYqNOlPrYRUoF0qj6qH3hhXxELSQEqFiLkKFhfYiwjvCqlepcClwGUPvsOq5JGceOx+GR5WPYE3tbXaNiL2md19Ldfn4jp1UpGKP6vKQ00VreW3dPETlQcqwBa2va2tr7O6ix2XKwboGc7YZ40ru9XC+MpbsDDHNZGs7TqfixXkFWvUE5kpUBpcApIN8pBAFn6RVMeYcl4yo1JQ/S4rq/eNGzhUqjyPEoMq1StpQ6reEk3sk3UKXBuLN7W9qs81Fq0X3chCKlSay0rKicwDlU2BYLYdANnUOAhClAkAEENjCmBpWDcb1LFtBqMqnVGqNJamdAkUmqI825kdKOI254gHGVEXsoEhRRtm1odQ/6glwkVNKi/0C5KgS0VFh91pCpEW6MqCSPjslSi0pNx1EkGwsSCL/FCh0afFrWCHajyNRfWmVA4vSpx9HUkLb7qNiEkotfpUgpJI2Z9W3e1nFsVx3BESl0GtwuPIdaYlZUymr6t3AGYgKJClDKoKNwkkjZJzqRO96OQMUS0SqfNWpDEyO1kVHkN3zMSY+Ylt1s2IdbJStu5WlOQuKe09KU8fENXsUxu7i647hKU/AxlSZS0MMJdYRKdz/CWPGysgl0GxJSsm+ouL7St6FcgY8gP0ujMwoTGZLqIc9rM08oEZC2Qq7d0hQy272GhABYNPlxf5uYGF6o9FqkVEVSYVRQgJdZVYi5RmNtdFJzFKgbhV7HYKQ9hyBw6W68w/kSpSEZM2VBNgSTclAV0lWpB1JvrswwVftgtRcF4T3OeBcRY3peHHMJYolsfZqbFyRUu/eFU9egOUWBLQJN03AtawSQQUHvgTi3BGF3MR0arQsQxacrPMpcr9OyxcnNGXlHFZAGYAjMLEHUG+iWKtzU/laWyw+hf6VpaxmTp307G1tbWP47LTebg6LVHW3YsRhCEZuchpXk6CblaD8pvYnQjzIIuNh7yPcFp72FgDROhcqs4joU9p1aItXitSo7qV9ba0o7m569NSSSD310264nlSoEqW7FdzofzMSpsJ3J8UoGYONq1bWb66FKgAq5OotaPhSVhdpzDlLqMqo0+iSkzaS6tPx4sdwjiMqB0JQrUa2KV6EjUmrW76ViOK3WXWYr6H18KVIYR0qQB0LKCcwWAMxQUg3Cx/sy5xr3TW1LZr8YTU/FuKHd3MSlxcj/gVklIPkRcEjrTdIKfS/Y30NxhTDDWA6yxVKNVuVzx1LiyIswJiyEuEjwO6MLKxYtkpQVggqAJBhzMLu4cw437rzvws/y+JtWnmNbG4tYH112MaFu7o2PMHLr0XENPxC+zHVFq1NfRwJSeju6nNZxYScpNglxBBIWoAgV9G8YI4mep58oGYSoW+TGWI6thyv1yVVKdKdflVGBIfWwhSErT8RuOVfCULAhKBYDN0ixOxJgTdHWcTucPdzLpdOew7KVDdjz+pMqKpsFTSsgN2yFJTqLXJINwQLbA+5uBhJ1j/tZUVsRX1SqQh2eXVw1am0dxXXw9bhpRUlFukJFgSOgUKVhyqS5WEsWQpsVbqXZDD6/jx3zrdSgruoAA6WVlGgN7l02zTiWGrQQV364ZgO4jw1iOB7xwpUaRnarMVhS+SkKyZGUOW6cpOYpcUCklPVbxAPxfibeNKlQJ8CuSoVXhLdhOrpd0prkBQNm1s3X1t+QsScxUgg3STzGG8GfAlONV6txUc1mQrmrLSq+nfKEjS6TpY5Um2ZN9qnDkPDmN8Jcg7VoSF06UlPF0Wtt1C7odSdLKGUKB0BF+3lD2rzsEDZrS3AisjuUuluy6pFrbEWLNa5qKnOVxVOgDO2Tpw1HU5bW1uCRcAdp28Ws43n03d9zdUhUurykU1cdqUrInmClBb6CDwipQGUkpSVWsASNnZjn2fKNjL+noGJ3Iq5S88hEezvDUoWU7FUpQSoE2UWnCFAhQzm4Jz7G3UYsoNUq2EsdvMM1enutrYqNL6Wqk0bLYlxr3U2SkpDrJ1Q4gqAAI2yXGqPkDx+PmLIGdsiM8bxnapiNz2fa9UOSqmHskVKn4oSnOoBxuxCfguKQhST2Dl7EFZBFvLw/VKzhx/C+I6JSK3FhOp4rC/u77agMyXU6EAnxJItcggG99hTfBRN40X3FjzFtJp1bXKgJpcjFEezC6lHSbtCWylS0B5sEguIVYlHcGyBAd3oT3Z7cpp1vidORL6suZPe2YAZQbXA7X1trYZur6pXpnCHOZa0hTKWpY5oODYE+l4cwnUZVOQlSZ9IdUvK8lNyTlV1syEWzJWggnzCxckxoOI5WLcB0LFsCoLm0hE92jVSFUYpzx1qGaPnSqxRm8BvoVHKbEg7QaxhbAcqqR59UqCIUqV8VpchWZDybfK5lIJHmCVAlIBBBIJxTd3/uHC8t3BtcRKhVdCOfpc22VzIoLYkMPoFkLQ4B1EKBSUggWKjuaXvsm72IOSJOMvtRgP3XFzv1GiSHY6GlqPFcjpCmwFFWpdbJSkqOq0ZVEk32F8IbspWKIHvTEdRXFYQtSmuyFtqNs1yrUEEWy20P7NvzdzheVFr0+s0aWhh9h9Mp1h++dKSLXU2dC2o5kmxKdTZVwACjHNUd5VugwOPFROdVkW11cutXhF7ajUgXte1ri+2r20ardZF7H3fbLPBmKaNgjEbDU+rSkU5+Oph2e0gqVBkAH47gNiWi2mzgGndR0BIQ29vc1gOVKgV7Bsul4XmwpSoal5VqhTmk3QnKtChwlnQJXqCDYgkpUkrpz9Zo3AnuvfHiupjrdXdSOOk2AcsLhKgrKb9JCyCTe2wviymQMUOv0aBUJVIhc6h9pDCB936xmjKBBs2DexFyEKGtwTt5X66zRartkeBPB/GY3pL2qwDF/W42Dfs5WpTtQYq7aFpkValyul9PezrDjYALoAHUCASLEXISquo2KXcJYI96UGoPsSqRPRMpdRX1pUxdamHLAgFIIUhSbk5cwNxqqXifF+A6M7PwvAwbNeRCQlEib18JKFANqTxicyrn1SL3N7jvSBqjQN0rkCVElLQw6lph9rxsrLl2VEAFKxmGUgpspJuQTcn0xXxmw1/dwnzGXVK/u5epcveBienMQqfiKOl2l1aLdK6XIFkPxJrObI82l5QTxrAhp1srNklY6DfjiPBFUfpbrsVmoyqTytRYWnPDrlNWCE8ZPYrQlwZXQRcAgK7ArWPVafvB3YN+zdUMMwl1CUwupUGpIVlVDqTBUsJfsDmZfClJUAAW9QLgpCbfcUMJNVRvBuPM77mFEpQw0t3I7T2HynOG1hQS4jsoR3LDXpUNQIxHzjHMKafWaDhyKxPpcRFLWt1amEtSgqG264NUtrICAhyySpJsgrCVZQogk6h1fd9vQo0T3C7CxWhjj85h+pNIYq1LdbyiTFeaWTYHxNOpJBBAINhmjq3dUHGVZqWEmuAxUaI0mRHkISFRaxAIzsuCwQW3GweEpt1JdB0U4oAEZaoODsb4X9qWXgiK1UV1SLMYahx82V1xLwSW8pNrggk63Hcm3YD7PvMzLtPgkzV9DVhLCUqXKwu7/AEXC+68vMStp+KhxGjEhtzqQRmKQ4LgjQKIttXb5ING3tUHD0WvYNisLpDXIe+4EgIkJgXCWW5DZAzJbGYZyRYKscpNyT71dzOI6PVKZhLG9JRFlSms8Csw0caKq2XO0VdJA1ylNsxBBAI1DBo24CqO0uJPlRIq1wmsjvKyFK6ex8upF9CbXGgOlxtFdbepnq7VNAfAlJd3S4cpOHMLxIVOlUTMnnURwlbzRHTxBoVuhRUoOk5lXSFg6krvFm/fFsXGWLJ+MpfO1eooaVQ/drrik8w2MiWywsgsKdJTdQOQWPUAbB1zqQ1hLlGqzRH5UWK1yvjKc0ewyOMrbBSVNkGxIUkpJSQLZtlbvm3e4SxRgOpYywvx2Mc4eyqSlpoKanQlKHmk3bdBOcO3AQRcHUna1ilhgGauh1Hcs2PyJ/D2mK9jLC9FqmMsQyuaQ0wlaJUfhKzNqWqy3m7trulasrhAOXxJuFgsDAvtBNUvnqZPxOxUaDUHfeNLkR1lqfSZC7OOsnKSUoK1aJzLQpFigkAhPn1iaTvGpdZqUqvPSquwhppdbjoaDDqmiU9eXKEhdxmBAJDl9VZiSd/Fpc+J7rqHOwlxWnY/FshMyO9mIUrX4ayNAoAAFN7aknkR05jeo0+4eE2hXPaMwRP5v7OVF+VN6l50+Bx0Xu2QPAq4OgBJAv2tc/wAJ4yaxvRm6pg2twn5vKolIgOu5FvIUPlvayrggAjWxAuRbbzyrk+VhyqOO0aoPrRW0JTUoTWRb6VaZJTfyqWhKfUKIKrKFgdnDu3qcrd9PwnVMeROPSJSnWk1FbDkdioQlruo5SMwWh1CSUjqTmUpINzcu7cIp9FXj95sjdjiDCWMsOVL7R4hpy2GH1ofiutZEw1nxtr6iCknqS4LWzEKCTa6H327nMR0Gsz6M0zNcwvO+PAkcuuRFVnH6Jw2OU3sEqBBJy9wb7Eu7uh4SoOI61Xtxm+hiVXqvnffwviVaWlTEkqSptEi6W31AoUkKKSs5QSsA3LRhVDeDK48Cl1akUv4WSfQaulbTSlG4UAopUGz5EJBTcpN1AhWyzWbHCY9/PxKDNJ8BMl4Md+y7UejNRGH0IzIQ6i6FdIF0qy+EgGxSQLggEWN9h+qbwncOV5+VAqz9O4+fixVKGXMDe6TbwEEWJub9xodtmO4jpbTUtrGWDm6jNpDSV80mKFvpQekjOgfFTa4HmLXKdSCuZvs7bqseVR+vRXaowiapLrSEcWGhtXmhTJslJ089DfQJBCRR6ha0Xdgx5mWsZb1OK027za36i/mdQpSBl0WNSLajq1Hbq9CdrzBjsqjYcqWKJXx2JSehiLnUjv2sTcWJFgRdOotrYube77OG7TC9LYn83NpD77qGGnZTCX47j/k2pRsppar5QSoBVwL3KQVLMitO0uA1Al8rToTqY6ltdSG8uiW3LeFNgmyrgACxAtbYy6QJ6jFdaMMLCrATbrrUR33dwEPtJW6wpeZpN9Ccvht6gag6EehrFplGwvzdZgRESuAviraQrOnKRYnUi1h66kC1zYHYZw+ijV6lz4Hx8mTLCfS6cmYC5QRa6beYAuL2F7a/tIg1SBAbd4S860f7XPm7WWCNFJv+y4B26yjiUsr2cxS7xqjvUwvjKf8AZdmFKpFRQifRFNLKX2VDMTGVmslRCrqbUCFAZRc63M+JjJrCVWxH7vmzZUKGirValv8A3prIUJQ+VJSAtAKRYKA4d73UL5SyKPTaW6621VIjCESuhHFQ2pDa/UX1Qq/a1ux0INwVUiU1Rq83/SMpiroYW1FlJsleQ3FswulSrWBBBBsMwJOzlbpt2mHS9Nu0wQ3f75msEYXcoNZaRSF1hXHpfFdKWnlFJGRDxTluLahVlEjQEEEVOHN8rVUlT4HFqLFRiuqdaVIYKUOJCupsK1Rq2LjUkAgG+lvir4XiyqpwveMKqReKp/3clCI6kqFyQgG6E6km1tNdDsMpwfFpeKJcr7T1SlsLQhbVNmMIyqTnynOU9XUDYEHS5IDgvtFjoqcStlFLVnEZ2IfaKoOA8OS6zKp82bk6MnFyLSojVIPrfsb2N7XvpsiscVnEe+RpivYoeYpaFtZY6UOoUvKrQBchOlh03uCEk3KrXIGd5O6zeNWZ9SrNGem1TCHF4UpHwlO0tZKU2koukqbHk6AEixBDZRYm7e6Kl4IisYDxRx1xaopD8io0tfF5WO5mS24MwyONFQtoUZiVC4zXHV2q4xL6DSInmPcStKw7heqYybw5jyk1uFS0NfeJuqHYswKKVIeULmx8IUAfMnTU603R7zIsXdfiGjbucJxZUXdnybruR0PqZhvqdQkqRfilLXBcOYXOVV8vmDal7kcEfZxxqVLqNYqj7qIUqqU2KuHMbyjI24plxRyLDYspK8wXoUKvZJu8Beze1uXrNdxRS6siqU/FEBNGqS1MBrmopSU8J5KbZV6kh0EElRNwCUbMgIsPqbEX7zJO5/edVMeUaW7jKnxYrHMJaadaWVNOJPSVpJSDlzdNzcKAuCk3SZOLcRxcOOy4tLoedcV1Cl515kuJslSshuQq7aswsQbdxcEAgq9ai0HdfScLz881EJrlUcWPmfU0gaIT6gJ8Iub2tfTYLq2Ep8WA5PgS+iU0l1qO+rpSvQjr10BsOxAPpa+yF1oDcGYxsr38epKXhqqVnFECVijlajgqvNIS/CdaC1Kt1II8uI2QLgkEjW2ye3y7mqD/ADquSsJMykUiUhCeTi2U0p/Kg8dglQUhXdKkELSCFEBJsCwNzOJsb16l1LBGPIlUwpNw86l+luyGuiYwhd0lC9UqKCLEWNgbEkG4MsVKlT5TjrrMVh99aZC3Y/g4uWxcym5TcDNqCCbi97XcFvhG6tXtGFlNgejNReUo0p1HNMKS/KdXf4jVxex0IB0Cb9hcntsR7wcbT6o7Ei0aJx6dn+7yE9TSlJvcFXYDTQd9Ba4O33DcwbFd5+fTn35T+Rp1fiU55AEXAUANBfyv9Sfmp1fmnX6NS4kWKhaEqSlCQlfpdSDbX0Vr9CbHaEfMr31c8xQ4zokrEdLluu4slQsmZPLsWQrPa5aV39MwVfUi30M/A0JqjUth13+wayIWpX00+gv3OltfIbfmNGfdc9iLKeYW+/lU7IT4XLm9iPW9wLaWBAtrepxxiqjYIozcrm3/AHo//wBy8aHPTTUpv3KvMWH02LZqV0tZdovcyu/J4Es94FUw41A5XGVWp1epE3K6iHwgpSVJUFJzIN1pcbWAQQSNL63IIXT983vSqN0bBtEQhEXLnddv0o8hY2JvaxI1BIvYW2VFQ9843rP391+Ciou50LS1lS2knsNLZdbajUdiO+zFp26WqbuYESVAZRKXzCXXeopWq41NwAQSNBcECw0NiNsSvqFmqs3D1Ei5ubI9RmJxHQazAfdqnwH2FpaW0halJzqA+Ui41uLEehBPkkcQ1B2l16A7RpaJS2JiuYirYWviMEHMLfRN+5sTlBsLna8xAWnap70i86iqLRwMi1hSXGDYhHYZkX0ykEXuQQb3PcC+z7KdgP1nEctaJU1PQvLmW2k9rC/lpe519Ndmvq3c4USHATkQbruBd6GMqMx9g4kViF0qWt2V1JUdbEEHXy1tb8tiGmbn943uttrEcuDkW1ld+8FS21C3WldgTrqAbkduwA2Ot12BKpgNqXAn1DnWFqzIW74lai2na34i4PnbTY5mTosCLxapLYRxP0XFVlzK/fb/AC2Ozs/JgVMC04OqlUgRKXVMlRm05pOSRlb46kD5inTNfuSBa9yALna5g4dpc9r7OVnOxx0KTk1Rm+l/LuCD6/XakxJTqpiOK3Ko1c90VGLIStp9H6vYi9r6jT0BsdbW2p8Tb66Xg2K3Rna4ioVtbSurIPiJR30tluO/1FyAduJwvEOOZwgJd98v81T1oXFlKYQtTQTzDQzAlxPhCrWuAMpuSAL22+4bvK4jfi+6eRlMPo4TrTWVGXQpItoNTcHsL20tbaswNvFiympbWKIi5qH3VPpfj2RIirIyq4a+xSQdULuCR310sW3oEqe27QcQ+9EZuB5odbV+ottXUg/jcEagka7B1HTa+oV7LSfzwcSG/aPHB0HkKD96631urWtX4n9uyq37744uEovuGK7wH32uLIfX08NGo6TY3USRYaeZ8hdgVauu0HDjEVrrlcJP7/X/AIabICoYVqmI8btu151FRfzpU0h1AUjIT+qSerUD0+umxq9H2UFaehORJC3R4SarMBzFtUZ5qE+/zkVbqMy8pB7HW4I0Go+tyNjbHVVi1SBLpcWtxYVUXAdfpbTvhcdQCbE+XbvqPPsCQJ7wp9ZwbWYmCMGy+BClLXKdpeUfBsQV8Ek3SFX8JuMxuLakhtTx5Rp/N8rUOOvJkdXmOVlab9OVQujzSbA29D5D1Fy6RdvzGh/thbgHEFUxHhyB70iI48phKuFzAQ6l8XCkFK7BVrdwe57G19lrvTqnK1TkHYk3ml5ciX75lLtZLiVX7p9e4IAta2w5Px5RsR8SjQJa1+5Fcfi6oUpNiLD6g6A97E2FtuOC6lFr2I25VZlr4DCeFFdkKKkp1BCtb6HuSPO35eM0vQqquonW1HGfY/cy1pwuBLag0R2A641K/rr+Xi9lZVd7fXub9vTYlhYpgYSiv/CR70WvhR8yxlzWFwb+E2NwQTfXTTYXxhvLoOHJ7nwVypS/Gn5c3nr++9/36bKmfJxHvGr3FgM58nSjsnKm3mSdT3t+OgvYbeuZlqGB7laNOc73hnUN6DWEpT8+jS0LqMped9XCypbWbaJI0BufK99QQdLKuqTqzXmpdU61uPrzyHcmVGYmwvYWTc2Avb6kbNVrBWHMG0F+qV5nnehK8y75m1eEtlBuLgjRQGvYjTWz3cYcgY8i1b3p/R1I6kcJrpXqkg5x87ZuElJ0AvYEdkNhts84yBzM9Q6HWcUNcKlxJtRyJSpbsJpS0pVYHUAApIuLpOvna2zAwj7PNexRAiSqXEYXzTqmMzruVKVBF9QNQNQL/n2tfTdZewHhyBRaNgik+63+SSt1qK10NujSxNrpOZJIUDqLDy2I9y9balYjiCfT/vsWro4rqUBPGUpNsyhexUdLkanUkk6lgUbTgeob+bEyHI3d1nBtZiUuvYeXS/vSI/Oq8Ddza+YKIuB1Ad+1hrbZwYOw/hJ2s1Kl4tqFR5Xi8KK6w6cqVZNLi5uCCAb6gg2vfZ+7wKbRv6WlSojD8JmovsLYWgKQpIUoAEeVrC3p+wbJLCGHOVo0R1p1CIr8p11pOcqUnXMlCtDopBsFeZuL37mrR1MtahWELO5N2s821u0elVeLS2Evv8wsqU2s3ulBPiumy8o1Gb66AyYcqA7wp7S0LYX1JWjKrNpofw22ngujxcB7quK1LQxKra/Hl6kur0AINiSAANT+fbbK2/me7gPEfIT8lRY4WZeR0Zk3PdKyPzykaXtfS+2nXZ/KYlbp9y5HuU/BdnxXOF42Mv8A1/jv+W1phLF1ewbK5qjVZ+E+vKjitO5VZfP6E+lxba1otDrMClt1T3TK5J+Oh3M60Up6h0eXT9CdD9e+w7UYDTXxeDkz9S/7v+mzeVWJlGWayTJa3l0aixYD0Vc2t8J2epCs2ZYNi4oHsoqFr9iU6DttCxNuwr2EsGuYcrNbRKf4qGsqLJUpCnFKbVbzSVCxtfLl1OyF3e7z4GDcWxItUefYYXHSlbrXUpOt0lSfMAjSxBGupBIOmpGMMW4yozFUwHQ0Vd9aMq3ZVsribdwexB17aWN7eW2S9YuJI9iO127htmfccbssUYXqkfDlLicd+qIS6h1pYUw4juFg6KSoKGUgi9z9bbEKty9ZxlRokDFtPRFqMVGRM9peZTiflKtdVADKpJA0ynuNetSxXvGgVRxqfgiVVJVIkKdaTS1Hi+SktlSbDQ9swToPO5uWU2rb5N4MpiV7jfpCGFpdqWVpC30tG1llJsV2GqstyT9e4K9JY77n9SXrPxOlIwn9jYECBVMYryQcy2kvu5U6gg2F/DbQgd7bVFUxe1AacqkDgvrzcLOjwqV5a/Tyv9di7fbuGiY9wuYDNR/7QxGOcpM+Or4NQaOim1JvlCvMK7ggWuCRtX4L3Y1l3AcCjYt+BKioTm7Zu9+//O302FqNFYzjtwDVOIHQMNtY3gPysb1aUtedSuFxcqW/397HuLA6eY2H6lui3fcVuLhzDy5spf8A3ha1qQnXW5On/Tts7qZu7oNL/Ss80v5FOr/02tnoXC/quRvbZo0iqg3+4A59GB2H/ZMwlS4DFegVtDFXQhK+hAyJVbtY+X7D57fuGd0PCqkvFGN6iwt9ClIaUpeZCUjRJI9D2OhtppqditwVRpr9LnR/d2pamzKxHAfozrq0cdGTOjxJV5H6/wDDZTWdHq1B7ijyHqHrdPRE6xsecWVysXlUZPhefkdDby0Pbsb669jxl9pqA267kW5+s0nbP+AMG4twbjJf28p7/K58rD+UrQ9ckAnLe19L6WHqO+z+qExpppvkInX/ALJPh2poa7Kkzf7hLNqcSC7XOQd4vyfqbD9Qr+KMWynKNQckX5eKu6kJ+pItp+/027by8IVqqUum1SjVZHNLy8djLk4ahqdbm48gT/n25QKw1u+wu5Xqy0vmkNKTIaQnOj63I1se+bS2mzGp1OxM+hAA+WJpnZP+0p8XA77X66cn7dnBsqd/cWLPw5yEp5COOhSUZv1tmKPvmkZj/dk/Ko1Ucaaezr/W8PY6EfUbEePoWMuVfn4ca682ZTWfKhXqQnsCT3AAGpP4qvClVqlL3tMYcn50I5jhKWnqU2m4yq/vJN7X9SBs6N/9SqmCKCxVGncmfKjOjw9XY/8APy2ydbQbFO3Gf3kEePEQdXpruI5TDsqJKpc1/rd5d0/DWPmRrYJPmntrtpGBjafVMBxHcUU7PNpzSWFyGrrS5YaZr37geffbJsjGVUr0piK69kWv9E610/hYj1vf6/XbU+4fDWLYEDmqzxH4UpCUradT1KTbxHyv5Ef5bYui0mrtJXIUfsIqw4gfUDXqz/SnuSooYY8Co/hSnt2uCb6d+1/LYfFYo0Xic1REL8WZaOjqPmR6+ug/020DvF3gUHd9Rn2oFO4762lZIqEZlKT2JA8wLi/432QkSuuz5T9U+Ahh9SnUtISMuvl/x+t9vL/xT0ldKyl7Sc+88gQWzdKF539I6018Px+H/XauqKeL+i8ex01WqDyrkWVSeB4vD+HkBYW+g2C5yYrvE5XwfKnxf9f89vnuo0nZOQcwFlez1B2Qn4u36zJd2+padoefhO7D2bhEra8iXjb7v9zaUhXF2p0SOLt3bkf2uyr1xLO2FNMDvFb4T2T9dWb+P+ezKp7O76jQPelU4EpfCyu8VAdVl006rDKfQ6D17DZNImu/x+za4hJpcpr7/wBbnyIX4dD5jS4PYgm1ttfo2tbSOUPo/maFFm5dsKqlBpeKHXJ9GiIQwvN8J22bL/duNNPU3+h77L9zCGI8LwKk7RqTTqpTprSWKjF4oTzjQJNnEFISpQ7g9wb2IvqQ1OVPaituwGX2YXFVzCGlhKkp9UjU5e9x29e99u79f3fQKD/SlWXnyZ0yEKK3XEeYUNB27g9/K2m3qtLbYXwhxmO12mr1Fa1ScLz4rkWBTl0io+DioupKVaeptl9SBf637CRwDiOl8Rrgo/S51utXVxE387gG3bXS3byBLqqWFa87S6bjfdU1CxRhqqO8J2fDWErgunRQfbJK21DUEWNibGw1NHjXDG8GVQW3aW8xFfWvl1rXfpWR3KyelP1sbHuLAkem0vT7x52HiPDWWN4sYKw47VZdbgOy0c1mQ0/HXbNmv0r/AAI9e3qe+x1jujRXaW3ArL3wOFnaQ7/ZrFwNfwNj52v57JrA2D8eYI3qxJWMmX0LhKzTGpHSl5geYJ+U5iQfp+WzK354so2KK9Aw5QeOth9ppLqWljMy1oTYn0Oo9e3122aqkorLPKmsZiZwRgN3FG8GJXqpSVzaXFdW1xUu5OGtRFnLGxKL3B7WNtDa22tsV7vMUUaBAr1GpK1sQsi3cnUtu1rKAFyoHtcdh67SvZ7wpS6XK5V3I4h9jx6ZVZiba+SikXI/HuL7O7dbVWpUqtYS5tEpFLdytIWrrbaUPAQdQAbgeQAsPTbQ6e41Fe//ABIsfccCA79antQKbXoHWheXw9Xfy/jz8tNjfd9j6BVHW2nXcnXkXn+VXbX0vtXYspEqjVRyl0t1iKiU0pTSFJ6Fa/lY+d/X8b7IuXjOs0bFDkCUzwJWf/dUkaCyux07Hv5EAi2z1moFR2wD2bDNsLw3AxHFcadaQvZLbxtxDVGacrMB1fw0qyodupH+EgfKdfwJ+uxPur3n/BYi1R7IvJ83T/10102YWPq3AlYXfdadz/CUrp/Dy2OLRasYCJakyBubi8rWZ8CVwGGEZuE1r5Xza9ioaXA8vI+TNr+IZ9GgOe63eGhCPEhebp+v+l9hiNi7BtZo0SBWeVpdR5jl+af+E0p0+YcAskk+SrD1NgbJbEuK8UUHG8+gys/ApyuE78VSlJSryI1Fra3Fxrpe42yL7DS20mAfNQxDM48r0WV7mpf3p99fwlaqXmNyRqdRrfXQflsVNV6stUvmsRxMkpCFZEIv1advzPlf8zslcHYspcXG7fv55aIuf4Uhpf6NXr3AsNbn662AJ2KMW7y+fxQxAn53Kd87rSelNiLKte30IGt+19QfK9T7l36asQIon5ltg3C9LxlKlz6y7KY+L08W6e2mt/pa3lYa2vsTVeFS6Dw6XxuJFXlW1IY6+CrUAKT3y9x2JBOl72F/I91z2o8BrIxx2krjymrKac9LEfTsfI+WwriOl0FqA3FqkvJUWOiLKadyLzHWxt5Gw/H8e+hptIlVPbX/APvLEYn5QXoEWqS6NVHeaQvKrlZHicaUNHWVDR1BOZNx1Ap7XSRtTVF73XPlwKDiF9uK/wD91fSFpTpcFJ7g6g6EjW/bYalvyp9Ul4SxlSZTDH6diewsJV1CwfYItmuUjME2BKeyVgDaYMOz+a4XG48pDXRkX0PemW9rXGoBA1JFgdNs+/Q9pu8h2sOfXuSDLCDTa9Fa98wGue5JeSUiPbNwjey7EgGx0Ke50Ivs0cCbwIrrTcWs07wJUlp1KDnTbUoUD1W9AQCPMeewVhaS7WXXOVZ4cpDS2n06oU5cEEa9JNtRcEXsDYkEQEN17muE7VkIlIzNJdz5FqSL2Njrf6HUdr6X2GnULkdbX4+M+p3GMw036O0bEeA3J+F4jEqt0hanYrSLJTIaVYONm2vlmHexH1sU3gXD7rsV92vUmdC46crsWVHRUYUhhXYFBssgDsAdOw9AeUOq4jpc9+BPqLDi0IU7mW0FK89bE6oOgUO4Pa2xHh7E9GqjTjX3VD6F5Vck7nYzXsTY9SLkXykaep29fRra9RgZlu5tlThjd27RuUlSmc8Vhjl4EpqUuQ0pjxJazL67JJISleqRmTewA2oKRgCBu53q/ajDlO93Qq8wuHPaaSVRXFKN1NONklFl9wCAL9rEDZ7YYdaa4kB1lD8KUtSlIWgZcx7n8D5/XX12rqzhCqUaqOSmskqkSkp+Evxsq8xfsba2Pp5Ei+2k+lRkzBGxlbIipRSKNRt5cCBS8iIvCVKVl6cqUr0/YTp5/Xy2pN9Xs3T8W48YxHxWJtLrcVL6HWEDK5lNisLzXvr1JABSdbi9gQs0h2fvGxI1hzjv8lA4XkpbebUAG3fvcaEi3mNhmmbwt42EqNUqFVKdztI4q5Ud2PnQ7DdGmZLJsttdulXDJCgT8O9iECdgMY02oIzmQE4I3l+zw1AxHu+wn9q6Jx0e96W06I7qrkpLic36RwJJCVAg3VlIIJIjVPe3jKBjdxrDlRqMWiP8CbFanxcsiCsk8SK+hQC0NK14bt1t57pzWtdmYaxdvGqkVt3gwsQ0WU0pD7E9C4c9lB0tnQnK6k62XlSbixQO+w7jKnO0aqN8hUX6vQUZUOwKzFzSKelarXS8LJWRYArBFxlzJBJUcs16xTwAR/zCrfvbDz+/nSoNGrPvnEdWYfi1RCUeMxX28trgqRbKtP6w0INjcG4J6xRqM7Afn0Zp9a6jld46ulStbpWVC4VYqOoJIJv2I2Q2+msYcwQ7AaxvQ4Up9hanYfLq6ZkdNrutqsOsJVYpUbkApKiQAXzgdnn8G0KqYNqyEUibFztIUkK4araIUE6aEZTYXsBoddjqL2+IHVHZyspcTsYowHFYditP1GFUY/FfaipPHby2KnG0J0WpPdQSBcA3SCb7Jasby+LXoHuGorfmv/Fiu8IpSpSukqse17lKgQkKsSLKBtq9uuRXXWGqoyxzUV1K87S8yW1/rg903/H6a32l1+iYXn8DmqTCzrXnad4QT19+4ta+hI7E+XrqJpt6+UFTqRX94zEfAwhvGwvKgbwXcj8KqNJWnkFFbUWVqVMuIsFIWU/TKoAkE3IF9ubwzu+3yVTG8rGWN5tLr1OQr3Ww1IKFR2ki7ksMmyZAz2bsb2CT2Kgdme5CaitNxXXlo+VCVIOXMkXsb+Yve35j12n4VouA6DK96Ytw9CqMKa07HjzeFx+DmOZwAC5suybkai1x57GFCoMR7R6lHc5H95maLu73qtYjwvPr1DWhiqNKW1KaRl5qKs9YsCQhwJ6ikm6SEjXU7aDxS/8AYPDjbTv3qUuOlrqUEOyGhksnOQQu2lswIANu23Wh1iVT+O7KdlMUtx9L8KHNfC0x3yMqevtqkhNza5IJFySVVvAG8beDhefRvdPEq9Inpq1Gju9DsiGF/HjC5GY91BIN9SB3NqP4CHuu3+pyouLotUw5Po0Xjws68jTshC0oS+dUg9RKbKBSfEn0OWwB5u8wVFgRfekqkxV1RCVO8dKMrrenUgqHiRfTXt38rbJNvCU+lz6s01Q6jF96K5iLS5iV5M6hZbcd8kXAy6tuWcSVKPULK2J6Rva300GfEao2CH6dysfhOvynW1tPJuCWl9RBQsCxvlINiCDYbKFznmLajyA/eE0LG9B3yRcS7tJUuLSKvRKk1FkL45aVHSopLc5hSreAK6kgi1ibgG+1Fjd3FGEpdSwTvBMVGL8NR0v4cxzRkIalSGCjoZnR7ZZLSrHMkkkDUXICyp5u9zDjtZq1Gn0+VCflZuYUtrhOwXbrNlfrZbFST3ykgjzJDEo+I940BvkM82dNgKjusNOhSs7CMhDNz1IIT0AG5Fha+0uPGEu0vbpyIR4Yx7g3fJS3ML7wacxCrHVkWlbiGnnR3cYUrw3sLtG4OmVVxlBBhrBeDYDTjVUq1RhIztZ+Eso6TZJKu6SCrLdJFtRp22QEmn43pbUCLynvel051KJjrTRan0vUJBkMLQHUoIGXi2Wkg2JuAFGs+q4ow5AclRfeMqKhbSUusNBeVpeqVFCroKCbIUggC9yko0TtisLtO/HIz6mZZWUE1S3hyqRcOcLd89S6jFfaWjl5SS1lVbpWhQuDdV8wUB63BFtgGtRKDVIsD7ZRJWHqjFyoantPla4LqlnjMPovlcQPElxFgU3JANyem5bHspqlvwJ9Jfpz81PHir4SktSLABQAN7LGhUk2JGoBAJ2rsaM4jxQ03KgUOVx31KafjoT4dbXQo9J6flPlfSw203o7yZHBlaLCjyJvFfxHu5wk5A3q1yFW8ASp7TEyVCvDmU9pbqBGkpKiUvAOZUnVK09JIKSCM4Y/g1nBGMmKMKtS3ELlI93VTMPd1YacuWypC9GXSroUyToq+QgFNtIYnruPJWDfsvVN28qbFYj8JcV2BzEeY0Cbt5e7Z7EgggkXAFyNkFBYxRyGKK9RsEMMUuiQkc1hestOJ5yLZSpCWW3EBGRtAuACCTmIBsRtkjpxtUJqAGb5OMTWY16nAAh0rCmEt427T+i4j9IrdBdT75ocqQtUdxpR0mR3L5miLZSUkJKTchVtfjdNT69u5pcug0vE/HpzEhSl0urNI+G05qoMvpIQ4gklQsAb+hBGzh3FjdM7EpOLaKJWEXERVZFJbStNPWoAEOJIKTHOoUkEJUCDcWCgD7xsDO4t3jR6Nuql0inMLqnJ1xpp/wC7wUAq4klg/MwpKElCdVJUtLeoCbaWj07aT0ePx8QFum8cJCyFWqXKgc+1/YJWvP4lanqAUL3SexHY+f0TmIN4UqVihiqUaWt/lZSWJUdq/UwRdaLDW46VAEkg+djcMmfgLEe75p/d87LRNqPhadaV0vR1WWh2x6uxF0jVNidRqc0TotUwbiOrRay0uKtCVOur1VlyElWmh6bkgixAN/O+xOpatlCqn95mCtlOZqbBz0X385KrNRYRFmyOVQp3Ipp5ZylB1FgsjpF7XzWULG4F94NG5WsuVSjMoXFYd+KnOc8W9yLhWpb8SSn5bggAdpOAKdFxG041VKg/knIakIlMLSpEq3Ulyw6VEaXT56EZb2EzEaIDWPH2uKvgVSKmK6tP6JUhGc3JuVNuqQTooWIsAo9tlrNOms0+SJoitWpjSwnTsET8EMVSLhOnLW/F5d+KtpGRxSUJCkWIylJtpcEHQg67Zy3lUnBtelRKphekv0iExnizYrSlZHFK0DS0JPSoHqC7WSUjT0fm7alu0ulsUb+wR8X/ABJudB+Vhb8fpsup+G2pWI8Q0t3JyrE9b7vSEpUlSUqyA28z37aXAvs3qTaqVKv9/wDEnRHdeCYo2KLQd1W76tb6Z7rC6p0tR4C1ZVttBxLbCW8x6g4soCvO6gLgGwCMb4ei0bdfijeXhxpaH68hNSfYd/Sx3Xh8Zsm57LvlUNLK0267wJtU33by/s5ApLE3D1ElJjrfju+JfSSrKNFICekG9u50I1dy9zlUxG1EwlyjC8PSoDtLqK1O5eJHWjKbG1wtJIUkgEEAgkXBBtyp9019RaoODFj7PeP/AOi8H484XNSoUpVDxGhC8q3IDzSksvqSTdQC0x2ypNyF5SQAokOvfZuidr28/Am8uLUEU5dIpbsVTrTpYdedYcaWwVOp1bDalulOoN3CQQL7MzcXuC3fbtKDAo3umLUX4WZpEyUhGdxRtc37JUbA9Ntbeg2tt+26hqfS2K9RqithiLmzRZDuVpKfQqt2BsoKP1BIuNlerPqK9Iz6UZbHEQs1vwky5vqxp7Q+8HeNQqNS5cXDzC1cq1iOrPlqFFUhN0tgoSpLa3FDRa02KlXNtBttPAkqK1K4tLqz7/Ayx5seQtPNQZAFnGX8pylY7hY6VJKSCQQTlaIufyvIOusPsLaU0tLvhcSO6D5EW1F76aDS2wFhDEWLdyO9BzFGCKTCWxUWuTkQmnQ7FqEcLKy1mSMyVtkqUgkApJUMpSVA4H8O9ffXA16kYZfn8yg/6lMfM2LjjFFLpeLY8D4CGKi7knxVKCevRIktg3CXQO50ChYE2vZAb0plGwljdt2LSV54SVw6pS2nyhDzCxcuRjfM04UWWO4JJB7na6xzXftHKbr0pmUhh/LKTy6Ct9tBJN8g1VbzSkEkdgbW2zn7b7uLaXXsNYopctf9I0hLSZ8VZV1RylTazf142hI0CSCPIv8ATdc+r1NifAPEjp7vXdtlPj7GNBdlMY3wk8/NYp2akvxZjSVqbYJVo5a92lZyk37ZQLAgEDmKHMUV6Bg+Vu+pOeEw07AqUXI26mnrStC+GviGxSoErQpXkSb3JvVYX3mxfuErG+7KU2/wHWH6zSWnMsyOkXIKFoUh1aCCoC5IAsbgC47XEu17FrFB3c4hhSqdUUcVT9NQuKrICDZTIJSlZBI6CUm5IA1B3Afib3d3eMf+HKBQaXxMR1n3OwteZifF6krZXc9g6Cktm5UACUk3AtbRm1nHWHK9uWl7vq9kr2HoU1E+K6jpfp6r+DMg6AFR6r6hWU+u2aML13mqo3QXa3wKixI4DqJV1KkWF8yFm/RbMlSSDc6g2O1xhOFVMEYtrVZaafzsO8CfFWsrayKGUEo1JSbgFRuL97ggCp8YuULN4zUG6Hctu+xjg1vBrVQp9RhRZqp+HJj9uYpcp05nYq1W6or6+6TdIcsSApR2usNDBuHK9VsL4yoc1h9CVNOpadeS7HUyLqCACCACekpBugdiAbIDA287EdGxQ5AwlghCH6ilS2o8VORUrKAFIIFkEhNgFAC+lySbh1yN8WLazS2MWyvclX+BySs/RN6QbsPoWAtDyFdJBHUEBQzXI2ze5Y9hRlwPg/mD2t6aN5nC+76BhLkML1xEJdRfU6iU1KyPqWq5C0LNjcp0FiAUggEgbfM3B7Vei8q7jJ9ErhfCdzNoS5bQggWzdspIIsdDobbZzplWgO4Dcd99xfdD6lLiqS6FoSoE5milVyysW1QBY9wTptNwzMdixfv70qbFycVHUFpUgjQi1hceE3NyNDr3aTcp4i5qLNxGHvJp1Uo275/BuLZdRqNLXkTHlLS4l2OgWUlOa5LiBqUlKwoC4FwnTO0tDuI8WxHaXkXV6ihqHHkMXUxWEEi7b7adFOpskBwWVoTcEW2bcXHNepbr+F4uMlrp2VS4rSXc62VkBRbyKGZNr5gCCkg3FrAlXVfBFZxRQfelZqD9LYRKRKVVIFOVkbmIPS4oNH4efwqABJv4CbjbSTlOY3WvbHlPmTX2sG1ljBuHHlxX2VJVyXj4L9hdsZrLydrpJum9xpcg8wPiFqqNVKqO8qxyq+K7FQ6EOxVqOoWjMMoJuDmCRfxKAN9oe9nc99raNSd7UrkpVefYa49SYlcdhyQyAnVaSFfEaSCnNchbZBBKiNhiqYAxlWcJQMb0tqnIqk1C6auqQHVramIA4eR4CyuIEpCToLgJsVagUCK4yJNapaOIwnsdNVngT6NyvQ6hcjJ1JcQk6EjQpUACCRYi5B7bG0ysQMRwGGqCzTkPxZCX0OtdTrKRlJPRZRSQCk3BFgb2I0Ad2O7SgtYcprWMmvdGIYTuVp1aFKYlNK/VeTYAjS6TYpI7bOLCOCt32HMRsNYtxNCRzTWemyuKFZV3B0NwVixtbvqSDqBtauuWFSKciVFVwHKlO8Ws0SKha8r6X2rdSCL57oGVwdwVAZgPqNqqp7vZU+UxWWmUVFEFCktZHW19BF1N97K/aLnyudmvInYcgRXHXXn30MOqT91dzoVrfiNKA1BOp09bgEGwfiDFNBansVTC7MWLFlKVHqSXenNf5siSQo379tLm5tbYd4CDMFa4T2IvcFMUZ2VWnaDXJq6pBlKYmRXbpkMoW2NLkAlB7pV20IOoOzEwzgvC+Ep7lU941SnSuV6ELWFIcYNypPDylC0HN1IsU2voDqQqpYrwlhyst16ltc1NitcrIkRUl1LyCsLbCzqcwUpR6je1/W+wrijfBjfG7rECLSVsdaER3UJzKVmNr2SDcD1F7/W22NZ1HT6d/E5J+ID/AFCqn/8AE0PUN7NGo1Lb4VQ+Ow0lpC5GVXEQPRYF1AXAudRextbUdR7XOHKW7ys+k86wtGWVk8Ckeeh+mote347J2hbpMW16s8LEdcRF5V3i8u6g8JxItYpvZJHncjuLEXudirE/s5xZ/DdpeIYtOyK61ZApGuouAvTU2v3/ABOo59VrLl3Vrj+vuZmovfUPlRiMJG9CjYjlRK9Qc79IYWuOrmI5UqOo6HXQKSdbHuNe40Eunz5XvR+ViOo06o09afu6WOlLaVLsFKbVYi9wDYaH8tqTByaDhfdoxgjFsRDEph1X3+O0XY71ybm9syb6KUCe+oJtbYjj4IaqlLY5qXTprHVys1PUptPyhfzeQBBsk/jY7N6dC2O57lTXuX95xxHi3DmHKDLrNeloRFhIU6rP1cNoeInzyhPfyHmdhlnEDuI5XFw4y3kYa8bV1pU0rt5E5OxuBoR5W2nY3pOI3cOT6XVHqQwwhjMtTSMyXGhovLc6Kyi5BNiD3IuNqL2ecI4Dw5AcwlhKXKqNRw9FQ1H5xRSp5oA5Ww5bIFZQACND2JBvse1XJ98S9QKHmc59Tx5PdYixaSta4q1ZJWQZHLG+RV/r2IH1B7bWiYOKJ8pus1mIhE1hWZLqPlVoPyNrpNjYjuNjRzeC6663AgYZlNvvo6syR0/iQe+tvX6bUkrF8/hOOyqchDHVnU6rIttQ0IKT5+hGh1uBY7RVSEfduP8AT4kWAZyszdvzxZihrFESA0zwMiUyk5k5kuJuUgDyOoIIvpr9RtFpGCN6G8ae3WZ9JQj4qv611NZewsNVfXX6HWwGz3omF6NvLx4/KnsrWugtIUhPhT1979wQekjy7HXZvN0dqK03FaayIR8ifCnaLNC+sfNh8fgRG3d6ihwTuYi0aU3Wa9L5qUtpTS4+TI1lNjpr3BH1G1/j5ul4SwRPnymUIRFiryrz9KbC+n7B2732YyqdxfhbAG9uPQXaX7mxG1x4r/gQv9E8oW6D6K7EX0Pa4IsWW0iUV4QSiEr6ix9mzd3KxQ7/ADg4tzrz5VxWnUdKdP0hvYlRGmvYDTvbbTJ4UVr5M+ToRsH4BXFgYXiNNO5GGEZEp/0/j67EBlxWorlUnvZGUZsi1/S23UVCocS/LT5kNtNNOSpX/k/hsq8X1+je+YjtUzrW/IS01Fd8LiVHLpfS97/TTa1XvXgYodfgRf6qx1IUpOXqF9QTbQ+n59tQsKvWoGPJ8SjVmrP05il5+BNYyKU26VggK1vYlN76EeovfY7DaMxmumNdiq0ufKnwOUWiLTuiQpCD6XOg1IAuSRrbUbZ8x27u+xHiOXF+PKpbGXlZsVY52O+P0bqVK0dKLqHVYqChcrGhPKpj53DlBfagYhhSpspeR+U0oKXnICSvLpclIuANLqJsbbL8YJwu07yrWN0LX0eFoKzKJ/EDva3r6Dzx+p6mypB2cZJkWE1SuwziFqK1PoLrKH6pFXwmpUVOViUkjpdCFdTZPzNm+UggEixLo3Y4di0v+nsRuoQtCOK+67+qkX0/P89hPD+A+Vdcnu/ekMK6VoY+oym2o/E9ib2vsaPYddpdLcqmN6iwua+6pECE0vIlSBrlANsyykZiCO+gBAudDS2WNUGfg/MtVWX8mn3K3htVSVLdda6OOpDDqV5mlWOiQryXlIJQbE3ukq8qqj173NjxiqSnUMI+dTv6trj6DTz9Btyep0/FFGrU+e9k+FxWosJI8rBJ7EEj8New2zDiXe1XvdciLPiLffipa5d1K8yk5gCgd7lJ7FJN0gEX0sGW1BVYylQPqG+8Xed753q1LEfGQhcV1LUdGuXheo7drWvcEAA3NztEwpVosCvPyotRirYm51yo6mClEhN8xbX3So3OYK7gGwtcnZV0+oVSsym5TtP4z60p5phfUpSVeM/QXuQfL62tsZ1dqLg1pz3Wy+iVUVIa5V13NmUoWbt3KrZhY2uRYXG2Fba+psJHqCZ9rSrxI5hd3EfuGltLYhLWp11r+1yfqXtok9xfUA69yDUbxU1Rp1hqjUmVToXSuOtbWRUjUg5SnS5BvcfTS5OzjoG5ul4XpbeI8RurlVt9pTqI+ULzakgWvfKSTfzvr5i1fIagT3X6ziOuRW+SzKi03Xq0Gv8AitcC1idAADqTUUNGarq3+73FDWMFT6zhdzGTtcp0VC0pTHaddzLeseylZulZAzAEHQ6kG42hYBxU7QYr8Bqk81K4vwJWXLluB3I7gWJ/EkduxZi2gQK9VG5UWIuFCfaTnirdK0pWfFkubpSrQlN73vrawEhujxaW1wovAWj9b8v8/L89mV038zmVu1AXhJfUZdLn0ufXt4NOXySI+SLwrqYSq/cgXKSVHzCgDpcaHaw3bw/tlAqztBeYXFpfCdkKylDqVWKSU9lFPa4tp3I2EUSaXVHfddZZlcqiKrmOVfy9CtA4EnRWW17g+twdmn7PuHKXhLEbbUqWiVTuF42lBC3EqQRZYv1EHuASLEHQXsMVgtzGqFDKCYSYOxVFwbKlynYkKUwhKEuxZjQ4uU/qEg3sonpJN7+mm0zdrJaqmLa7ijDlO5WLKmsPw2E3ypUm2cD0F72AAH0AsNgfHVQaqlelwItOXFWt1TTUjwqS0CcmdJuFAixChY28yNiTdxRsR4ciuVlppjItKmJimrqaUoXyulN7oWL62OU97A32u7+YQTndVeMHe4+19jcQz3WeBKmylLy+FXFOY/5kfW9tuGEYsBqjUnDkCnLYfyJalLX05tM5toO5Nz30SnW99q/efMdqmHKTS3Wl56jWWpGZHVmSCVKA+gtr/wBNn7TI8B2gsNcohGRaMi8vVoLZwe+oFiPM67PVVluYV70MWe8vEU+fiOjYXi8HJRGkSF8VeTiK/HUXAAIvby+u2ed/0CqYorz8qBElPoQ0hOVCSrhqtdSNL+fmPXbWkrd7S6pVHKzVPjvrX4kdPT5DT0GgOxDBwxheB/3Rj/psdNOcxY6hF9St9nouz931JoOI+BKQiLycd11r9JDWAUtrvcHKu4+l/wA9lfvI3bxZUrmsG0N9DjLrseVF8SW1pWQqxJ7XFrXJOh7HbQ9OqlGgfCgMoR15uhHTm9fz89pFS5B3707Ts76+ta0eJX4+v57MCv8A3QNjrYJgfePuixlRp7GI/dL78LoaWtCM/DvfuBqPO1+5089tvbmavS6XgOmtUunrhZI6Vrad8We1yddde+uttvgV+ltcSK6yj/Arwq+h+vpsPYwrtZnxeQw5EQh9fwkLSjpSr628thJQKyTLVFBx8whrW8ije9H4tL5XnV9UjqGbMfM2/Dz77feH3aXAqjmI5+LOC++0lPCakdGUa2tcjv52BHrtnrDmGoE/Ac+qYjqz7GKH5i+FwvG2sX6D+sCBr2sPQ7Ci4GN2nW5TruSKheXO670qt52Pr/A2xtZ1WzS29sJkfmFtsNXxNhVneHgiB9/aeY+PmzuotlUq+v0vfaoRvCwRVPhNVbOv+51bZxViOA79waeRyq/0qEL+YC1/TTXUbLzGOLMR4XdbqjUSVFi9PCdW0UpUr8SO5Gtv+mydn8QMnkiEj8zPs1PzNkuYgwl/9sV7XsPDLVUitz4Dq1oX1pV/d288oftDY8d+6wKSiVn6s7rXV+76/Tbf/syYlr1e3fMfaOIyxKR1tcK2VSD+F+3p5bbHTuprrV3D3+IKuwO0nP4bnxdocjDnxW3fn2bLkVp39LtEk0yK7/ZbaweM9sQektte5m3XWevJ/wCa2HEI+L+m2vsRfC+4Nf4tqBxp1r4vB6Nl7MZlHnRzmmv0vg2Ecdx5Vei/ZeltffauhUVC1+BvMLZ1/wB0A6+vbz2IaziaBS2uVde+Ov5PF+e1FMr3vSK3yrqOPlU1xU9Ck+Xn+4/nshbYjeMkJxkzSOyp39K5agsSv1FjZrbLjfkxxsDy/g58ic2zunOLBNCz1MR71fc0DEdFr3C5VaHc7Uhi+ZKjooaHsRc5TcXFwNNjD2iJE/FG7mkxYDyFrm5EJXn6VXQbajUXI/L02X9YkNYjpbkDx8FeXq8Wn8HZ6YDwxAxRg2ktT8i/dy0rSlSf1e1r/TYbV7nIEgOFSAXs2biZ9GpfFxa0xKYX1oiyGgtLOt7pJF0n6i19m7j7edhzdpAbi/J4UpRbMpXoB5kW7fuO1ji/FlLwRhxx3jIRwGldGYeW2LN4GLKXvLqnP1moyvd3FUlpbDoSqOsf2gBTdt0eQNwRqDqRtNla0V+HuCrra4zRWJ0NbwcLt4jgPIfWx1oV4FpULi34i5tqLi+uttk5QINUrMpuK06jPxcvCQj1OoPra2mlx5bHe4ObS3aXLwH9rEVTiR8zXFsh9KQLdrC+mtrXHlp270vA9UwbiiXVGmVykRXc6+rpyG9iPP8A4d9vIdV0Wl1AL2g5ltgXgz63nUiLS8JRIEWIhE1HRFQ14s1hcJP4A2B0PYC52Q8eZWeQcqjrL6286kZOFly62sbDvfZ17xsbRazKY+CtDCMqMq/1/W//AAtsHYilVmjRXJ8+IhEKblWp1ScyFX7FR8jrbMdCe+u3ktT1GixW01NBbHGcQTuPxANmoc18J1nIv9Raf39/Pbq4z/4KNpLNSanuuNNM8daE+JHVlTr3t5fXt9dvuRF4W3ir6XqbzUj+szH4aV7Z4X/mUbSQ5tHdTt+xzsq4iN6c5EmA32n0+Xyrv/oG1ff/AGX/AJvbu2vi/wDuuwTB1ttaFDmMp/KuRejgL6XcnTmT+IHfvbS17bVcelYI5Vt2VT0SvhKR4PEk90m4uNPK+lzbvbblSnGmpTbrvWja7qLsWfFcdpdDQh9CM63WkZU5dO9hr5/Xb03Q9aN+LTz8TTqfd7hPu+mUGg0t+fgiW/Cz5kLaR0dSQLlQNs9tLg6W7Xvtc0nF+HMZOue+YiKdVP6vKlRU8WLI+qmzcWI8wbDuLWGykpEv3Xx/vbi+aXxeF86V+RQPxHoQfO9tLaXXWqNAfrMr7qtaVLyrX05Rrn8spPcjXXQE9tvpWk1j3KKxzHEQueJYb7XWqXFiUGBLYmrQlXKrX1KSi2jObVRAtcdyALWIAAz3g3B1Zi15yvVnofWta2pCL9KvNlY7cMjwrIBBABBBuCvCNexHWceN4j/7ry/3WLKazsSGjfuk2Cwba9lAWsQdmC/CoOKJTlUwa8unVFCk8xQ5Duf4ov8A1dw2KknyQsZgRYFWmx+rVu9Gyv3CWFl8RL7dpiWltSp8V13gZE/FadT4coJFrd79xax1uO4BMN2+JIuCN4zc+U7x6dXnUsc1olTKl6JurstJVYAnUEgG/fZUVGk8q05KgZ4q8uRacnUzlvdBI8gSe40v5aja3pmJPelB91z4iEVSnL4rDub9MnzA1te5uD2NhbUbC6PqOyoof2JAmnt6dOlVlqJ7reY5qK/kVn8SWFGyiP1rGxKSRpcg6W2zDvMwDVML4jf96PLRKzcVLTt8jif1wvum9tQQbWHe5O2rcEwefoMCqT5fNMSoaMrv6ybC1wdbjQG/mNlP7XVZlYcaw1iiLnfpbyl06etpIWuKu2dl3UXAuFJP4jS17ek1NO9d8Kaw48onMJ72HZ9ebpfF+9QkIRIad6lpSe2oICvoofhp2GlcM1WVWaNyrr2fxbZqwzTqXiOf75nxGItUQtWVbSciHkdgsAaEnubi99ba320du2h/o2v8O1dIspWm3gStxHu5ddoMtqKy2jP8VH91f101B89L31FjrtmCt4Xr1Un1afzfu6qRWsrvQVtSEJ6RnTcaFPSFJtYDtYAbelFMo0CfA4Tvzo2zZv8A92vuvm6pRmsi1oUheX9Wxvr6HsfIjv67Wv6elp3/ADIvrZRkTBy65KalchKiI615c7VlJSodj5n89beezkwY267S24GI+H0K+4VLRLsdfUAy8M3gPSEruLaAhINwvE4Cdn8/Kdd+PF60tZOl5IJzJB/W7WHnfTtsxsLbxMOfY3iz4mScwlLDsxpoqQpJFkhYA0UPDc2v538vJtQxuKP6iKvzgy+x3ExHgN2BPo0t9dOlNdcdHVyq+6k27lBHUDpbXW4BNbCxjFlff8ZNIqlLWj5FqS6yoDzIIBuR2PY3P1ANF380us4jc3fbxqc+/RFoUhipQ5RQ/DuLggpJSpB72IIBGoIJAsZG52fFdclUbGPvunP5si0IS0tSb6Zm7lOa3cgkX7WFtrpQyP8ApGWOPcYr+NsJY34cCgtPv8lmU6jrUptFrk97A2JuR2sCbg6lmBcUUuluuUuqUmVKixf0UpCOK/HSTc6d1J7HLfvqLkgFX4ew1WcGu8/AZ62FcWLN1S62ojrQTqFJvcZToB5akG/nY8nxYvNT6GwjxfFYu0hSSOyLHpUCM1jYWNr+QY7bb82GExuXMMatI5rFrbsDgcCV1NTIbuZD39+9h1eRBFwbAgHQQ8bRa9AaclT5bFURmVnzIyP5RY6qB1UNTewuLjQi5DsJVyBVKz75pdWRFm5l8xAldMOYrQpWspuWHSLdQISTqCbkbMLGFci1nC9SaaiPsSqc0h1edf3yKkGwJA0cbIuCoaFI0IIAFrdJXahQjiRs/EWuGaVQapKbxHS8ZTejPFXDlZFKir1u25ZIIvrlULpNhfLcbFO63A0CBi1zEcqovwpWbKtLtuA8i+ljYEKFyMqxY30JOgGYNCagOsYoi1ZGdasrqcgTmSQFWvfUpuLX7jsLjZ6rp8CVykDFrMVbFea4UKUpAS1KXkF0cRIGVfnY2J7gnW09PqSh9olyBiXsSmuxa840078B/qS0pfSlXnl8he9yO1/IE6myQ77rciu5OtHSr9VX8a/lsE0vA8BqK3AqjspeTMn7w6VLyk/Ksm576g/TZXb9HsR7uZ8CqYcxDKfhSkKTKp0p0p7f2rDliQoX1SSbaEDuNvRG8osCcLLfczL/AKZxnXvA/NqjrSFIX0qS2SBb8wSB9PxJs8UYIrOI3W6pRnoS0Z88hrLlUr101B07diDcEEG+y63Z1Cg1SgsRWnZUKr5Vc00708RRNy6lXmDfXUE+nns1aRSpUX+q1aawvPm/S9OY+l/9PrsrRmwwBEm0WC7yvuvg8BaEKRnydWv5elti1GHKXFo3CrzTErpUlfFRmzJItY37gfmbaeW0KLAr0CL705uFKydWSQnJm1v4gbA+hI2E8fYxxa1F96UuiIfQwrrjyHcqHEevETcg27GxHbTy20WZK15kqGin3sbqcL4oiuO/Y5iVT6WpcVcXMUqbQoBZLCkgqbsopN0m2pukjQmO4KPhejYSYwlS3VrRS0pRwn7cdtJQNV2JBJvqoaE3IAuQLjBe8HC7rsulz4j9OnLUma6xITmSpLgFloVey0gjISNQpJB7gmmxphCVFqn283cvfHWtXMMMIPSo6KugDwkkXSRcHUW0O3ltddqOnW/WVndX8j5H7iDs7g/JH4kDe3NrOCHWMR4NpyKjN4qY8iGvq5hpRA0SPPQ62Nz66ETIm8qg48oLcCB0VSUhbXJZsq2ZACrtKzWLZ6VFKiB4VDQpUBKo7mF8ZOxKzWc9OqjCkJdaW6tCospI6bBYyqbX5dxe2lyCSf3dhdqfLr0+JCXVELTx3WmkJdeUnUOEeErNgSRYE62BJO25p9dXqKhdWcgxtVTZzIOCqVi2s0Hld4PHqMX4XxeEGqpDyquHMzZKHrdwoG9tFggkBs4MmRsLz5dGcLFXpdRjofVIYQE5k2IS4E2AQo+FaCAARewuQQWo1+jRebnwK4iVFQlErl0+PhKunIpJ7LSoZsoJUCNCpK7HrgfE0qe65KapK5TDGfhSs3S4kWvYm6shPYHUAakix2sloJ4j9aLUoMrN+s2fgPBHvR2krRSJU1LC5sBpK1Q1E91o7CyQBlOihp5ggAo28X3o0xyGLMIYhYi5UZFurp1RjqFujIoKT9PIWIFzqdirGWNaNi2VVsJVSh1T3dUWmmpjUeQthTygc6FqbuEqII6VAkKsbEkaJ57cJgjEdec5/B2KKCj+wq0ORny+moUVouPQEdwRrfYN9m9sCK6mwMRtj2wZiN3FtUbpdepORh91UeQha0rWysaodSpNwoZh4gb/AF0ttR46otZgNVbi099HJZkcWOpa0qR2z6AGxSdb/n67UuHN2s/BEqPwsQ8dhjKpp1SCjmEp7G6bJS6OxTYAjsLaCw3iYo3q4SxH70w48it059pEjl3Wgp1tWgNvleaNrkApWk69WhFVAI5lE8hiZprNAaxG7LgNS6dzs3q4q3QhEhNxwnCoqu2tPTZWtiCDobhw7pt1dZixfc0CIinSkK5p9pEha1R1qUokxzmIMdxZKgQQWlhSdUlBC7xLvFwvXp/vSVhn3dNYmriyGo7RUpu9krcNxlABVlsQCUkHUgk2eGUNT5T9LqmIX6dKhJVyqos0x34qTYAtknQdroN0nLYpIG1idnuaOouZaws0Ih6VhLJF3l1BFXfRm5WqT6WGnU57jLzSOlQN8tnLE3sSQdODGPMBxXW2vdPAYldKHUtDhKv3sU6aa3T4gLkA+YXQcQY3wvA9zT8Q1HEPHStGaoqZyvIt2IT0ZrHUGwPYDyMSFSHZU+XAlOv0ul1FSWvhPhSW1WIyrbKTluAFJUCbWUCCCCUb9Uq+pkGzfGlQ95W7Slyvdc+WuFKfV8Jp1r4D1j0ltfgN/K50OhPYk+odQo2LYDlUwu6htCFqaUrJlyupNilaSNFD6fiCdspV/ctjegyn69u+3hMTULT94pc19t1hxV7heR26Lm5BF0kjKQoWsT7cfvggUHDjeI8b4ZXh5yqSOBUVxc6o7L6FhoLcbJPD16TlJSBqCQNnKLdwGYbtoU8I465iqjYXityq9VotOQtfCzSl5Ws/oV+EH0uQD+7ZMb497G7Se05Rp7tImrfiqaXIU1nTwl6EOKSkq4KjoVgEA2unQqB/vtoNLxbQX8OO8lUfeLWdNNXKQhcxGirxyohC1gAKCcwJsCL7Z83cbssOYXr3KwGZVEXS/j8J+OWl8JWhbIcBBCtbpUCCASQSARe2zbwJbT185zKiFMqmDaDTfdcvlX6dlaju8UOtOMKuptC12AWk+FKyBcaEg3OxTSK9g2fQWMeUGhxaRiuLKQirwIshxKHEnp4yGSoJQk31SnQdwbEgBu+vBH2jisO7ucQroL6HVpi8B3+jZTouVxgbKUyoqGYNkG5zFOcXADd39BxG1XmK9iPOtbGZCM6UIVnJSlSFFAsEk5laADS47m6osDNiaH3LGVvCxE1z7bvFfyLSl11fHVzUVZN0vhVtQDrcXAF7iwI2BqTMrOKN91FaxRLYqMWa+xDlOpshaVm7aHTZJSQQQASLmxSsGwua4p3ZysbymJVB49Qi5OKh2KoIWlpFi804NEhYSdBaywpJSTdVhSu4Edwa65K+9LchPolQKom3T8wbWQCQoKAGbwqATqFAbQ9e58tFGr7QyY/KTh53AdZn4Dn0NDDfTy/JZcisnUh2OjRTCwk3ygBAIKbAEKNTJpzUrHjbs96nIqLCkNKUheRM5rulzKU3Q4BrlJsDmCTYgEl3ky8L70MOYax5VKh7ucmxWs77UgsKblMLsuxBFjewKdNPMi20OpYbo0+LAnu1GLVJVO64sqUoKlNo78NMhFito3Kgh0LsokhQBI2YpXaf2kdwcxqQUxWnW2mmuvJ/5Xr/AM/P67BzWD6pWcW1aK1h5C23sqmnXbfeEkWU0QbZgQLAX7+euhDg+Q1zUSe69kYyKTlUjJlVraxuUq08rgg9gR2LVVhrn/k/xaJ7HZrVbHwFgEc1NuWIvDm4jAeA6zUqpQaS/SFvq4q4T6cyEqvfpUACRfUpNz53NgDMmVR2lz2HayzVKRTs/wDWIsfmmE97dgSm48ikgm1lEEhLI3pyv0brtQYivr6WEz+mPKVa5Sh/+zdHfhu3SoapIFyFGKrKqnEpc+JNok1acmZF1MJWo3Qoi1w0exBSUgG4ICdfI63XPp9aKbB4nGDDLYb25nKs70aXVK9ytG4Hu7ioddU0sKRx7jIsJJ6mzaxSCSkpIIB1DmxhVIGI93PFaqL6ETWkLakQn0JfZd0IU2orA4gOiQFi50BJNjgH2ooFUwH7tr1Llyl0ubP4T6mlrakMqW24VtqAIOYFAVmSb3QCNO2q/ZqxlVMeYDiUvEcthdRQ0iOuetooTMulRbdVlSEnPYAkJAF/CbHb09e8Lgwt9HaxiITAbmN2qpWcOYs5GqLp8pTsWrQmuAmcxoA6tvQIWFdC2whBbWlSSgCxJDibd/z89uvQJb7aH0I47qL5mVg3T1WsR5jNexASSQRY030b1N32EnpcrGW61DGK6W711SiSG2Oej2yqLyR0qVlSAFWJB1FgADZYKqEWfWcNV6luyl4UreaA7KUnM/DWtBWxxcpspJUMoWLgnsNTt5dukjSdQ+pT7W9j94Sv9Ftw+ZXPT+Vi8XjNvvsMI5jhNDwkWSSAO4IPYXsSTpchVe1hhfFGMqXgT7OcBHAddzTeKEsNqU2LXPiTmUMoIBB7Gw0LexDVqC1jytUGl1GEt+nR0pdW0sJSnNe+bshaTZQIIuFDMMtyDmTf5juqYjdfw5hLEKGFxWkqyodKeMgHqaKhfhrSkZ0kFINyCRodmdHR2bzs+eYXT1br9wlZgedjel15ugyqsiiSprvLykPtBVOkOoByrdbsQjuU8RuxPQbpABDgc9mivYcan71eNhCosL6nZULMlpKr5g1KDKiUqClAF2ySDYEC4CkluuwrvGdrNFi4jpK4UX/ushbByqfQtKmiVoulxBIyh1JK03GcghJ2ZGLd4dUwRWati2BE/wC0sVpMPENDWnhe8GHEIQt4pACZGZCesapWOsEEhe26a9vlNc1Ez9xXulwlFr1Fxu1Q36CuqNJTMTFd47TcgWJJSo5SDe6XUkEjQ6Xy2Tc/dfhKK3VPfdRm1RCeA6lDQdizoSyT0jKFtlJJCkruRcgegjYir/2j3fYM91xH6cxOh8060qUVpyaag3IURcXUDlVbXLqCNSsMuyoDlLgMom5FodRklZVuKKNL3toQAAoWF9CQRsuWO6FWn+aEVAl0t3ju4IqGSahS5EVfFHVlPmk5VZ0q6FpAFgQbEKvskcV4odrO8ae7Kdz1F+V1O5FZ47vDHEaWkAKKM41FibZSBoDtDxThWqUaqOQIGHqpx0Zs9OStTcptWoDrOUC9wbagXAIN7W2q92SuFi1brtDm1FfVm94x1pkM2uAviKHcC4NyrsQRcDYuQ0hq9/uM/c/OitYtY+0dbi06FNd4VRzKGXihF2nVptlXZXTmuSkkC9iCX9iX+gYvCgU6nPsLUprPDjlcV5CvCtPDscliM2UFbdybLAB2ztWd21LaxHP984hhIRVFpkRUZShh5DljkUo+EeLKoCwPckai79lSJiOl1Sfhys1avYahIlKadYqTRQ1KQo3Q4IzgshSVKCVutgBRKVFRsLlrXiL2AJHbQvZ2o29XFEDFvvabQZUVhpPKokBC5DqOpDiH8gW2q1uxIVcmxB1fqWpTtGfw41Q34K1/d1Ou8NXGV20KbhRJ7gi59BcEAVP3pUas4tfgNcBhFIQjPIzhLT2l1BNwEkDptqmwPYgECmxvvYa3guuUGjVH3dCYdSiRMycXMr8AQSk6nOk3B1GgIMGuxwRmYxqv1L4+IX4Hwo7gh193FFcivofSpD8Xlyph6wyqzApHl3BuR+IubujzsORaXLpdGpzFIYmqS6w1HSFMKfHa+W+RRHTfuTa97AhSVve1WYH9F1Sue96oiElqKppAffkcFNs7hsC8sJICiQhRATcEgXVcTeJXmnYlGlRKpSK2uQtTE1d0R+EorKXsirDIlwpbWkXASq4KTYbB+juXG1o1X0x6uUaa7rNCozUD39jKorYQx8VaUuhHV5n/ABD8/Qg6DZb1HEO77isOwM/311cdK6pFK+G+PD4QFJSD1G1xbUDLmImUODFxHheJWd+cSKiahaGpTUCUp1DyPCF9Ng4MpzAC5tocxAuMY0wI7FlMUHC9DXXsPNqQ7HlJ4jvBRdKg24GlBxtaALpWMtsyTlI2eR+0uH9w9YarmwyJirezKwvWfddLp1LqlIR+lTFkBK20rFwbixKwQLHIAQRrcG15huPRqzFbrzuTItrrz2yq7aKHgzDzINiQCDpYdl4W3N4yo3vR2nzaDjKidHNRXytMpKDfhvJUAVDXwkaHUEg22HcSy6pFpb7tBp3ja+E00jKly3Sqw7AX+vfvbbz3WOrisjTUDc5+Px/WK6jXI3ggyZ9VufS2pTkWlxGEZ1qzdlpy+Q87kd9bm4G07BM6K1VG6X9oachc3LwEIUGOJc6AqXYWNiAQcpNh3tdXbksRtY3dqTu8Fqr0TgyltR0x15lNqt4VjKc1xYgpuL6agC5dRty+A+K+61XELZQt19h1fiyKJUvpJs0FEZrDQqsQLWAR6d01aD39Qc2H/A/aIjTo33nmOVUSLAn++apEqkp+F1LaRFK+jwkKQq2bztYi5Hc6E2uJ6ZFadbaaxDCRTqi0l1jKtSc1vkcBALagoBJBBI9O9lbRd4s/AcWfhyK9UZUVcdSo8ia7x2nEKGhbWScySm1gMovewNtRTd5jyVvLx5Pdn06Uw/RMyc0hXS4hdk3T/dJuLgAdxrY33qbd/ErjYDCJmvxapjyJgiKytiLKWtpp1dupY7hQPkbqsSRr5CwB/K9jyVg2sy6NQYj8pfL/AAkteJLoFzZSdRfzB0tY62Oyzx9iprBGKIk9qJx5X9YQ606EqbSFA3N+6flKQCT5A22q8SYr9zchjKVEm1GFNdUxK5X+tRXyAtDiVJ7G1iCekjpKSDpzkpYo/MLpqizAn0Y4azvcxHS8L02fjKkrfRUVKitOw1hD+YkEeHM2ux1NwCBnIFgbTkfbeVWabWYuIUP0HOpMppULIuRFIuk+So7qDoodSVDUAjZd0KuUF2V7094rlSprSXUPyHSpCVAkgOA3DagTopYBvpcXGxThqg7wcZNOSveHAhRVqU1NUkNKcVZVmwblJANiVaHQjUG22hYm71HraF+JWY13w0vC8p/7EUmVNqK1/FdWta0Jd8icxv2sDY6egvsjsYY33l48nsQJVblQn5TqVIU06UcFJN/SxA0FjoSRe3cOGj1r7WwJbtUwauorYlLivvsNcKQpTZy5ukAkEAEXB01NtbCuKsM8Wf75w5LmzX/0SYqov3pnvcHJdKra9gCBYADQbJOWQ8zPsG2am3JVFp1qiz3Xkc1VKMmHIUhYyqlRFEq+mYoUVEDSw7aaNtSf/B2ynugwjiijUtuvVSXKpy4rqJ8VpboSrP8AMCkEkKy3B0BULg3Gm2kWcZUaVAbdi8d/Oj+yazZVeeul7H922ppbFNfMQs/MsVsSmor7sVpxeRPSlH62y3qG6fFu8HEcSqYjZXTqQwjOuLmClqWFGxBHYZe/mD5m19nVgWtUbEdL5qlvZ+ApTTqFoyrbWO4I/Agg6gg6bXU1bTTTjv6ic+w7bN3EKlY2xSYzjUHBtLiNeBDC08VaPFlH4X7eff8APZMVbHP85cr3NRqs5CisLVxWv/PpPcBJv/dPcajUXII2mb5ft5WcZOVmjMzZtI5dLTXJcNSkqKzmQtpdvO2ouCPSwJpsM7p8UVnh1Ss05inSv19WFqT5E8MkepNyddRqNgV5BnJX5QcxdiOBQWm8L0F6LFm1FrI0p26Uua+ZFzqbAk9+1zcjZOUun4trNUcw5wYqOS4q1SGH86VI8goixABKhcg9wDa2zx3l7nqW66iVijEKF1FC0raW0nKvLe/11HcmwBGpFzfb5fnwN31GcdaZp1Ri5VIkSFXUntrmtdSSTbqFxfXTa7Wbjj4hWu7XAgPhXdDiiVPb5plc2Ex8VS47qVJVfspKhckA6W1N0k7MZiHKwRKiNO0RiKwtX6V1oKU4jucqidT5kXuATa1xt+br8W4jwvAptBgYZlLpD6+K/UVNOZeFluleYCyidbEED11O11vo3iQJ+DZbv2eW/ChKSqLKWgpU3IFwClSb2ve31Bsbdjk6rQd5tyMQYBi2ofJkjAW81p2sy5Up1DCIvSqOm6UKR3FxrroL+QFwNddgDGWN8OY8xa41jerMLoLDq0x+E7wpENQ8EltaQDnBCvTv3tcbZfXvTxRPn8hAyMcdauaTkPUnMNcwtYgEpF/IjXTVwQd0e77GUCku16rSl1R9rItfNZWFIv8AMQbgg3uSbC9zcDTS1R7GnGf+JsWViumNPCu9HFG76luYcxvTlzaJNdU1S8SrioTzCshSEvZAA26QM2oCFGxQQTk2SmIqHRotegYoi9fvda1PtIayr6Tm0HbXsAQLE2Pc7OOp4fpeEsGy8G4ordXqLHgS07KK8qjYpCr3CrkJIUe47Ekiyfw7PlcKXVJ7P9ERVpaVzDWbh3WAlxJAKgoeSgR47G/krodT9RWdw9ftAaY7gZaYZ3c/0yifvBZfpEJ9DsiK7H+EtxBJWgkp0V03AsdCbG4tsKVudWapXn69AiLfpeHX2muYy5sqAcoURfXyuRcC6SdCLuWrV6g4joNNwQ7UfHmfptSadPCbSRq3mBOS5NwL2vcEAEDYB3e4FnwMG1qfKqL60e8lIWjP/YJJPbXuPEba3J+hI7pUhIHESc+flH7RKnhx2BAr0B5ibNWlPwnbK6SLFBHfTtfS3ew2T+/PDs+g/wDaOLSacwuou5OXQ0c+YnpUFjRQPY3sbWPlsV0ObS4tGfagPQnFoQnhR+OMuYk+EnyJ0INjc2791FvPxhPqmN+QaqK2Kdk4S0Oo6mVqTqdCB0gi1vW3fXaNLfZdzjiX01bM37S7ou7yvVSg+9JVRisPo+V10Zcp18Q8wDe+tx28thkwJ7s9yltcqt9h1TS+XdC0pVa/cfTUeoufI264fw5VN6FBxDQaNVuPiVcV9qAw1NEdLy0g5WwVKCTmsQm9uqwtqDsLYe3Yb6dxkWPVMW4TmwpVUVnj8VPFakIAupJcbUU6DvrdJuQAbHZp24jX0mTyY/qJgXBuI6WxAqjvXFdS1NQlZYlMoWNXEKABUg3ubGwKdToBsVYjibvt3zv2SqlEXKirjpU1UWHW+aZUk5U5r2zAWuCbkDsfIpqPjZ2LPYdrNRlLQ+1wk8XJxUoV2GdIGYA9iO4va1yNmFgHB7VUlOVTGT3O/C4WaQvOlxryvc+hsbi/bXz2S2OzcQ9pSpRFnivFUqqV7hYcp65TCOlh1asqnmr9tb6A5ra3sbEX1N3u/qGN4uI24EDmqcxUUZHVZ8yFajQpN03Gova9tAbE7W+8R3C+HKzEa3c8qvJ1Pw2muhtPZYTe6QLahNwbm49dmzu+pTs+A3Kn0ljPmSuPmR1J7eRv2/cdmdPpi75MWZ9vkYQ0fB7UrlJVZ634vW018qVeZt5a7MGOfhNtO7caZTnf8a1/wdr6Ph79G7Peyf3M+25WqoMRVna05ldHS7K+FA8fzoX/AMdpKaI7xeLKd/3fm2g4g3j4Nwk7wnaixx2M3SlYzaf66bI3EntTyqpWW8OYXpL/AMdC0JkeNf4hIBBsTqCe2uvbbnsCwiVGaGdqtGpbTjrryGEI/wBr/Gmwy/jX7W4crU/BtWRKfomVT7SVdSmCbFxGoCreYuO3fttn2dDr0ppus48xDKX1K+6pXlzJINxYD0t5WHrfakRjmqUaK3S8ORF06KhHCzptmUjz9bJNuxJJHf6eb6p/Eml6adth5/HzK2210e+Y7Gak1hyK5Pqlc53mldanUFP5BOY6j6G21th13eNFan4jw5SX6vCfzL5d2yF+XW3e1/qDofI+W2WahiWvSuG1PeWthC0r4X6343uT/n5bbr3RbysOY3w5EagPIYmxWktSoumZKgLZwPMH8NDptTpHX6eruVU4/wDcDptSr2TM+7as17FuI8WUt3Bs3nW5SnVKdaKFRc+qhlNjYnUaXJt6W2sZ+6je/jKfwpTPuunIWlKeLbwjzt5k+Z9T20ts9wzFo2/Pmvgf09S/F8ylsnz9bAjXzFh5bFmKa9FgfCdeQhtCMy17bt3Tq7h5zV1brasXWDdyODcGtNz5/wB9moT+ld6uoeYHYbJ72qd7mF4HKbuZVOYQzNVxVOrTmQ3lI7ZfO9rn8RY67Qd/ntSu0vj0HAbyFyupLsjxJb8tLWuf8j667Y4xZU8R4yn++cR1aVNldPW6r5fIfTv/ABfbB6jdoqazpxj8cTJe1PsEcVFrOEoFZiQGqsh999ScnKoCl6/iRrr2uPy219ugVWcJOxJ9GZq82ChfCqUd1joyEdLrZ0OgABTYkeRNwNvOHBtIddr0R1pla1oVnShN1dtew7/ltuTdrvPdxRFiYc94Tac/NaS0t/Xp7XAULZr2BsbEi/mBsr0Wmihi9YhdNUmNwm1Ic5qfFblNO50LQlaP8J2+3pDTTTjruwdhYO4coLcWs1BC+VzfHQvpcT3BH4+nfapxNvCgcquU09nR8uT5lbeu3rt3Q6z6q1Ta5pyVPloYR/eVtS1PGTUWjOVmBEXNpbasjr7ScyU/X6j69vrtljeDibFte3v02l4oqy0UGUnitQvAjKCdV21UAO49dLX120TFRQWoD9LpdQffXwEKQmP1NOJ9FD6d76gemm2TrNTtU7DK7Dmc4+LaDihr7hwH15ulSrdKfT9vltzqWGJ7vAnz3ckVCv8Au68qVJ+psLbAuKMHyqXKbrNLZycdeZTWuRz9nY/UfnfbpTN4tUagOUuf1sLzJXxU9Tdx+8fTbwL9R1It/SPzzmFBC/fNk06qxZzSCHkcT02pN4cT3hQH4w80K2z5hHfA67F4TTy31o8aULzf5E2/D8NjhG9OLVIvKynsmf8AX/W9D6betPXKVG4GFFwdZnuZu/5DFrjrWTlX83F+X8wP89r6m1yfgjjteNlhClo7+m3xjOuOu1T7h1oQrxfIlVx4bWvcd9f+G1jX8W4DlYcb591CJWTItf634aft9PMeWwtF/EtDswc4x+fmKPZu4mc98m9N3HjsuLAqK+VhZuaSm3w1g9j59tfT8u6mw5U8Lyor8V2Wtc1C1La7JVoD3tbMBc2vr+PkeYraiu1n+homda1qRxUIypyEnvcfXz2qKFurgQJTkqe0wvjq+EpDpQpP1BI/KxsDc69ruf6ol/OZo6N9sh7pqtWaDjym1R2WhbEFSeFIyFK+/UD6pI/LTz0I3bjCqNT8Gv1SLE48pEdSk8LxOJINx9fUdyNs24eoFLlOt0t2Jn4C05Fq8Su5NiLC/fyH5X20NhtNL9zN0tp3OhCMvCd+VNrW/wCGzSurLL6kgHIma8NYbxbWZ7jUqW/KirdzLRNunh5iTYX1A17AEfT10hB3cYclUthqs1HOhCPitacJSCLFCgoEEEXFjcEfUaLmswXaXXuFAl8rKY/RLWnqUn6Ei3p63+u1Xjap4oiwG3apLWthhSutHSnX1CbA2PcWt5jUWHj+odTTp7s9dJJ/OOD/AMTNutYniMio0Lc3heLyEBmExnX8LhKHwV/3SNU/UdiNkti4QJUpzkGujP0f3vr+f+uw6/UazVIDk+BE5qKx1OusXWlv1KgkE2110vb6bd5bU+BFbdlZFofRnQtCulSfUHz/AMx6d9vE9V1eo6iN5TAiTEnlpWPtbRW3Wv4/j/ptITUYsp3hf+Y/W8vz7nb4fY284UZeDBNPtp9p3bs27tXN/C/ubdWnv7L+P37CKRB/Ay7hn4v8fx57Xz1adpcD7gznX/Gv5bVVDY4rvxdrac201sKi406gETS01ZcboJ0+Y7FnuV6ssryePoslSlXt062Tb0Onlp32A94OL5+8HiQIvHRSM3CdmNI+E4tJ7E/KexINvx7jafvblYolReQo0R/lV9Dq2ulWunf99/p+O1LgeFPoMCXFa/QP5Uys6B4vLQ9vQj1At9fs/TLqU0u+g5J9zXrGyvIllhGr8rFYgRXf6k6ritKQVJzAd7aFBPnYgHvrYna/w3WfemI+LweBK4qPirQepI1s4PmT5BQBP420h4QVFi1RivQGmMj6FNO57KQpPaxv9Rax0t+OrIwXTqW1KqUpqkoRx3VLaTnKst/K/fQk2N7EaG+m21Qh1FYJgkcM3nLatPSuVb5/58uR1PUrXum/zi2gB8gbEdtg+cp2luodis5+AvNwl+FSb6o9Qk/tGxE2h3n5bTrq+A+jrYdUem2trEWI9Fdx2t5kclTGmpXISmVoWtKlNZ+nt37+nqdLft2w9dpbNHb3q+R+JDAI2QZrncdiSBVN3zdLdeyP07Nlz/M0pZKbetr5fy2Fd7dKgV6jVLC9Z4C2EKS6hUjwcI2Um6hqnUWB8vr2KpwFjOVQYr8VrwIaUtHVlV2v59wfO3bv2Gx83XXa9QWJ89njsTWHYsjJ4syb2FjpcgaAnuRYnz9Todcmt02R7xzDo26LPCVBn0GfLozvgi9UdeYKSlOhyG2moIsRpceV7bOLD2MosCUw1xUZ/wBVfi/AeuyswIzxZ78VqWioxX0KU0tXSpSQbedlJUOyknS4P025uh1rFHCal5MnFaadd8OXuAoeRt2NtqaZyjQRO2bTwTiFqfFbd2FN+Ufi0Zx39J0K/wAthHAGM/6BiSvA+xmakZP1kkgGw7XT1Ad/psXYqqDWI8OONfro6P2bbSWBowcOkxtWKD75gS+FL4CP1UI6kq9T+HmL2N+3nsjnq+7gNqrNNPZ0SkqSjoGXLqdEm6dQR3vr+GzexVPdoNeciyuOtjP8Xl3QlSbEWt21t2BHceXfbPO8uTz9U5Vp5EpC+vOlooVlPktJPS4DofI99Lg7eY6qm2wusxrPuxLjcvu4dxRKcqkrIvqzZMo6k+gvbtcfl67P6DLdwlwIs9lHAXm4Tvi6+5Qe1lW1HcEX18tlRhXGNGwbQW2orrnOsIy5UWz5tTYX1I08xpfX62CMaNYolMe9HlsLypda4t05lA+va400BGnkNdlOnOjD95RTH7DxFAxRA5WBTlxX1+B3TM2vWxKF6LQdUlPcXtbS5V2LaTWXXfddB4jE1C1c1SVIKsyRcngZupaDqoJuFpHhK06pGanvDrztZ5Wl87Tvu6eOhbRUl5dr+JJsNLWVcEn5vIjtM3xVSLVOVxRzUqCteTjrUESqW/3C2ydFI9UlQGmZJBBJLrfXjNLTVlv6Q/wtE5V1z73Ni+JPQ6VcFQ0sAo9h2sO3fUabXjmLIrtL5Vqo56jSFq5V1TWTKhRspoEgoyHtkVYHLawIvtf0wtYj47s9lhE7hcV1bV2uctazuU2GYCwUpOZB8yggZv7B1HlNT36g1TmFsIVwnVupCUpXcBTax4gRfUG1imx1uNoq1Bddkg5RoEza87WWojX3WnSoq0rlQs5QtLV7h5pCu7R1GUFQTcDsQdjGq4ogRaNEpdUq1RfpcrIt1prr4LuhDqNdEnuNbA3FzcWOcTbiYGKKWxVGqSww/TlL6GrZFMG1lt9NkONqHhAAKSbHQDYEpy2sB0tufKaRKfpbqYbrEhBT0LKiAQfEDYJBGl9L3Gy7U31WbviVfyEYkTeDKaoLcCVW/tLRFtKaamR+ifFUO4UDrnTopJJsQmxPYkI3yzp8rdA/WcWy882gz0Kiv5ciZzSj0mxFwSjRQsCk9x5nvAw+7i2qN17DmGfciJrSXX4qXShpzv8AESnTUag2IAuD5gmRiCuVmLAl4IxbSUVGiPsPpiuu2Q62pxJFgoXSq17BNrkFQBFgDsJbZt8xAlfiAEGtxapRsPY8o0vkpUr7q600nKlxdzZwWOhBFjbS1rg99tJ7tXZ7tG5/EfRwPH/e+o8tfTt+Gu2T/ZtocqvNS8JT5bHK0Geh1pLvSpPWCrq7KBsekjQm4PppXeRjSgwMJe4YEtGdxCWlpadCVNpsbrIPlbz7A2vodiVamnSodRY3H4lP/qstMZb1ML16A/AwliFhedp1ppaFj4chN+lSSR3y6eV9NSRsjcLVbeNz8Rqs1xDdIlT2ucaS7m4PV8Q5VaJBA8QJBBvYEaSMK7uq9KpbbsCkvsQsubmsuZTib6uAXvcgnU/iDYjaoZEWl4ycoNU+9fCTKiymlZkqT6LB01SdNSQrKRcXG3nr+p9R1z5pTCfvD1rt+6X8jFEBqKxKnvI96Qn1KYdyBOZF79VuygLJJB1Fu9gRMe3h1Ssutu0bxv8AXwEujOqyBok/Mmxy21IuARqL31Pgc/u+ciz6H77pyEZkZ05pUVKiCtGTRZBsTYHQ9QI7lW4tqWCMJUtifQasuVKWhTTEjijmGXUAWbfSAlKgNUiwSoHySbjYWq0dzp/1FnH4HqMNbXUMmWTO9VrmnItZaYlIQvhPsSmutv0zWGZJ/vA2IF/LZl79K1KwHgmjVSLhnOw+61yFZYaUtrhKWc0aYlAupWcpCFCxIUoC5uBneHTJW8t1+vOtNoq6E5psVF/vkdI1ebFgeKkW4iD3R8QHxga83SPz6zuR5B15aOSQuK06pIWlNjYJWFAgoPc5gQQe/ci38PoFdqCTg8j8QFVy3vgiLSqYswvPwlTfddOlU6a/kdXCkLS70OK1U24lRQ43YApWDfUE6320Pg2htUbC/CaZccQtrwIsleo1AuSL+lyRfz2SFObiz8eQIuLaGigrfyKU0u/JSl3BS62rPlbcPTcAkEqSq6sxBeG9mFXv5uZ/2Nz+8UMKShqP4lXsPD3N/p2NtvZ01JV6jjgMOIp4+7KqO8/70qHvSlrlLlRXeEWplPdUsqLZCiegg9TdykkBSQD3t4kaqVmvOYDaiP0vPFWqLV3eppTt0pQjMnpuom1lZb6AFJIumKZ7ReMqNRojU+iVF+a+hTTrs1ORbLqe6H0rUFXBvoBfSxINrt+h41peMsLsSqo8ig1tbWdbTS83XY6s62WDr8O5JAUm5sdgkrvme6Pu5glGwtvugNVLC9ZqzHOsOqVHVISX2M4J6PJYbUOxNiDY2GpLDk0512l0KfPe5Kooj8hKQ0r4T1xcZhrqAk2Ple3nbaPRa267AYn1SWibKYaTFkTWllaJCRohzN53AsLgFJCknUECLMxHWfenC+zyKpS309TTTvx0rTrmSRdJuDoP8iNSqiGUbJ9CDdewtF+1DHIRIPWlSXc6UIzIuLjtZSRYXBGgNwQbbKzeZucqlUx5RZ9LehRa9F+LS+dXlh1qOL8aEJQF25Cc12wskEJAsQCNm1PorWLZ7k/d9VkMTVpzLpFXU7F4i0AJU2DoW3RmFiO9rhVr2X9IrOPIuI59GxHSajSGMyY8iPUmi+hldzwXHQkqS4y4enitnTQmxB2Dc6p7EvvacK3hXeXFa4tGyTWIrSnXaXMSpiqMoFs6EoBKHyE/M2SCBfLrYA+NqbWfukXm5U2LVI6Ex1pfcS6l1KyQAq5IKFWym9/FbTXZ3Rd5TTsByBWcETeaiyOFKp0pQUlxQ05iDIJKVEdwklKyBdBOhILi5ysxcURIsCh1F+l8wialDqDnTcruAoJNyb3IBINrXNtcDqdPdZTXE7DzBRcjEcWl+4cUYZqi5SE/ClSmnEq8yQXkdDgubkEgnQjMb3KXN47u6rdfQuFhN+VFmvsc/DdXx1toXfiEZ75kBChdKgbWSbaWLExTX/emHOLFl5H2Gk5OaSjKq39koEefl6eV+21HjvBGA8WwIEDEeIUU7IwlSmkOhC47oAAcRrcWy+hSQbEEdtamsKmyN6ezmLbGcV3G8Cm4cwbiFeK8G5kz6HxWFc/ScxUORftcXQuyk2URYpIKQQAV7wN4WKNy26+k0F2nLxzwPu6kzeJIUlFxxDxLlxsDsixvfUEnuwt127bd9uWwlLxH7xzwVpU6p13p6dLqP4gDqudLa+Wy+nY+wHVKziX3DQ4UrELDSJUVMp0ffmEg3bbVYgagptooLte1wVMvUiplzHMLmLCLWsL4jo0T+icWYXivoS06tcVyqRXEeSFKSeIqxAUFLSVgC4UCAQzajRmqDhxj3piyl4voL6Eux6pFfcTKZaAtZ7IOI40L5S4AXEGxUlQBIAMZ4orPK/8AZynSuSyIlOx15ePD8yCoq6yD4XEgG2XTQ7CVbxBz/IxYFQW5KffYQhcfIniPlQTw1gkXKlHKogkkahJIA2ygm5/CErO5sCar3JYWgbvsB1astYhXKXiHM7DkVSU0pOX+xbEhsBBQVG2YgEgdRvclE4krGKKNS4EXG/Own36sunVmK7k4sWesqcSQSSktOi9tbHMlSSATYp3/AGJ4lGo2G8B0GoRfj5EKgPvFpExNlJS2labGPIJSpbbpSUqUnIbFRIEm+Q3q7tJ+HPvs6t05CGIspaSmpN8MgCLMZbvnISRkebzpKrKISSkk95ZcCNW1KVw0ssRwZ8/dK/7reffYizGFutKUtKEu/o7lOlwtvNm1B8NiFAWI91EBqVRvs5S6TNQuL1rakLKuGwrKerMcxIHhWAQrpIINwGRuL3RYjlYNfgbwXc7E2OuFNgOtJSvsUcRDwJztrbJIBB0KklKTrsyZu5KBhygt/YOovscNCvhSPjpSj0OQZwBrawIAPhtfYvlsyJlkp9sBG6/AoNLbo0p5fu6a6hhbqupLLqr2znTJf5ewUQRcGwJTRpUrhNu+8c6MmVbS7K6hYAjS+o/DQgEdrrGs4Qn0aLiFqU6tiKtpD65XF48eRmJsbgEXCxqSE5dAT2v8YLxe07XolGdeR/SjCuVytdLjqLfDzJ1UspvZJ1sk2JsdpqHy0l9P4RsbxZNUagchFiRZUKa1ldgTU8ViRa5Cch6kr8xYkjQpNiQFFDp7sppj40pjgNKWwnVS2UXuMiwAFgHsO4N7i97NfFzcWs4X4TrvQtrOlK+pSVjUFCh4VD6Ag2uRpm2U9Hq9UgUvitVGovsPupizOFdamXSsht05SRlNrBQIUCnKSNCfPdSr7nUK4PSf9zEq/aarG6qqUGm0behEqLkWbH4rvCaDT7KkJNpCTlUUqCrXWk6JKioEXG1n7KuAmqNRqlRsB4xi4hpC1pai8VoQ5tNmFsqQzLSklCuKQS2+3ZtSrpKUGwP97StBrzu5ahOuy/e9UolRzwnVsNolONKBCjYWSp0IVmIQLuAZgknMkqTc3jyVuvr1ar3uRDEL3XHRPdYWMzzAU6pGrajd1tfUm4SUEkJBvl29iE8cGeiagWrgym9rHCWLd6vu3GWF4kXO+hfOQuaLT6Z8VSmZbISem6VgKOUkBQWRorWnwBIx27u0/m++0KGXKQ/HlUl9hRRKepynk54r7TgASelXDW0VJJvYIVkOzWomLIuI4u9DC+I2YT/AqyMa4aqKOFy8yLIbbW+MqVZkqGZ0XKEg9u6SCop2EcGu1T7UNZIVLhJUuFKadWpjO6kqKQLm2Xq6SVAG1j5BS1Vc7GgCiL4wwrq8L0aLXYGHKtKfxDV1MOq5hOaQldw2tBCwCQ2jWx1IBub6FPx93srAdZ5WjU5iUt9rmkKkLzLjrSdCldioA6JykG4CRoBs68V7zqDQXcPVmLSfeL+JWEchKgLS6xISCUpOZRFiBZKwSCFDKQDpsLVbH9Lqkr+mac3S6ixkS1nQcqlk24WtilRNrE2BA0IIIE1adKvUdpRUEOty+LMUVTCTnvlqlv4QqM9LT9Ii2S/FdNwuVGzHIxITcrypKUuJJBSQDYW3hbvao7jx+LVGqo/Ngr5eLPkRyhSoZu6wkhQupqynLWJSHA4k2IISsoeHceY3rL+HN3L1UiypS1O8KBIyOvOtkKK20XClODQ5QCo5SADa+z+wjX8eUHBHK43x4itykLW67AqjQU64i54jaAEhxtTalIASkDKQL6EHazeoyNsEadhyVRnaLQazLb+z0KQ6trJ4G1qQAWlFJsjXQAkEkJvewG1ribA8+gu++cGvVHwKSpDCkOq7+aCLF0E+IAKOmcKOpaWDKPhxqjOVRp5idFm9LvFu6pLRvYnps4iytCUlSexIuCWdSMAUGBF96RYkXlUI5iPKgWWluw1WRa4sNCCm1jrpfYOzdLdxV9zOsPA1exvQabKx5yq6pF64qmvhLSps2GVQuNUAFSQSO+lhZNpizdw7Fd/7JNc1zrSZEiLNSOLnFswzJSo3tdQJChcHt5sP3HKrNZcgRZdL52dlVHgRVq4EhI0zttrupl0AjMBodexBJLUbqcZT6pHnu4ZhSkIYXCkRY9WMKfmT4XUq0Q4k2uEk3B1sNCGK6h7EkuszPBxlVJ7rjVZpLGIaJS2lU2VIdhodkJaWbJEjhpKVFKh0qslQsLG52FsaVbG8WqRGuNTqjSIqEOtRVJzocRcAKbJIcSQgEKsdClQUkADZmbwMI1OmYjl0Ki4NxJg7eEzmkQq81FU/DqkNSrqanNpNlpKgoFJCiClKm1BRCCHb5X9/ruCGGoG5enVfjwlrqK4ErM/T30JATKZBSFLQCo3UASLELDZIJYxxiKkLaZTVneZQWorkprDNRbqKMnP8vmUmVHcBAcJN1FvMQMwBAIsodlbF+6z2gaDRsJVLDmI6JS1sSkqiz4tRhIYSpXZt1ZRcNuFISQ4kBu+U2A12Ct1u5XEe9Ddy5vB9450UF1SpUNhC49XgouM7rIVo6kG4ca0DiRdJX4VMp6mUbAdLiT4rVIm/d+FMalNFCHGFefTYpspRB0KUqUTYgHasIEVRxK/cZVaNFxk5jfFEt/O/FSiltNO8VKVoCiAsZesrSQlKgSCEEEDQkhxbvuo2LZTeEq9Lp0JmbId5BbrSOPBlJBtY3yvNHW+UhQ7dykbK3HNDxHPagO0aX7rYXKTwo7UoIXFdKLgLNhlIvmSQrKu5AvcADe7/ANnyU67iivbwai+/K+PMgLYmr6VILirpyAJSpVwlSSM4INjY6RuMttjqxTEwvijd9yFGxDFp1aYW1IyyJBSlxaCD8FQOhCb2UixQbEgAglR4jxZvB3g4touI92mN6jCYfYRHfn06UFJTcK76ZXO6hYgWVqbnanptUozvAalYNRiWgrlKgSosqy1s9RBTw7ZgkXvp1AC56TmDiw7QqNuvw5PntNRYWfO+1ndSlGQdQLjmUAIACQVEdk3PY7ZXV9WdNT4DLHgD94hrXVU2/Jl9iPF9ZitUmjVmrIlV6a6mK1KlIQlTy0i/DU4lPV2Nr39LgWtRVLePvQwbVGIuF8EUTFGHqu0p19qblz0+Um4WlCrKNyDfKLAgG5BFiIYfxlzVefxHiOn80/CSr+i5SMqWVpvZ0HUJB6bOA2OVRAAIUq1rtR3jRZ7k+BhmkPwlp59anbokKQVq4jam06LcRqVFNxZQUAQVAIdI6R2M3X8ufZ/9RLT6EINz+4Z4e3jbuZTVSo1ZwzNwo/0uu8rZUVK9CCbWt1mxIByk3Nh2t6pC9/YIgRaNVkTcmWZTqvAlNc4lC76+aVpFwRcHzHkRstKPW8JYjqnKu4epdLffWpiR/wCe7yrAmzihlR03HUQCTYG+gL33aXg2stuxcPTZXKo+7pWtKkp8J6F3zWHSlWtjlSTqBs7ZRuc/EzdSrVv8j8Sqw/FntSmMB4oqC+VfkO8lITHyJZkK6i3YaJzmygm5SVE2NiSLvcTg/hYjq2LZ9WWhFOz07hIR8JyxIGa+txZKj3AKjbvfYUqGKYFZdn1R1mb8fNyfU0vhvo15dRQb5jc2UAbdJtoRsycNVeBAwbEpcp3gIq6l1GarKELzH4jiSSNCV8NNvO5tcXO19Ij1OQY5RW7IQ3zFH7XFDwvQcR0LeNFp3K1HKph9LUgoQ5lGi+H4b5CtJIGo0NjY7KzdfvJo1ZxvWsOVSJ/RdeYaaQlq6UJfZAKLEdWqiQFaEEAeepdvWoePN7+PJcqBh6VNomHlpWxHmtZWKhHcICyySQVEAKsQUEZOk3IJdns5ezFg1qsuV6qYeXyqEK4SlO58ubUG/dRA0JsCLjzF9nLaO7j8xsINPWAfcpNynsqOz8RuYjqlcq/uF/MtpEpY5hxJNy0tSQElAIsLJFwBcXBJ1VitGA6DhL3DP4EWlsZVqQjpVpY6efl/F9YtexA1gijOOtU99/lU/ommirKj8BrYDU6dgSTa5GZoW8KVvVxbPar1RXFhcJXKtJTn7ajiAeR0NtCB5juavqF05COeTFLdRtOGjJq2/LBDU/7OUGnIQ/UWlSGpD7WVqQnzsrQKVbW1zf6diH1fHU+L/UGmOjx5/wBU+Y0CRr5AaA9zsJYzq2F4uHOVqkta6jRHVP0vhNDKnIc2RQSSUtrF0qAINlaHsD3cxQ1jLDkTFFGp0GFTpUVHCaa6kqUBdQ/u2ObuL37312HqGVhmI2tv9SLOrmI6y7wmsQv5/Atp1WRpVzp5WBBvY27X0I0Dg3T48dpe7Sre+XovNU6QvIlqyVOaXKR2uSRcEAA3vYbI+QWp8BhrivxUdPNZvmsdSNOlRSMpsLWNwL3OxTRcG8WK5Kiy34tEzIf4Sr5VLTY6Dz1soW7gC99QZpcosF2ztwY1dxm9Vqlut4jdlr93VuQlqUmQjKptSl6HXtY6d+2hAOmzT9oLeRKwHhyI7S3UceatGRS7Zch1J+t0i30vfW1tss89Kr0VyjYIiIRChdbsh/wqX55baKtcKJGgJsCCNvzeNjifi3CVFwRXqsxV5VOdUiBKpq/vCkqaIDax1Bdibgi1rAa7FssIXcBCVUvj9o48B44o2LfhQKihb6EpW6wt0cVtWncaXGuhAI/PYjq8fFE9pyLS3UMZ8uR1d8qddQbd7jt9dCLajJmCt3W8HBspvEcXGUJD8pKUPxZTR+Cr5V2Sq/YlN0kE3HSb6uGJvJ3jUGlt152IxXqXzHKuv0uVx0trN+h9CwFt3toCb30BvYbIjqAc7B/xLCUuP4+KML1nkK9Sedz/ANXfQpWRxKh2zHsb2GW9+1r6bSMRVilu4Nbai4TRFfQnLKzLORL6T4VpIIBIv3APltVY132fbKK/hyqREMIzfCXIvFfyDy605FG9r6C4I1AOtFhfFlUlVRygz89X52PyrrrVkyFNAfDLiVKKlrAsAoFRIAFyACIsrsu/7bY/eW7e6OXCO/nBFBw5EoNeZi0FiKxnjritKVHUkAXSE90W8kgEE6A+eyqxNNxvvkiuOwGmMJ4XQpXS11KeV5X0NkjQ5BYnzI7ESxBucxvWaoxF5vJCWtfAkJQU8NQN7lKtUEAag2NzYEjUuKs4NrMrC8CjSqsxzvAQibKa6EvZRlDhSkWKynpJAsoAE3I1frD8LLV0hW3E4mQl4Ur2Enak1PaY+Otcdak9SHEC9l3te3mL2N9D6C8o2L5WEqW3RqXElVGUhClNJWgKUlJHZV9CBpproLHXbTlC3dQIsXhSmkTX3M2bioGRST30tY/mLjtsD4s3W0vAdU98xWV/evhLy/2N9ek2zWGtxe3mALnZi+ssvlDarUiwbFgTRJ9BxbhJyqV7EM1FUpaVMMUN27TsNNwpsJCrKLQUCALlIFwkAdr2DiGV7hw1ApdOivt8LLUUymsvGYIIyLA9LAjW+oN7gHaQilUaVw3ZURC5SFq4TuQZk37gG17HzTa2n4WKKHQYH6Xjdf8AfRl8z+P59v8AiGlePUTS1kmcsX4cn4NxG+7hKtyotLqOd9EDNm5Vd+to62Ug6kEAG19B2HzhvHdelf0NFqz6EMJ6058vivckaaE3BF7EC1tm5j7dhKi4jkT+UR8eOia1mkZVK1OYhJtm1Ava9u2lzsPwqJFiuuQJVOioYz9DrqDnbzWN0ka6+guL+VwLY3US7D8Yk2HeN3zKhU53hOOusoWhbWTJl8ST3AGlr+VrWsPTQm3zxcB0Fqkz2mZrHNRWJTsd2PlVlNgpaCdCnXuCfxFjtRYnpVUr0XhYSiRX3qdlQ6wpWRTiTp0KFgD2UL2Bt310Jfaiw207hfdy608hbCKM/Fd68vDWpbKSFa2Fld7kW79ti9KdFQpuBP4/ENpBx7iq3c1HBsqVLqkCucryXFkIlVK0dCUjqACrkAjS17X7DXuawcVO4ypcjlePW2KItMpaOadyx1qulDuQqCkE+HMRYXIvYkbLKoYVo2A8Lvz6pUFv52uVkMJstKlKta9iD6EKvobHzGwvhvGtGo0VufAiTadV2FKSxPhysq1INrtutm6XGyNCk9x2IsLOf6elr7yx/wAxh6s8gmNOHMxbz/8A7DEKLS2JCs6UNZupRtdSlEqB7agC48zs3N3tDxRvBnvz6zUOBS4rvCaRFXlRnAIIJNr/AIW0GgJ12U1P3gu48w45xWeSqPC4SH9EJcUCm9ydNTbXWxOo0zbE+6uiby6pVJeF6XLqNOpcpaZErmElLClgC/iBGbQ+G1wDroBtdcVWbR6grKWZJonDmG8EVSf7ro0RiVyv6VaUZk5vQn1Glz6EW2cUClQKW1zUp5DCEI8aunLbZQ/bHCW6Wje5qCyxNq6EIXKyWSrNlAJP5i+Ua/gNdqRzf5PqkV+LWaSjItCk9C8ycp8iD9PP9+2mltfxESGU4MbVY3wxaW1wsL07mviqYVKX4EqFx599R2tb67KDHeOsWuyqLPn4hlRealdDSboaSlKzqbDNb1AvcettRxjeXhyLQX6XzeR/i58yVZlJXp+8W7WBN/LuOmOcZwMb0ak0aAyxkpb6pUeUjpUpK27Fuw8ivq9BYDW9wM2lvUertrROfc+t9E+g4jnwKpQXWGKi+6n3pFycVKlJSBxW3BopCtPQ3vcDXb83d4cgUZqfjJ1nOthPQjxKzH0/dr5fjsv5cxqjNcWe8v8Awo2p6rvQxQ7S/cNGa5WFnSpa9c6la28yLa3+p2obcROzUl41VT4E+e5Pr1QR+vkUrL0+gF9OwsNqI1GgyneFAeY682RC1DN5f6fx32UTNAr1Zd4sp6U/nV15ncyv8/4H5DY1oWAJTTTbrvWhfXn1/D8/9dvJ9a/h4dYsFhOD64i7jfLidE+L+m+bJ/h260is1TC89uVS5b7C0daHWl9Xlr+Z/bsc4TwZwv0rK30Z/B+Wn+ff8dNiSZu/iz5TDrVDYYfR82XqUnyufp5fjtnaX+DNRo3FlNmMf2lV0/8AMJ8Ya3t1SvVmi1nEf6el52lupT1OIULagaXGlyO/mPPaH7Q2PsZSsG1KqUF3gRUISl2QnxpSogXTcaGx/i2xVGwRS6NF5qfkYQj/AHe3p22zVvz3n1Ssz5eEsOZ/d36J1CEZuNb/AIHz+p1tt7e2+zS6XY7ZOMZjp3MnMR0yvO/onf8AfyfN9TtG998X4X/mNv2Thmtf7Ff+/wD6f8duL2Eq9AdblSqc+hhak515Tk/b/pt476cXtub3FeyGPEf3ssboa9vfxbIi0aoMU73XH5rjuoOXPcZRcagn18rdtn3gahVTBuLXIuPIkV9ukSnUykx3eptQNifCLi91AHysNLC0n2aN08/CWA38ZYNxvS4tb5VaalTp/wAJpxB1BzpJUkeYVYgH1Gm0WJhTehvGpfFdob82Kh9XOzY6Sp2Us3KgFAjOk31I79tb6b+mpNFY2iaFabK8RhoxrKx5XuQivPooiFpQwn9ZWlz3Omo02Km5MDCVZl0Gs8rNW+xnj5PmaPZSAbEEHQ28xY+WwbBo1Z3c4cn4jxHSWISITSktNNLKnXkXsnKk2IJ06e4J1IttKwLUqpjfd9AxRjLD0KVkmOsMMIfPvKn3vlQrQaEC4AJHbQG+2sm61JNY/MUm9uTRnceYXqnXKhIU6hSE9K+1ygXHSRYE3HfTTvs5t2k2BXmmIsWIiDCY6IUpfwncnYIUBcCx7E207+uwVird3VIGI8J17FFO+5P1dMd3iry5kqSdFlJB1A73vcA+Wr0peFt3OA+PP94fAzqdQ06+FJbvrp27eROyY0hc4aFJRZPre7Jl2mIk0+W+hlaOlp1QWhSvXyIP/TZD4vww7Adcd4Px219Sf1k/8R5bG+P/AGs8B4cacgQJaJS2P1FDKn9/7tkthn2iYGPMRuQKo1wOaXljv/KlR0AV5WPa+mv7sTrXS6qUFtPB+RAWWq8XmBt5zVBgN+64kWbFyKRkW0FNJWBodRcEXspPp5aDYzgYy5p1yVP4GR//ALvpwkp72SonMPpr6DbPKKe7Rp78/DlQQjmv08ObfhPeYv5pUPJQubaEHaNFq9ZqjrjUp7gZPEwteZKddCPIg+Sh32+eMLFGUbI/f3Ft+0R7VjefFadXApfx0eH9ZOUjyP6wJ/aNfO9FBqPPuuO1mXn4/wDu+Vv2+vrsD0xmfP8A6rEWtfzr+VP5+Vh5+WxaMPuxWm5VUaQtGTOpr+5+v/eHkSNQe4HfZFg7vuEHncZ8R0QHXeK1nyZlNJVkOXMO4J9fptaS6a1xWOK6vO/0oR4sv4en5dvXaRMx+07QXKXFpPNIQhKeY8OVOpCrAEqI9B+220CFWHYEXn3ZaH0I68iPmT6pNrgjzSbHbUo116YGeIzXbth9u3n4SdqnIT2n2JrDSsq1dKHFegJ7kAeXrsw8NVXC7U9x2LUX/jrUnl3/AAtruB0K0OUnsk317Hy2DMIQJ+9p2JPlU/keSypantWStxI8iCLG173I002MMaYCwvhKjc07Vsj6FoWp3PlzWN72A7k+nf08tvovRdS71739Y9wg1G73B7fXUGmpVNntNZJSFpaXm6fqCDftYH0INvI7Db2K6XWYDlBqkTJKW0pC0K6UuJ01B8/LS1/TbpvfqUCvYXiVmK8vOwtKFu/KpI8/x0P8dlGxUqpPnsO8FfAYR0rX1JzaEdvS/wCF9mdbqKjUxPqWBV+Ze4Tj1ndpWX+VdXwH8uRaFnKlA7C3r9CSP232+qwZ+I+JKaiIRF4qvAkJQysn0T4ST38j+/b8otRar2I2KXxuPKzeFfzJ+nr3Gnl+exS3VYuHMUP0ae1kYfayrSr91x9D+Om3hNL0a/qDl7iVTPH9IsKmc8+oGIwd8Li8319P/lf8P37fCoTrX6X/AMtHh9P4+u19UBz7rjVLeydSkePNmSe2vb9+0qnYf+F96e/3fFl21usfwlp10vdoPIH59wVle0wOeY24Nq4XxdiCpROE641/H8fTatXD2+WOu1tsBbpu6MrO0GqOxf46tp8ustO/pfk2oX0/2u3B5Lv8fx/H57LmlGbdFq9TZR4z9qtRadd/Q/41/N+3v/17bdE0j7rxYr2fjJSj4qR0q7C9rXA9TrptAbg8Xa/Md12Bwv7nT+t9Pw/y29P0XqP0lgrY8HiPaXUux2mA8um1TDjT8V1rgP8AFz5U+FWua6SLgpN/IWsSCPRp7u6fKapbDUrPFlP5XXUZsqFKsO1zpbsLelvLYErlV4UWmypTzEpbC+Aha15XUquAcyQbE+eYCx7+WxFV69AqjVNgT5c2EiVlQ0+wjOtPkCU3GZPrYg2Fxe1tvqtVhrQFPUdPA5j5fplLn0HlZTKFvo8XZC/plJ1B1/jtst6lJr2A+HArNEi16grX8JbrWZ1m/kF+g80nW1yCQLbWeHN1/wBo8OcWViGU/kyr5iG+FqbUPC4ErtmSbAkaEG402r04D3jSp/K4N3m0iocDLnhTVfpk6XQQSSm+pFx387i+3agi1MtBlT7E4Yep0WfPbn0GXkRm6WPEpKLHNl/XFjax1A+hB2YVFU7hx2XhyVw1sZ+ciqT8zRIuRfRVibEEAjTW3ZUSmKphKqRMRz2YrCESkpmtMLKUxZFrlK0EApBuSFC4sQdQSQ4JEKBjelsV7C8tDFbpa8/Ku/8AeGlCxKD2VbsQPK4sdk+n7KmKpxGqm3CCWFKlRmsWz+ViLQ/FdzSmkXTmzalWU6C/mQSD5m4I2mYkqVB4r8rjIWjPkz/7NXofr6A+Wu3GPRJ/Py8UQGmFrYR98joul2Ok9ypB1CQfMXA7i19qOXAiyos9qqNZG32v0ucJSrTQi99dex0N7WII20yZ1svsI4klUue5KdeQuK+v4v8AeTpqe4uPy1vp32bFFrbXCca42dDnU0r5cu2XqFiOVRqo3AlffWEOq4Uhq6l5Qf0bzZ72FwVAk2sRszMIYriuz3KXAdXk6lsNLX05v9mPQ6aJ0vqAAbDY2mtK8Ey1bbVxA7f1RualPz2s/h6sv7z+fn+P4bZsl0pqVPclSs+dhfz+FP0+voR9dtU72HeK05xfnR1Zv4vf/XbMtaXysp/mv72VeQeLS3n+/wBPLW2y3VU3pxM3U/fxIPF981ltroz5Mq3cvU5b1sbG2oFtnanBdG91twJXQtCUrSpKc3ERaxGg1UCb6k3AtfTVUbs4rTtZclOsr+Bl6vlTe9zfy0NvXZuUKo/09wuN4EqRlydKkdNhcn9mhsfO22X0mja+4wCI05IwHVKW0+1RsWRci0K4TUxGeG552OmdlY8lC6e4Um2qQis4ZiyuI7VOA+jhLS6lpYQ+ytN7XBuFAKIIIJvrqNmxjPmoEpjlcj7EprxeFWmht28vPse1tlpi+JyrTDrWfjrdQ06j5VJUbAC9x3+n5nttoa6o58YzVbsaWGFm8RyqDEagVDmkQVdDqOnMjt4VdlAHKFApJBKSVaWZuB5eKGnZfP8AK1eEtCUZcpjyuEPClSze+W5ACrgdhlGmwojFeHMBxWGsUYOqNOYlJy+9IrRWjLoAtbaSCU2OpQT2/C7C3drpfxJVLqyKvTn0JdhSGnQ6pPb4ZUNDfNmSSAbaWB6QBNP9PyfmOk7zmMXdlJ+y9Untfax99ialPARNSEusrGoDiblKrXyhQtpcXOgCv3xUCfVK975oNOQhEpDUqVFR1NJWgnMts90jQkW1T2II02J5B4teflQGZVRcitdSWupebvYjyV5EW/Ha4njFGI6Ww7QcPLQ+jK60tfwltrA9Tf8AAgi3cG22kV318wNhkHEW8mBg2g0l2qUmUxnjpdf4Sc/DUEWzWF8wN75kk3BuLg6cYmK8L4yoLkWU9nRKQp3K+0UKcQoAaXA6gR2BBFgQdNlvVapA98txcW0mowkIUuLKgOrcSwy6q1yyT+jS4OpNukOZgQLkq/sD4alOuuYco1RffonNKdTxUBK8pXck6WT2AJToTrYX2Bdqwy9useXqUKJtzmAmHaZWaDvGrUXDkvOw/myyEdSchCgkqy3ynSxPYG5+u0fHkivYNd4tZiSkTpTvX/aoeSq/nfvbtrYW0I8m3jOn0bAeI4mKMJZOOhpTE1pKglKkjsAm/cgWIBBHSdQSdhjefNpe8agt1SBUW0fCSpEV1ofpbG7YVewJFrJNiDcaWIGd9B82cn/iE0CDvguOIKbnd+GKN3PHlQKguo0hC1e8aNIUMqWlHR9nuW1etrAquSLm+zsoGGYG8F37R+7kRUOK5qHUoqkSEqQuysj7fiaufmQVJJFykGx2wjiGsSqXK4sCWhfiy5FZUvII1RfzB8r3sfw2v8F1OvUuKxVKNiyt0F+nurfixeOpLDiHBZbSmwSPO9jodCBcXDdV3aXa82epU1qm9OJp/evVcR4DlMQKDXEc0tHCytLKkuIOpsRopGpIvYtq76EFQzgnctXsZSn8R15r46HeqG78LjJsDdKj2uDYKJsLakAkhet7wZVLqkDFsV5+qVTMvKnIteV0a5FJuSUkE2UCCNRcajZ90Pe3AxbS6ZPi4Zm0hirtKYmxUryci7oc6VXstB0IBtob3SRYoPS2rfL5x+J5o1Fjl5Fwnu7lSpT8Wly/dc2iSETYUh26VpUk6hSb5kHyzC5HYpINjprCNfo2A91+JazXqShiLmdflNQ0haErCEoJbSABkUbKFgACSCAQL50j7u8Wz/6eaxCvoyp5rMtD6UjS6gQUkgXGbS6dD2BB2wxWcESqbRpVQ52i15GSVHWriozjq4rZJuL5RcA5VJKh6AaOho+nxxCV2qjQs3XzoGMqpEr0V2LVKO/D4SOnO04hQ00OhFrp7AjMR57U2+vEVUo3N0bBEv4kVPMJgLdOdvUJSEFRFwSSBY3BtpsyN0uC6NQYs92jNcqxNlLfRFV/YuqJKwk6XSTrrYk6+eyk3k4pozVUnxapEYlTYSlNK6wpfCsfCo65T3ykWBv9dtjUeFO4e4y1uwZixwTvCi43ny8L75MBrfRxfhVRMXhSI9gQHG3kD4qQk30JWBm0WARt+76fZ13g0ag02vbtMbrlLpbvFQ00lHFlR1AWIN+GtVtVJIssdgLAbX8aiQKzw4sCuPwkVhhSY6lrGRSh2AWekOAk2VoTYi5BO0WixN42DWpeEq9jJ99CGlLgT0fCkRUrtZtxFylSQeoXASoWt67Zum1Hywgk1HORAZeKvf2HH+K1W6XV6W6pNU5NoplZLXX8NQAU4E9XCUCVJBA1AGzg3bV/dzAlQIuEqjVJs1xhLvC461x3FGxSoBZs2tWl1DKCe4NrgCwnjjG+KJT9G3tbuIX2hpzvCj1aAtLDVWj5yQU3USFAahJ89AEXNjLDWHqXheVIqlGz5FqUppMhORbajcpbN+lKiSQL2F9L3sTob+N0va4b1Jte3lcrXq7yuE1zn4UdT7tOdYLDryUFXEHYcN0WSUKN0K9bEHYKxZ7RkCltRKpKw9UX6c/H4rSXU5X2UG2YZgCFWOhAJ7Xtax2tas3iPFHMRebfpGIoXFXRqo7HMdabjpjOFSbfpLFJ1QoKUlSe4Kxw7Q8UY3iuO1miclVGHX0rYdaCMrqVlCkZdAcygSQBYjKQLWJVYm6caQ8ZUfeQ1iOlwK9QaSt+Etef5XensrpBIWB3UlJCkgZhcgjYpXQHcZff8L1z3W/F6EqUkOtKSdcqrWVa1lBWh0PYgpK8wT7M/IUZiqNYx9zsLVzXu7OFx0ugkixFwR3GgFrAi1hsW0qM1S5X3DFjDD/QhDsjp6wRYhwDvmBAKgQoAAglROygV9+CIg9flgRUTsEb1azjz3DiioohIQtOSRHvwpGoOUaixI7i40110JPEYbaxbjeJhyLwFoipa5rJ4cgNynMLhJOoAOhBV5jW/wAW1KfVJTFZdpMXOwhSX1wHwtGgNnADbQm90gkpzEmwJJJN1kZrC+Eq1iis0NfvGapS0Lasl3pBSEZCQNEjMLXJJIsSb7M6evzyY5p6/loufaY3mUalxWN3NLyLQwlK3c/hSnQgd9QFd0kgEA976Ljd3hyjOtfaOVLi9CkrRkdQrL6gosVN273uCLdjodmDXdzuHMWz6liP3s/W5uTn0QHfhLeTpZKVZQsWT0hJIIIsSNDsvZeE6pXmoFZwluWXCgzcrUxchbamEp1BzMqJczDsULykfiLm92kGoOWMdIrtTbnEa2JcM4c3gxYjtUqPJSlxckKqQ1dTiUkeNCuh5ANklN0qTdQCgbbLyP7JlLpeKMPYowRidErgVaHMn0aU6pPMNB1OZUdVtVJuVhBHV4bpACQ0adMoODWm8Lyt3COSRllNIWtSVR1qKx0qAvYpSLm5IJsfUjdT3h0uLWXKXFwdXoUXiodalNfH4K1FOVxGgUrKoDMEg3FzlBuTepFTwEXoFlVmEOYnvargfajeM/hfDlPfYxRg2RTloShWdEyLICChCk2JCg7cE6BJBJI0I07uk3MUHC9UYxlXoiGK3NS1ITIR0fFDYCm73upRAIUkkgjytfa/xZgnd9Wd6EDfS7yXHr2Go7SnUpCeaSCSClXZSrLSATqLWHfYAxlXd40qssVnDjPvTBS2s8iVS1okcnlXdThQhXECbBKSoJJSQq9gLgOudlXw+IfWM9pwkfNQxZ964TTqEMM+JpCgpOX/AI+tu+1zGxRQXaM21Xnn4sVa1Nc4m6VxVHQKufE3fQ9yNCRrcIWjYldaittOy2F5OpC/CpSCARbzJv1X0uTewN7neH8SuxYDkqVT1zYS3ck2LovMhQtnTfULPkCMquxINjsDRapdQMGYy7lfDT+r0WfgjEbjtee53C9RQpDspq0iKppXQviICcyU2IClDNlJuUga7ZqxFhWvUbFr+F4Fb4lObdX7jqSZQQ/DdR1sq4nZYtlSCQQSkkqOuzb3kVil0bBtSgYNqy6jTuYS6qLmcQ7DdPYPMnqaCgQkrF2yk30BI2Scipz8OOy2qpQ5TCER49SY523HZSOysw6HEoClArvqkEEkgjY9h7Lcjj8zfoGFBPqabmVP7Zbuff1LZ+9MZWKswlI+7yLaKy62SvxJBvY3A1FgqqHXZ+F8UUmfRqjwGF5o82K7ZcWY0fExIbVchCrXDrdnG15CQtN8tThTefXsOY3c/on+iJUdTD7qcyHciwlZbWjRLgCupKgALXykkkEqwrjeLAqjjTT1LfbqMVSXYs1pLrExq56ELQA4y40eogoWkpUTcAXAvpu9qFuHxJ+k/U3JD3ejR6XvG3fS6XQZeea86hUVD7pjux3yoKZuoaKAWCg9wdQQQUk533aJdixcUUHerTotLm06ByS5r6+KxKSW1E5lDW9tDlNwQek3BLEw9iLGVBxFIw5iilN+4ao0tVDrLVpECPISDmiy3kqJZbWnVLjgASsHrBICqziRft4xAiuohOV6OrhR5WTmMybFUY2IbcJF7JNwSbgi5vtTSqLrw8BsCYKw570psqfLf9yMOqaXyTrbq4aHElKw28LWbWCDlUnIoi5yEkmZvV3HwIuF6tgPC8SKxC6lcViLkhzEE5yeGqyWycwUog3BCiCbZje4vmYcw5K5Wl0P3dFhKXIyISEx0pGjiWDpksdC2bWOmW2oInmqXiOLTZTsurop1XRkakQnUKYSsKtxFpWczbicuYWOVQ+pIGe3NnEXKrZdEtu33aNVTBEvDkWhsMVuLHdlIjzYpUpUgAIcuw8mxTJQFBxsAgiykKVcKIju/wAPSpWKIlUny4q860rXAdU6mQ2oLuMiibqAuUgOZ7lNiPMan3dYTxk1VHIE/wB3P0GEhbVLdU6UvuKSMxaS4ohYBBCg24CQLAK0ugdx7Tqzhd2BiPDmDUYl48rLUYS2EpnttKOkpspsl9KVAhV7KItclSbE5M0PFFhLA3YUvFHxWqc+iUxllNOw2gl1vKRYi1yHBbRSTcHsdBanxfgqfjFz7N4sifaGtQVJdgVvqYnyEhBAalp8EhwIGXOUhxQQgqUdFAsw1iql0uBAqn9LxVoRmkLS1wpEdOtzkWAlxPcG1lFJsRfb7xpBxRiiqNuxa3CRS1oSmFVGGimRHWRcLJHUUZrgpBC09wFglAW7m4lB7EB3QfXuCOF8CYooPH8bCGFJUmOtBSpSSTci/l5EXBBJtYk7MU43d5XkGsJv52OtDsVOVSU2NikEdQHoCCbEWJG1PXZm8Gl7pW4E/EK6jitGZpqavItKV+YQsJBLRPUE6LFiAAbjYVxxvM3vNbuffNMewp9pKC+FvrfRwGKtHSqzzK1JORL6UgqSslu/SSlNiBdEKtyZTzf3JdRwk1WXW6zAiSuGwpLq1w861MqJOVwtWK0oJAspBsCkgEajZs0XHtUpbrbuI6HNq8LPyr8rO27yb6R8N5XUVoGoCwDdNyoC1wM9R61VMZVSW1Xmaphurv0tNXgNR38jU6P/AGnLPtnLxgciiEEEXQVJ6wTATiffdPrM+l0bENbhTX4vLpVMioW09pmSrNkOZB1SU2cUL3BA0BqrSvGJBNp4E1erfM7VKo3Ar27eo89S1pU/AkISqVyqrJMqIR1OoSogKCOoWsRqm9DLxnuc3g1l+BhLGK8NY1gurUmBV0lUd51KDdt5F82UpJJUytKiLEFQFtsnYD3O+0O1VIlexvUX5VOhKU7HXKlOPrjqUvu2WlDh5U5ukEJAIAIAtszKvuWaxlXmKpWcMMRcSsZZEOr8XLwZTY0bznKFpIOYXAVZa7EG92u4re5U2NVwR/iL5vd1vLlbxq79g3fsvzv3hMNM9qY1xzm5hnpSFrZJspCshUTnSUWAJam6zeJgjFGHMU4D300mkUSvUFC2lSH4DiWtUDI6l7RTJUTqkjKsAWJIKQAb293ePIrTmN3aGxSH0IS7Ka5hD7DchNtAQegEpuhaSMwVlUAQAY1G3gbxsb0GhYtpe5GqYk5KOlaqjh+e3zrKVaKbfjSVgraOikkLcQqx0bII2rvG/EY7u5YMYn3y7qt31ZortBxNTq3NpcxMflaa6VpSgKCXoz7CblTQSMzagLpWlNk2NlPFMWBiivRMUQN3sqFTqo0l1a4eRcd5CvEFISoBRWgpscpIFx5bZU3qeybvan43xDvB3X4Tm1Sl1RDU9qAvhoqLKgnKW0N3CszakggJsoBVrGxBbeDN8m+nC+DaLQa9hOathhSWHePDXHdj5XAhzNcCwFyQsXFyCTqL8+BDJnHMZWJMKbqosqBAwbREU7lc/MZ0hrK6m4uVHpURdQCibkKN7WACH3gY9xvFxG5Fo2JsNUtdLVnpyJkfMqRlCszCwCErbXqLlQIGoIJFjXeZvDwbFw5UqM0zKRiWnSkPx34qzIYkMKyZ0vNg6IIUpRIIIyGwIuCq6dh2LFgPz8eYYp1RpE1/mqbMjtFanGla5M6khAUkg5W3LEq0vYg7InSLbZ3X+PUU7Hdfe/8AaXdZ9oHBFBwb7mwHg1cKvPZlupajh2GyolYGQgFKkg5kpbscoTbKkabC1Gq+Ld6FLbwvKqMWLKfiyIXA460LbkJyllxCrlQSoZkFC8wIIAAsTtKlYIgUvEbkVrEMV/CFRSlan2mih+OlQVlug2U2rzKgCCbkG4OxpuywVgOfQa61AiMVf3d4Z+QK4yE5hnBACkqBtZWovdQBIts4kZxtlR7LGDqNhJqfRt77T77GJcsXhO3dXDfRpdk6HNnBuAQVBtVxc2MGsbmMUVSs/ZKqY8r3AwvMWxKlNO5uJHKgpl4LX0gJuApBBzNrSQBYpBpAwPPqmKKbiOqVaUxUcOurdixVvtqTMWlGQlaLXcUW+kKJSDfOUkkEku85G9X3pzVGof8A51ISeE7PSqK05awDKlHRVjcAeouDYDaTXmBNaOfISVQMIYNozVBpeHMMxYVRRK+LIfaXwKgpFiHBnKwl3KCb3KSLHp8rneliCLg33tjelswqjCi5OKxFstUW60lwKQdRbqWVA3IzaHQGM5i6K1ApNGqkRcVfFTk+Fn6wVBWcJHdGXVaQBl1sLlO0vHmHmpWF5cp3DzC1zX0+8VxVh1EpBCkpdBSSFJUCgXJuQbmx12G4XHEHbtXAWB8L2pt2lBakVnFHHfojjSY7sNrqaZWsX4dxcqBsohBIsRcGw0Ye7vephyBhyBPw5SZVOi15pTsJhaMq20GygVp0QkpuCVEC9tb+efcI+zn7rxQ/FxH7nXS5TS2HUcxmVKSlYU2UpIAbcBAUkEWBvYkbN3EMOfKoLEDBtE5Wl0taHU1daQjKk3DiQBos6WAICQL3BFtiblVNzRe7Yq7nM/cW12fWXYkqfiGV70lNKajtNcRqO8m5Acjm/UbWzXupOZIAsRfP+No9UoNe/oGrIffWlDrUpq6VpUb3CjqcwOhPmQDbW2xxiOpz69S4mF3WskJjJx3V2XxFpX0OagdSe4ULG2nbQyangSVS4DGI59Qi1FiU7wuLFXx0pWAQkOJPWQSkX0JHofLxXUeoDXNjTjO0+5i6m0ajwr+PmL7BVNle9OfxHzU19HxWFu9TWYaWt8mpNwCDbW3Y7XuDqTXpWKH8EYD/AKOQw6qfwJDWdhKHnLlKCeyMwPT2GtrXJ26VbEsCVXoFGapLa5VRyx1NRVLSrMQPCPK+t/QD8xqqNFwbuqwG3Xq8zFp3Ai/eFfq6ZlH1Sn/LsPXbV6Zp7tUnct9D1+8HUN3MC8H7qvc0ptr+uys/W6qKtcdlPl0gkC1tNb2sAOxP3jTD+MqpiiXQZT3ApbCM+aKjIlxNswB7jT8hYDT0hPb4oHvlufRuOwiUxm+A7xeIsLy+AX7pFwALkeVxsdipysbtONYcqy4tbhIzcvUWuEh5Vr8J0KspBKSClzsScptYEt2WNUcYhiGmeKx7h59zCTVRrcKqPtZYUWLdCnlD50mwBSL5SCSSb38jt33TYElUbDkTEdUwzKRV+K7IS7zqV5VBfU2pK7hCu6VA2ULZe1yTvGW8+Lu5rOGqzP3byn/eK+Fk4XVHmXyON3UkBC72OUkAi2ovoZYw3hxcRwG+QZ93c1/atIz/ABe2mniFtUm5vodBc5+s1tj6co42k/jniFu1BWnZ6MDZ0J3/AM6mI+PFRNUjqylKFfTMDoCfQi2g9NraPPwbApdSw5hxpFIclZVq6PhSFW6laa3KhrqDqTY63rouIYtUabpbstEVcrr4q0nhKXe+vYAnt2IuQOxA2+qZhhqK6/KaeQt9a83wvAlXqkfXz/Hz2yujaW2x9lXrPJMzUZvQg1VsIRZTXC5vjwl+NpSCrKu3cX1sbg/UjyOuxbu93eUvCUpuqe70IY6uXz9Sm1WuSnTpuAbgfW/ntevUyBPnsNNPIyLXkfSvpyq11v272NtLXt5bD+IcZSoDT8CLL4DEVeX+7mBt+Fxrb6k+u3v6dElKxoOVEOZqfiuSmnlrQvL/ALqrW/afPz2+aQtri8rwuhf/AJlRPf8A47LOl7zJUBrhSnkPt9KnUuq6u/cW117E6/hsS4b3pYNqk/hNS8j6F5VoXZSUqt2uNde4Fu2wyVVuJUuW9mNKl01r4jTrOfP4F/qq+nbZMe0FiCBRpUCBKq3WtSczSV+GxABIv66eZ7/XZ4OVylxcL+/oDrEpjhZkOoX05reZ8iNb/ht5/bwsZYjxRjJ+vVSnZEPu/AQpY6WATYjWxJBzHvf8totsyvEZoq3y/wAQbwpVGrLlLgZ1yvhKyZTk1PcW01Fx5D8SLbOzB2KcOVSgschEle8V5Uurd8Daz3Qoj6nuO9wBa22XY+MMLz6NVq9VJeeqQnUtRY+XMlSdCO4NiVXN9RYKGhAB/KH7Qleiyn4tLoiH+dyZ2GrpS4sWBWEi+Um2ltBob+W2RdrLK2wgkahNpwBGDvD3pY3an/ZevMrlMU59a4cpSgtTLStRkeFipBI6RckAa+hJ8I06BjfC78qLidiLVGGkux0OoC0PK+ZN+6SBcG17+e1TTa1hefhJ92vYIqnHlf1hqRHKv/LUCUlI8jYW+lhtAw3hyVFxvRazAiLomGoUpMiRFaX+mQUmykqBy3CrKCfW3e9iKthcT3IFB/ukaQuvbqqy/hzGVJ4Ep/7007HSWlJzapWhQ7aaEEdxre+rHcer32Ifn8pztLrEdTSMmRSHPVKkKum/kQCCe9hfbt7R7eKKzKouLXWkSqcjPyVRaSOlKlg8NxOUhKtBYC6VXJt5bc8J7xKD7mfoNZiP8lOayqjpUpKUrHZ1B1FxoO9wPLTXzd2narWALn9iILPllYsl7kZ8qA+01Ezom8CQhTr6+KpJQLEKuQSFjLqAbCw1JsE1L2Z96uHHXKpKw8/Nc4viTly+nUk2toBqAok6nuSdNox21hzlIFUww/W4S4SkOoYdySOnKczSu2cEeEgXGlx5x6ZvulVTiUGBXFvsISnhR5scZ0pBsnvcXI7pvoOxGu2+mrvoXcTkRldS8DN3uGYGI8JfZKfhhhiUwlXMdOWRHWNQ4kG4cSTbNY+Yumxvt3xbi3Hm75qmwObYRCbWmKt2KgeAjuQR0KJv0jufO9jsx5C2nXY+I4vQtfyNf2LtrEDQEAj5TfQ6E7BtawzXsUOttO1GK+h91K47U/o4KhqUZwNUnW1xYGxt57IVay86jz+fzD0W7m2mLyk19pqvcKvS/wBO0tGfIcqrdQNtDZSeoEnUaa63KIlUpdUafdgdbDDS0u9PTm/Ajsf3Ebf2MsH153FDeDXWoSH4rScsd10Zs57cNXfKpNunsSNALi1RT8N4jw41PgVmnoivrXkayrzJcRa9wfxvcW7g/iduh/LEMwTdzJFGxpAwu1/N9KpMV9ibCTIW7IaKnWVm+VxKhfQ2INwb3GotclNCw9PlReaisrQhGZGVbXi2HML0GjSsR8/KiTZSGHWms7XUhKQACPp83fuex7jbaMLd3RnYsTkGfuqI6ENf4B2/dtr0Vq8W1CLMoTN1UqqSuflf7nT4b+XbYrwXuBdr09uK1w4qP9u7fKn8u5J/d3JttoZ7CMWL+pk/U2uYNJaitcJpnoybMpplinbx7ibgbjYtL4jTvAfWwtSOnwq/D/rtPRu6i/Da4OzZU0007+iWvPt8NxYrTvFddQj5uvYvaRZ2yU+G8ExYEXi8FH8f8Nu9UiNUuK5Kaic09k6Wk+JX0G1PiLexAo2I4GEnWVsc6rhcVfSnKRotJOitdCAdNL9xtbOmfS5TbspnOj5XfEnT8PPaT/thAJmrfpWcZO0aJ75iLp3NSE8JhKVp6AdQo9jp6du5GuyQZ+y7VUnxcWsypUWK7xWpUO6kKSbKTmA6gQbA3F7jtbXbcW+KFFxlu0rsV1nP8BbrX6zawL3T9Taxt3vsoMP7mYuLcL0XFuF65yr78dPPwnUZmpCbZVAHuhVhp3AP53871XTagoe3zGwybJniNjHC8r7rFodRXFQrOhEhHx8pIuElNif7pNrEW17kjViil1R33NFpM19iU1lQpcU5VIt3uQCCNb9j5bOHEm77d9hKgsSmsPclW4vS1IX18bXXN3zX9dCDqLdtoxpsqjYSfn/AQt935+pWZXoO19dPqQdvM9E1D61m3oU2nHIxmAYKhixwVjppqU3RmnZvHQtMKevXKlIWALG+XUHQeRF+9tto0Pfu1g3C7dBaw8+ublSmFFjtDO4nsCewHlr63/HZDbvN39LwlWab75ZbY51PNSnXVIyvZjcEX72Op9DtCxzvppeF8b1aVAlsLXkTFa6ulKe5I/Em37rW29TTeADv+JdrFxH1T6BVMWz/ALUb2qgxFir648LmulKe4v8ALfU9r29ddplb38boN19L/oanMP8AVwkKaQMuf6qOgG2dokv7Rz0VnGWLF+6Fozq6yhSfpYEgnv27gnQd9qvH1SoON+I1S4megsJUw0paMqEuj5wQbFQGoBGnodTsjb17T6bOOYMWZhRvf3+433gxaTwqHyVL51EiK74kuLHbqGmgN9Dc+YtsJ16kY8xQ641iPHnAQv8Aso6CpGXWxFiB2t5eWw1WsV/0XAwvAeQiKw+h3InwpUD3/IE7SDi2VxXGouTP/h2891H+IdVYA+k4B/aVduJLw77PtBlVThVTE77+fx5ujq7g3N769+1/pszaD7NdGpcpt33gtbCF+NNkp/db9myyizceVSLInwKfNfYi9D7rTS1Jb/E+Vh+A2jw97WKKXAfi+/FsRV9Kmlr6f+XkdqaPql9wxqlJP9IAltsXMmmz/wD0Lalk0p113itdD6PCtP7xbzB8x22NKPX2qpw2p7LC1+HP4VZvy077dZNOad/sdvGlrKPugzW0+sP4x5CByDTP6yEIV4m1eZFu49R/lsQ4YjSsUV5ul4oqK6Ww/wDFRnTlQrMPK+gBJF7Ai6tbXuBVqjcJ3mmvGjwfltd1XG9Zdo3uae0w+hGZbSnUDOlWnhI1/HzINtpqZHeSgxLzGdRawQ65hd1ph+UwhPCdYWMmUnuEi5Bve6Tr6/WZu13X1TFs/wB6V5ngU5bvFd+VKrm5+ljrpofr5bBGDKQ1XnfelZyLQjNkaQ7+r2sb9gO6fL6eZ5Wd+f2cgN0HDmTj/os/hT+A01vfsTrrr5HRoWs2Zt9fgSpO0xz4y3g0HdfhzhUvJx8nwmk9KVK9P49D3O2cq/jzFG8GU21PzrQh34WVZy626B2uBbz9PrtGw7g3Fu9WsuT57K0RX3cy1deXMbnIgDVPcgEnS3fZ1U/d/hzdzA4rvQvJmyO9SlKI7HvfX/nfbcOp1Vq5r8UH/iQHKznu7w/AqmEp+HMRtZGH0Zfio8KjcBYB/b63A2WO8SqUHBHDo0VlvneppDSFhKVKFyQAdPI6GxPYa6bFSseyq9Xm6XQcnAQjM6vIVdIIzfha/c9vQjZf769yGKHcWwMUYc+Ow+0pa0Lurr8xaxym2l+xBIPYEbOiYa5MfA9n8x7SsHfn1KbcjWmq9vVYiz6TKivxUpdTKTdOW/bT0017H9t9jHf7Onu4yfd8EqFFT8VpByuJte5t3IHoL2P02MNx+GeQdbnz4jC5TDXCXxWsivO4t2GpJ0J/y2B987kWqYjn+4Zb6JWVaENLRmy3Fjr52PqTpbbatqAo7azRsrR/slHu43m4ci0Zxqs8diUtGZMpHWlKvQp8wPL6enfY5oGNMOYogc1F4kWahakOsKtlcSDo4i3r3t/nbbLlVpOI8Lym4teiLhc0lK0/Mj8UnsR2uLC35i5duyrFZi1Tlao0tHSnr16kk/KexGvkOw73283r7tV9O1fvg8RMocHdHjU43F+L/H7htWOt7Wrb3Fa/j8toMlH8eHb4/YzGw7oqj7JTSBtzC/41/wCe31UEO7R2nP4/j/jtOJm6pPPdJsdr/c8W1w238L+5/H8ee1Ihz/ZbWkR3i/x/HfYZZlbdKaeza0pMS7vqzXp8T3DSX6itbqneAhOZSkAgnKLXOl+1ybdj2P1NR+jalRFobi9DSsmXKrsrufLsfz7bE8RVUantyoFRXFWxlUlaOnKoahQPe/p9dqbHO9GLjLEbEDgrRKlZWp7qUjpWi5UpQSALq0BP7j3H2j+HtYmu0in/ADNxTvTiDeJt4tZwvAYapdRWw2+6lKMiz/pqR9R/0q3lT6zRnMWtYhqkWosOpUh1UoqYkJBsWwU6oOa4sTfS5FrHaBvVpc92fElOxM8KK0pUh1q6kJWbBJue3SNU3GvlppZUCjypW7R/kKsxKYcyx32l+HS5KDaxSr0ULg2BBOu3oLGrC7Jb7RCJxDtUgcWqVF9+a/HyLXqtTyPwuM9u5Tpf102Lt1OJXaXxML1l3jIR8eBK/u6AoKrAkjQa6i19Rc7LCiSXWorFLldbC0J5V123iGlgfI/XtsSUZcqLXmHYvj4vgX1cT0FjoTa/cbeLbVWafqO0+ouhKPGtW6+7FxGxXmnlolMI4S/7ybAd7diOkgkg6aA3J+IWI4FLrLFU5REqiVFSuLCUhC0JURc5Qq4IF9ASRcAG3fYemrlVmvMQGoi1sSk5cjX6Vlab/KRe1r3Bt+HbYW3qtVTC7sT3N1sVH9KhrwZwD1hCh0qISUki19Cb2sfUt5puE0LQNseGJd2O6+LS28b4SqC6QxNUhTT8XM/FS7fQlB/RnMAlSdADcEeey3xnSMWwHX6zFpK0P5Eu54TS0pcUOywLd7+Qvaw+h2ocHbxKpQaW5S3Za0RZXXKiqazcF21uKlJFj6aGxAtqQLMt7f3iijUuJzVEizWUZfitJCVOIyXzjQDt3Hnfy2FXYt3B4I9iJg+WJVTKn/OXgim17goYqi2ksSEJTlS46nTiAa5Tpqkm4Pa41CCxRRHXZ7kV3oWhavEgdKgTp+V/9dtdRjS8b0v3pRqdF+9ITPa5fpS4oWztqAsUrFyCdbEg3sTdB7y6ZzVe5+l/P4/7qtSQsdwruLHXz1vfZl/NNplNQm6dcBUqVQaM/Kdp0Waw38VK1tIXlWCcwWbG6T5gixHYjaZu3pNGxbjLiyoiITC3UtIj8XMplZ0zNrNroN9BcgA2uQNf7dy9XospulyneA4//UOY/ROLHyhWoPpbQ/ntAxjiWqYclSHaDSYsKdn+LCdTwuoKzEhdshGYX1AINibjUrUDty9dZ2czTtV3Z4DiwG4tZpyFoRl+fKvNbyPfNbsQf3aBbfYrdzz78V3EL6GG/wBE6tZStn1QVjpUB53AI87g3KlqPtHYyxRFiUus0nlZUVGWUvOculreWYAptrdSToQbEWLt3E2BiiluSpUvJNYWpL8VXSpSNR0EkBVvzsD32fPnzB9ojmHOK1tO4c9wxajTsSsdSHabKi/FSgf2jegKiDobG473Gtx3dg9g3CUp/Dk+hv0ua+jOmKtZUhSO4KbgEpuNDa4sdSE6DcnFzWEt5cSlxWWJUXIpcd/i8J9lQBvHcQRkXp1JVoe+qSNtDNYw3aYoozH2ypMWaiL8WO+trOuGpNr+WdsjTUEg2sb22G1XejVdTKJDw9jGl0t1ie7T106a+tUXiqQMri9bNrWOm5F8qjoo6XB0NvGer2I+JFw5VkQlo/Sx5CChbau9knsoW1ChofQbL/EOKt0DXHdi1ZfuvPn4qXczH48XytYXBsR3AIOkDdNvKgNby5ECjVFdXpC2M6H8/WykG3h+YA6FSbi1voBK2bGFZ9QdoJPEZ2Jt032toLbuN2udqMJCuLKhXadeQO6FAeL6Wse5FiSDCwxQMEUalufZynVGbkT1oWhaVq9R12Itc3F+99fUhx1vI+xvxXXWFofR0oV831T9dRdJ0IN7jU7cKI39o4DFZo1bfpfHyuoVHstGoudFgqy3vYHUA2vpbZ1NPVnePcVgzPwtgOvRXJVZwFNzv9DqZSFNOqSBYWUFZSbdlXJ+oN9kXvcwA7QcRxKpg3IikTWlpqLCl5VpWSAHR8mibhQUAVKUkhSVaqZvtG7w97+5aBExRPpLGK8BvdNUqlLQWp9Hv2ceYSCHmvMLSRYXBGgOy1m1ae7hL7bysQ07ENIQ6iUxPirKHeVeN0EKSohQJGUkiwUAFoUFEFXUJ2jkzQ0tR+/4iBxJgjBuLazysDEK6dXmHUodYda+A86Tfumxav8AULAN9ToS4aNuAxbKpcSVP5GVFQ0nmmJEcqVrrqU3UCOwUi57XFiTsDIwpFpdel16jPImxeKrgPtOhiQ2oeXcIJBJSUhRtZJypBCQxcGb8a8665S+UlMPoay/eGsqU6a5geqxFrKF7a6m5st9OLuW9SdRXZZznidp25P3NRpDVGZhPxajH6cj+dpxN++ZJ8lDxA3SdbggkD+G8ZT931LcaxbT5TD/AFNKnrjhLEpQISRIbSkJ4oJBS42BmtmAGo2OYMyvRXea6H2J3xZEJDvQl2/6QW8KraFSTYiwIVoNh/Fr8qqSmKW014/FxbKU4nLcpc+VSQEkBVvxv5M4SpYnucrgwph7xsRtYDf9109iqMSkcxFW10+t21A2IIHbS/0J2GsDbyXa9PiQGmZUVEKal2RS37vojunxFvrzNBYNy2dOoKHck2NPxS7S4EeltUlCEP8AwkZerMq1tfLtcZgB5XHntPpQ4uN6bPn0NhD6JSEpdy5lKSDYJNr6AlRtqOxFrGwhqq7X2JFVG5pr9DbsDDjk+ltcRxhrmkNJ6syfMJ7E21sL9tNLAbYvx7irAderzlUrOHn0c1KUlcjilDrNjlzp1CstkglCraX8tdtY74cZRcEbtG57svlX0LYQ0v8AxkJsNLX1uAbDSxsCdsIY6VKddblNVBhcXiq+Pwsyc1ynrSLkWNrhSbWcSoEC42d6gN1OFmjZUrriNvDNfwlg2K3QXf6bpyHeLFSpYzKaVqWm3CRlIBuEr7eG6bjZqypGA8R4c9/YXqK5S6c0tfCWlSZTbSvE2Wz1ZPPKAU31ABOuOcJ4SrzuKKK1Kd4FLm1RpDvCUVNd9RpfKo6DKdDoBexG2u8Zbi2mqM/WcB52OSaS7x4buXg3/s3m1Egtgi97EpBNiASNsYPetBcLkj4/MW+miyhYnoMrGTFBnur911RKnUymvEn8AbBX1AH1sD3arOK9y0Clv4Xn1FibNYYyrdWvMtSLpAPENio9jqb21vbTZM4epsqfKcpdZiIRUYuZOTLlUlXY5b3uk21SSSk3sVAbCi4HCdqTtZl8Ba3VNcV1YShKjqgm90jvbKbA9rjQivTNedZWSRjBxiVNbIZoqdvopdUo3uujRFxa3FUlL9LmRypTylICwtheXK8lQOlrm9wUgggA1AxHVIFe+1HCYYpy3fv8B35VdjZWoBGhSoG3lbuCOYM3Ub3589+jSvdyJqMrrUepdTEhBJKSDY5LiycySQMtxroLyvr3l4cdcqmN8EVSkVSKwpC58fJPizsqD4ylRS4R2KjlcUMpUlepTrU4/lhqx/KJ13lY4gcVyLQeaYgvpWtK1JzxVLIN2yU6suDVRuFIOhBAKiVfR8QO+63HXZb62Jv9YiykhSErSEpUUhVyi9rKykIX4tSb7MSdivBFewu5Ki8eiVSbFU1PozrCuBx0DR2O4ns2q+gNlA2BCj3HadgTBuI8JS+Veqnx2lI6FlUiGoWAdbypJtc3UgpIINwBawBdy/EJZT8CEm4/BzWLazLrzVWWtjrTKhJXmRkUAkKUg3BIAy3INgk9xbZo4nw3XoDVFoNGlscrxetDqlqTkGuUa5km5uDcgC40AFwH2YKdKwHKfoNZeXKqKM2Sa0nN0gqNls/MkgDsQUkWIuDdnbwJOF5WF3MUOsrfQh9UWRysoJdjrJy8Vkr6c4OpQqwUDbQ6klVmBKElUx8ynqu7911pyVhyrL96RWFcLKlC+vXoVe2ZJNxYkEHUEW2o8MUzFvIPxZ7XAfW7maT8RhUdR0LagUjTNci1tfLW5C93W9esxcUSMG4y4FX/APPCQ7dib3WU5JNx3QBZLlilSSCtaVBSHZEcrNZn/es/JMZcq5VuOlNvArKBr39T9bbGutVFitqPXzKyTuUr1ZaiVT3swthafjpTdDrLtzrkvkXcC99L+dyLJ/cc+zC1XqXArOF6hytUpcrizYWimJzFtWwVfolWsQogJJ7kEg7MuPUWmmuFFebcQhKc+T/P6jyJvf12+msQRWmnGp8t+KjJn5qKvJIip/2yO90pNsySFAg6ggnYdJDDMtXqNpizFSd+wdWlQKI+teBlq5yl+JXJqCQssfMAgostsixyHU3FxGg7wKXVGvfNBokWFx/vCHULTlcVa3jTYJc0KSFGx7EjQFn4hxo7u+r0Ss4tp8V9iqIVDXVIaf6OrUdQsQQLpYkFFlZSSlWXQga7ZYoP2jwvvaxvhKVEm0uFCUr3dVKbFL7U5hxAWy48yAS2sIKQpVhfLexAO1nCMpWa1Sd5d8J2661PxQ3FqkRaGH18JCUNKUqOrP66KKQokFKs2XyAFxs48HsNSoHINNZ15srWfqTmNrDNcE39LgnTQm2yRiUuVPdjuyuVmyuErqYY4CZCkejeYpSohSekEAXsB2Gzg3QYhi4jpc6BKyLqlLdS07HkZkKcRew4ibgpXdJSTbuATrfbB6Np3S1w354iP0jM+ZUYtGHJWKI9BgMvxa2x0LRKspTdgohCXk2UUElQCHAL3NlCwGwNX1VSqVSA67LlRV05D8KRCU1kyqXls8jTML5SCU2Sb3IBCrEu9PCTruN6FjKB70Q+wvgIqkVaFVGnqvmSnNlJdbBzqLboKVEDXuRX4om1l2A/PdyLlMOomtcKOI7rijbjthKuklVy4E3sesAkAAeo1NIekpNpAO3slDg/Ck+VKblVmWhFI64C0NOhCY7rbl0rF78IgEgFJyqGik+R4R93mDcG1739i1r3jKlNOqW0mGUJkNE5nCuOk5XkH9Il1kIebIXc2zrUTYerXKu1Kl0GJFqNOmusSskjiMJZVkT1nupBAulYFyBqCoAjaRR8HRd4MCfgh2o9C3XX6S0+nMqmzU2UpoLTaySOpLjZF0lRKbggp6IqihZavxgRjmVXsL4Nbqm7TPTquiUjl1uuuKaUxnbBaeSqwfbLRKgu2UHKoEg65uVi+VKxk/A3oYYp6EQpTC5DD8h2AuKvsh9DySpsWzOAOhBadSoIXYDMNKubq98mF6zytZp8qncNKmlTULC4cxokEXZN0KV4usdQNgQbgmPLwLgPFtG+zlew8iahbSmmuLxEKbS4LLQw+LrZBuCANAQCUqAF37DgZjLnjM4wa47Pd91z6i/VGFr6PfKuFIyH+xckNXbcUkFPDWoglNgVHuGjgmku4cwbApeMsPcBdLn8xS5UC76W0qCsgUE3BbyKtnSMoBVoB3XjjuF8OfdZUuUxFioRHkcwhK1srFglxdiQUkEXNwCbEEXA260THUWl1mpYXlU+oxYsXLKakZzwmVi7l21mwU2qyFlJUADZQNw5denyyYnWjWuWjUwC19t6zVmoH3WnoyTGqjS5AVHkLPSAUWy6JTcqTa4UB6XpcKbwt0tUnz4tep76H6dIVkn0tTiOC7rmOQEqadA6glQOYaXJyKUrt1W9jFGKKziz7OU5aJS0Kjz+EjI1UEhvWQlSBkS6lKgohJV3uRqTtZ0rFkDDkWrYodocXj1HOuRUWH0qd5hN+p9SdC4pBSSo6AaEWJtNlW4giWtDL6jpn7ysL8g5QazVmK3TlsLRCqMdI5+OvJmAABzOqy9YSkhSgFJsoixtsBYs96SmKNKwwwuEuKh1qawtKkPJNsjzJFw40u4I6LA3BUdM2YcV49o0/BFSa4UXELFRjuuuxWofCmsqQCorSAPG2TcLAJIKbi4vtnLdlvZqtL4+HKNjGUxx3X105CX3EocJJJDaCohpZurMhOt8xIUTmMom1syten38kz1Sr1Mo2KMOVajcFiK/KaW1x0MZFR3x4S4nS4BtdQJFj3A7KfBVHo1edl0vFGGYX2hpb6Fc6uOErVlOXhv6APJvoFKB0IJOoO2W8M75Pa5rM/D1ZgYhfr0WnSksVSBUorSZDjANwVLVlMhPDC281+IAUhROi0bawPUd31U5uBzaIvvfhSoszVb9PkZAktKbWQtTRAy5dQCCm50IFdpu7atqHBGQf3EqKnofOZwXudwbPdbqjWGJVBfYzISmG7lipX5lUYHh63tmbsSk2udCLPDtBoP/ALC9LyRZVOaTIaQ6gqTwgQFWPfRXZXp37X2qsf1jeXuldiT2pdPr2GpTqWFSorpzx1kdIUr5DpmBUCk2sSNlBi7ebvBwRKgYtqmHmcS4afkKd4sV3k5lN8PE5dwELaOWy1pOZJIsRlUBtStgzlDkEfmNVXBzxHxiCnOuym4EWtzYU1GZa3Y6A6hSLalSD3sNbjuCQdNQPVChYjn8OvVTEMWqRYrSlrapqywtSOtK2yQbqAuLXuUkFJJFztUVT3zvGiwKzgPGUVb9bY5rC9WWkNJlPoOZUZ0o1bXYhJIByHqs4k2FfFwrjKjQJFZ+z2JcG41RKTPTy6zMpcx/IM6FIzOMKacCSlSbIuSFDIoApbNeI2PIcyIvd5S3WpdewbW6jUeaaW17mmynFsTGs5StpCVqKOIL2LLiQokWGtgRyBu+r2KKCw7uqrkLDU1iO6ikKYn8m+y/YhLdrFBOYEKQSQo+SSCdmxQcM1mste/uUYhP8XM/S0NOJSyoi10LPiT3VlUTlzWzEWI/UYPxG61Pn/ZilzZr76nVwFSOEtMi1g4hZAOZY8SgArsTnIua48syj7V5gRu+3l788bwPc29DCa6XiWkNIalPsMBDrytUplxlFRZlNgA8VoEOosSMwWlRAd6GKd90CqLi48pKMS0hia06xPo0dcV9KFafHYcUpTboGYE3UhaEqsRcoGi8DVSj+9H931dp83C9YmtceAiUpK46ne/DQ4OlSF+IJKQQQopuTYnqqpAwlg1+fXsMzX6cwhXOLgR+YWlKTZTgQi6llJBJygnS4HbZkJuGZVbA0xdiT2bPfMVyqYSwnVH6uheaKp1eXnIvDFm7rKfiotlAUUrI1GbVe0rdnuF33RYrjrWLH4UJa18WkzY4dU2hXdJQs2CgbpuFFBBJyC4O2lsX4gwvQcOOYjpdcXUaQ+jip5CQWn0ptYqCD3KdLpNlpNwU2IsmsEb6cWz3Z9Lo1ERKfzqVFqj75WmQnJ4FhOYZh02sQCCQbEXME7OIvqbLhjtCVOI9w9Ldr1Na3g4CxDiWloaW0iVAfbTy+YpJSshSVlsq766fXU7EVYwk1ugo0CstS6ojBr8JaEQpmWZMZSkatNvn4iiB4UHPcZwDcDagrG97fdVKo/u+dwmw+/KdSlEqA6UoS0UkqzrBOXXwqBUkgEZiQdrzAtMdn4XgYS3q06b7+oMpcqHMTNUqQpqyk8OQlRyuuISopC8pCk6KFrrMIVJzmUo77edkoYntEbr+LEgYIw8xCqnH5eLUpjRTmzggAd1WJFgCUk3NhYi40xvwxHvBrNSpeMsMPfZ6EpaalDnsOR2HFgkLeiqcSFcAi17qUlOUKSRdJ2+v/RI6XRsbyKziituVCnMO+9KQ6064wltgkltxOVRCiL2NwFIJOoBBLMxpgvGUqjNwJUtFRpyPix5D7AdW2jJdNzqp1s9wAbpBzWIAAJmNERbilVnEeCKk7u5iTaguiSEv0tpDud9xoeEZFnMtxAzAJBJWm9s4Nw6V4Pw47Aba5uVCclRUTVutSsrDLqzY62JAC0kgFNkkWJGgCxexxRoDtJwlhJnlfe8V1DqlL4D7chKATlOqHu2gA1STfS5JpR6hVPelCd97IoleqMNaI8ri5feCgU8WMtKrpUSCCkE3FlAXBNgdobos4AYRQOUiqfbf3zjfJKi0R1cOahFupYA4a1gAp1RqEgWBVe5Bvse4uxRWcRwGIrURDMKawl2OlDvW80QbEaDt2JFzc2IGt529amYXoOLX8B1nDD8Kaum+9Ir9GfyRZTDgIJS2u6mFNqRlU2FBtQyqSUnQQjuxi483c4epcDEMpD9IfQ/FdU7kdbaKweGpepuLDW9xlAvcbKazT92s0McA/j3M7WVC1hvPEF4m7aVyrc/gsTeGnmo8dDqFJcsu5ZV2UFHwkmwB0JvtT1pvDjsVufAZ9yMLdQh1aEFUeRb5FocUngvAHRKlpJ1AUsEWKanErO7msuYcn0N/Jk47VSdupOXubAaqT5hIKgL6k2y7fcCnYoxu7XXaXRITbEKEl1a0LCVOKCyC24k62IBWh0ApupSD5WDo+jafRpisf1J+YSvS11rhRPnCW66l0HFv2oqjML7qxxY6kO5EyEr1Fi6QDfUhJBIBsCSNKreI9Wd8jTlGxHQ6xQYS86GkTGiliUi9gcybjS4VaxtpcDttFrdZqjuF4FBdpML3XFa+9RZTvCzMf2jaUXuk36ylJFrEgm2vWp4ti0Gl13DmA3pqMQ4aYaqXuRay6hTSswPBWASkHKpOZaCkmwUQCCX8rWmxYA4qYnEXmCaxFwvuqiVl3D3NV6iSJFLUjOU84mM6W+J0iwdKUm6myAq6CRbXZ3bp6/VN8kCI67gOqQuSSqKqVKXkWlAt8NaTlXYeRIJtc/QjFDVwqXxazEoNO+0TrU2RAm00JXx+GChxxBBSpzIUgkEnQAk2A27/AG6xl9o+FS+BFY8DXJZ2uJYd0m3UAerXQiwtew2U++AJ38w1jU+fRsZUnCWLaHTqpQUJSvnUuuIfZfB6dQQSSO9woKtqdCBU7xaLApeI48XC8tDHHlcw7x/AlIF0kKAzJ73BNxYEC512r6LRq9VGpdUr0uor8XFTxShWmotY6KPpYjXW+1LJjNRaM21XqSxKQ+pbSZSFlh3uogqSmwzWOU20Kj5A2Kusq2jz9GLu277pHrcevSsRy/ekSE/FXkzuxb5kugCy+9je1yex7jvpdxn6pAittc2vgLUnP82W2ml+x73HnbampNOaozrbrXQhas6XeKFqT9CRr+OgBPlppcOy2neHzXjfzZMlur8bW7X/AD/yb6RVXp0Pbg6wPiTXatKlT3PGiK+hPjR0pUBYEX7E9zrY2vbZXbz6pFpbTkDm15JTS+rOMzawR63ve9ra9r3FtmDLrE+Lx/1EZUK6B4fr6+v+m2Yt71WdxHXm4sqX8CEpTq/7yge9x307efftc309RqNlRPzLuJaYUqNedlcWB96Qj9K66jMhP0Hlfubd7DX6V2IMYO0uU/Kpf9a6VvyGr5tBYEDUqIt3ve3r22qUV9ql0Fue7UPgLVwuFHV1qv8A5fmdT2GoGwqWvejv3DnYvSpamnUFKfxB8wdNf3beb7joPcHiPTB/tB4ooOEqlhefLYlQqjmW0+vxM5kWJ8woEd7273vpYqHGON4rs9uA00w/CWrO+0m+VKvNTalXU2T9DlJtcHUEQnTnYv3Vp7Oj/wAz5/8AH9/nt80uE1/Wp+Ra/FwlKy5vzvcemgP12umpbGWMcqsKQrwVu+alT258WuMSoU11edMxAS/lIJUhJ8KyLiykAG9uka207utwBuWpeI6LRqD91q83I0l2bKzoU6QcnUblJDhCCCSCDY2Iuc41B/C9UoMuLRsMVGFkWh3OmYFqbXrqEqUQ4kXNhYK+pAIJJujqdUxbKYge6ffdRpy08KKhhS5CUg6OMqHWhJ1uk3A8xax2hEfU/ZCl94mhRiPFtGxlXaNiPDMqFKpaVodirQhSXGtbOhN+pBGqXASNPM6bC8ioNT58h2jPMIRKaSv4SC1wVpI6Ck6A3sdLggA9zYbOwRhel7/MDtwMeYTqNIqlOa5dD7rXCkM380KPiQfNJuL66bZ7xzue/mlxQ5hyVxMi0cxFfXdSJCCTqknXTsUk3B07EXZq0hVsP6gzXtlYqt16fRvdbstfK5PitJaCUK9SU27nW+gB8gL7QaVC/pRvhREIQhfy/hb+P4GxJT6e007yE97ofR8Jfh/5aen+W1gadyDv9UQ+jwZk/q+uz9lSKnqDwqyvqVKiuz2IHG4CMmfOhAVlV/Frev112pWsDQItUcn8owtbGZHF0z/u8Q/G5B7abG6HosXjtOsoyI6kO+JXbz728v2ee0GXIaalc0018/Qn5VJ8wfy7H1A2NRpqtgZhKASPCS661/4CP4t37bSPcHvRpxpp7gIRmX1JzZk63Fvw8/Lawj0GfyrfwlxWM3Ut3pTl/Due/oNfMbTlVqg4ca+E8h+Ujw5vlV6/9P27K66/S0+uW+ABkzhZsMEqrgSVVIEB2AyiU/Ca4UeQ6gZuATfIHDqpAOqQSbXI02kw93FGlT4E/eNixCOVd4q4rHjc01BPl+QBH5625qtZn/Falo+ZaEISE5r/AE9T+Qvrt1Vgv39AYlUarIRXkdTSJHSlXqM3bXwkEeffsDjV16/U+aqEH7+/8S/fLniQqvvL3LbuZT8XBtJYiypSkx3ZU3xZlG4Ch4rXUDrawt28jDdZvtdn/da9kXFlPux2pTHXyro1TmA14ZBBzdgfPXVbSd1WEt6sWJVMbtLok2EpKakph0NJU60ogHqBCSF2ULdxoSbDb+xJvb3LYNal0bDlEp1RmxUNc5KhZUISpXw+KoJISld+o2sTdWhAttq6Kuyo7nOT/wAQyEMcezG/g7HmI6pWZdGlRIq1vurQ0/xQpLdj6aHUWIHbZtsxOE18X5E+L9bbEW7H2ncL0GvchKyTUPrS11J+a4tlUL2PkCbA9r9jtq+HvbwbXsLuT4FbYYfQjqivrCHW1Htoe4v5i4trtt9zxhbVLcQd3jbzvsRxJU/4+fpix2k5luKt+X4/hsq2d9Mqs8Os4jp9RisZ1IQlhOfLbXXtrpra/wCzYLxNiufjLEc913Ot+E6pp1CncnBUCQAQoi2oI19Qb2IO0vBNT+0dBq1Ln0OVFfhOoW1KWjjsOXA1KRZVv7wJtoQD5eR1vUOpvcRQg2/v8wQ01p5xGxgnHOCN6EVujVlpC+aWpprmOlKl2Olzq2uw0vYE2sb6bMChSXcLym8G4teXKiv9NLnyP7ZPkw8rtxQOxNswHcm9s7sU2jQJUSsxahFiwlyEuutIkBfLvo10ULEoOtgQFAm1iCCDGP7SmF6pRp+DcZUl+qRevkJ7XjygkozeeYECyu4Njr5b+g1D3VA2DDfIklNg84xscUX3DAlz2pf9HcJfMNKV1Np8+9sw9R3A117jN2Ad+1L3c0GXhyU0uV7rmutNcKy0uIJJTc3ta3Y+l/Tagx7vAxvvG4cCfVn1xYqeXR2QpxoHQuZfEq1gSdNlwuhtQMZR6W71oqkdOXJ/tU9hb6gjX6bM32qmIJSHyI2MW+0LKxk05Ao2GUMLfy5OKrqSseYt637XNz6dtlpN3q174bU/IhbDqXf1ladgQfQ38vQfiT/zY4jlRW5UBngRc6Wkur8SVE+Y729fXt62lb2t1mF8G0ZuVKq3EqL6kZkZ+rXVVhp210Fz5C+2PrWJBdBB9uK7GG9rFtegNxXZcp9DGbLkTl4d+9iLEA319PLYMpYdrM/iymlo6PA7fMpV9QPX/hsysO7rsW1mfAgNU+VFYmu5WnX0BOZJJyrNtBfuR376X2ZmNt0tG3fYc5CBx6piFDCnZCmo5dQlRBt0jWxPkNbW1B2xhTdqBxI2xQxvfM91uLwZS0I/2t8if4/D9uxzCwXiP3XLddqOSFkUv7q6F5ljVN7H11Fx+Gu0DA+Et6spr/2E5uRaM6GsnQpXmjqJI+l7aeZ2YU7dJvBaisSpWHptO6MqkR1BaVI1JQRmzAHUGxGhIvsNf4f5y8IlX4MX+FKBPntQKpPifdX5SEIXly/MO419R53Fj38tTSGN32HGuV/o6E/l/TraCsqreY7n8rm3rtnvGmL4tBapODfdL8Jha+O6lbRQpt8AG6c1lZTYnKLi1+/l0cqXPtNyuNx+P861Zu3qb+Vv3bF1BXplYWqrd/SXspKjMYjntE0bBFBqVBgUn3pUX8zXMR05WMhF9SbEjXsNRc3A880y5NUxHWXJUqn5EPqzqa+X89f3+euno1GMOxZXxeU8f6if4vtMj4Rd/S+7pS0f3Ginpt621Hrbbz1+s1lzf9kiLeZ4izx5TnaXWX58WJwEP/F+F0pSvzNvK5udPO5025UbEUqU1zUppa0IXwlqyZUqUP73a+zh/m4lby2pdBgZOaQ0p1hGcJU4oa2Tc38vTuR32Rpk1TAdUqVGnxFoXnXHlRXb5UrHqjTW9j5G2oIuDs71bpdS2euJaEETFcDmuE78P5si/p6f5+e3ae61VIrjUXx+NGRfzbLlqRz7vCd/ToV8L+99L+v0Hf667WcKqOwHW/k+ZP8AHlbbzv8Ap6o25ZOJGiHFtGrLlG4UpjnVpQlGfKlxRPlf19e3+WzDwxgdqBiNiLjzPFQ/1pzdKc1/CrtZY/HtY67F+72t0usxWOaaYXKhZXetObzHrpY+Y/4bNatxKNjeKxxWWOOx0Zk/L9PqPMA6DXb0uk6bRqU7h9j4nNWjcyfG3kYDwRRm4sXIh9trpTlHSnXy009NkZjXeNiPehVOVo1OXyq3fhO+JKsutxcWvbWwN/IA7HEncp70d4rvg+fJ834a6E27622YdGgYSwRS+E7ERnR8i0fTue346fs2aOkuvHbs4X9oqU+TBXdnuadgcpiN2WtEpCUrUn5cx7i1uoHUEHXz7gHZg4wxBAwvS3JXCQ/wOvLnGb8APPZJY+9px2A65AoMTPn6evp6texsQex8wdPLvtVYDbxvva4k+vS/gLzIyZ+lSbnQafXsbEdjfyYruShexpxJSwngQ/w3j2Bih2XKgRMiMis/ZPYeY+uykxRiqlxao+7KzrWtWfPrlcsexPe99ATcettm1gvd1KwvPnxZXWw+jhLyLPh87Ed+w0Oo1799ldv2w1u0wbRpdZdq3JTcyVpdyl13Ww6UnTW3lYkjvrfbUoGBhzzNOixKziL3H29HDmI6C5RqoyuUxnzR5DSA07Fdta6kqIBAvqQdRfQm+xhuA39RcJUZzBuLaHFxDQX+ppEhgZ46ifEFZc1rd063t5HbPmD6dVN41ecaw5EYfYbQnnHVK8KdRnNgRmvoEjv6gDRy0Td07hyfzU9lfJMfoku+JKv7w/abepvbadRoyPMe4xaA/r3G1iKZQZTrlUo0RunMdOdhEha0efa4uNPK5GnltRtqdd/RZ/BsvF1mfjevOUugvLWxTulSUdOZXfMCRawOgSSCddNdXAC1FoLcWVkzoRladRdKXPxHyq7Aj6X2+c/xB/Du9jqKf7iKW6f+YQUmjamX/HbYhkN8Xia7UctnhbeGC7fEzMtG7gz9YVwvhNZ8iP8AytriErYfaV8X/wAx/lrtZxXHf0v+H+Pz2FasRxtaExW061wneIhC/GpKMykp/DS+wziPC0qjT4lUaZycd1P9JRbKaUm/SsHUpIOqkkApIt5i9oJPwtpsaZysB+LKazoXl4sdacyHE97ka3tpqLKB1Chcbe0/gvV9p2rb+019M/ED94VUgUGjS6XKq0X3vy+dcORdHPNWuXGFk6LANigix0IPkF1gDG9G+zlSoPWiUvMqOpHSiUlRuUqT8qhbRQ7DXyNz7GGHYtUdiSpTSJXKoUhqPPRxVJjk9m3+60A2ulwFST2UbW2BMY7uKW603Pw5wKXNYUniwHfhZkWvmRcjuLEgAXuDaxvt9As1Q/EZOYMVXFNewu1Er0DjyoqFpRNaTb4moHzdjobeouDodHRCkwJUWm4jgfEizUJW06jqS4ryBBtqPQ6i5HnqvQx7mw447KpPOr6eaRHWFO8LNcKyalaQq17An0B8y/CmHuFQYjtL/wDOWuQrK0vpSpCjqFZgLd7A6EFNifLbO1ejr1bBhkH8yxAcDMaDVNdnusVn70xKipzJfavmTYG/oD+BvpsMVPGkDHjtSpbrqPelIkIX0rHV2N7eV+xt5/tDpwdTZ/uv3XxUSouf50HOm/Zep720PmR3vrtmLfPuhn7ud6sjG8XEL9ORK+9J8KmFIyJCgU6qVrrYAC9hcEAna7BXT4+YTG+cqlWqpFlfFiLyI+dVlJT3uCDY2PbTUd7bEdGrTU+A38ZaGELzIzLOVtdrqSq3yHzOhB1HnfhUqtS69QW58VlGd9pKJGRCkpS6SBmTfUJKjYj5TobaEUOGK3AixWItUzsPzc3C4rQyqUO5QpJII7AggFJIBtcbeeffu355EVcbWzGzgDeK7hKvROFnYzvoWqKuyeI1olZQeylAHwg3UOwJsNi72i5VLw5KiOu0lD8Wtx+YhTWEDMnS9ieyknuDobXBFwNlK/UpUqguUGUyiUjPx4Dqulbb4GmRRvbwhOUix7eg2I5s93Fu6CXhee0/KqFBR70pqk9SnEC+dtIA8Q6hl0CrjQEC7tOtDrge4Qsto49wTwXi0z3XML1n48KUvOlbqcymV6kOJIsUkG1iLEfXzPS1S680/hzFtWQzKWhcWHVFqCU5xcgqJsLlGuuhF9B22SFHd911SJP8bC8vX4Vd9NPIjsRfTUH02Z2JhRmsJT59ZiP1GkSo6feTTHRIhpSQpMpsHxcIgFQAuBe1xYbXSwsZCbiNsVlRo2KMOVSfS69+npzqmuKlOX0UCg3sEq0UE3trcEg3J9u1p7rTsR2VLRzudHA6upWp017XP5g+ew8tpql4SpsB3FjEqK+6hha5/WmOokFJBJCkovoUElAvcAXvtYqw/S6XVOV5SaxCYVxXUtOqdahuknrZIJUls6HhruUkkAkAHbRrswJPxiOHedDwvWaXyGLcEVSLVF9UOehrKtLvbpWBYKHiFiQRe4F7n4wPMoNBw57hr3NMP8JSGn9U5rdnQfW9gpNzoAQfIRsS42xvKo3ISq2ibFipQvi5ULVkOiVrOvn2UQAToSCdqeJimqSmmGmnm1srSlWSRF9TY6AAp00OtvK50GyVuqvS4Ii5HyYTLqJYY2pWDeLEqkV6FKi1TOmZ05VNrA+IFoRYgLBzBYsARfQgkwMLYSgYciy2oDyKXKioTycpLoSlxCkXQQdAFkApPYKN9RcgHsrAWHKpg1+VKiQn5SELXHfhOlp9vS1jlTZdiNFHUHQlOpP7hrd5KqmDYEV2oIYmwlKTHlLYypcaN+lVr5FDzBBBBII0uTOljHicylV3GUGBahXt7VZpsXFstCH6Itedrw80nWyrfh2IuCQTaxG2iocCBQWuFFyIYR4PlT+VvI97eW2UagKzhL3tyFJ++wlqdfYhoOdWhPEQlNl66fowb6Gw1AvNxW+6qYydbgVnnWH1rS1AWp1akTEagtqzDKVXGigCQSAoaAl/S6hT4Z5lE05syRGDj3eDPwvFq1GnxPe9BlIXnazdUfNqWye6UHVSVWNiLA/KM30Td59nGalK3c1Z9eFMSRVvu4flNBaI6nAriITZRAbWg9m7pSQbAg2TqbDODGsW4tq1UnsoXFW1y/AkNZUqT86FosAFAjUC4vYi1xsN07cjAoON3JWHK5Kp1Oiu/C4SxIRT1OEk8RBIU5HWTZbZAUnQpWCApIdVXddyh/t8SlVrV5GZlvdH75qlGrVGqmHqjUKihKeVnxWhlqUcEAMzGDZK3EFNkuZUrAum4IF+ss4tw5S258rBz8WlsKUhS5DSkPxVgeFKT1oOlwlywNrC/bbTVfp2KN3NZ5r3eulwpUj+tQsj8Nx1Xcdhw131CSBmBuBcnYvxbiiqRcLuT/6LfffjqS1zrQVFlKyX4Tmosk2sTcW0OlriNB3LdyuMYkLqDa20iYxw7j2jT5TdGdxi/S+OjixX5DRkNZiCVNFV8yVDQ62AubgaDYqoNKxu7Pnu1R1ibFYV0OxZAV0XsXELSD5dVjfsNb3O13g3e5u03q89uq90sYUxky6rl6XUo7mRMgBSiEPJIKQQCQlw2VcFCiSLx4+LmsOUt+LWaHTmH+pLVUpcwJQ8sXSppbyAEpdQdQXkIJvlKlkE7TaO4/aIxG3Af9MLiDr82vUastxXWn/vTXNRVrVmRIReyloWe9uxFzY6G9xd04LxFhzkHPelJfXNQ60qO+06Uux1ixtkUrIts6ggWN7gEGxCwwZUp7rtWwli2rMc0j+koEd2LkanIsMsmMAkpKrHKtTJKVXF72FmJu0rVZ9/OYclURD7646pUKpcBt+PIYJynK+3dKwFdJuQpBuD6ljTaLteopZp2qPhzHfjCRjLFFZpvFocKo0hcPhVFj/bLOXK5ZQsFC3kb9iPMbKjfjueo1BgP4jpdDlU6nVFCGqvKi3dYiqtw25LzdyW0jRKnUiyUi67AAjRWFKs1Kdf/sEMZWlx12zR1C9279yNMwHkDcEg6RcX4/w5hyA/VJ8tHAitZn8nhyHzPoLdyRa3rs/aF2bWg2sdZnbBLv2XwQ3S8UYYXOr39VfdaRk5pQ8Kl+RJskhSSQRlIPltf4f3pYywbFcnwKhUIXGYyzKTXmv6vqAFtvIvdspNiQSDoogG52iyd/FG5r/slEYlQmEp+A60M7OpsB2GQ65VAlOhANxbavrm/wBo1ea911nCfHYXm4U+ArNwV9rPsOlJAPYgghXkbWIzLLFVcD3ODvjMl4RdaxbVGJ+I8PcCosJ5V2Uw6VJesAUOixsHBqkpIIIv2uNpFSxRwpTeEvuU1fCS1IhzEZ1pYPSgtva8RoOlJKHAVJtcKIHR84RixaW0201RH1xX18VC4t0rSlWpUkEC1tLA62BGvY9cQbvqNRsbsY8+00p+FUUda2mkZob504oB1sVHKUqtqbEAkAV0+n2pkDGYRT3fcp3p+I8L16BhzGVWXhphGVFImpil+GpStSkdQUlSiLhINiSMpUb7E8NNegSqliiLjGVNYWwjOliUXY/FsTmCe5SpI1JAINwbEKSa/GOM4GLcJP4cdZpb64s1dOnxXWs8dSSfhyWAdUpVcXSCSDcWXYZFK19vKXWX6M0yw4ibHUlqaiYMsjT9EsH+1yixzABQCTmUSoiwxTCICpzifk6pby8ZYjcan4Ti06iPvp4E2K6FcRJ11SEhLRItpqCOxuSA4I9IwRhLBsSfFqKPenFSlqQ0vK7HmAXSgi+oF7gEgEXOtyDQbs4+LWqpyEqnom06V4k5imRFX2UUggoWkHvZQv3skggsuteznPdnxMUUZ5ibKbUh2RS3UlHNJSBbKFKKc/rYgE+ZNjsu6bj3BF7LHLcSLgfHmLa9F+1tew9RJSKX0vri3alPNAEcRCbZV5U3UUixCRoD4dum8bHmF2sL1Z2g4TflMTXUSHVNcN1p5N8vFbVqlwDQKSRmSMmZI0ItcUUOfAwk3Kw5h5dOhVHM1IadQczK7qSQpJAsoqukLAFj3IJtte7vqVRp9B4Uqno4605JTSmMiswva6VCx0JsdRYmx1I2pTc72dsA+s5+JAdhElQqdS8bz4kWl0P3dNhZeK/yq2kuNX6i2q2moyqaJWm/UCkjrY2OsRwMG0vlebyIiqQl/Ig5ktKtfKBpnHiy3BtqBYEi7xLhBrCX/aOg0nJ0cKQpp8oS3bwrVoVBs3sVWUUm1zkUpSUNX667i3FrmEpTT/Hm9DsKQoMKSsozcEuJNkuqFyhdyAQkaAkgHVLHVNnyeBOsY2sFjLp2OYEppuLAdXNWwnKt3MM2XyuBYLFrdR189SDb6rFYr3uFx2ly2ESkOqdYan5VJzAEZkqvlcbN8q2swWkKzA202F91UWjVlqfS2sGyqiuE7wucadSiQ2oE2zthSVNrFhdJQkEm4WSooB3Had91uUuVQ+I3xVZ4S1jO5a9yhTicinQAbJdACwSnMgkEOdP01lNID+5L6Q1sIsK7U59ZgS6D9mXKdzWVqqUl11bsPXULSSApOVXUkqQTbsq4N4WGX2moDkCBUZVYreFIalLgOyC7N90di4w/qt5DKiVZF5lhCiU3AKDXb2Mf1SgxXML0aXyvARnQ6tpWZlhV+tDbqeIkmwJSoqLZ7FYudhf2dN2+Lf5y2941B3hIlVSlq48h1DWZp59KFAtSk+Ipca6SpIBBKiQQQTpJpQ3Jm7TUETmGUyXFgRftH9rEVTlXVMPxZCBAmxelI4ak2KOKLgggBC03BsSNqdcnFFLxQxVJVbqNEqK460KfdihaFIRZI4wuVoXZaTnBUCO6iDcOrfVRZVGrOGt4NBwbFxDSK8lPLxfhpyuoaU9ypkjpBIQvhlzM2vRJykBRTcreO7XsR/bejU5E2lxctNmUmaktPsoOTO4rUFLodUpJKb5QhAUBpetemWlvCHRFA8Y8qTiafyHCxHiGnLlPx+djz47GVEpCMue1rpK03uTcAjUE2OVFb3qrVMUQJcqK8uqQmMyUSKa64npQoZrJSbkoJSop+ILEBSdcxt6rD3jbvmqK7hL3diigyl5kx5C8j7bHcNKWnu4hJyh1ICtAFJJu4RWFXMR0bFFSpcqn87QZuRSo7shtD7kewSklTYzIdaUpSEv2JskBYWhagq2s1PZT17gbCdPzCmj0D3y1AlRashh+bCQhSF5kqVYHK5luL2/WGUjQm4FhX4Nx9jfBrr7TtDQ/nnrgcxFn8Xq1KG3knKpK7jM2vpsSLEHQtWHheLQcGtuz3kVSl8wl2BKdayTY7C7qyLSnVRRf5CQoagWISkDj1XC9BxlPpeI4jDCKpHSliY60tTDiyAUhw2ypvokoWQdQQTYhIKKySGl1dXXcI8429KVvGwHSZXu6LzUpqQxMiymihbc1jNnAy2KVKShagRawChYggFW08NYjxvQcOT3YVLhTVupRPSgpS2tWobcFulRUAACbXN0qIJtDrGJZXuZiVijDD7bCKkxPalReKxKbtlYkZ0FJVmbC1kqQSFJKFahYVtGwnhqqfbKpQKzUUIlI++0tchXFhzkE3QsdygrvoQCAUrSU3TYuuu4SLLDjEiVzBnIby6lRqzk5qFKXDkJalFaJDSgOnKrXItBACQCScwJPbasxNhnC+6WAxXpWIao/h5akU5+Uuz6Y7BcSUsuKFuGB4cznc5LkEg7UlWG8HFuN6tWZUuFh5CEcq61KaDr7brdrZr3ug2uFEkkZT2AsF7661P8Ac32oaqMqnVekQ2mq9y63VUmtQ1AAh5BWOC5m6kpWomxIS8Qq6B1+o7Qo2cR0UiHubwRAptU3abwqoxV6jFStipRZSFMVBFkk8aO4Cyh0WJKcgvlVkWFEoKtrWJWortd4rtBi1RbqpqpEBIYanOqRmDq2MxSFqQRcp06jcG5BVbK4rXD3g4DobEXDr8d192lzLSIUWahd1gFHUhpaxmSsJK2lBWdsG6gOyd8EDFE9iVFpy8ISmFJmx32JQmx3HQuxbVxU2LarkFKjobaEkA2PjBW4WXETe7PxHPpLsWhriyoUh2OmRAWlHEUAQg5T0X7pKSQCFG1sxBqXazi3FFUqTtBwHRKdXkLW07MYQprmlouCXG7aL0Nl5zbUEjuaadjvDmI8ZUWfg3BC8OzZtZhc+1FumnTHTIbTxTHUShi5NypoAG6iUknRs4wwlPo1exLVHWWUceRHlQ2mroWpZaZUpd81iorCsqgQFDMTmNr1xuk1vxBvdDjLG8XEc+qYolyoU2nRXXXYqrsKcazWU8g2yuBABukqKwDcAg7Xe7DfTu5xbU69G3g1djD1XX98gVRDqkw3Em+dh8AFKb2SoXAJJskqII2IMRUGLjfDk912oP4eqK4CZTCJULOvMEDMQQQlw62KU3JFhZJsNkJS9xNYdZ5/CVbi1edFSpMqAh0R5DibgK4Dqwlp0AEFUd4IUQCAF6XsPGUNZczee5rf9S681VsG7xvddapa4qWqdVosoSFzopIAZeULhxQVZbboJJHeykqITtZwRvL3g4truCN2mIWfcleTnjrdkBLEpTadHEErBZeHgWm18pAzEdxTB+63Fu7lpvEdewctzCiMrrrTEBDqWcxN1OMpSVho3IUUgJFs2lrjQ7FVwlPgRMORYiEUt9XCWl1DkeY2nL0PQpByoedb1UpAcDyU6gkG5IQH5l6tOKjmLugR69u+pbe7SVW34sJhcVT7EpDSo6pTbg4ZcSsfd3gtPS82opUBlJ1SS19z/tCSseO4oaaqFXw9NwVMTFlNVJhT8dx1IBUUrKivKU9KkrzFQUhSFqIBKkr+C4uKOQoO9WuVR+iMKfa+1VLaOdSXDblZqciw2TcKBcKSokHzFxncvh+q7m8W4oGCKj9pcPV5HKv4gdWnLUGDxEpSU3NnmnnFJcaNinKtK2ykoVsQYxLuG/lnopRsSO1mAxXuUR8dpK82XqSk62zADOn0JAJHcA6AQ3gbvqDvBlNuyq3VKd0fFRAlFrNa9lC3UlQJukggpOottluu79N4OA59JwvQaTiGat/oi8qxmRITmIPAfCVoXbsUEXQMhNs6QbneVvF3jQKXAxHgPENUlU6rtKTIlP07hVKjyEEJeZmxAkBbiScyVtBsEAhSb9RF3Kw22Y9lep34DTYFSxBRouDXIuPOBNRFjpS7MfQMryUi/FUoatqFrlVwAbquL22Srze8HC9Bn1SL70lYeq7q5TDVIqTTr6kC6iUBQLTisvUQ2cykgnKQDbnusr2Msb0HlcZS6W/nSnhVFp1DsOcoGwUGbJU0o2yrbJSpKzYoFyNiuh4I3c7vnZ9ZpbsKiP1FPFd4UpxqG4+F6OGOVcHPn7uhGe9zcknYocLGare0MWHmLLFeO8B4IwvRZ9ew8uo4XxDNS1IlU7iSEU+Z83EirUVttE6hTKwtC7FKTcDYfn4nwlulxQxg2BiFiExXsztBnw1hSVO6rRHUSlJbWojQqAGbKLpLiQZFaw3WazKqU+qS6Cx70dXHXKpd102oNFdkszEgryuJVYiUUgDUFLYJUilwNJxlg2qS/f2HkV7gNJizMOTYQ47bGfV6M+4ogrCFZk3KmyhSgFuAhe1WIaaKOHEv8EbwXcW7y3K9ih6byS4So7XFaTDWqQy4c6XCOlxYygBJsQSokAEbUe+HfFVKXvGw1FwRSX180pcWotT+GpCWi2uzyVhR6c4CehRBCj2IGwPvC3bYonz2J8WW/wAlNlIdhJXS5EVMdalZUtEu/DeISpTaQVIWAqwBJBInvLhb0MJVnC+EsRxOSfQ6tcB2fDdaTISUqvwZGXI4CE3yA2T3KrkEjRJw/Ecsbf1TKDym79rFdLfq7a5HCo1Z6cyCsgiMpVg63mJJbUQopzBBuFKBh7OFea3jYIQ0zEqlERFWlSKSuo84wykFRUy26pIcLJS2UpSoE2Niq9gUdhKh4SarL9Bx5Sc9Bq9R94xZT7udFFqXVncbUOtlt0HI4AVtuDMSEkKUXnRg1uWx5g+l0aJUX6RKdWiRkRx0cKwQcy0+V3EAK1JCL3Nr7HWQ8XO9GDgjFuN4lLw5zWDeSlJUiBWYoXDef4gstlSVHL8UZUkLTe6glRNhs+04Lqler1JgfZ5hcKkKanuuo6uDIQtS08FR6rg2/EKsTqQQrH1Mgfzgz6DKiInUuo1FUqnLkR+K0zIV8UXUkXaJUShSrgpIadBsXUllSd5dGwHuqq1ede4C0Mcq18Xp5rJkbb7EpUXLAad9dQNoxzEbX8oq8eTsJO48nz5Ty350pPJQl51KaSwkFAsgnM2AvOSkWBOUgkWO1HgvFtLo0B+jV6nyqdKQ+7ndYupPdRDqdb5SmyrEm1yD2JCx/nSpf2tiRcW0/IiFKYUl9hgOr5VxXWUlN1BQsVKQQSV63OpDe3h7pKpAdlysOYsiriykJXDmZFKQ40tCSk5SSoEi2YAk3vcXAJyOoNaT4D+8ztXZv4WWDGJKphyK410VTDznCmK5278fIQLvM3UlTV73UkJGtx2tfhWcO0ue19qMB1yr+7mEqf5CK6eKzcWW2y5bMpJtm4bgJNiCVhQO0eLT2qzQaTS3YjFUXTktSmneLk4iSsZkoyqKVIITYputSTqANQT7dzK5CqV2jcZHuuahK4sXhBXDshObIogmxKiLHtYaDW3V6lsY+YtVe655ioawtiPG8WXRncBoiwvFzr68qnPO4GuUgjVJAPe4I0270ebXt3OKKLKlUl/IxkptU+AFLTHTcBaVC4WmyrhQsQAoG1iNmHJrWI8JV7hSq5F5V9CktMPr/SW7lCtVEhNsyb6am9uyz3hbysURZXFaahMMOO+Bh3irSnTWxSCdVJATrqbG1wdqX2Z84J7zb7jfxXWcL1mqVagxWkV5c2l8VpCGs6cyFghSfRXkBcA3IJvcbUkbE9GwlAYi+6UUthak5Gl3yNu+EEKVbLfQf8bX2EIeLaXRorGI6XTv6bitOtSo6epqRpYuNm5RfS+U2AKVA6kHZfULeq7vVpbcCs4TY4EWa7lmtZmlMqbcIuFdrGwUQbg37g2G1V1a1pkSpzs9x04lxbPdacitNLYlLWnIvTKpJBNx2uPMEn1F9s/73JE+lyojTVQW/wBKl5smT/zPYm1xcCx7fTZlV2uz5UByl0akvsPsZc8h1BzJ6QbgdxprrYEEG1tldiei8+1zVZxCwta3c+Zd+pOgBSdLdIy2IBBFiBtgdU1r6hNgz/6mfazMMRcUytz4E/itS5XQ6nMjMcqrG+vkdL6/W+2hYFcgT6C5A5RHNP5eE/rmbvqOx8voDfX6bZhr1aqlLdfitcrUWIq0rYVqnMn5vIkDXXve2l76srdbifi4IfqlZeQibCWprIi3gV4CdbpvYgE2F7gE2NidCutqyHMNo9y+5f4hxF7moPPypfx/Appah6aZTpcC4Pqb/XTOOJJUqvT3HeL4/wDzKfqP89dm/imlYtqlLfr3BRkWhWSO70oy/XyHYa+uoFwTtGwjuyixYDbuI/vS32lOrY+ZlQt2PaxJ0UDY27XOnpdr3Riy3mI1ulSqXP8AnyL8a/2G/wBfUX7X2lSpdUlfdYDy38nWvo6U6jzt9QBY2uRszsM7scR71cW/ZfCUReRh3LKmqaORlF7WJuMyvRIvfXta+24Nx/ssbud2nxZVPRW6itGR9cxPFSq/fQ3TbysBbvpcm4Ro97yAeZ5rQsK8g027VGVrWvN0oRmT9PTS/n3+m0n3NPqnDixYi19aciVpzZVm9spA0uO4v+It29cKhuB3I1l33pP3ZUFC/myxwhKv90WT+7a5oWAMB4c+FhfBtLi/32o6Uq9dVWufXUnXXaT0/nOeIwoz7nmzgz2Zd6GMsONtUvCcqK++pSXZDtmkKQCDoVWvfyIBGgNtCNtreyXuUpe6CjS/fLLC8UIVkfkKspbjRAIAV+qCLAfTy83nMlQKD/X6jFYWv9EnOOpVr7Z7x/vqgbvqy/P90za3NlKU6iPDR6aAa2AJAHUSB3J0udn9OiULwJJfZxNRQajw+II3DK1p+X5frsosY4cxHi2U/Rt41JYm0jjq5CpQLqfg3JyOZTZXawUnVJGumlsEbyvbB3l1TGTeLaM7NoNEiqTFdgIdyOsrIuUuKGmb9VQOVSQFAkHYhg/yh+N6DFb5Woxa31IQlExPXk+bWw8tAb97XBF9rvZW65zGB5LmN3HVDr27lpyjVTCb9UiozcrUouZTTybXzAgGxtqUmxBuNfMPwRjSvYtdcgRYjD6Efovi9eYH1ta301It29S3Cftlxd42HOLAqNOpcpbSefpc9IypWRpkUrpUDra9jpaxG1ZNxhih371QaJS1ofVxVLhteLXxCxI7+ZA7nyO3kuodbVCa62OR8Yilh58YzUQKXyDbs+IxFfQ0njoQvMlSr9xfy7X02qZVQoMB1vleVQtC8yVqur17X002TFUx3VHXeFWeO3nX/aqypz6du41NtL+frt+x6m7Kdb/9Y9B9P+t7jz289f8AxTrEwi+v8QBdow6pNrzspx2e6tcXP0Op/RJT5DTwk+h1PkTsNzqy1KdYgcFC0Id/ToT1d9R+BtpoddnbuTwJ9qKNPdrLOenSo/Lra8KlJI7g9wQToe4I2RuMsNSsJY3l4SdZf/o6YpPFVb4idCD+aSkmwtrt9E6Ky6jSrc64JhdnG6E8Y8XiNRc61sePpP8ArrrtJwrCr1er0ujUurMQlrjqd+KnN19rWuDexue+lvx2qaTUJUCqNymmf0iMq15M2ZJ1sU6gjsRofXbo/i+g4cqk/EeLatFQh9rl2o6EZlOJGoN0i+ceSgNPXuNndZqqtKm5zKgheZfYz9n/AB47hKfApeLIX3pGV1p9peVxNvxNlAkgdrg66gbJ/G25fBG7nc3VsL+8V/aGa1zq312U64sG9+9rnUed7WGg0vcYe16661ytGaWtHhQ7IWem3r5knuDaw/HQo7F+9Os48ntz69VlrWwlXLo4Q6bkkgHvrp3Nh6beVt/iGtX8BxLpqtjSy9mDdNhyvY3flYyaXKixWFKaadslLivPQjUiwHna52c1c3ZYIdxHVvsviZ7PNhqix4q+pLL5zZRcnVJKu+pBCR27ZxYxhKiu8JqWtCF+PIsfx/p+Y26s4hqjTvNc2+vP861Zleov2JHe3mNPLtQ/xOuPt/5l/rir7v8AiTKpM9pHdLvBiYon0+t0h/ioo1ZQ7A48V6OHHDGkqzZmyhbawkkkELaKbkkX0HUcVT6XhLmsBuwZtRlQ11KVHaaysMqCknRJOZtBUvTWySL3BuNlfh/fXvGadcagVuVNQ/FVDXFlK5hCmF+JtSXbhSDoSCNPIiw2PcDYP91/0o6zyUrKtHwllCcqrEi17DsNPTTbT6frk13pSI4vUA49SnwJVsWu0aW1jKko96SpSpDSuhSm0kg8NdtHNLgqOtvM7SBhyBAa5qU6hhDac/8AdSken0AHba+r9do2HGvivZ31+Fr5lXvbtp5fQ99huj0Gs43rzbVZ+6ofQpUWGjpU4oXug37m2t+1ge+l2L9dXQ3bq5Y/AiN15tOJWt1KVWZXIYSiZ1/O/wDKlPrb/L6+m1zVME0aBgN/FDUuU/ivDT7FSV1FSHoqVALUlPpbQgeEgAixGzX/AJmcR4cisV6Bh5cVjhKddSwsKU3fvcDuCe+h1sSNTbO2Lt4eKJUCXKitIYfYdXHaayhK8qiUrFx3BA1FtdL7Ji+5LP8AqBiEqXb7jjqW9DDnK/beA0hdLhMId4SvAqQvwgDyF9bagHT0unqPLqm8HG7leqlOlTX1u5orHiRHQToLepPdR1PrYAASwLEdrNGfpdUe66ItKlQ85zZDolYT4SBf9g9QAdEbha1gPDkp+LWXeA+/l4Tq0+H8hc2872sNkreppqNUukzgH2YPUPg4WMLCGEq9AnxKpXnVrQtGRpGQJS2gdhYW7eve/fZm0+gNNc+67ERn/WWjqV59zrtIbquHJ8BuVFqLEpEVf9koLT2+l/2d9lbiTfpF59ylusrpzGfLxXfC4jQXv2HfsdfQenr6a6NMmFlQGh9JnRYvwqX/AL68m1PUcYe5nfhfen/GlC/D+ewdUMbNVmLwsL1GK/09TqJCc3obDy/PaoYp1UlfpfH/AHl/6+e1iVeWyywT35u17eDFpsqeywv3dKTkRHaHw0qISSVaq7Hy/eTtKwEmVRmm6DXsJxVxeKtceYlIUtKVWICrd/oTYjtr5HUOhO8Liusr/wB22Xa2g4fad7bCXRIz75LWswxKSpSqNFi/0XTkSpS08LhLTkTlvrZVr6dwR3tsN4ukY8wHP/ovE8Wo05+LznQsKS2gg3SAsaEWIKTZQ17Ai7T+yv8A6TX/AHcu3CThWLKa4UqnZ2/8GZP7NRtTW9N+oTFbbT+cZlM/EzxVsUSsLtNuxeIhaOpL7SwlbKu4I/z2HsY4WxlvpiuYtgcq/iKEnxvqDXvBoCwZcIsMw+VZuRqL2JG1pXMNVmK7EqlZeRNpbGbn2mupafqALFSfUDXTtbZq4awdhyLRvemHKtKXFW0l1TTHxVJTbUpAGZQHmNSPO+3mChvvJs9SaBzz6mRMBUCVjKst4cap0qLUetp2L0IdZWO7dlaFYPYC9wNBpcFWJN39ewvKcoOKImR/xodU0Wl5T2zIWAbG1swJH089jX7IUGjYo+1FGxZzXvF3itSkdakrB0sodiLi6T++2zB3pbwqzWcLxKXjKnQquwjLwp6emRHuO6bd0nS6CbeYsQNhPo60zHO2uIlqXhbEdGo3vngvoi9WWRkKsqQfO3dPkSCDr+exbujnysR173NKxZFpC33UoiypCyqPxfJtZ0UkHsF2Nja6SDfbSG5/BzWI9y32cdlsPofiqRFkeJTa1XI6gdbE9zYjtrrtl7HW7N3AcqfFrLy6XUYud1p9rqS4m3ZQ7KSSNCACPrqNm6dOdOm+vn8iWFSqJoWPUq9giqOYSx5E93VdCEupStQU1KavbisLHStFxrbUE2IB02Mhh6l4ti/F/U+n7tsPVvf3ijFGHKTgjFFWXKYojvFhTPG6z0ZbJUbkI+h1tpY22du6jfG600xFny8/R0u5ulz6/mLaXNjcbaFbC1fUVdVzLnEm42jQKy4660jlXPnyZsqr6XHmB6Xv32o267Qd2jT8WK8jItfQ0hWXKrUkpsCB9Qfy8xs2KnMdxHF+6veP+P37Kipbk5VUrPNSs+ReZSenwq/0B1v57J26d0b9Ae4GwfCCVR3yYor33WjUledafhZr5XEkeot9D37djrpWJ3RVTeN9/wB4LSIqOLxULaT8unQbjXXsRqOxvoQ514KpcCjMNcFCH4vX0I/Mi/19fXaDi99p3CTjUV1efJ/ZK606HsPP+PXbR0mi2edpyZNaEH94Bvs4Nwu03hLDkRlh/wAX3W2RvXxqt3B1Fj9bEa7KneTi/wB1te5nah8eVm8HTlTpci4Omv8ArprsWw8L0vBsV91qrLWiavivqd8SVrtpr3SbaegHlsHYy3eVmVK5p1mLKXKTni/eApGW9gM2mp0uDfUX/CbbCoJM0KkZOfcrqBKi0ult+62kLfz5lrT0q19T5q9fUW+m167iyfP4DUp7r/8AJT5eR8/w8vPy2FqPTmsOQHGuCtC8+R1pd/hunyGayra3F/K1idNpFHrzUWU/zTTEriJSlTWmbvbS400ufIWG3mtbZ3SdvqWYMBGU25xWm+L41/J/l5a/j202gvM8X/6HaLSa5Fn/AKJlaEfIlfib+h08trwt7fLOsU/T3nEyLRzB1bXCd/Rfx+zaawP4/i37fz261GN/6t1f9NvyO3wtsovugNmfc6BX/wBF+zX+Pw26pnQIvD5pnP8Aq9sqb/x27fv2+3Yvwvhfx/H8X2p6lBdda/U8P8euzPT9Y+ku7iSoLVNP2o1XhQH2oH6BhClcJXUntrYfgO3mLDZO4T3yynay/hLFGHotRpaFqW1Hf8cPrH6BxIzJRrcp1FzcWOuzcpFEddlcr+n4/QhGbKnX1uLW/wAtgip7i8W0bG7E9qkzUPuOqdjtLQhSJie5CFpNkkZdUq0IvYm1tvsH8P61epUEkTY0R7ozL9qkbqsUcCLFxDUaJxFp+7zYvMcFR+dlScqinyNibjuNTZoYYpMrCUDkGqjFq9OWpPClNKbkRZTViBfQmx7a2I8J1GybnboazXqNLlNRH4XJSMsprJmVFWScuZsAFKDcELBI7XI7BvUWl1mg8hF4K0PrQnmESGupSrWOYEAG/mSLH8RtuinZ6EPZHRgaDFntOSqX8BcVKc7Sl505fTXqt5DuRpfYR9pXDH28wH75pcT+kcPLVK6PE9HCCHkDQXsklVifIdu4nwZkCluuOxWn2EcLMvlVnMnt1pvobel7eVhsE0LH1ZoOMnJ8WX7xpDiuFPRl6FJVcJdKLEpIOiiAQQbEGw27VWItex/mBbxWZ+3fVl2l1RyBKZQunVFPCdQrpRmPZQ8gfO/c2FyQABwl0l2l1RyBxl/AlK6vClVibE99ben5babxjuBwli1pvFuA4i6W+wrNKpsXhpQ8nRWaPfpCiLKSAQhQUNQbjZfYrw3heqT6bxaiwxNRliynXULaQ56LebIBSodlWJA7XNxtiWdNtH2+oHtn5gy6mBAyQJT2ddRa4sd1rqS5+sNOxA0ta49BoSZ4VnT6zF/ouWhGJaWjjtZ7qRMQAL310VopJ8iFC6SRr8Yn3Q4jpc9uK1T4S34sfnGmFyB8ZFjZTCk3S6ki4BBuL2I0NgWHVapAlOT2mX0PwpXws/UrMkG7RI89ctyL9+9idkkrOns9SD4HiScY4Uaai++YvwOO6p1CPl7niNEHwLQu9wSQQAdDqYeGMduwIDkX4/3VHShPV66A6G59L6+WxyUfa2LPdivRcj6UTUtOryrbWAAvRPiuAQR52BGoI2TdXitUus8g08j46+j4uXqJ8lDsNdD5HyOz1Sc5hk4OZMwzhafjfm6o003UaXCkLU1AddLS3EkFRQlQSUggWIVqBlFwASQ0aVWqXApfKtOyoK4SOE0uQ0EqVbQtmwI7XBSbgjUHXZd0FqfhL+mYvH4/Wp9DSApKkX6s6dbqtbUaaHQE32K6rOoNZwv9qMEYhXx1/wBapczqRqR0AWFk91JUNfLTU7a9abUmhSm5eJ+rqdGantz4FWYRKRmXws4Q640rxFIvZwC2o0JA1BNr842OIHvmA7wpSISF8KUiKoOrbSbAuNgg3tYKyAZiNNTYGPDoWHKpQXHZVP47CFplMIzZXYbtrLQlQ1y2B7mxSogki+35RE4NwvihiBPpz1Offy5WpqTwnrDRCVm6cxuCCCQbWv2Ow87ZJ2rwYS4qrk92VPapdRQ/yrSX0LR0olIIzJfbJJsoWsUmxJBBBIBBdgLHOI/s5wnXlyl5EKVms0+2rz6T3ukXBBsQR3OgA95lZwlVItNr2EmkReazwpjCVjhKdFkp0J0WDpbTUWP0psDYknwIrfCZbXF6mlpV1JTqRbyUlY87eeottm36uzuBKxE7bE9fEalWqWI686xKgVGnLmoQlCItUayJeTfsxITolWps28LqNgFeZD3MZ7xqNiP3M7giLnfWl9OWQ2lCpFsySCpIU24bWzXAJ7m51IqLh13FFGnu4cq3HlIRnXAdd6pTRJzFlVsrqkjQoXqb2BB7zMJN0Z2l8q1XFoqlLSlceLUllWaOb5si7hYQDcZQeki1gCAKXVZvG4/+jKoqbMkyTM3m4oxG65WaXSX4T/CSiqUvi8J9t1IAukgdQcQLhSexSLAnTZdYZ3wz8JY3+1sCuVGdToqlcVp+6lcqT1ocSSQcupJB1IBFiQAQb3MTtUZpjhMoyTWlZFtLP3fTKGj5+qgmwB7ix7jm7XCVZwu6xvB97MZJUjhIYqLQQw4td0ltSlApyLzZTewuoApOuy2r1NiWhEJ4wTEzX3mASa3rFdi4ypbbuF64wj3pF4rUV2zsWYnuWxcG6bWISsFQPckAKGesZY3nz5/82nNv0SozUOpYjyoWeHKUjxoSv/aJt4SQoAXHmdrzDWKqXKlS8L+6UUuncVTsWOvp5F0k2bIVcWCr2IJFiABYgBa+0NC3jUFp+TQcPSqpFfTnfaautSVp8LiLKLiVBPULZj02uSANvQ02o+L8kfnnj+8NpkAuw8V2LKhWYFegY8oNPYp1ewvK+/oiu5sqU2zS42YBTSjYBTYJaWCSttQz5tX4JkboPaRnxJWMsMt4bxRUXWucq1L+7KlOAJALqcuR4LSkJKTZaRolZGVKEXuYr2CMb173Dvkrn2Nry8nAqjqG0R5jvhCC4oFAdNzlJKSo6EkgjYnxHux3gbqt5b+HMR1akVHC9XRno1ZhoLSZCFX/AEgutSHEG2YpJSRlUDqpKXyQTumxaEUZmw6r7Eu6uBSuVwbW6vSELXxY8J10TYHGJvmDC03Rck34ZTe5JBOyEiRKpuMn43qmI8PQoVRpDuSU1AdKo8hKmcyHUIUQkB0KSc1r3FlEEaHjPtE7y93MXD2F8UYCm1R99pKoVUaaU7FnNJRmPxGysJcyAqJ1BtfsQCD+0LvOgYtwa/XseUNdOflKjpgLzhLqo/ECjc9IVZAUQLmytLCwJaFnhuivdzE5hzGu8ue7WsRxasuloW0jhIS/mUpoFTgbssEoUM10hQBAOhsdOUXGHFrLFZrNc5rms0VS3XQnoc6VIHy2uq5BBB0I112E8YV2g4jitxcOOypS5sVCn4sCzU1xpaAlLyQoWWltJClWIIAJ7g7XGGNxjrVGiOyq3zVOQrmE5klLsddiCCldsySDY6DsO5AIxrun266xbA5GPx6itiI3JkOnSncOYtbixYlU/otaoSms6H8zRKRYKuFi6SOlYUCQkhWmXYjxBRKNuvlcXFFcRQXFtc5S6oqGtcWRHVqbpChZxJCszR0uBYAkAj++lTWHK9RapS5fKsTYaXUTFJcW02tHSUryJUoi5QkmxsFXPY7ah3o4Sgb0N2kCLWcPMVGaxSVzGkeNqUnhnOMwBIzIPlc+eugBrdMF4hEo7wi3w9v4gYSwuxPaqFLq7M1P3WVAf4rD2UgFSbAEKBuCgnMnzBFgCzDm9yqV5qpRcR05jIxklNf2qVMPAAkKCepBBKVNqHa4IFwdsNpbpdBlNu4Xok37POSOYdpbqTxY6xcdBAspJF7HU3FiTqNnRJxvAiuwKpQZfNUeqU11pLT8UtPtrQLqbzajONF2tYgXBBBB6renBPEEdMUbAjCrkOK7iiJWaC1noNUaXFmpQ71MupsUIQoXzdrpUSDYEEkjUboTMWvYjgRapvImsIWpUJT+TMpShqA8Um4Ols1je1yBqTV7iY/2tgYhw5FqCGH32lyGmkXaW2+m+oGt7Gyja9/MEAgiMjENUi4opMqBToXvGgz2otWhKaObKDYrsASlQF1JWkFJBSoaE3i0huZ1jPtws9CcB0LDmHKMxApb3ER/dUVpzeZ1v/oLdgNmQ9UOLRuK196YYRmWuP1qb8w6ixzXHmkdx28xsnsBSHXYrDvGyL8eVNsyfMG4un8NAB6bFjEaVFrLdUgS+VlLXkW6wgpQ4rsSpnUpOgzAXB0PnckCjZMwFmaE0esysR0ttt3gPxVqTlUrq4MgXGhsDkUPXXUgkWII5UcW4oi83FpdJpfNRelceQ6tpKbjS9gSAbXCgCDa1u5E6pzfs5XnIFZaYYbqMfiqdYWUoeSO7iRewULZtSCCAb+WwRVq39o3Z8XDlWYlVeiZWnct+FIaV2OYJAChYECwvexF9QnXe1OUMaKMMStk76azPabgT8PPTX0SuFKhQFhchKc+XiW8JTftc5dLFSSRejqNDwbQa8/PqkSKulvyOTdTI6JFPzC+frScih4tUlJT1XBF9p6N5tG3c1RyBF3WzX8QzY6ucqWVqOtLQ0D0lalZUN5rDM3mCgAoAAWGO8f4E3770Mbubxt5OIqLS5tBncJPuF1x9MOOdEWbXkCnEAqCVJOdQUoAXsNmX0teqQWH2JpV6RHAYe5rDHu7be/hf4uDd7uGlsSlqd4GIKapKlR1W0SpDgStSReyrpUcw6rApXeSMWYS+wfuvehjynSpsJCeYlRZGR9KRom/VmBGhQ4SVetyAQhd2m82g4ypb+7lreF9qKjFjqXFUxlYfZdFxw+GAsALBWlSVXSDoOGQAUjEx9/OXvGgYcoOE+BNhNOo5yVHMfLHOXOhasxFgpISW1XBUEEKBAAvSbCxUjiEWuy1sOfU03W6n7KuPPdtBgVanYrXVEL93T2qlwpjbqSLhLxIAcSdSy9oq5FyNA+Nyu5X+a/C77tBp6ItRlfeGH9FNOO2zJIVcpPpcE3FyCRrthjcPAwvA3jS930DAcJbHPte9kPpSl+CtWZxLZUoBYBSgJsCUgkgWHbZWMcfz8OYo+y+DZdRokWVTc1UYi8NXBX3EqK04FJDjZ1KQMi/MX76C+Cx0+gI093FdaxbFn4NxlRIsT32wuUuEjqS3KAHNAeWqlJcSoWueIbAgk5ZxLizAe6CVijBu8bCa/fbFedfadadzR5jufisuqQ6oJAcaOZagb9RST4SC/dxiHfJKxHPddw9S8SoosqPVmJ9DlcJ2UwSk8w1Gcscq2wpLjIWq2chIBAG1P8AyiOCItegYX3jfZ5+t4XqKOSq/KxS7KhrAWuNJSm4UUpCpDbiSCQCi+UA3qW3fbI+2Q6vvWoO9BpjBu76JCwvKlRWn/d1RU2jqI7MnVu5JyhZJTqAQCQCGS9yO8GLVG6XiN2c+xFdS7FnyEofS2lSrvNSLrKkqSNCCFtlNgC4noARUN2m7T7Lt17AePH1yqdFXyEKY+Vqiq7rjoU8M3DVl0bWSU30ukEB++x3vTqeN90GHoG8Vp9+tMSpVOdmu3SvI28+GgpaRbOG0NWJISoKuCDlCgcW8NFb2e0eEMN9MeLQcBxKXFeQwxwkKakaqSyq6AkhVwqwNiFA9iAQdQUXhPFlZo2I25UXE9LhVuotIjogVdpaWOOUk5CpKSlSVi5SvLYjuAcwGod4VLwa1Fl4Nr2LItOW+hK2OaQnM2o9ilShlIPmkgAi410IzFvjwRjLAdZw9iil1Gl4lpD8hMCRS34oWtlal/DdbUm61t5jYKSoFGcghSSbS3geJfTMAu1+DGPj/GmKKpRmN3O9DdwtEqosKfgSqDKEWUpIC08aE8q7CnmlqBCS4AsKUlaAF2Obqji3fJWcOT8EYtreTEuFJT66DW4sUwJGQlR5d9tXUwSnIb2UknJmKwOJtpbemnFFL3BYantU9iFXqDiCPPhQJE3NHVxuK2uI3IeASC4l4htLqkguZEZwCACbeLgWg4yw5AxlKwz99lRUsKlJiuKUpCewW1dK0rQbgpJBAzAkEAgpOF3QvgZgiXvhxbAwu5QcZS/fVbfWlh+U0lthSdQlDwCLBtSCSNCEn6XuC/dNi3eq7g3FlBiuvr3gYNadlUuVFUhMqVSF2zsrQ4Ch9KCVO5VZgoHKUqBUNm5UNzGEqy059nPdb+RpXFaU18VldiOykgkEZrWuSNCLiyrp3AzsDEdF3g4cw8x7xhMIafaatmlMAnNlN/GWzlKSbHpsRbZSvXU3cKwP9I2joftMzxgbDlBxvA5p7d7KwvUapMXFnu4NkClK4rOYgrpUvNDCghJUVMllVrlAGcjYSq/swz/fMujQMesTc7vwJHut2Kty51zsKV0qAukhsuJOoCgCAX9Ud0c/C+MqlzWIZS8Pc6mfRlOvlKuXVmcQEOCyhwyotZFk24d7ElZNpWnPcLvFdp0qo+9HU/f+EEqbzZilbhGiSVkAqNkkdyLm1rLhnYPcrayjj5gHu+3H0bd9KpMqvU5cqbFW0pLUeV0JWg3uFJGYgd8qvD0m5A2bu9FzBGEsZRKzWa2xCwvyEOb8WPkQlC0cNlwqBys5i24FKFkkhJNibbQqBhDEfuufi3gzavVKW1wqjCdUhp1MUpKQpk6jhKOZRvmAVYBQQQR+7vMW4IxlFl7uZVRfrUqFxVNImw/ipYecJWE2Fj1i6U3C02ULEGwFZb9Im9+YMtsGTAjedRMUY3aprWEqsuVQeKpSGFqbYVMzapaSpYIbeNyUKBQpViAog2Jrgrd9S6W7TapiOJ7hQ+jkuPXIQRxFg2LansoU07caKWAm58QJAN7iLBsWBKich8enojqWqKu6EPINim4F0m2uosPIpHfb7XL+1vEo2I6hUeAtKFwkx150Jdb0QpaVpICCCEqCgoaa6EWJRqF1Cbx/iErvQiB+L8QV5qU/gP7TrYYpyerjwypUpgoOgWgAJdQrUqUChQFiLlJBxuKxBhyU7AarNWizZsJ1pqRK0YW4pJu04oeBSwFAg3IJV0lOYo2h4ZreDZ/IVlqkxX34qVR1QMhdjpUo6qQg5rJKrWUnRJOWxvYseo1OBF5v4uHpT7CErmUtVNRx1MK0BXcZXW+kpSpsFV73trswksbYo98+72vT95UvG26XE0r39T5CcvKodaaSwQEriy2woJks3BvcpUjiKsUmygzsdUSLPw5RapheHFm1Gnz2ouKMOP8ADmPuMLC7OBPQt3NlISoAEgpNhkI2r6hjF2gxffLsRugsTUpay5XULzJtlcsrNZAQMuRZJIIFgACB/fyao7Aw9vBw5XIqGK9AajyIsjxMrRYqDEgG3zlQByqQoEhQBUnYsnPjlZduz932Emn6W1n91zUJQppLTzvSDlQspWSpK2yFJIWqwtY63O1pR6VQcb0GBXvtvzVHlf1efxTxVJSbBCkKSCUg9HDuFAXKFAgEU+Bsau7xsOT4HBflTX8yo9S5dLrXOBspW058tyND1C+buQSNhyFgqs7vsRsSpVDqP2UlJXPdjuqzx6fMTdJzJzE5SlRKQRrfLcqCSVFp8t5ESDoreZ5nJjcLFrNeqzVLlrqkXiqQppTojtKXl62M6SgIcyK6HBlULZwDYk96FUsZbvo1awHKiN4oi1RpUOUistN3eaU3ZCn0pTwVKANlKQhIcAScoI2HKPvQaxljd+LRqiunUtcdMWQmO/mSlaFnKkqGpbscyFEBYzEEAg2PaHjfBtLdflVmW2tbH+8r/e010tfzt3HfaxMdZFaXGDN3VBo2F2GouHkIzrS67H8KUrtZRTqSPwJOpPcWAn1irOtNN0uV0ZEqaiyktFbsVXkopBBW3cgrbFr902PfpQ96VBxk77rpdQgscdHwkLuharel++ugt3/MbXsGPFdiv8XJx38yeYdTmTmAsFkHuR/l+G15K+Mzpv3x/vQwHg1yg17EML3RVIrsV9jV9qQ0sZW3UuWuppSc1l90npUAdAGeyjvs3v4owvijB1UqDNbomHlNSIS6ugvo5gJz8O5uoILdibAKSVpVqbkNPHdapcCe/hzFEtibSFu8XhdKlxXVJGdbAX4gpIupskJcGY6KAWP7c/umwvjGjP0HBNWbXXqRFVKiuw2jGfqFLdJJbTxOl1sLIBSu5Sq1zcHaQ/MG7bfKR5dUwQ7xJUrB1RXKlKRIiz4DXHRydyrKttQTndZUlxKkoOZQymwCgQ19zVClc1UpW8aJFivwlo9zSmpS/dspDiQoqD1roDjilABQsCMpAWCgR9zlPwvhx1+l/aabFX/WuVrcUx0uOt5wpsryhLbg8JuAVFKtCbjYor+LqXjdrhcKVS6c4lbUrgcJ1TlnB8UZLoynhqSSSCoLvYG1yo8AbSYu8cYxpeLcbwHZWGKvztOkKhuyEysi2+GfguEoUW3ki5STYhQCSFJULbAkqv4NaxvXt1W8t6rynKjI970uLyudEpDPWos5DmWpuxUpJCiQm4BAOzVbrkXd87IoO7nBFOXx/wBKuoulTSk9OoKrrULa5UgW0JJ86h73DWao5WZ9EYRUYqkJVIW10x30qJQtKibhJUSU3UNDcH14uMxG21X4BlfIO6/EdUosWly8GuMRfvsXi2jrc4dgrhnpykEjMBfRRuBcX573cO483lwHKDhKW/S36c0h1pC+pEiPcaJWnRSTYhI1FiQSNLB28FmBiiU5Ar27eg0udx0zESmmnGlyF+TqUBJSVKSTaxUFDMLgXAtMK4yxbgOvUWg0urMLp0rMhqHUWjwHGHrXZQs6pKVAFOU3B01FxstZsij1bORzEfRMVY33fO1rDnBhQqQwpa1RZV0rgyFDM5w1gZuG4dVA3IVn1IN9n3ufxXS8L15uLPpL7FRqlN5pK8/FacyhOcJWFEZg5ceZCdL9kCXvMpnP1nn3adTpT7DSs6pSxkSkW1Uo6kABQBIJFx6aglFq9Gi4jpLs95cWVCkcrwoXxWEpWi3wzcX8ipJso5TYEgE5bq6OSkFYr59YkHH+IMUb1a9PgRfuXu6QrhTFqKEpdRpmSkA9OpSUkWULgjbhHoHC+FjyoL+6qS6mVAWPCkEWIN+2hFwNLDLoRsPVhNexRXp8XDlQXFfp0x9h9pqOEuuKBzpdQhxIQ6g9JJQq6b2uCLj+xBOdagT3WuG/9z+LFa+Epl9N8wSFdJNySka3FgdbDbNsF+7bZ8/iCNLj7oy8FxcJT2pdLiurmsIdS6xP+I0pKe6dEEBJ7k2FiNdDcHv71wRAxQ5VIERE2Eta/ekOE6tSHFLBzOdJCkXKjbMLA2zDUbAu5iK1hyA5PaelcD3cl9GdAyKTbMQNdD0LukEgk3AuTtf7y6Zu5rNGpOI6DRFsV5GTjraUEuuJuMwznpWR2KSQVDQ2JGztmkwg/M61AqiGVQ3oQKM77maZfmxWGOFCW66Uupj3BQ2u2txYgG+pRcEHQZZxlW59Lny4rrM3JnW607KWPjX/ACvm7XJPl5E3OikYEwRWZTGI4tQlLyR0odYW6UqbdCO1ibjzsOxBJHkdkDjyke/sZSHWuaRToS1tcJ26k5gSQAewGW17g3v300X1+nsqqG/GIlYfiCGGYs/FFZbiz2eBFfQtEfxpQpQ1176E9jbU6+dyX0aC1KqjcV1ngQoXyKSFKSrTRWna9r6n0v57X0c+4cG+9Gmos34vRHS78VKTbS3kBa4J100Gm19gnDE/G7tNoNGpL/x865Tq/HHudFa34guokpJBIGh2Ho6BgY9y9ajE6s02LjeA5KgceUikOtc7FQhSWlIGZSXMyAFJuEEaE2Nibi1+sLAWMseVlyl4IpM2LS8/CXNfsrKgC175bOLAsMwABOlgBYal3PbjsObr6W411zZr+XiuurKk9gDZJ6Up01SAB632u8XbysB7uYv3qXFQ/wCBLDSwn9vp+drntfb0ffTTp5ySBJO53dBRt2mHG6NRmkcdfVKkeJbyz3JPck+t/psXV3E+F8BwHJ9eq0KE2hKlfFUE5rfTvtjHed7aOKPjwMONIpcVvN94WgKVlHf1BIt2sL9/LZC4ox3Wcbtc1VHVzepS1ylKWrNcEFCknQ6ef1FrWuRpqw32iGB2rNb71vbrwlhx1+BheIuqP5+Eh3wtZu3f6Hvewt57ICo+1/vflOuT3cQrpHWlSERWgpLyO+UkjpJHYgedwRYbI1iK1Kd5Wf8AoH3VdHjypt06m1wD387X9Nrip7vZ9Uit+65bGf5Hc2X6dQPYG2mpP7NhW3s/2R/pvaa9TqPtzz/SaN3Rb5azi2LVsR1Rpa34SeLxX3y6vPbNoT+QHoCRfuNubu8FrFs9xr4DFRRnRm0U08kHTKb5kEE6AixuSCR2WGG6RK3fbvm6W08uqVTETqZTqId0rjqRl4wF/EAE5UgC6yCRoSlPGl1bEfFfditRci8y18dCEZknRKwnQhSrgkCw7iwsBsG7UXJx8Rjq1VH1DHTfb8Si3wYNntSpeMqD0LWwpqrR0/FacaBvmWk3BSCSSqxUgqzAgZrKV7DjU+BzUX4HAyrW14lZT3F7nsex1vs/k4vaitcKs/dc6MqFfpVJSdL27lOoGvbUG/cLiu4edwvPfao2TlX0Jdi5/wBE4gnwX8kdwCBcaAjQAhS1n8YjUfHZAmAufQeO7AeWh9aFNOo/2yCOxHzAg3A/Ai2m2r930us0vDlJo1LaeXN4HwkxU5luX0SBbxHSw76egGijwvg77Ze6WmqStc2gu8hVIbvRIbjquW8yLdQHhQtJNwTf022R7OW55prEbdZxHT1toomVUP5cq+xv+A1HoTcbY+ppW25az/eM1ooGTGluz3T4on4cbn7y6dh6Ut+PnXCfhofTlPZDmgAJ8y2Bqdb21Gn8DbpqDXqbjfC7XKxWJGao0Fai/FkIN8zsRw/MB1cMmxA0AIBLp3vS8WwN0Fe+xNKXUMSVSOqBS4qelaludBI1GqWy4sWI1SPXZZ7uN22PGt30Sl16iL5piKlEhpbByuKHfpVfXz8/odtunpmmKDKg/wBRIKKvxGjgOhRcL15+LQpfNYeq8fnKc7mzpT5lu/08vUW8wdllv33aVTFu8Gmz6NEQhh+KnnXfD1IJA/ElJGn0Hfa4wjRcW4Ddbi/emIS8y1QJSSpGvzNqPUg3vcG41+ttp+LsU+64Djrsv46/0SM3Vr/H5ba3dXTVcRe60Y2zPG9XB9ZpbTdLwlW2OeyZnUO9OWx/WSDYHUXsbEHTz2yzvBgYowu6x7+dY5qUtaVoUrPmt+qvwlI7Wt5jtfXdMfdfiiV/TM+JK+9ZVZ1NHz/4eWnb67LfeB7OkXFEXhSnVvrYd4/UopUnyI0PVoTYEd/PTbz9mi1Ouc22nj4EAqf7pk+j0uvVnicKnLfQhOdaEJzKSki97Dytcg+dtOxtKVQOF/WmV58qv73mfx8/TbZu5DcvhzCWKIEqA8t9/pSrOjpyXCi2Treyrmx18gLbVntQ7tsJRcW1qvc3CpEpaY6Y7TSMqXneEjMVJHYqN9QDqL2Ou2T1DoNi1l6vf4lrKFZcpMiLpUBpr4sTjf8AyLq/d+623w9SGmuHyudjP8q0nLmv6HZiVzdXjygtcWVSX32MnFQ+11oUg6g6WKdPUC379qekRpTs9hp2Jx31qSnxFXY/T6efcbeTNVyWhHBB/eJlTGhulwa1S6Nz9UZYfmysqkryfo0jtbzB2vsZYzgYXiufPKyqyNf8fT8/37dcVYni4IoKPg55vCSlEdHiTp3I8ref109Ns+V7EFedlS6pxkTeaa+8RV+JPpwz3SR+qTY/nt7u7qFXT9OKKPux/gxrAXiS5lVqk+soqkp5D63+vLmCsvnl+lx5+W2wtxeDcEYj3XsV51liVW6XI4rTq2il9lSTcNKUk9aCjQX1tYm1rDDdOmRZTTbXXn8ac/iTrb9v47O7dDvOr27me2608+inPrS1IaR/aIT2N9bEEk+dxcW2yuh6x9Nq+5qgTn5I9GCC7TmbO3oY0iwN3L8rC9QY94vxfurS5AStOcWza62FzfQgkW89sE+5K1XsR+9J7WdaJClyFKsnM+TdRsmwve50sL/TYixlTZUCqP16LidFXhVF112F24sdC15lNKRc5bKWQLWB72HYVZVK+BS6CytedGRavDmVbUg9vx9NNvT9R1I1S+I/aNIDiB+PpH2NxRAxlF6GOqFUWtPDoAq1u411BAsPPTa6p9XoNea59qtxciFpU7wlZVN+f7rd9R9b7SMf7s5+MuU96ROS5VGR1SXc3MX+ZQFx210IFtT22H8P7tWsJVT3DPeYXTpq0cKehGZMdR/s1/tuLdwLg6EbefXoQYBjksPUa7dZTn3GjQt57VLit0bBH9p8+QKU4rS4F/8AM6geY2sd4m4zfJijDnvmjRIVXRNaS7wo8xHFTcX0SSARfspJJ8rAa7XHs97p6M1KxK1WeVfWw7wI7viTlIvxEeVjYEHvp38trqp4ca3cz+LRsQzaiuUtXLokO8JpUg6kXuEXJta9rnsB329No9M6Jmw/2i3kpiFwBuexbRorjuLWp2HsjvxeYdKX+/0Ol/U6nYuxvvQ9zRW/c1WYR7rTmUrPmdcsNc+UGwOtgbm/ci2hdGpm9rEeI25WI6dS107NkkR6pnzZPPKg6KNr9jf08xsMb3sA1nCTX/rucBIra5SlZ49Nd4qc/fQnrt6pJuLdz32W1mp1FbfpDP7Tu5zK/B3tNz58VuqcFcqLk4TrDrvUlY0Plcf6g/mHLh/f3gNprhT2n4udKXV5+pPb+PP1/PFkrGWI4tZ5WqYefoL6OiRFVTglPa1lFScwUPPUHz/A0peJcLz5VFwvKiPomr/Tvod6eERYWuPGFZTbtYnXZmjqTr94wfxONZxNhUjetu0nu8Kl4mi8dfXlUr9nfS312KImIIvxOLkyfr/L+IPb9m2Dd3W7fFDu9CtUZpqFxIS+EuRKT0KQTopN/KxJuCCO22sXMAUHCUCXwqtUWH1wvEmQtcNuRwybpTckXVqASSOw0sAxR1qu19kqE3TFL2LcZVSfzTtRmvxUOqQj4WRWX0I0N/I38+9/PQGCN5+F3cONxXeJQcQ05Gd1paihqYgahaFeEKsNUnUdx67Z1pW+yVKdbdawdx4r+ZObhBCdfO97Gw72/f22f1Cpu7nHmF26zRpbdIxDC6uVlJzNSEi3Q4gdkntxG+pJ1BIuDl1LuhkTZ9siY0xPgOvRfekB5uLVJXU6vhZOaUCD8YWCSSRYL73JOp12W2I8V1Se19wyL8KJDS15kqT3vbvfzv39b7G9Wg0bFrTkqLSZVImsZkysqEOtJUOnPdIykX+awuCLgG52EKux7rle66pTkcfwJkIQUKUk65yFa2PqNL97dts/VdxWku7S/wABb6sUbvoDkWl1Z9htfXwnbrR+Ck+v18x53A2oMXbyMZb6ay5Fny4rCFtKj/FVkT5kLJtewPYkX8iSDbYWlVCltcRp1l9h9j5HUhPTe3bT/T189plObpcp1uVAeyZ+tp1K8qswBuNdL3N7eVhrs/o7t1e0mV3u3jLnd7uhr0Xm6zKw8uV7od+/sIst1lN9F5L/ABGyO6kgmxva17aDo25nBG9DCXvndLVotBxRCRmmUR108vISBopkElTZPcEXQPDYHXZT4CxdPwlVG5/vZ+KtHwuOhIzJTrpe3b6G4PpsZYnpnNSm8b0GWx/t6kqlulp9tZN1O5ALN3ubkWRc3OpO2jUV+I2iDZO+Esf17C89zDmLac/T50JeR9p2ysqh+FwQRqD5j8NnhhnGVLqnD+Mj+BfYN3mbqJW8HdpA3jbvsTIxDUaWxmd52OGpkphAuptS02St1OtiQCq1sxuCc80LezAiusOwHlsZ/ElN8qbC/mSR5XudD5nvszuCe4tZXsm3KlSItUacdi8POtGyVxzTp+HGnJUrwIzLaV+tb5D5fhY/XbpgHe/zUBuU09x2MyWlL/VV9R5fgdba67GNVape8aA5F4yOvx9lJzA+n8f8GgVZZRVmZ5le3c48lMUuvVGVS1oX8VrirS08rQDwkZiDa1iCOxFiRta1/cx7hozbuHMTyqjFcyvtZ1Hp+qCVHX1HnrY7WFU3R4cwvVHOLL5V9a05uaRnivKHZak9wR5KBuNDt0ersqLF5Wl8rF4GZXCWoKQrTUJVbQH62110udkbMN4R6hOfcXbWDcRyv6UdloW+wvP966kKt2CtPP8ADz2pIXuGVXn58/CcqkSkJ4Tqo6i6w5qbEC+hJ9ACbjQ2B2IcS724ECVyFZ+fxoyeG3+uvbW/7tvubjCl8h91a4/HQr4qkdWX6nXy/Gx7bZ12mrRCx9ydUe3XmUlKqX9M/CKOheX+P4vsdx6hxfhfP/H/AE2TLuIXaNx3Wnv41J8tdNu2Dt5U+vf1p7oR+p+NtSR+Xf09dvnHXOmnUjvJ8TCwWBYRyuK4u0NXwnf7n8fx/wBNqil1x2V/5r/ltcqTxf4/j+PXsPFGpq2w0EC0+mZ/9l8n8ee05gNO/wAf5HamV8LaVFd4X+//AOhfx+78NhtX/tnPCelUfiymOE9kXn+vSry/y7bOGDg2qV7kGoFRQ/wFJXlW6ErbWPJIGuvl5fTZNUaS6663wncn/rXl2/fsbycRSosXixXlofRl/RLKVZfO35j6a63Hfb6t/Aa7dO278zR0tmwYl9jGpQKM6+7PaRFmoTyrqvleSdLKsD39D29LbU1Y3hxa9S24DTLHvFGbhLyZlaXIBNio2A1HfQnyJATPmSsZfFn1Bb7+frW6vMpVvU31sOx/A7V/uJ3C9eiVmly1oXFSlHV1JUm1tRcpJ1v219CLAfQLD8CMbtzZhI77+gSqbFn0lcJ+roRwFJ6UuZiE6ZrJKSTYkdj5C9thTF+5/eDhee/WZ9JqMJiK7kXPYT0x89sqH0C6g0u2UOWy30NyQQ1sZbwmq9u+iUaqREIXCkIfpchDRQ7H7Zm7G4KCCSLH0BvYWpa37S+9WfRolGdp1Lm5I7sX3opOV1xhQyqadbtlz5RrqEKsDa+gRvqS3h4Zqxt5n5ugxTVKNKYgO8N/mk5UxZDuREr14Dh0Q6CLpF8pKiCLkbGG8rdhAxlF+1GHIjCKujMvl5qMiJSkf2b1x0LBGU30uLEWuQq90E/CUqvN0HeDT4vut91KmlPqCWmXxoFW0CbgBKh2ItcXAI2NOwzhz3W3KoPwOjI6hKs7StLC2ptYWAINrWFtBZrRgbdh5xK11q6ZnnRvf34T6pS2ML1TDNRwvV8PP8JbHWhrKg2Vw06DvY5b6AE3IIJCMCbwcEz3JFCrNbRCqdQSrKmYrIiQv1SToDc2NyCdLX7bemz68Lu0t+jYyw9TqvTlpyOtSoqX+j6hV7gDsdCPI202y7vu9lXd/U6NU61uf91yuhxUrC8+2WQ1cH7sdFBwfKAQb2KFJUACtr+no/niS+k3ruET+F69PozvNRYkWdyrquLHd6em9nAFjqSSBexBBI7DYaxpEoMWe5Kpb3HhSnVSI6VqSrhoV1ZcwuNFEptfy7abdKMt2g8N2BnY4CUp+L1qTl6QCSBew6dQTpr32uo9NoOI5/P16hook2K7n48B0uwKkwT41suHPGdurqAJSbX8ydsqsgjYfYiXxslTSYtUqk9iVFlvIWwjMpDvUlxBvqk6EKBKb97gAg97RaxNawviiJPlM54MpaUuymkqfQ3mA1cQE5ra6KANiRqddjvFWFp+HKWxiilvPyqXFdzIqlN+Olm/k5bVsC5SUuAAjUXuNhCemBiie5PpdRiylykrU0vMUKzaKW2oE+IBWbQWUCToQTs+S6U5xNOq560hxh9qg0uU401LbfiylKQ0pp/NwVKF+E8lWoCtSlRABvlJBIBIMF4nwk61Pw5iiJUVsIUvhIU1ma0JF0BV1NODQFJ6TrqNLpSnYexH7+bgUvELDD+fNCRKSEKVfuwpaSUlR1KTYE2A0NiOm8fHVe3S4jprtUpK0U6r5GkyIqQlTL6Qkk5RZKrhWXKSPIgg3sOi1rRFbGa1uJc76GKzFqjE/C9Oirpy/i8whr0t+mjlPnmyqsSB3FiSUj+GGJTXHqjT3JIQj+kaW0vMplKgopdbKjleaVqUqBJFrXFjsRs4v+0brlGn09aH5UfmID7WRL+awCgUqJS43qCQL2vYg6Dahw2y7QeJKn073cwtauLwEuL5VR6i42hZKlRzclTYOdJva9rbGVELZxLLX/ukLdbidqLXqlKpdQXKY63WpUBRQpxB060lOVZyd86bgosFAAEsOg1vDmN5/CgVFDkphPFdSlKkKyKtrlJIPexCSfIgaaqgU33DPn0uL7uiscwl/ipWcsd03VxWlgBYQcwIOqdLHKe5ZgoNUafVpXKZJSE5etoJXmACibgdSFKNxoR6W1GyfUtKlo7gOMSNUgCZEakqi4Xxb8Wey+/NhZUSEcVaVp80uEgAqAAICh5aaEG1ozjv7R7vsQ7ua9Tn1oixVSIEh2zqagwhGd6OuxuXWwhQSFJSsjS5sSVnBbaqjXNVRl+VFfQta+EspfZsAVaWuQQT2vaxukjUy14jo2F3WGub+0NLqLGRpU9orU4m4+GH0ALYeQkZgAbqTZSApIUhOTpv+ofy9/8AmU0VRzL7BD3vmlsUvgrqNLffRFXNz8V2DZAAKgkhQbUlNgRpe6SbixNZGDMW4JdYwR/OZzr77vNUNFRyrdbVe6YyHUgF5kjpKVXX2AINiRzc9vJw4665hxqkrw9KlNK5dp3KtqRaygUHxqFwSWyErScxygEjYb3mY4+1EVyqUuWuVXsPOqdlUZKy07Ij5yguRg4nhyVBQILZAINkqQAUr29GuiDJs+DHW0Y+4Ssx/uOlYyrzeLaXiGqUFFR+51KBKpa5sCLITmJJUlSS22vSziwUg2BuTl2YEHdFjejYcYpfvyl1FEJHxY8xbiVQ1j+0TqUtAECxAykm9wSTsxptOrOMt3LeLcB4shIfr0Di5HfgNTlpFuhagrhOjsQsEjKQokXIytExTvGpbrf2jq1UXNpb62kraUqHIj5TlsUIJGgBSUglJubaHa3ZZECA8CB5fwzN44dr2Mt3O7mm1SLQ/fcKK6j4VLlcdKWlGyyjPZQKQSSixRYdJHYQMQVKl48rzFewk05NRFStc+ErgpiyGnunK8h45G1goJCSUi4JFiNkxgbHEqqbtKlVKpVqijjo47WV0IU80Ab3H6xPSFDWwsTtRM7y8b4XqjGMsBsoqNO4XCq1GmZ1rUi9guM5YrzAEKKXA4gkISQk3c2VAsZ9m7Ag7KyOMxs4pw1u0qmI4kqqYTfYrFIzfdWmuTmspIto2klK0kDMCAQdD3N9hjGbGHHaX7rwviGExNnZmo8Ws3j8RVrBBcbCkp72vlAJtpptGexq1PozEp17moqEJU1HlZHVMo+VKQQSmwNgEWA1AFtNq+RNwbvpiv4Ix5hmrsSovxYFZjozrSpJSU/EUkqGVRuEKUQAAUgdtnFs1GkUj2PgiIFLMxLHCu97+bmXhzFuDnnKvQa7zVJlfDlRahAeXlW3xGbtlSSpSki6VEJCVAZtt6+zfh6fA3fYelV6kv06bFj8KRCfurg3t6gHKRY6i5ub3NyV9ulwjAoOI3JXFXzU1pLUzNdCJS03CHVG9l3BAIN7G5sCb7aLi1l1ql8WJ+nir8KvC4kHrbv5KHl6i3bzvRa13LxirWbeJ577892eHKXv4xvhLgoYizmkVaAhSChCVvFallDiTdCytINyLEdkqN9lPNwJvklQG4sXlUIYzfC4uZLzqM+VOYWyrsbpWk2JsdbkbeldZqG7TG+I38EYop9OqkWVHXKpPMdL8GUkDjxkuaLZcKVBaQFWUCogWBvm7eV7NUXHlLcrO4feFx36XnalUaoyhHmx7Zrxy8npKQToVJAINytQuR1jKp5MZr1KM/nM6blsSNe9G5UqJwJXHUt11acshlVyVJcbNkkhV0kEApOYaeRJvVwLFpe9BjGVGaQ/S8Qw0wp8dSBm81dKyClNwSErFiFKFx5FU44w7vB3LYj/AO2VJqKPiqU67MjlKVW8QDgugqAI1BOhBPe+zSXi5qqUuI1PiL5JaGpTqUXQ+2g6cVlSSCl1PSoJBAWApNrm21awtolajm7E1VuPn0ufS24tLxZKqiIsVL/39ARNZT2UzISmyOI2bALQMriSkixuNr3BO89qvb5IGDeCtDGR+Q7Iz/AeS3lBFxoHQVW1sbJOhBsMcYf3ltYcn/f6tkfp1RRD96UtGdpxhywS8pgAfDKD1pASUEElItc6ewDg6fiPehEdn8NhaIaHVzYrudqYwOtACyAsLJN1IVcgDskknatbPu2yF0gWwvGV7R9flRaNxfdz66RSJjDrs+KtvittWVxhlXYKFilJTdJUL2OYAbZmxtjbFuI8ON1nc3v/AIrHut1DUxM2iFFRSw4RlbIcUB2JslbalqunqTcKLExlvFxHAwHvc3VT6IiqIoMr/wA6KEhfEYfQ24W5DKgUrQ2FFJWD2HYGwOdtxm7jFDW9pyBxUVel4lpcjIrJnivIAUpbBUpSku5bHpUSUkkKAJAOtVQg5YczTrpWMuuYd3yYy3QMYtwviaFiuqIgKa5xqQIq83iCkrKUdJKiVJUhtaSmyiSQvYZ3G7t69R902LMHYohrqGJX+LKlIdWt2bHUtKUDilKjxElKVKSpsWFrXIAVsw5eC69hzdzWotL/AKI47TrS0rdWlqPKbHUtSjmWhpYzFShmCCQo3BUoJvc3WsW/ajDzsp6qU7FGGlqYdlKntvtKjqIyHjLUUrYWSpCkEqSFlGTKq95etUHjGERVnKdUaNgN2JjeBRH0PPoR7x4qSlUxAJHOMPtgBLyOlLgUOokEFKroOnd3tF3VVSl1KBjLdvTpS68jn4teptkrlZzcuK7LZfDgNyLpJFlZT0mqnRv5tKzPar0TgUuvOrffgcValpfCTnfiXScr4AJcZOcONpuL5V5PjEWJMR0bCVSxHgNnD2MoVOTxUtOx0ZkqUAhOdSLrQhwp4YWi9lgJXeyCtUja2RA2vzlZy9nX2esEbtJ+IftbUH69Kmuq5ioz5S0P8LiLLD6QolKXEhdipBCSdcqL22773MGbxqpjyi8rTpzE2FKW1FnxUZ0SmlC6VkKBHUm6VhJ1OpAFwQjCW8bBvxMW4tok2iIfStPJRay4+1mBN3IxeSSbi10KJBuQCASQYVDf7S4sChe6+H7uW7nirdkGOtxAHU389roOibgJIvdQtYhszBpuzOtUbqm7mfxaXVl0ubFShb7DsgNOs5tbJJJStokK7Gw6wrQGzpfpTW+n2fcQ0d2XNXUUNLlIUlRTIiz2esKbKMqgTa3SRqVDQ5kDBPtBbwKDX8cVJmqY3lclNj5KbPqLAVA4BzhDbymkXYcStSmllaHG1BsKzA5AHR7AG9as0be1P3QYoiSovvCmqXDWp3MwlbPZsK1SoFCVZFJJISgJJUkIyBopw5eXSpgScyJutqu8aK63ArLNIxrQV/CddnwAxWYOVPdxCABLbJOUKbSHknTI5c7PX2b6BhKjGvV3C8pDeGpqlw3aW66iQ3TZqFoQppLw0ejlKVJQogKQVKbdSlQsAE0l13erjBrFsSVzWF5rsdqUlYQioQllLjJUEdJcCbAlab3SCLC4LJwNAi7ucJVre1XnotOeeadlVn4ASuVHQF8N+WlJs+4WkITnADiQLELAy7OdsZhmrHuVu9ndFhfeXWaE7i15it0itwJFL5KQ/kX8TqSEOAhTchsgBKiTmGhIUPio3dTuzqm6Ce3heVwKvFlVtMWPClSMqmVIcKULLYADSgi5S6wogkFJChcJa++2Y61jfBjVLon3KbFflNKiu5VcBCAkltBBUoAqGYAEpJRfRaVAD3U4woOI8RsVmsy2JVUhVKZ8WO0WmJTqXHG1LyklLUggdepbeUgqFlgk1esQiqGTBmkcePcWBIw409TnmJsXLKhzGFOpcYULgKAsL2FynvbUbDWFafS6NRnMEfayLKhP5VtQ5rq+AlQ8kPaLZUCAUrvYKSm2uhVW/wAZxHWfcW8bCUtbC6dUl02r0tV8k6EsHLmAIUy4S2jhuoJRnCFBRIUg9N1syje614cxlUV1SqQULdpFZYyQ6tHaWu3DeKUpQld7XTqw4eybFGy1lYczN+m2vwZI3l4ddw5jJtqLVlvzX2luoddQUOqQSQUvEJCFm4sSQkk2uAdTBpeI8WxYDkp1qLO5XqWiB0vpQiwUSnw529AddQRextf8qglcq/VMWu16bSG1KWqUikLzMoScnFHCALa0kWWDp3uADcWuBn6DjeLPa3X1ag17gIQ6t2LPQxMSrIMrmVSRe6SUL6gRdPcE5sA9CVbmt5w3wOP8SDp9pzLivYfo2KIESVP/AKUzx1Lj8kp1hTyCcwBYVbOoKuC2tOYgnKAQDtb4Apu76fF91/ZOsU5aGk53UT1ZW0nsT1lKknzSQCLWA2F8OYRqkWlvtT3a3FlSpX/nLqSsqI8gm92HFAhKXCBZKVFu9ikpuNiedNgVSBzUVpfvSFmiz0pYRzTayAVLOUhTbh0KlDO05ZKlAEi2tWn0qY5OPzyZXdfXnP8AaWeLvZ8oNUlUXEcXENRoMqkOqU1KgSnI76kKTlU2pSVZHW1DRSHEG4A1BGt+1g3BFGdbxHS6JFXVGPBNi9KnH7a57KOVSvMkAXN1WJB2GKjijFErDkCVA4/HhKS1K+FnaU1rZ/Ko9JAFyknTUgm1zPotSgY2qblBaq3uvEMrI7FTkPLyHUf7FzTrKALpWFGwsSQCANrBZ7kU12XeTmcZ70+VVPvWE36vS6j8dfJPoafiqvZ3O2pSbKJ6iU9zckAm+1U7uwi4Drz9Uo0t9+Kw7ziedUt1amld05k2UhQNik2IsNQTrtTuYvx5QceT93OI4j8WrrSqVSJsqLnhvJuElhRBBIUPCpKzYkpuFFCSQ4xxe7XoEBqf/Rc2ElK/BzC2VXN0XsnitKSUkJUlKiNb3SUizainTjLGXZ+03mcQNqlSw5S4D+I8G4TySpUpLrU+O+3wnnc+VaXFpN0XBIDhAsCQsAFJ251fetjKqcTDnKI5qU0pFORVmmUTYcy2ZLaHELQHQO4JQA4i3UDcksgM0Gs0Zzi0mVRFoYUuZFVTXFNPZdOIypIKVEeLquQDqACsFes7vMEVmqONVmrLr1BWvmERVQ3VKgujUltQuMn91JBCrkgkBRaSwOm5Yf6qp15htD3fYtxHhdvEdexPS+dYhq5yAiO5ych0J1K2FKK2yeq9ikjpNiAQVvMw7QcObqualU6bKp3NLkMQ8xmIj5nPiNjh3yg5yoEAi6ALAZVJMoeH8OO0F+fF3kVvEtEhO8J3LKRzkVA14bisiV5kA2HEBzAJJ6hfYrw3iLC9Ld+4OoqP3fJxXXQlMhNrALVmUgqsTcuZQToVZrA2FnxDV2jGF5mSqBvErPs51Tn6NUYsWFKmLU6iRFcWxKYNrsuoHUFJKr5kkLSbmwBKVaCwp7TmA94OEnKpi2XS8LsPuqhplSp6X6TMzXQAJAyqazDtxAkHMkBRJAOfN+xoO8GvPwHcPTaRFW7wp8OpQloWytv9G+ls6gDVJCdbZSBpcqDGWAmsJYSbi16oTYWFK2pSYUhLQkQJT7ZUeEsgApULnW+ZIOYggLIYD4lb9Kl3JHM1tTcP+yruvnuYcdxYxCqlRkcwwnmCpb2e5yjhiz1rG1khRABtoRsBb4937uHKpSZ+7nGUKr0vEMj4TWfjvsryDKEqbJDrSgFa2CkkgXvqF/u9wD9vKXEi4Sw8uFXkIY5ifKWVtOIQAGy4QAl5RQAnOSXCnukkEJLqz7TmA92lUl0feDEXVMV0VaY8rJDCJzKLDvJT0uJICVoCyp5OgKgCABMyNwBB1U2VEHcT+0HME4a30/aOXVGsJ1RdBiu9SoaHFu8UAHiJYCPhkp0OZxJJAIBIJ21PgioYtdoK+LTpUqLl53Olpb8htSRdwFoJCswJTnbAIBzWVc65xib2sOV6vP4ope9OUwxKUl+GqK+ID8pAI+UnhuuBZspDgSSq1yld7t9vElZxlFYxHQa3W2H3GGpSZsXO1IV86XQggp8I6wUEC9iBckx2/mOPmJOpYji7wd4OIcJYjw9Nq8WLN4UflWiw6lpTYJDxVYOoC7qBcaKglZFiACH7uohNbvsUUWvUGrTZS4TS0RYC8iXWULCErbJA60AJSASR6WJAAqpVXxliie3VKph6LKYirTH5qUscVSgR8M9BOUixFyUg2OUgghptUDBEqjOOtbvYUWqMOpVHlRZS0Zl3FiU3GVfkFAG5ABzCw2SsS8vlCAIhqe5jg4Etd4GBYG9qe3XpXNQlvo4qsjQSlSi2W1ai4SrKrUkEKAUCD5rVmZS93MX7LynUUjOpTEefIaK0KWlBKUKsValISrOkLIBuUJHVsxcO43i0GvU3C8V5fDqjTuaLKWVpS6CmxSSelRvYgWB0Hex2Enq7hee1Uvtbg33jFWtbUV3MVJkMFdzGfbuE8xGKjkVYlSNARYHaytYvJMRS2w8QCrW8HDk/FtJgQJa5VRRKaadWh8ZFXWEpcOpT1EkBQJCwRre1wPfdvL3q7uay57molLqFPXKQ0p3NwlpSoIJacbWMjiCFWzDqSVgjS5FRiReMouN6FXqDgNcWnRaimOhaYq1LS1xAFIVZHxGi1ZQBAIBsSTZWztx9uNr29Dehh6jRYiGKDV1omTZTrR4SuC0M7QN9HbhCkpN8wSSCbKsgda3c2g8/iZ2/ZZxArBTVUrMWJKlM1FiiIyvx47vWuLnyk5HkKKFIFk2UCCL630Ipt8db5Wlz6XWZc3PCXzUOUprpTqpxLhbykXKgAVIFgATrrbRTmA3cEc3hfisZ2E/d+F0NKV8p8wCRa5sNDqDa+ypfwG1i2fzVZob6EL8EjnylpzRQU2UXulQN1WIBVc2JFxtNvUNqnHJHxGBqG9t8QSb3hV6s4NiSsW0lhiqcLhSuE6VokJSAA4DopV0ixBA1B7g7B+E8QYXozrkWBTuShPSFc7Ha+E/HWSSHWFBOVRCzmAskg31JG2hhhqA1heXhel0SiVvIjhNNSklKmVC1hnbJWgA2IKQAD3B1sjKfu9ddqjcCfSVrXkdS1MjpKVNrFwY74F0OECyjZA1sQVBWmN9S2rcvSxBHsGatPUKLa/1ByJMaxZXqDVOK1iFFbp1XUl2RHnxw0tSU2CXWVoGVSgNVDxg5iQLkkvrEWB9raNPdiIfivuodqPFX+kSpHV1AZdCMwJBv2KrAWW9NwY7S6o5hyvS5UJCH8zTvCC8yLiyCCCgnQKCgL6jpB02dCsCNOz/f1Ld6KXD4TuRSFcRFhYuN6nW1jcAK6dbADZgC64+Uy9VhrPA8ShcegUHDlaozvA5piqLjsZWinjMF4FFwdMxbJC06EEHzIJlTaZhKgtN1mqS22KcvKhLTsUJW2o+trg6iw8yewuTavxliql0ul+/qpTos19GRHAQ0FOpUDZt3tmVoAkEklISkknQ7AiIdexk770qjS36j4mms5yMqsRc6WKgLXVobeXo+rbGG/mUfYq+ca9b5p2jP+4WuP916EJ/tEgaenbyHf89kg9iTGVGw45iOlxGWH+viqzFS4q+tCjlUCchVZWoJGt/UnlXcn/YhhpqItiUh9CVtLWM6VAgXCkkkEaKCgQbC/e42DqAapXsUN0bgt8DjpaW+60laFKUog5m1DXSwIIsB2ANwXeoGu8KpiAG6RdzW7mVvzrL9UqkuVx86eO7Hj5YqVXvdJHznv56ka6W23TgfA+Et1WHG2pUtiEhhPxZUpQSpX1JNrE+pOvlrpsoK/vewvuMgN4IwHg1C6uhpK8iGsqWc5va5uQkXKhrc3IzXN9kZiHGmN8ZVmfPxlUJq0IhLlQ2pTQ5WO6kE2DdgUEpvlcFySSFEA7A04p067h7hMbZoTfH7RUWlwJcDBv6NhCkLmuoypzWNsqVC6tdbkAC3YjXbG8wV7FEpuvVmrLlLm5nUOynz4r9Sf8QsPLsBa23DEVUxRPiuRZ8vnV9S8iEhTDzSgQMwNuoDpABHne+1esxXeG01E5Vb7WSVHStfAcULBK+GSUpVl7lNgcxJAOpR12trBBMq2ByZyqVM5+U3FaqOf4uRXC6lNq07Em3a90kedvx7xKLyrvKtZ0RUZk5fCrMT2Sg66eHKLnXztfabRk0Zqe570zrzozrydS21jwrHcHvYg9jYg302ZlcoDuN4ECLg2ko4HCTxeaslKlDxJJXopIAQdQRckkaXBtLd3kyeIZCCvMUphRapxOQZQw5C6+KrMlOnkoAEjv8A5X2am6KmYcrLUuLi3FkKFFc/qsxp1K2EqN8iF50joJ+YELTpcWuRdYF9meqf1qvYnolOYXmQ61xcysqtLXKuki6h528idRs4cI7mNzeA6M/FrOMYtRYf+E61IfQtLifQpACSex7E2Hc9ttDT17uY1UFTmZdxLTcURazLawvElPoiynUNOwrvpcavlS4Am4yKTbW4GtjqCRAk7nd9O8F2I7Aw9NlZ1JRzDqOXSlPYlQNibeRAV+IuDtuGmYj9njAdGbnxZdLpzGRWRTDXygW0te+g1t6a6iw/MK+0julxRWXKDhKXNmv5FLWpqOUobSLaqJSB5ixv57XurrRSTIs8z4xH4J9k911pj7eMrYqiE8JPKygrMgfMe9wLi5OhJIA2OmNxMXC8+I1/N77+isZvi5m18NJIJsFWPfW2gvfv5Rah7V+F8G1SfKlUlE1fFU007+qpPyL72tppa4JvY3uKqZ7cWI5VLbqlGwxRGEL6krUtbvbuCBbKe1xe+oP0287oKLNxu1DHknA9YHxJH4h9VH6zRp7bWEsEP/osudbTbXTbw27ix09Pw2cm66G67AY5+nLiypSutC1BSlel7afTz7bZWie1Zvaqk+JAaiU7766lprLFKlKSqwHdRI9dRa357aPxDvMi7ucES94NZd/qUXi5EdKlLtewHqe34n8tnGopNgsGcywfbK/2nt7W9DAeLaLA3fbspWKIVLhqkSlJScqZCiAkBQGZKktjNmGo4nby2i4D9qDFGMuBFqlJm0SavrXFmQnGHW+/RmUnKrQZgoHUHUAjXLGLfbB9od2vcWLLhMc0vmFx0R0fDQSbIGa6rA6BXYWUDrqW9uu3k4yxbFgfaPGK5T8pCuKlqKzkbUADe1icpJ01NyCDawvri5FXiVts3fbH3XsaOuxeK7LcyI6viqzZb99l3QXHaziNuvVTj8kw7ni50BWZadQSkiyk6eG4uL6g22h1tus1R1jlZbDCOOlC2nb/AHhPmE2OnmfQ22JaK5RpTXubm2Is3OpbDTvSl63iQgn5h3t57Dor+pbe/qLitz5zRGE8XUzE8X4RQiShPxWP9R6j9489utbwfh2sjiyoaEOf7VvpV/wP57I7NAoMVisu1aVClMu5uE00c35G4IPkfI/uJVh/fphzEV6DKriIU1z4TEp1rI08o6AKvbKq/ncA/TtsV+oaSq36feN34zzH0bcvlP17A8XCWKGJ8B1D7D7SurwrTbWxt39QfLXQefnb7Q2Nqzi32h8Su/HfhU6suwI7S0lSE8H4evla6QT9PMixPoWpqqUGs81WXs/yJ6ypOUnyH173sLjzPfbFmAp+6+fi2u16qVFhdRrdXmzH46k5eCtb63PMeE3sDqL5hfuAxa6MJ3CiHW7beFvLnxeVn4Ioi2GUfCdQ65mUgdtVJA7W6Tc/U67feJaXPlT2K9RsG0hiavMhbqWsnf1sPw17nsT22a1JFLagMcgyhCMnyWV5eR/z1125zKhFitONRf1cmTT+NO42GOnVXjc4ihUTOdcwTK4T8+qS30VRbqVcuu6s34E3NrnTQWAsB22AWtzVZqk9x2e6+wwvqTHT+z6Wv5D8idtOzhzTvF4OdfT/AHv4/wAtvyLhd2f8JpnItfyap/6fjtRehaSlzZt5/fmU27mmbsYYSgbvsGv1ml0lEpbEhCJEhfUtnMQM/kTqr66X+u1S2mVyrDXClcfJndVxRly37p/DxG3kO2mz4xruqr1Zpb+HHc/AlfN/asvp7elxoB9R+R2z5V8aYj5X7L4ora36vQX1U7hISE9IuFcQ2zHQpUk3sQbW89gajp6E8iP11IV5hlu7xFFi4oblNUlEphhPCXxUhSVXBzCxBBsPI+o7dwY4mxJQcOOv1nDlQQuE+60h2At0KUyq9jk+YgHz1IJ1JGuyaqGOp8WlsUaAywwyw1wsyEdTl+5OvrrYW1Gt9gaVW3XXeK690Ly9C+pOb6XvY/h+Wx66E24i1loU7VmhMZY+wbKwu5RsG1aUhcr4ud1o5mVKvdB0AtfTTS1uxuNrLBO9vCWF91Uvd9WcJoqj9RTklSlrCuIo+ZVqoEGxBA0NrWG2Z2qtK4rfK5/8a7/u/wCe0lufKa+K7LWvP/Hl+GztdaLANaY4cHbwncJSvs5VKstinPqV7uqKGipbatSlLlh2+XNftrbyLio28RrGVUpuF942GaQug5uXfQhCuE4r5XjmB1BAN9LC/ptktlqfXmuVisrfR+qlOfYmo2J6pheU3hysy15MmWLIdQvpt/ZqP6ouQCBp2JItYDeDe+Iwj91ZrvGWH8UUae3hegu1F+kTU5I7qEiQinq1ICgo5i2NLAXNjoCNAup27D2gsOOsVnlESn0O5+LSXVuqyJ1BWnKFBduysp/G+yioe9/eDFrPIRa5UV5F8JacxVxEHsNf/JB/fe+2gN3XtB17BrTlGxbEm1FCFq4UiVZK0p/xEDMn0v28iNRsC2pHgjz7iZxJVsUY8ny5TtJ49Rhfc57q4pSp5VrJzfLxBok6gn6kW2kbjsPz5U9yqUvgLXCdUl1pSEq4n0N+qx8/IfuJrvexpQcW+9q9QWZsGr1FhEdakOtcKQlJ0z2XqQnQKIJsEjtqEjg/E9Zwa1WvfL3JTVpV8VaMyuKeoOAixub3BvY5vM67Y76cVOYyK91fE1DX6XyvKVR2nLYffX8B1aApTauwBFrkeViPS42AKpvcpfx/fMTlVsdGWElbSZS0oJz8FRzIPr6G3faiG+zFvuaC1jJ5FUhfClNSnUp4rlhoQpBB1IsUrFz6DvtCp1PwbvQgVLFFZxDyVXQ/lTS0NdKmiCUrC9SSLAKGlioWJBA2C2xM9gcmJYKnBlfV8LUv/wA42G4kWaw/mQw6voRofTxJULdrE39QQdobGAMR0Glv81TpyM/9rr+roU2tp+P4+mwTRqxPwRiOXg3GTq5UKa6pHHSr4sV8XSl5BJGoNgRexHfzGxhT97uPMJRXIEp1FUfhdGR2+WQkdiL30I1Gpts1WNrR5Ldsjbl8T1TDmI3GpXHRFWpSJUd3qTlJ0XY9ja1z2P121E1BwRi2L7hxHSWJVOldKFLQOlR7FKxqg+YOm2dY2+LC+LXW2naGil1HqytSkISlK/RD1rC4UOk+QuDbsV0PH7tBd5p2I+xkWmPIaV1NKT6XB0t5KNgD9CdjEr6IlSdxzKrfduOo2EmuLAZlLRm5dp/VSsp7B7yKrdlaXGmu1GrchKo0BufS3VyqRNy8w14lw3QBZ4DzQbBKiDcD6XO2h6lLdrOF3JUXPUYvC+LHUhK1ZLXyEHvbyBJt3B2UlR3mSvs43AwbTkLm9TSISuhKVdi2sWzJIHlbXS3fVhNPSq5A9wyEMZ+UnAPKxW3eUYlLyqaU6nqaUo97ggXPobAgAEbVuEt4NU3VY84UVlC2EL/qFRT1t3Fjkvrl17aggkEdiAKLv3xHAgS3XcPVGl1uiq+8Ql9TT0e/dNrHMD2Frga9gAR7G+9CBvGdgVTlF80wrMpeULSpNu6VdxfzSNRrex2uFA+2HKss2biWoY8wbWffO7Sk06iMVdKHZEJKiumuOkD4jaLAtqOhCRYEXHe1scY9oE93Hk/Ec+hxaDUaivM/FhJKITzouS62m5CcxzE2IBJUbX121HUqzPxbuHw1iNrjwqpCQ0ji5uiQj9GptRFrpKgjvYpNjYkHaq/nE3S4t3fVbd9vfofuuo5VqjzcuR3ihFw6y8Bo6DqCCc1vPsRWEu+yCsrLmZjaxNVMLynGoEtbD81pLTvX0udrEi/cWFiLdtn7udxvFo0Bt2fUHM/9+/4n+P8AptaeyJR92u/3d85uq304Zi/aGiITMo1eRA5OXKhkmzmcW4qLgXBuNewIBDvTuZ3abuaW/AlUmLVIr/Sp1SAp1StcouToU/KruLC5JFz1usGiTLytlZ9CUi2qNi2K3zTLa0Ly9S0jz1H7vPYNxv7NtGnwOapeJ34T/V0qQFocSfI2sU6aXH5g7E1WlyqM0217pWxF6UIkeJOXUDqGl9PxNjYbfcDFzrv3Cf4MnwnUdSFfgfXvobEem1qrhfWHX5i53L6mZsS7h8JNOtyp9QX7xp3iUh3pV6aagEeSu+pGwZWHmuL7miuoWhHg/wAQ0t5aW8tn9vW3dSqo05PpdQfzo6kf3fP8CO+h7eu2a4mH6pAr3uuV4+L/AGq/Fc+qjYG/mTbXbGsq1a7hY2QfX7QFr2WcEyPvP3Y4tgYS980tnnYS3eE7Ij9XLqV2K0jUI/vC4HnY2vOwNu9lUHDjEqVwJrD6/wCsNdSm/OxNgQDrYG48xY3BOqpXqzS3WMOT6cuKtaVNJdWrp4RABCh2WLK+pGhF7jYIxvQMb0GAxK5v7lKUnhSmneLHTqCEKCT0qJ0AIBBt5i22MNPqL6zQ4x+8fSgdrEKpcuLRmkO9C/Dk/wAQ0t5aevr6bG1Na/oZvi/1p9SUpSi/hGp/O/0/b32TjUaqT3aK7KefWwt1SOLlzIzo1KVaaKJ9bXGo0udn9QMFVT3WxKldHKx0qa7dSbXJB8JtbUDUWI0Oydv8NoaST7/MTsp48YOyIvC/+h24gcL9LtfTGuK7xf8Ayv48v9NqWajhfx6/x/pbb57YgrcpEnTxkul1RqK63xevIv8A8169h/lp9NjSRPgOxeLxci0fqK6tO35g/nsqJL/8fx/z25pqkpr9E70fx/Hnt6DovWbOmeIGQYGrU7DhofU+LyDvF+RfUnJ4sxPYi/49vI9tiF56K7F/xp/8pP7Pp+/YIw5WXXWnGnf8ebw9P+Wh8/S+0qsY5iwJUSlz2UZJWZKP1s34k2I+mnf6jb6r0zqKa+kWCaVb7xxGJPxdS8R4NcwvykVD/CyfFWEpSoWsAspOW5HTcEJOhJB0XTEaK1S34ErOxOYWrxdKla9iOxsb2I/PbuzVmqXVGJTsRb9OmoU0p9pGbh9wcw0uAQQbXI+vbasr2JaW01yE974/Ulp+OsJWpBPQuxtdQuLjsR5A2JcI3GP8uMNI3INO8SU1L4C8mRSM/i0ABFvMefe9zsUYJxDi2jcP3DW5tOfiuqzR+LmYkNAi4Ug3TbzBAGl7EWtsocQYjlNNRHYrWda1qQjgX6lDuPqRobd/O2u33Sd4MXmmP6W5J9C+EtDvR300UbJUDcAa2J07i2wKs1WZBjWlrQCb1RP980tifwsi346VKT4k5iOofVJ7j8tdlfTn8L1mqS8JSpbEKbCkKadQ6sdKVXyO38kk6BWnYg66bCG7bfo1hz/s5i2Wh+kOKS7Cn5OuGlXdCh8zXmCOpPmFDwintPQ6zhLHlC3jYIlr5qqRV8LgdcepNWzLaKgcpCkjML2FiDmToobDuttfEvXmt8H1ADfXhOvbvt4M+jVRngP8VLqF/K40vVLqDqFJOtiCRcEGxGg/Ej1mfFblUaXnfhLTzULKVcxHPitbUW1PrcXGoN7jeZvCpe9DC9Nr0DmmKjS2lRZVNfdzcum9zwfVGawIFiLpzJ1BIjg2uRWmualRH1sdSJDTSylffukg2B9L6XsDbby14FV+fiK26cI+6FWMKLPw5Abxlg3E1Rw1Xs6ctUgO8BMhKrdMpogtOgXI1QdDcakgj8XHODS7Pib2sHMQZTyErfxHgtjLlVqUSpNMvZQBP6aOq5NwbAEbWb+8zBGI+JRqXUX5XKpztNPp9CQpsntmNjZJOp2h4Exzuv3gyvs5xl4eq76VNU1cpocrKuTdtK9OG5qboNwoXtqNNqmxwvI4lELockcRixMA4SxHubntUblcV8FS1wsUYXlcV+K6CSkyEOKKm7GwU04kJsSAdATW70uQxlu5osWstZ36i0lqQrhZlpkIGjmVWuYKJuRrobEg2IRDo7UB1+qQKtNwxi6grWtqt4fXy8pyKns24kA8cIsElC0qujLY22t8abwWq9hym0bfTSftRSJTqZVNxzgPhwKvHeSdOahfoJV+rNw8pIzWsqxF27dvriMcOwaD1Ti1SL7lai1GLKisJShSF/pWVWABGYAi4FyoEgagg3IDQVCgYow43Rp9O+9PtJdjx3UfMNbsOAFTblhmAuptQFhYG2wlEwBWd4EZyfgPEOHt5tBipSqU7S1uxa3TV31W/AWOOzaxBB4iFWUSU2ubitue4WqFKpcubFepa0tLSlZSpNkDUEk3BOqVAgg3HqCtqSNN5GTaFRhBAx3Z/Eo1ZpL3JI+E1NRHUt2OlRKigFI6mj9DdtRuEgZkhnyMG17BFBgRfutRpaGkoYn8Lj8NojMUlzxBAvoFHKnQdII2qmcUymuPVIHKrRKzOupS03lcsPiENkZc9gbtgJBvoBpf5o+8Gs0aU3KwlUERUeJqOu6WuArUpstPbsCk3KQDooa7Zv1QvbbiD7iNwYBVOvNSsbuQIrvJPoR0tNK6c3kW3Em7jd7FN+pBBB76k9AxJQWqp7mxvSciJT6WlSkIGRx2+YB5tQKQSE5sxAscxNkkrRCxTHo2KOPXoGA/d1bgyFc1AiqbfjqQo3U62EG6Ab37gA3B76QBHlfElVnD1Uz8JKHciFK40W4yuEZb52zqASSCkKBHcQ2kKOLAOIY1beVhHivFlG3QOxKNWaGj3Q+pUiG7qlDardmla8MjRQSDltYggEqFLjuBg2vNfaNqoVFEWqZpTE1FneGu1lqUm11o0BUQQQDcnS+y+xuazWaD9l6NLmr91u8VFOrMVSFspBJPBWlJQoC/hskdRIyEKCqfcxjnFGF8UN4DrMtCKXV5CWmmJVlogzyn4DyELsdTZJQlTZUFaKBsDsVhlTgw5Q7cCav9n739S93Mt2s05dUoj8hSKjyd30tvgdE5ABK0FabBRsAdFEIOpG67gZqLWX/ejsKo0uU+mU0/4lx9Be5N1FBtlKTmFiDY22+ou+Kg7voDHvSJKw1NfkKYdfgNOdK0uWW2psZXCm9zl0sCSQoXGzroGMt2u+SgtwMU06LUOpcVqt0l9v4iRYHI4AhaXUqIzMOIStJ+VY6yRTn7plvmqzMVuParFr0WJAis54THU7KgLQvrGqEKyk2FrEkAC1728uFOlysORef5TJFioUtPXlU2pI6kpUexIHSToTobDUG2K9zVL3cyn8UYXqFLqi5TSua4rvKzVWA+IrMrK8MviVcEAAWPkvZWG8UYtaci4jdi0enSml8JbSeOl7/DmBCT6qN9bEA30W7Sd3cfc5V7r5grXcSwMeT25VGraF06a0h9pbV4qm76KbcAGdtxJ0N+x/HaVgyp738G15vlYi5q4q0NSuKltLsqObagAZV276BNr3yjXYOwpQpWA8US6XAdok2Kj77CVKaWniJ1CspSbJsRoRmB7EGwuxMZ4txbWcOOV7DkRiLUaQ61xWnVZkOJFlD41gQD1AApAHqQL7Old0c2KiECaah4l5CjOYjnxOOvKhS4+qcyyAAlJN7LJNhe1zYeY2+Im+3CU92mz6M8tibN+7qhzLxVytSMnX0F1CrpKSdDaxBJBTO+jfW1QcL4elUuo0j+lEJ5qLMQFtSmk9L4BGoI1GbS19QRcbFO66rYI3tYNfw41L+9IdTPo0iQvmGnlBSVORFLJKviNpJbsVJJ1TawBSuSz1XMarRu2Wlvj7AVBxHVG6zQcZP0GVzSXVQp7Wbhup0uhSbK79IJuQLgGwFhKHRt4OHMUe+cOYhhYhfiuqT+lC/MhTZA6rEDKRoSLApNrbGuNKJhyfjxiLS63wEcqhUqEpZzsu/KjMdMqk2IIJBI0JuAOUGJQaXPclUaIjj9EdUrhZeoLJyrNgdDrYg29QNdvKa6rWPd5nA+CD7i9u+p8GX5ZrLUWJVJVPWhiavIhM1QfYiqOobK16IKblIS4mxSR5DLssd6O6vdzXnYlU90owNW2ELTkahLfobzpslWZlJD0a3ZQbVZsKuMwN9nTGxS1hKjT5WI+uE+hKloy52sp0GfKNG/mDlyQSTe+uwDi/Gm6+fFbxRFp1UYYYjqzoQv4VQji46SdQ63lNrgJUgFHSchD+l72lGQc5hq3Y+SxD4T9maLhLEbdenxJ0J+KlLsWHKlIqMBScpOePMAHHaGbpDyUrB1JPcPLCOEq99vKb7rrkqKh+At+lyms6HY60kKLT7ahoBmAKVC/a2lrC8TeBPlcSgz+PKonNZGOL8B+OrOFBTK/EhYFgUquFAjpJIuw91mJ2qpvBpLs/OxNirVC5hqyUykloOJ4rfhSSlTYBSSQQQFBPw9trQ3fUOT8zX0jNYfOV2DanFxliPFkDC8Ril4rQpTVRYnyHFx84CwXGHLKWtpSRq0QVNgkAFFsjRwfhLDmCMWsSsUS36W+uOhGToXDbdCAlN3BqqwISlXQcpAJBGys3vbja9Rt7VWdwviFhhGKIvOtOuoWw/FdBIsgoIS6oqOhQQsEoJTpm2APaG9onHmDXaTgNrDMqr1R+LllTI8ITEJ1AUtxIIKlHwqSkgga5r2A3g+0eU0MRt7/MWYcnz61QftNFhe7kKTNh8XI680rVQTcdaSSCFAXCgATY64ox/Ua9uvdgYo3fU5D8WE+pciO6lTaoaSQHG1skgtNOpV42wWwFAkAAEmOF98NGgNONb3qT73oL+WPNapcrmOGgkhDzKZRDhAvdXDXcKSQCqxCr/C+LdyPvl+BiOt4hr2EX8j9BxLAgIkSqfmuFRpkR1oOqQAcpsF3CyAkABWy12qSrzMKF8cQth79MOb892iKXjfDy4VUpzCX347VlqkIZzOF6PZISp5lxWclCUupyJcCcoWCn6HvDxbgjeW+1hd1+owpq0wFwmmgpMxhYTmHD0Sq7ahnGgUMoJ6G1IbtR9m+DimoIqG4ioxZ1FpjqZHNYfdOaOoD+zj5yplaBazSVXIUbISQbisjC2KMJYjgVmsy1sUVipNQOfXDQpiHKC0WjuKRZTaHLqyZ0IcSsOJIeSQUoPqe+f04saNsdO6yJgiA63WWsMPyprGWKqO7IbWh5K7FHDbk5Sw9plCgSFAEZjYgB+8vdl9qIv2orMuqUSLTp7q/wDzgrVHjpIUmzzja1cIFJ1UoFsqAVobqMLeHgmlfzgT69KraK9u6xDRm01RiFIcj1CkugoyuAptmYshaioArSQkEBSQVNvC1Y3fcrRapS5dRm0tcdLTsp2epM1n4Q1cWlWWW0UqyqS7mWkm4UBcbOJgJGqavxM0Un2THcR1l+BQcZU6qRVx3aohp2K40l5jOCqPLiqUVMu2unjNlSVgJUbhIKRL2Wp2KMHe0FTcMYXl1ep4UpFZdiuodtK9yqKVNKDbt7pQFnJlBUFBQVocxO04GKOLiNjBrTvu7ko6ZVBrLqFcJ6OQbNqeRZba0KskLBKToSLgpK9ewpPwbjxis0vD1BqP9LJmTJFEWOYS6t27zriGwhZUSVKKi0Ek5idTcFrIl3q+Y7sVYXpcXeM/vQdq2SFVISUTYv8AZJkMnV1YSA4lRaISU9SCUpNge4V7Q86jVmBu9itVFcXPVE5ckgtOpYeaKXitIIDyQlwFbagSBY5bA2I6vSqpjKqYww460vPSOSq8VfFWjmoa0Ft4BQsc/wANzvYE5L+Wyw37YWn71Z+GsUbvuOuo4QVzqmMyVqbkZwpLobPS6psNpsLocACwATdKTgweI0KdRIO+ndfU93ON6Jx8Q4DdS/TncxafcytHgvxn0ELaWppRRnbIKSe5Fwc3R8F/zX4tq2KHWqjW6D0yplZozWae20+nOp+pUtAAdJXdRkxRdRsopAClbaVwXOxRS99PvSsy6XFYlQmGpUWKgoS8vrSJSVE5QFBCQpuwykKINiTsCb8N4MD2X8Wr5rB03EMWc6qVAa5pKXWYr7uZbbDjiglCW1qXlaJKR8qkg2Euu4TqztOIGsbvd6HCbrOEsQ0ir4exJI4tJmNTPeNGqjSuotrTmQuNKOtgggKUkkEKJSLenbuP5vq9Usbz6dKpa6jATFUwuUJ8JuQgK6WV5Q6hDqLqU2tNjY2TclQQ28rffhzdhiifK3fO1ig4bxWhL+KsFzY5i5XVjOioU8LAQHwCHFITYKUnMBchRMtyysR77sES8UV7FnvREKVyXNQEriqeSBmZeLZug3QoBba0gJUVWtY5lwm0y+3LQ8mb5KxiiU/u+3fbp8S06vQvvi6W7N5XnsoUXV0t90gpdSnpLS7JcTmSQBY7AG66sbuZ+8ustYcaq+DcQ1WFln0utwPhKkajNk0K2T8VKywVLbWMwBRmA0thqqO16A/gPeMy+++uElqk1lCci+aZ/QniC62HiSClWYpJRcBPbZU4SnQMZNP1PG9DXjWK+pLUyfMpra5Ck3SUPL4CAQ42QizqEocSUJVdyxCScSNiyNuZxHvBrOKGN32PMJroNIflJa4rUwyqc2tTh+GDoppCxZTToyglQBPkXdvY3KbuaPPfr1TxlW8N1R+O0mVNhVLLxkIuEOqbcBQkglQUoFFxrqAbLhrdtAwvij7bxcT8OkcuuLNa94qytqNkklDgLRS4mylIJAKwSkgKFrbGIlT4rkCvYm52lwo6Wlz1IUt2PDtdF3L2TYkKSpxJBGiyTlKZKI45gnq3GUlJlYowvWZ+F5+N/ePESt2FNfaXDXITcWQtC7hKtRdKgttYIWhYJKDIqkqBS4DFeoOHlo93Ote9FR5WV2Cq+ZKnmVG6mivMpD6LJSAoJc1BNPNZ3jO4SiQItQp1X90LyIW+0Y63mEk5XIyiktrURrZsoIzWCFXAEnAuKYFUozkCqVZ9cJC1tcWfHHMUd0jraXlTYxyQpKkPWGpssCyBjW6Uo3B4gmpdOU9QvrO+yg4tdpsXFuDX11H9A1NaQFLcQoKuQpslDragAUqBub2KfM2UjGm7mVS4FLrPvFCJspUKK/KYcaQl9RsUlwAFu67hXayhck6k5y32UmqbuqN75oNPlVfjKUvj0uUX0RUKJu45YXdjZlAcVSOM0Vp4pIKXF0EDFG9DFvEi1l2roiraQ66j4T62ZSUJPUjVL7SkqCcpUCtNiACLG9elrYZPMEaEt5aPP3w7ijEfubCWJs64UV9qqUFc8wpkhhLmRa+A6nI8hDg4a3GnUONkgEC4Btd2mO2ncBuUbCVcq/vfD0/lX6TiZK2qpDQFALjuLUAXMt8zbtjmRlvY67Rp0uVhzkMR/ZiE/wAeOmfzC2FNKZkBBbU4iQrMjq6Gl3UFJOQLJuFDgrG2HK9A5/FGE34UqK7yseehBafhquBwS8D0p6rlh0hJHUi4BIaCqFxLimp124hLinHjVGozlUi09GJau/lS601FQh9TQNlIUR4sicytD5EkWJvcQdxGF8ZbtGGsOf0ciotLW1KirKkOX7ZgRcKOoUki4JULAG2y5rVA3jfZKW1RqTNRx5C1olR0olK6kHK5lC+vskdKgfEUk2KCo4O9f2lsEYIl7uceUmqUv3ohSYVeiwDnjzUkZs62yEkPJtkUcqwQSQoXLZk2RisJUMLDneJBoO6D3LhfHjXvvlV5GkOrRIWmOrRfBK7kJbJ8BukagAXzbfEnCTW8DdXPgM0SFWqcxUWnV0tC1qzIQoZCppWRxCklSVAgEJspJKdRsnF7p8RwHX99OPN7r9aq9IU0+7RJi3GJvL2IWEuIWQVEgqSEICCEKBIvmSzMIVul15qXvBpb1Up0Kltf0XFVHczSsoJDakJAXmUbIaAuohWlxZJo7fiGYrKnE+LqpuRwkxhLdpEYRV6otLHCTd9MVKVdSlAgHhN2IbBCyFKKtADZSUTdnvM3g15yqYi3ORcSLR94zzIrchSkteNIUwVLU0SCeGtIUkWskABI3BuorFUx5AfrMXBFOpC38vFVUnW1qSq5zJACOKhxB8JUAggpKVdyRqjbloDWN5eKIFcqlIqj7qVSnaTKLTTik+F1gIWU5igpChaxNwbG5BK6eMwJYD7oj9z0r2fsU7wazuca3fYHwrXkReagIqlLZfizFlPx4wdCQpLgASRYapuCLoI2a+A90FegV6JhyVSYVIpcJp1cVMOeHYqmFZNI6wcwQkITlSbLSAew1K53vYM3VUveW/WZVWm7w68iQxNkNItzsdQKUl5UZGRJABSlSwQoApJBFiXxu9x/RqzS2KW1h5ikVGF0NQlqzr7JPwVJALg1CQoJIuFDuL7Cezb8Qduo2JwIxKpg2gxeG1zaGIv6XhIX+jt3yjySfNINiCdNdl7vHpODaXPYlYSl1FD76PvTUd/iw8nopld0p1sQE6EDysNjx6TPdabiuxJUV9CfhPutN9KiLjMgkKym/ewvfyGuyqfmYtoLU+f9nmFrzKUh1hC5HGRmGYXQoJuPMDNa6bgXFszUal7XFIGM/P4mRbqWu8MSQxHpcqlv1T3siLV2OPIixZqCpDygCSEnMSbnKQL3By6nTZe4UpEXeDKq1ZdxvVKRN46UTaDy5TziU2AeQXLqU7ZOU5Eg3ubHWx9RsRSsb0H+nsG1RDDEdLsWQhoodVYdPQtOYOBJsLEEkqFiDYjWOqrRqpS5bUWJClSmENLQ6uKtaJCVL1bOVQLboy5lJupJISoWAUERcHpr2+xIz2VxjM+4mN8UUuf9l4tJQx/snZTS0cZYA7DWyz2tcm4sQDsVy8X4ywbF981muUubRJTSFrRzXLyGVA3BGikBQWBY9hobi42y/i3e3Pan/wDsJzajN4/Akc1SZjXLr7AugpsEkWAUSbgi19tExJWCPs43iN2iZ/urDvL8Li8utK0pNwb9OexKhoRc3AJO3j9NobqbzdYP6czKtYjzxGBh+pUGs0v7URa2isMPuqTIRK6ZCVkhJbcyqWkua6LQrKoEEG1tlrvIwhPr1Uci4cxZ7rRn6IshIWmRYE5b63Pc5SD3vYEaRMW12jYjgMVSg0NdEYlIzSlJazsOK7ZFFq+Q5rnqSCQoi1wdjTCzjVZozDsVmLKQhCFup5o5W1DzQrvlFinuR5GxuBq1VHUWc/3xAGzPJgZgWncWU+7zcqFW6QnJNQhISiVHI7hI7g66gEDMDobE21QRWYHP1mjS0N1Gb4FLaCX5Ck3yBZ+dQGgUTe1gTqTtDxLT59LlP16BiHlUIfS+uOhIW0pq4zIDw1RfzUQR1eVr7VldxZWeaicrLbRFWtPCrMpWWOyki4W5a/CWBoFA5SSO1yNnaqKNMTsQg/8AmXU7vtnXFFAqlU4E/EdWWxKi5Fu8u1kWzfUBbY6gklRAUm6gqwII02p6XXvc0qXWay6/zUJ1TTXNO5uaukkLSodRTpY3A1sLX02k4lotZ3jV6JWazjJ9CKC0uFVHUtJa5xohKyEqBIHVluolVrEgjQ7U1cGEsb4tYpdUl1unUukNJ5eRFQ2/xMmYcTKOtxsWPSFFSus6iwGig2jJmxVT45P+IMMolO439/T2l/HzKRCTZSY6FX+Jk11NzcC1yfK1wcRMYwKM0/FpeHmEP9XVxQpCkkdwQNL2tqTr63Ow9UcGyospyvYcqGHa90ZFusVEodkMHKsHI4lKkqHisQSADYnUbB1Hn16ltORa9UKcwtcpC2JSpSOpKrBaDYnS1wPMHQga2Au9X3RC+s5l7iupVSVFfi1TJwH0JWhCFFC27X68wsQb+ZIGtwLixrN3lTa+3lJadySkLmMKkLU78fRY8QIstJ0TmBuewse/xiWgwHf6eqlblRVwpHCaaQ6pP4hJBKVApykdxr6C+1FiLBsrdpihhqB96/RTYcprr8XUnMLaLBFikki9iNDsvabGbOJTGzkxp74KhQZ+8atVSBLlIlMLSwlrijJ0NhJR5C+bMQTfvobWGy9RXmq9FcgOvcBxbSkOyEO5VMpPzka2te5BFj522Gq7WcUYjr0+sussTVrd5h2AhgpUlKl6rbUm5HUSSlWYDuE6EbfKdyuLao05iPhVSLzSFJ6VITwbggk2IUCfPpKfqNLsKgbEuPLmSsWU7kMOOOtVxEqUwhSeLnzKeQSAc2W/UARYgAEdwbAil3e4eaqjrjtedyIlIUhK85ztqF+4BN7Af632n4Ywxi3dpiN+BXsMTZWHpTSESlOwHFMeqXEvICm7AlXUDYgqBv3SS1ndjFpbv/nQW/Tn2kuxZDToQ63peyrC+YDvoB9ATYLXaTe+SJRkO6DsHCkBqV7rrMthiUxKW1zjSl5JCCjpFwLEWABI1Bvob3BHjbEFeiwIFLo0SUxCYaUmRKh2UlOumosUpHiufobkXGwY7LrPPxGqzLQthErhO8wg5lW1BBFgb3FxoQTrpqK6s4glNc3KixJvXmQtDDvCVkI8aFXCTpeySACDYnW4o+ncAhfmENDOcyIUYonuvtNMypq0L6ltSCpSU3HoQdD3uCTe49Nr2n06LKrLlZdZXnhRepHMeJSbk2BI1BBPe+o76WFPfTsCs8hKqOdfCR1tOnNkOgIBsoHTwkkixFz32mUmiVSBXm2mqg/KRNaS7km3Rxkkix72BBtqdNbEW1F6LNWvh6x8xhK7H4xDmXQpWPIrHuF2LNisLUuQhLvCdTlueGrQIII1CiAQU6nW4hbv8fUvBDsuVRnZT8VCuBKQprJKip1CtDYryG5NiqxAIJBsKOl1yVQcWy/skyiK+xm5pCOlakkEat5ruJOgIAFgQQQQCB7E9RalSn5XKIYRx1uutI6kqXcg37E3+traA6jZxnI5f3L7e1JuIZWEp8rn6DUZS+OrJIXIa6Hk62WbahYuOoD5dPpPptLdgRW6W08uaxKzcJ3RSte1vW+hsdQD3Op2rqROo3Pue9KGt9h9GfPH6lNrN7Ei40vpcG+mqVaW7uzpUCjcWly2OPFWrhcJS/LUIIIChcXuCAR9LX2TuzlT+8qynhjDrcrxZW9rCdGd46+BmU6nxpSpANr+Q72/E99dHN7bmPeVwuxhyA6hcViaw7Pyq6m0AgpsPmuUnS4B09NlH7KFMr0CvS97+LWVsMIhqagIdQUuqSTqu2mhNkp8yLqBsAduPtDvz69Rn5UrIt+bVEKVk6kqRkuCk3J0GmW37rk9a/6njIf74CvOVSfw6NwZTE3hf0RNdunK148hFupAsohRuCOm+gG2jvZvxBAdxQxgijPcdcJpMipO6K4mYEDVOgcGUg2AAtbbOWDoeLWvdtGgYhYhLW0pFNlTFlbEdS/NRNsqQvQnUX0tptpncrhNrdK7Vsb43ep0KvVpSo6IrTSUO5wPBcaKKxmdBAAKV38ydjCpmlMiGO9ertT8b02jQHpTC6W7x+K0jM1nsQELItlJuqwOn43ttzxAqsz3aTVItQfQvOtTqMgWh6+tlIIOt9QQL30Hcbfcmi4S4T+KHcQxZs59CZDSk3SttfzJIJ60+VwRYjsq9gJ7zZvFw5E+NNQxFzSlSIDS1ux7AWcW3Y52gR1EEKTYEXubNpvqqOJJfdLpe++e7/2crzS1xc6WmucQUutqvopKz1WIHY3HlcbDtemcJ3ixc/EX86v8v+R2BqUufi2qULmpa5XNLUpMhPzdgLdx30JsSLa3tq6aPun4vDalOv8AARmUvirClKVfXMCCD9CP+Q8Z1j+Hr+pXrq9OcOOD8ShLYxBbBO87erFxvScOVSo1So4XQ6lKXWk5nYNwQCk3Bsmwsk30vbXseu7sIFZqkufiOh0v3itX9fgI4XOJN7KUlNhmIsSogKB0JuNLGo1vBu76A2068wxk+RHi/HQG/wBNLnYDX7QkCVWfdcVpcJhfilOpzKZSe7uW4zpHnY3t2ubDb1FK16ZVGqsywHOPmWNpZcRpUmkRcORW4EXPw0f3yrKn87/t77SW2Xao7yrX/oY8/wCL7L+h7yINBrz8DehElPxVtKW07TnelSDqh9lRNnEkAkC4BvYkEEbAEbfLWYE+W7hyIvlX3VIj+8ooU62nMbG6Vd7AXINjbz77PJ/EelUbfXxBHxGTNX0zAsCK6370z/4EbWzWHuE791615enrzfx+eyLw9vsxk7FY5+WxKyO8V3PHKlJYIIykAhQIOWxuSDe/e+xTQPahwHVKp7mqmeK9lypmRetpS/Q6hQN9Ox/PbZXUVWKHz7hFsRYd1GbFpbT8qss5OAhSlf3rD/Pbzyx9Ki1TG9ZxQ01/XZGdr5ehPSkm/mUpBPa2l/U6/wB5+Lf5y59N3c4Xe466ota57qOpTbCBckWuTc2BABNsx8iRlLeth53DmLX6DS6jCqjCMuRaLpVnF7oPkVWsbDyP7Ba2ytF5Mux44gC8t2U78J3x/wB3/n+/bgmjOyneK71sf3P1vpfse2zCwruorOKJXCaicl8JSlOutHIn1Hn+A9NTtPwfui9/T59Ln4sp0XkneAvJfMp2/T38iO2mvqNLqI6tFyjDygNQcMz6zKbgUaI/1qy9LRUrv3sB2APnpsW1/wBn/GVGlMc1Li9bqULTm+Ui4I7X00I0sfx2fVDpf2SgU2lz6SxFYhK/rrCFpUpQtkWCCQhXTYgk3GtwQLGuM6pg2fFgSq88vjsLVmydC1JI0IykA6g6/X6bEc7ZKjdE9gigO4DpbfIcCUtasrseQx1/4gQOxGmhBufzMbH1Clb0KM3RmqSxC93O8wiUpJQ62sjyPZSD2IJ9Da4FmPQjArLrnuGrRYq8nwlzVFKVemvl+Ou3XAlDo2I8Yy6XvFxjwYvUhTVLXkU3fsStQIUgC17C5uCL67Km1Me4asbuJl3CiZVBrzEXFrK2GIUjl0T0WWltaT2UfNPmPQ220JXMZ4Xd4bXKMVfoT18IJzIP18799L7Qq1V6NgOfiHdU0zCxXSEPr4UzhNv8ZBANybEBYJKVAW6rka6bJuuCLhef/Q0t9+l8VXFhOtZpUO4JKBe/Ea7+YUAL2vrtlN1Eq5ReYfthuBGlHom6Cfw5U+k+68mV1KOd6f8AzKrnW1wRf6bD1ewfQapvBYgYc5WVFqLSFx/i9KX0Htm7A6AW7X089qXD2GIE/j1mBUfgLY6vioyuW14gzKGVaBdRULKASb3FwYGMn/svi1tqLERTpsLJzTrCQhDyz1JdsnpBKCjVJscoIAJOy1XX6NRf2Cp/c+pG3bxHBvC3EysL7vo+LcUO8lKmvtNLpbSEqQpBNkqbWklBV5qSAki5IBFxsJYIwjA4TkCl/wBaX+iQ/wBKXlHsgKF7EjTUWvbXakqO8He1jyltwJ9QnSqXFf4rTrt0pSpIIve4So5SQCbkXNjc7X/s240ddr1WdqkTmoq0vscJ27XDdT5ocSDldBsoEgjtpYg7OtZQj71EEdO1nl8QO9rXA/ubFDGLYD2SLVEcXJ8mc5cxTbQEk3P/AF257s6ZRseYcbdrLr6JVO+BxY91KUkdQKhr28yB28vPZ1Y4olG3l7tH4HF533cnmIrsfqzJGoFj+wjv599kXu+xpgPCUp+lxXlsLX0q4VlLSsGxzX0tb/L8dta/SDubx6Mcv0/6m4ejGxD3IYNlf0pKeYmoY+ZPS63/AImySCProRr9do03D39KOfZdr3iwhrqYUvMpxPnoe4H4aaDz2GsMb/KDPqjdL4K0IiqWiUtrxqykpIB8ibbT8Wb3sLtT4lGpbKGKjl4rDsdP6FAIvmIuQo37HuPLTZa2kKkqKPGXDO8eqYSrMDhMxWEZMj8B13Kh5o28Ku6Vg9h5E22Ad+GJsLtV73pFiLY51Gd3hIy5k6+LQBShbyJv5j0C96WOIE9ph2VLQt/ip/3knuDb8z/FthFX23gcD7OM+96XNRx4rTqOYQnsCgXV06Dwgi3mBspV3CnHMtXpz94h4uhVmfS294OHM+IYSGlcVqOjO640O4A1LhA7pBKwQLA2sKRzC0CV9/ozv3WUlLsVXh79wdNFA6H9u1/ug3gxcL1lxqVhObhqa+tKpsXhL93TFeRUlIGRZOgdRqNAQoAjY9xHR4s+e/VKN/5y6otTufOn7vINtFFJtdQ89Lkai/bQq3Y844DvGDLaHJrMXcO/AgOo4EpKuKnL8yXBZweaVCwuR3se+yXfodZxk03AdrnQxmzsLWFediRmGg7XAAPn3J2eia/heLuCruHJ8vgVSlxVrU070qVdy4KSL/52vshNx8fEeMt4PIcJ9bD+fKtd1JyjsPxtYnuD67B1CFmBQyLK/wATdW6SfRqzhKktV6kwotUpHTDnwOlSUgAWIJuEkAXT2t22Hsd4mdi1RzkJfHRnV0aq/HQ+Wl9LdhsWK3ZxaXgh92K6vJFSnmkIX1No7kg3vb0vcabZ13x0h2LFptZwRixiUjip4sfijj5b+Q7LSexSbEdxe9ghr6a7kxcYF02j3Gth/evAlf0NWXke65SeE6lV8iU2IBuTY21v5jQgjvstKzjCLu+xG/RotbYleJbSHbKU8jvYoItceYGo0I77Lk4ud5ptp1nr8Kk+Hp8x639PMafXaPiTBtLrMqJP5vgPoTwviulKUpJsPqNQNe3+i2i1NCp26z6iO/eMGOXCW8il4yafdgOsdC8jsdCuttXopJ1sRYg6g+u1PjPCUWqcSqUtphcpCFZGlXyq07eY/wB21tdfPZUwqHVMEVl+LwVsTloSpCkLPxEG9iDfUehHn9Tse4dxM7Ka5We9kX/4vT+ezSare+yUUhWi3xLBrMrhxXePwGFpytO9Skqt8o8vxHrt2wS1XqXXuK66uVCfSlqRFUoqRIT8xUgkIULWBBHb0vfZqyKfRsR/cHfgVFClcJ35HEnyPn9b+Xa2t9u7mA6XFi/emn4T/wAiFWUnL52I1t6a3/HS4maxrDjEaa5zApimwJVef9zOse65Wdaort+n00JuCD2ve40PqG2y9xcONxWpeRbGX4rSunMARZSdRm+o/O9tVrT4zrVef597joyZWJSUleZKbaLVpbS2pAPkSexlgSoEV+Vxl583Qr9a9/Lt/me+xq0dlKvFJavq4rrnC/3/APF+zTanlp/83tHwlXGqo7LalPZMmbqX9fW9tPz/AD2vZkFr/uvgyZ/1s3qfQenby77fKOsdHu0dpt/lJgbUgZKb/wDd/wCO+3MR/wCy2tpcF1r9L/5Hh2it/wAfNtjbpnW1fM/aWjlXfhf3er9Xy7/nsL7wJ8WqV6BS57qITD+bI6tK8rijYZAcpB1073ufIkXOGY/wv/dfD+H5jZKbxKi1AqkuLxlrfWtOdrP4tbA9XSLA6ka9x5m/vv4R1LMrJNPRLtE1FunwtS5+EqtRqXUUTZtOQma186sliFAeZUNRmHe9je2y/wAW4DgYjlOQJUvItfgW0vq7Eg6iyhr5+fmNofs34zao09ustM8f4So8hpKsilaDQnQXBykd7/u277wt5GEqXihyK1x1/eFoU1kGdtpRuhwAeQGhAsdNL9h70N4ZjzkqmfmCuGt0eLcESpbU+rfaGlvupd5dSiladb3TmuEuC9wodrEEWKgK/EGH+Vxbz8qhsVenP5+h1PVqADYHpCx5gjU6hWtyyqXvFiuxeVlZKjkR+laWEPqQLAFxJ7n0UNCdCAb2H6piqjT6p/Red9teXNnRlUr1/wAxci19bemyL37PuiSWuZxrDuHGoDbUCJkQ3/3dSuplRF7Xvp37G40FuwsX7o6lPxlhd/de668hdOX7ywpKUvrjutkZmUBSgMmY2CQQmyiLJBUADVOHRqo6xPoMtC5rCEx5UPPmXkNz1JNr+G4UCRa4J7Ha43T4koOF+HXoFW8EpC5UJdkqZUdCtAJspJFyVCxtYKHhJc0d7BsfBjq2M4wYN766jS6zi1uVAoiKdW0J5erNMXShWQdLmW/ldWtgQDYEjXYMpsPlXXIrTyEIypWrpCVfX8vre+u2it/WBmqXjJjG8WI2ul4iYR8XJ0pkWUTr5ZknMAdbgn6bImbF5CV8LwdSEf4Qdbeuv8a7IdTBqfmN1ndVzAqq7ut4OEsUN4jwnE47FR+8Iaf/AKvKSbZgVDwnQWXYEHKDpoRGtU6LS6o5XosR+lzePxX2suTKu+okN3yJcBGqk2Qo2Uki+UawwLvCpdLw4xRsb07Phd+YmGuflzJp8ggZXCsXU0k6JJIAFzr2BAvaO3Yu0GqOT6W8/wA0+jjwJWQLS4oDrZXbpWhSdcumpCha19tbS2d2oGUrt3ntv/aVu6fHbsqvS/fzzHNPsJTys9htcOVYEXC/E2s+EKCshspK7AghoUCk4cxHS22naSxCiylpkcWOwXUaKAJWyrQkKTYqSAoEdrgA50wO9AqkWXR6XTl07ELGfNDkKyfFJACVoXYpum+VVrkWuLg3JMGT5+HJU+fiNqqUGbKWvMxFdKWuYT0qJa8IWANSLZki3VYDZLU6ayx+DGlVcbTD3Fe72BKqkCswGslapC8rWJcNTHIE9nRQAWpshSrixQ7fXUKCSANu+IccYy96fZze/hj+cKEuOt2Biig8KnYoSwc1+I2Bys9aE5QA4lKjYkKuQNlxh7eZKxRiPhBlEWosTFNOusWQ1UI4OjqexadKBdST0rFlJsQUbXdTrfK48Yo1Zpy6pSMqVodzhMyKtVjmjqPQsi3U05osFJCgRfaaUvrOy3lfwZS1kXj5ljQ5FKaan8LeFS8S4Uq/TTqu0wqLMpMxIJ5efHUoqaVlslVgSfEL3UErbGVfxHhd2JWaDLYyMLTzsXJnaSoXFlp1GUkkJULW7A2JBscVYO+y++2mvRXUP07F0XmmJqehp5aClPESV36uoBaCSQbBQFwDL9pndpXsORaTvBw5hmbytQyU6uRUJcUiPMX4HGykdCHtUhN7ZwlITckbHXTI1m5BiLooZ8iU1crdLn0um4talrhMSkKTFrMB1zPT3wCFQahHaN3WRa6X0Xcb6SUkWTsPyd4OOKBWYNBr1brzDa1olQeFM52HIaV4X4yxYuNnyKFAgkgi4y7CdCRKw40/VMOf0jSJXVPpbsjLlWm123ADmbebOrbyepJAIJGYE3AwRPi02dWTNnYQqDrmctJCJlBqSrKLqcoyo4gSQtIHBdyFSDm0S6Fx4tG1c/M64hrtLqjS6rhzENRlPwkpdnxWnSxNjpF8zqEZQhYHfQHTN02BG1PhzCTWPGvfP284yGEdHNITxW1C6spUyARqQU3tY6g2OxFirA9LaxHAlYcxCvnqilCI65CRxcynFaKKbBxJTlUFC9wb6gDZhbutyrWEubqmKKIhh+aj9ZKMrovfIbhJQfEE+pVbW4FLDsTiD1FjKPGW86v1nFuHYlMaepcp/Klp9FUgCXS6plCh8Vsnpcy9RKSk3QClSQVI2tN0+A4GCffMrC+egyqopHOU2bKL8VlYT05VugrU0SDlLhUpPYrIIJi0nAUqsyuawbUVsZEpzZOlP+8E2CtST2Pcm2p2d+53dLWaXPfr2PJbFUR1IVFaQEKbYUCA43oCVeRJ0AuABe+2a7XOPxM6/UFR5e4M4k3L76cR0tx2jYeYflMZZEVEeVmyrF75QvwX7WuQR5EGxXtYi43wHQea3oe8aJKXIXwqdnWlKVEkDKAqzxUrskGwB07W22jTt9u6/BEVyLWcQoi+6MrS1L8WSxynuL/UaEelrbWD2P8AdLvQ3X1p116g4opaHc7seQlqQj9ZDqQq6TfxJULG+lwRszpwyDylKtU68kcTEdPnQMURabAlS2KciapXILqTRSlmQMwKC4CMiyCog2VcE3BBJBNgzAeI58rEtBxH/REpdLS1AlZ0ZEyLKOXNYgtODh5kuApV3BBKSl+7zfZg3afY1iVAlroPOusLU0617xisuqWnUIcPFCcx0AWoJPYWsDQ4l3cb5N3MCme68PQq8whrlXfdL6XUqjlacwDLq0r4ZBJygnJqQdSCfvDd7jA1KN8zONG9l/Ee8GguNYo4FO46EKdhylrWiO+j+0iiysqjdXhADiVEKzWBB57Mu76Bu/xavd9PqzHvFanX2mISjychJIUH46HVLcZXYpC0JOUkKzJvlIi0HGm8HctXl4IxHKeXT6gpbsCnVuEtUePmOZLTbyk5mkEJICFggKICFpAttf4arVU/nQouKPsmukReK7x+jOwy/wCilJJsVDqBBUFDNY3027u7TLJqcHEK9/1Fwk1jJ/FFG49OxZCj8B1edK48hGdVg4ly4F8qrKAsDm8r2X2D95OMpU9xrjUtnjo+K66j4SsuiuNe2doadQJLQ1sRoCre3gTHmN96s/G+DXfelLXFTTqvTktOKfhrDillxTYF3mVg3umzjakJIF9UgZpc+jO/Y1qiZ5T+VpKWrK5jN2UctkElJFnBlWE5krJAAGD1Kqy/UL2/UX1Sd1xiMlmiVnFEr3pS8T1GnRWHVwqpSH2kKU2/lTqhSiUPtlKkqSASVJyklRUQAL7ONe+W8B4tq02FhCvVJTUWoxWihhT4CkrcZ4iCG1i5ztJJIsbpIJWlhYMT/M3uHxDhzFuRa62p2VFWhRUtmQUttgN5tVcNDYupOncAaEEVdxpFi4S+yU9pHuTFkdE2mysrbsVyU2pCm9RctuBQAC75kkWANik6YoCgJGlqVcIBFpiBveXuW3tN7vt9z1LnYei5kUnEDCPhVCEWyphSkpJNgSgLaUiwJWQVJsdtR7lKhF3jcCVFloYi0+YpiLKWgOoclR3OGW2nM1sjiG8yU62SoWICgkKTeDhJr2kd31JxRPdyYy3UKS7K5XpVVqaLlKwVDM2406nMUkFBKCBbPs2N1odrMVil4caRS4udrmGl2Qw8o6r+GEJLLqgQ4FJy3JCkhYXfbWpqRTkDmaSqFXMbG+uiYyrzVJi0aoUTmkJkR1xZ6lodkNKQFKaQNUOXDZIJKVDW1yCNsX+0jjZ3BGN6bKlYe51EWApfFzffYquMQQlxRBea6fC8Mw0yrRlJV6GYn3dtYyaprtZqz9Im05SXWKjAWFI0CkkLQu4F0qIJN0kGx8ht+VLAWDWqXAwvjflaih91S4TrrTZVn1WUNryjL5kAkAjQgjuxYN42wPdwZ504eqe5HfHyGI3Yn31CEtSp7TSFPxVqByNTGTmU2okdK7qbcAuhZAIRf4k3c/aOjS6NhKiLrcpjIpLsJRYfbVe3DU8olKTYdJJKT2Its78cr3S7tHa7Pd3ZUGbCojv3yfFjtNLZaUNXz55Ba7ncWSq40tsD4fxxQWqDUv5uWfddRmuraRHlSlu02clQunOpsKVHcIJUl1IUCk3IVoRnXVhPv9Sw1BHsSXuK3WT93LTEnG+Ia3huoZUtMVRc0NOuWzcNhUtCcjoCiVIbkoeQFKWkAE3JhvpqtZxHhJcqs/Z6bSKglMOfXEscJ9UNV7tT42VTMlpQFxoAM4UgNqAIRCsU48n8PdLi2uVSFTkOsSqvRsRvplOphk5s8KVYBbK1AJ1CTbqAIF9mLiBWMpVUclUvDyKxhGnQFxZvKvhbUxK/6xDlxiCtpwNFCm1KuFWUArwFTa6avb4iHVt3uRsHuYSoLrlGlS6RKlVRrl2lOzCiPVkptlSlxzOlLgGgzEk9iSNQE4+oOFsJSvdeBN3FRYYfRnnwKjVFNISmxBehy2ytcd9BIKm3QplQBSAoKSowpVbwlQXW8R7ufutOmw0yp8KenLmdbuOHLiOAIdUAARIZWh4hAOY2Da0rvM3wY2350yDK3VRURa3S1KacpyH1In5glRW3EXome0cqlBCbOAAHhXJJoEVBgwgsZJrDBWBMbu0GBQcZVZ6lrp2V1Kuh1MqOsKAKcpQjiahJFgFHUWJANREwLFn7xnJTueLUacnK7KSgJYcy5lIcQ5qWwVqygWIGVSVKsQRn3C+/yfS8OYMw5i1rEsFYdXTlpYlZlx2tBcJcKFcMJQSpJvwhcgHKQdMYJ3q4XqmEq01yk19ikNIaaqzsUtJStSbjqSAkApSSrMAAT5eREx/LLG3dDnFe+zDkDGUCqT/ePA5ddIqUphpOaDKQt1IK+ICC25dQCVDKoAg3BJCY3p768UUasttUb3vCWjoYlR4Da2pTSs1nEKTYBJAvdBSAU2UAoEbElC3S4jarLbvKRavhStwkrdqUWafh5CC2ttZQEl1LhuppwDsQTqCbBvANZoMCpRa9Q4rGHUOrU67HXxV0l9R/rjbZSFcq7bOoIHTdV7EE7FPjOULBRjfU1vBo2E59YxivDuJGEtRajMYimVTnJDfDWlT8cWdDLxS8UuNrS6w6LDNdSNnx7U+FpWI6Dg/eDS+VqnAhux2qi0pt9DfG4awoKVYFteS17anKCASDtnfE+CqXhzHlJ5pmnU599GSpSmnW0sSoaszgculIS41bKQrILJJvYpI21tuWqeHMObtXN32KKtFYboMxbsV2e6h2PwHF8VlPF0SU2WQgggFIAF8qwLboNxt5WYc3i7i8W72sOPyqoyxytBUh3NAWhakxTZS21o61tnRWRwEJC+4Izgk+6L2ZMb7gq9HrO7Tel73wbiuKxPVk8DiDcpLkckg6dJWlSlJKdFpIALh3lez7hzeXvBfxHu5iTcPSn4rseZ7prORpxZKVB1hlJSQ2rLdWQEE5SUggnY83ZUj7G7uWMJYow9F5KnLdRAqUeQVMMurKittRVZbCFE5gTdJJICrhIIyZBfHlAPFVRqlBgT2qW8jgZkutSHXQ7wUm1lZgQpbV7AKAzAm5yEqSSjdPimBRqW/KdwbTqi4+6lqpLaQVReLY5HSdeCTe2VYSFCxQSQQBGo4Ulby3YkWl1ynRX5Tq2HeakITldFyhCikfpTYEJy9SbKubm/8AU/dJjfBGI3JTr1Ri4hixUoaXCmlDEyPf9HcEcQgXUAbjUpULEKCQttbUYH2gc/1i5d7XwPUKN42KeadcitYOfixeEpha0uoffZRYDIpSLOKQCqwJzA3sSbnalosfBtBisSouJ6uwtDSUcumflSz5EBBtYG1jcGxJSsAGw7SqnhzHjrcXjRYuLGOpiFIUGk1C3dhQKUpLlieG4AMxu2okgEC8ejVSvYjpNUqmGH63R4TWRUNp9SZriAqymysDMot20zFQIGUqSNQXUM4/7fuTsKfZkwpwxW4DTrcCjPSpsVeVfLupSjKq5N0lBDSgdemxQrXtckj+8jAmHMb8estU6LCmxcsdqfDd5OqR3UA5ELcsF6EqyJUSCDoSCDtJqOJqo7iOfS90FOYpHKqTx6XV0fFSskXVyxusNLSCM6FEhXVZQvtKNfrPwJWI8PUGoofRlfaQ0fUZvECVJJH0IIFwbW2C1VhXmc176YZfn9oH4Sj4ylRYlBdeXNfiqWqPIWjJPhqIKUuZj0vJKVLSpLmi0KWCbGxkM0OVVJ8SlxYnAryFraW00gNOx3UkBFj0ByOesgkhSSrKVBSgTf1nefAwu7EapeGVwn0KVyvCupCXVEhLYASSErUdUAW7qAv2XUnHGI8UYj4rWGKvS331cwlMqGtiRDlJJAdaURmSSklKrFaVJyq4ZStQ2XpreonMrRZ9R5YxLCJv1xu1iiXg2s4ThIlU6a7AfpdUjuw+I/YJSVpyjM24gvJDgSpJGVQCwVAtCMzA/m+bxvRt27dIYYa5eo0is8OQpKR/ZLU2ohxIJslVwCAbemwHXI9LqnKSsZRFysSoaStqRmcSiUwg5ihjKc4W2q6ijUAXUnQHLeQ8O4oxvFqVLqmMap9lKihp1MOLlfXlI7pcQTxUk6mzYJNrgkX2DrNT20P/AKius21nKwUoGOHcUYtbdgS6oxRFsZJEXmFO8Fq1iM98zjf6ua5A0KlWBEHH+8uqbv5bEDGWA6njvBS5gamSKdPXNehtEk8RLZJUtI6CUquQbFKgbjZx4c3IxcG0tz3DLXKblJ+7zUtFWZJ0CXE6g21OgABPbSwBpPs170K87PalUmkRfFwpTUo5ZyNCStsAo4g+UmxIBBIvYB6QzDIYEn3kxFdSFHvmDW8ujbqqpyjtBpzD7fCRIQjLxWnI50JHdSHAnv3AHbVKggMj4sn0GqUnBuF90T9Xp1UdaTHkZnoCm0KdSkutyGQW322rJNnAokAZSCRd4t7ppW76jPuu+5JU2KlLrrSOIpSlAqVxEFfUFq7cMkI0sPTYZoeN8JQKNPr2F6cul9KpDsCQtxcPOps51M2JyAjMFITaxUoi1yNt8BZtach1BhfgveNFwli2Xg3Hjs6auU0hfFrPKzUqaIzJbJQlpxQsbBTiVKunMTfMS0MPM4DrNGrsqK6xFYpzCpXFS+607FT1Znfi9rKHUq5bWLEm9ztm7dZuywbvLlT6pjeI/W5tRlKzcV3O0y1eyEp0IAbTlQknWyQb3Ny1qviGjbpd5eF8LiI/Np/Ku06rQ3bLd93yLNKvcgrSCkrvYkhCki5ttbubYzYnEhUrcphyfvB/nBn1unVFb7XXyV2FOWFi6kBV2yU/pCklJNiCbkk0xlg3BG6Wlx69RoiELXIS+nmpAX1KKMwClEHKcoukKCQBcC5JKZq+Hsb7vsb13AdLl8eFQciYDDsgsLlMLIUwsBSShaijQqBuVJXmtfW19omTjbGVGw9hehVCkOU/kFu1hcpjOtUfKUFbaCQniIdIzJUCkhRvYC+yle93y0zB3Hs8vUhyfaowvvQxQ5gis0771CYTy/AXx2nkEjNc5QoC5NlBROXskC5NRhLebi2BhyfPw5hh9DDFSVDyrdLDsV2xPEOYgISVZiFEkKBv560G7yl0aqNPwKXhhiFUYuZKJsVpUfgqAsHm1m9030KdbjMBmGuxpWsbtboP+xtZ5J/EVRyzU8w7y6JHc3SsaBXcJAzEDsNhWbe7yIpbYiWGUVN31Yy9zVrFFZwnVKRW8PKUmr0uO7nVlcPwahEUhOV+MslIU2AC2rUFTRulX1HeXvkxvXmMR4Npz9X52HknqpqI0h9NrXbnUsr4joSpRVxGsriSkqIVcJDpre+HFFZpbcp3ATlXpc2Opp2LyrMp9KTotCkKWjjIyk3CTmBOmt9lXVPZ6wliif8AbeBRK9SMSrWibAdalSEIz21VHXdLzIJvmTdaQDfMnQ7Gfay4xLi7cvAjLcxTijFtLw1Rp7vwKjniykoila6a6kdQSVozpRpcIIBBJB0JGy/xfhbHk/n4uEsQomsU5f8AV4Drcp2OsAkr5dxLhDR6bpsUpJIOmod25FnG9eqlSi157joYWlCJTtlTWVhOqFrsA4odgpYKrBN1G4G1437OtBdrM9p15edb6qlCmoaSh2OtZJWht5vI42sOdeYlQKVkDKQb5dXTR3N5ie+lD+pM9bqJtL9wsVl2hzadVJvHhSorUpb8XignNweKSpAJsstFSg2TkABSSS/C1ZwvRoDkWqS1sPrRxWl5ilTKLm2bQDKSR1W9Rc2IJ3vU3fYtwvQefo0v7SLckJXNTyraJTiAb3JbtnUASc5Qpwgaknq2QNJxRApeKJ8WfT106LFQpUd11ZfSpfYqQF6raKhlUEErCspUjUEj1KfT2ZQfEXt2ag+HqMmnJpdZlVKBPl5+V+Ll4p6Uk+PulwpPhICiCCNQSNpQnc1gh9qVSaR7rcQqKtpK1JdUoGwQq/ceQXoTYgEEm6y3fbvKpAnuT5TXu6FCaUvhIXkysKWcobAuAhRvZIsEjS1xYF9FcpeKJ7mLWs6KXTneE1AaUlSXHU3BWASSFDKCLEaG5BzCzlP6gy0vp9OtXk8pK7gyvT4EBqU6xS6Wj4CKW01lVmFinMAdEkJuEkW7HUk2DEl2jVl934687XKutO2ShNvCWyOpuybWsRobdrbaMmzqXjKjcVqItfhStC0Fp+K6m/l4krGpBB1GoJB2TGMsN16qVR+vT6swxS3/ANK6taEJzaAurA6TY9yAO9rWBshr6bj5V5/tIsussJVMwOxhvBi4XoMSVwpWSlykKdV0KW4k2vZJI7hIURe9gogG5IiYox7FxbFbn0v3dNYfaTklJ/tLiwQUFJyqsblJCdSCDYEAYxlV6DP4+HHZcWrsIdR8WPZSU2Kk30IsoEHMkHQEG2ttlvijGzsB2JQcG4TfhMQurmEpzcRJy2AvYG3htqALg3JNp04dkCN7l6dPu4c8x0YfY9/QH/un3qUlXAhsSiwuQ6yFKLbSb8LipTdQQtAuAogkAlLE3a7usW4ydiT2nuBS4rCWuK6jqUhJJypFzlBzHqJPe1iNAmfZ9pmMt92N28ONU+ncrCyO1Sby5adbQblLYNynMSjMD3SEg69Nt8Vd2g7ucLucV1uDTqc11KX0pVlBue+vp+Gzz/ophvcpqqwh2AwRGHMG7voD9UaiRYuRGaRKVZKlKHci5FzpqSbAeW2fsT728R7way5QcBvLp0WKpSXXXY/TITrYoScpLZsQVXBUOxAAJAt83tCVneDWX6W1x2MPLzMJaQnrcVqAtQvqnW4Ta4Ot/LaHufr1ew5PYgVSnyptHlZ0x2mmsz8VSiTdKPEUEjVItYm4He4aFDNmCQbVj3odTqlBgONO1Z9COpbuRRUlV9ST2uATY3uLfncLlV37R4jcwvWYj7FOrbC0U6ei+Vx3U8MG467daVC4ORQGttu+/mNijDlLYi+75tOiv5lc0hg5UpyknqylP0KTa4J00I2UEbE0qK0w1VJcpilyuviw1t5UrFlJkcNQKAsWQokAEkXBGuzy43cxvTAN7lqaHiiBVJdLxa6/FhNupzu5TIQytJ6XULFzlPkdSAQSLkp26VbC9GrNBYi++31ymELSifCd4qFKSQVtSGV21F8yXGykEKFxe5Qbrr8DFEWkyqXW4SK9wlsLWhJYamK4ZCmzmJKFG5UgHMnVSc3hOyqZl/YOK/75dWhfHdadhZcysgWS3ZV+pJAsQQQSEqA0vtzBVmlWFVZURabAo1eYxHKlsLpyEKjutNKKVsryZs+RQzJtfSxNyLEi+pM9NlVmlwJ8X+tU51LsV9dsriCNb9x1dJItoUjUXII5iOR7+4dZw5SUSoUpSHUR4qFqyq+cEXzJSdRa5Ata/lsV13E8CjUZhql05cVeRLXLv3StlQAJGo603uL2BvoR22o9qAZgrLtg4gxXUwKpWW58Vn76talu5L5tRoLjvroD5jtbsIsNiU7xOVZ47/Fyfos+ZXoU+afUaXGv02u8KO8q7zU9lD79RzI4qlo+He4vY3AGpA07XIt32beAKTheLKbn1nJCfQ6niodsqO51C3VmNrjQknRVvI22UFZt5EXO5+Yu8KMxXapEqjVDWhCE8nPYakFC0oNjmYvoq9yoIWL3Fioix2+8LYxwlFxlyuKKSuooYT44rQQtS0A+Nk2QuxsFJJCfFoTrszN5mCqD9qIEqje7or6Mq+YhuuJXOhKyqAcQCptxxsqNnNFWIBtYkjGPN2LWHJ7DuI8Q0ub70/qVUh9MhTRtdDib9TrZNlWKTbKLLtmJLKeOY2KA4n1hveHPxHiipNOvIRFQpSIEVpBQhKdeu6rHiEWve1gLBIAOw7WZ9G+27juMvfaKWhTS3eQdQlf6PUgOJKcwuDc9wMpIvfaxwLhjlcZLagVZb6EZVu5fCpJIuSO9tAQbA2OgF9qTew9PgOy2uDw4r/CYW6n8EkhQuSNQVAaXBuR3uiyfqCUavaYd4cwBPgYIb3tUuoMV6g+/JECHKXAVFUpCXlobcyOAgpUE5DqopcNrJJSTVScX4j3g4jcn1moxWIVIzLW0qOUJhutrzAozKK0rISoOXOqTY+Q2qt0++lqg7m8Q7psUYmmwqXx/ekDhIK2nrhxLzJt1JUviKUlQBBNgbWueODKthygtMQObYrcJ/iuykSpDalSGFGyQcwyKJ1uDluQnUG22lkellLkrX7YXUjGNexHiiBP5uL7rlITwmkI6lX7EjulYIN0EXTaw7knQOG8NT59ZgVml4hXFcYiqadi8LpczG1ln5kEDta4IPcEjZI7od0HCr0ul/ZNbELOio4frinelUJzxR1DMQcpGU3sQpJNrKF3/AFbF8XAcBug0FpEqV4XX9FZe/n9L/nfZlUFa+USKbftkul7tMEbvp79e4qEIQtTrUdVsjKjqooHcJJNyNQLnUX2F8Z73p9U+4YNiP8qvK0upNJKuGtWiTYa5e3UNPqRrsK0KdjfHlZnyoEt9+o06OqU00lWRKlJtoLnKbkWsSQfrcXVknEs+BXp+F6y1Npy6i6uVSJUWyOCpRKlsqA0yBVwAQLCw0uNk77SQO36+ZZaXfkSRi6dXqXWWOflsTZS3UpX3WlSVKt52IIBJ8rH6AbGu8fcvVKDhePiOjS0e+4sX3iimqUPvjBBLjbKtLuAd0EAmybA3Nltih2U7XualS87/ABfF+ta2vn+y21niHeBVMRuxIsqt8d/hLjxVtLGZOS+XsTqVXuDrpcjXbN1VdHG8cxq1EpUAiG2AsUQKpRmMOYya4FLfRxYE3hFSoK1DUjuFMqPiSDZJNxbttYYmwzPwbKj16VSWKvSIr6USuAv5dSkKGhF0+Ek5SLEG2oU2BcY8rFboM9rgMSkK5WYhfQ26b6LBBFs2liLAKsfo7sM4gaoNG4WLWn36c+07HjutKCV0909mHkq0Wwq9wDcAkEWGu1D06srvxzFLKw32yDvX3xUHEeF26NgikwsNSnmlJXKdQUvpQD8pSMpX3tdQI6jlIBGyuwLhLkGnOfqPNIXmfW611J/EJ0JF+9rHXvfTbvUoVednuOxcPcBEV34sV2/SpJvwiBrlI7G9iDcE9xAxCKW01/2SokqiSpvwlwFyDIY1Gq0KICki9+k3A8j5bIaldVqmXJxg+hArpmdhOtZfqkCK/jz3suLKffTHipQopdSkdlJUDfVIPoRe2t7bV+F6PPxRiOJWao64uLKzOqXxTxVL78Qm4JVp3Nx200Gwq1NrNZxlEwlPd46KdHUn4SsyFJte4073ve+oFxoNn3gzDnuuly8ZVnrRFjqRAQlQTmWbC4t5k2Tc30zAWttqJutsG/0JpmtARIdd3l/CcwlS5a107i8CRKdXwkpuD8HiCwFxe5INiNLi+w28xiPFsV/CUBmoolRUNR2qpqhbaW3CQVKFsyki6SoEEi5AAsNhihYsn0vC+MMG1miIhe930yOadaCVpXnQVJBINwUDLlUDbMFJKVAHa6pePapApcSluvcCnML6EqX1qSRlyBXcDXQkmx8tLbXs1iUv4/EHcyL9sej+82sxcJRMOSnm6pV2EcvIqKY/C43bx5BlKhqMwF7dwBqaqjwZUqg1aLVHmF+9GPu7q1ha2VpuQtNxooeoFx28zdX4arfIRX5TrUViFn+8dSsrib3BKb2z27qABV5jtZiUeu4XnxYk+BEQ+hCU/OMyUn0/O5+moO3Je/UHznA/EQLGUEvCu8GvQOLS64tHAd6ZDCBlyp8iCeknzSLag2HY7Cj7GKGpTHK1x9dUp2Zpa+EU9PT5iytDqDe+tgbWGzRxXvPgUaluNUtlmL1JzdvDfX8zf9+ynxzvW4sqJyrzDDedK1O6+Z1J8xproddO9rbG+lRP5pClpebvt2++ms4obi0bEOd/Ip1ECY6lhbnY6EkFVu9wSRqRa2xivdhjyjV5uVvGw9S6jyT/AM0gJmsp7lAUUjMnW9ja+pFu5UUPetXncWxJVLqMrjxUJVHkR7Zm1gdiQrKpPYhVxodR320VijfHS95eF4k+s09aK3Fa4U9rwryi/Wkp7m/Yi9rkfXYiaei0YxzHFt2exEfWMGe9Ofqm7SWh+lvtLRKpsp3gKUoeJCUHRtdibakAnRQBsB/D0X7bz4mHMJUOouVTKpLtNRndf4qbkhKSCrwgnuTook+Qtae+1S6pLgYX94uLflKlIddaKlJUT3ue2mlybE/jtyl4KxHArLmLcLuv0Gr50updpquEpl0DVScpBANrkAAAkkAA2HnG0oGqzg+/eITupaeYyN21KalV6hNe8ajS1sT0RajFdRnY0OUlSCAoOA6W18xoCRse43odGwHvGxDKoLVOeRKU0p1EVrK1IUthAKyk3AUTfMNbqKhfZG4BxBiivY3nu4oqK2Jr7qps+Q6nLxlqOZTlhYXKjrawub212v8AeNil3FDTbXBz8BWVp3VKXLEAFINj69wLaWvszqa337PiM6mxaq8IZ/eztix3DkpiBKd49OmoT0/7NXpb63sLaaW02qd7u6uLhfeg5Pi0lC6RXmlutOoScqV6ZkkjtfQi+vf81zavYIn8JqJx1xXc6kpXlzJHpc+nYG1ydtZ02t0veNu5YlOuoRNYYS60ha+tKwO1j4jfunz9NvYac96vB9xmki+sD5ExJWk/ZKU5VKNSX1sLkKQ7lUVKbXxDorTS/qRb8diGgyGmuHWap96XKRnd7Z2VdgLXt20NjbTaPvArkVqfXYHWhD60qd4Sf0btknUHW1x2v+ewhhqoyvdb/FqC32EeBCv1R5d/y1v+I2S1A2AznGwS8x3hKA7AcrzstbDC3VLQhV8jark9rX2ut32/D7ORW6DXsBomxc+fmqatLvE1/S5CQLjUGxBIAtbttaYYxThzFGCJ9GxbE+AtC0IdSrwqPYm1iPKxBBFtb9ypVU2jOz3KXRqi+h9h1TSv7J3MO2hsCfxHp30OwunnxIPxK6cnEbu9TetVKpAiT8G0lD8F9eTirTmS2rXQgEFKxe5SQL+QI12tsHV3FHutuU7VuSfldC2kICmnkj5VoOhH17jSx89lfg6n1lqsuRYrL77b/wAJ1aLZJF/kUn6eVrFJ7KsSC06gPs5hdyU61k/uO9OX/Xy0PfZ237ZdxzmV1bZr28ast4XgRGHJrDXMPoadypcQkjUev+vnYXOzx9nbA7uF57js9lCFxehLqelSdOoKGl76a6i3mfLIWAMZ153eXTZUBlfHXMQqLIa6VNujsQoA200IOhGh89vQMbwaXKgR2p+E1wsQv5uuAgKaeXa+YAm4Cu5SATexAIvsslXzLFd4lNvJxhjKBWXKzhKtririoyrS0kLS8nspCmzcLQRoq4tbuRoRm1tx2VXmGqpwEMSlK4uVa0tMq1Nx3KQD+IHmdCSwcZUfEf2obd+0PujmlqRHam3aakP9+EHCmyHf7pKSRfy7UtWwrVIHDnuxFr6utTSM6m/XMka2P10+o77YPWNHfa4dOR+IjdU+7I9SlxDhms4cxHyEqIv5VMKzjLIRbxIPZVuxsTY212IGZMrleFPieBHStaBmyjyuO/0NyRswqhhif7hgT+Kio06U0lTWdB6bi5ASTdCgTe342vpsNyac1PiuRYrvWjqS1m6k6eV9T+et9PwPpempT5jgxMja0FqrU59U5SA7kWtDuVr4oSpSdPO9tTp/12LKTg2qcq5PlREPoR4+6XW/UfTtcK8wdg+v0aK1w2p/H4C+hbqfG39SkWBt5EHyI12MMJ4przWHHKNKlomvxU8uiQ0o/GQL5VkEd7dxpr5DXZn6cfcZdqvDIhTQ2YvF5V1pjOhaXWl6ZkqA7G3c9+3f02I63U8JYoo3wqiiK/FQnix5CenL6hX0ItqARbUAa7JFmZXoEpyfAezoz58iHfCr6p0t+y1/PaZDrHv7ic099++bJ+sf2XJ9B63IOy6sbPjBlkBhElyBS5TfNddLlZmn3WlBSm7jx+YIFh5G/qNp2PqJS4FL5WLVkL46EusOtdKlJI7FJJtbzN7+nmNqqhYdantNxWnX861cJTTtsyV6Wy20Ve+igB53AOm15VsO0t2l+5pTPHfYzNKy3Q6lX0N7pUP87kgk7dV9RyUEsUr+YGYHojTXE4WRfHV40frH187+dv2bMs0T7q38FHyq/wCvlsG0PCbsVpt2K6+w+hX6XVPEQLW4gACc4tYqFr+Y2OqW/Kdab4rKHH2MuZOfKh5I7kG5KFaaDUX10HYlmkfWIatQnB+YpaEb0YL1mgutcT4OdHiz/qp7kW73Hnp389hJ2LwnXP1Pk/j89m8+/ArMWXyrueUw0rixXU5XW9CbFN7j6HW41BIIOy8qMD/xVrz5evLlyq+upNx+Nh29LfNOv9Cbpj7k+0wJr3LKdl34X/oH+npbZF73KZKn15uf7vzo/wBrolSlW0Qog2A9CbEg+nd7FHwuF+p/H8f8NqiXQIE/iO8H70hPT2TmUDcXv37evp6bT/Cut7OoNf5htGdp2wW3b0R2LRm3aW6tD6HU/CkKyqV/4d/K2bQ2ANvI2O1lvswfAqjVF3oYcoa4tUir5DEMJpYVFkJIIbltg2yEq6HE2AutKhoNvyl4qw41PbiyqfKp0pHwl91ocyk+Ip6T597+gINgT/DuMZUCU+1A5WVTpTSkKzpzJUlQtZRPStFtDft6A67fS+6NuDGDbh8NEgzCrMV1zlXvgvoT8JXyqHcpGhTr3SbgaaXB2u6O21S4DnNRFofW6p3P8qk+fnbQd/MnUjYlre7Wsyqo3VMOVyK3FfWlUePx8qE2PZLmZSRfS3YdrnvtdzIkWBhxx2e6xFfYWpK0LXwFMui9hmAPn59j6gd0rKi8jCn7YG0/DsqVWYkr3c+tC8vCda+boNiFakLB0KSNfMEEbOncfunwRvkgYloNeiP07EOHpCJDUppLjWZKklIDiLi6TYXtYhViP1SmKJi2VhyLL5B1dElLVxVNPtcWmuKykB5BQVpSFWGbhnQkkt3JUnVfsy4waxHWW6pWacil4lfp3KzUNOhbUxoHM24lQJCwQCQoFQIJsdCBp9OUbgIZK9sv94O7f3zuql4S5ta1woqeVd+dKmwSkg+o9ba37bYflwf0nFezr/Xy/W2o9bjXb0rlsNOwH4sroyZk5vFl/H6H93467eeNcosCBijFFL60LhVR/pzZsqVnObHW4uq4OoI9LaNdd0/cpDj4jCIfiAVamRaNS5cqU6+ww/0O5VlKVJ00VYai9iLg20Nja2zQ3Y48gQMLxML48zyqchHMU2PPTlkR2gT/AFdwjI+0LnoKgUpNr2ITsB12PKi0t/hU5FRQv+y4RVxL6fLY3HkRqDbvoDS1LDOKK9QWJ8qXUUUuLmfaYfjlKc1vNRHQ55AhQBANwOwX6YM14hkqUiHG99NBxRWYFZwHQ0SvdaHUIlR1BaeXVe8eQm+YtgG6QrRJtlNtBS1vCzruHHHcLy6i/KYd46KXPd48qPYhSkMuFRLyCklSQSSAbC4IGwHQpP2XxGxPo1RqKGMyv6g6Gn2VEE3TrkWk2N0kA6WssnZgSMUxaphKfXuU948B9S0LhrcYU9ZaAVgBQLTo7LQSTdJNrEtg9qurZMpajqQZXYQ3Q16suuY8w5SadNgxVodkcLofSlae4RaxylPUnpPoCb2gJos+fvabpdeZXFi1fpYS70oedbHWyoL6c2XqAIBOpBGl2TuL3jxXaXWosCoyl9LspKnbJkJS9fMhdrXOb5iASTfXUihxsjEe8avQJWCOOwtDqGlylpycGQggobcJBAVlzcO9gSbHRWtng7cb90F95rjWA/s9PoPEXFoNbYfyOtZ0MqUlaFhTKiCQULUDcg2troCDj+euU1jJug0F1hjC9bhcCZH4olQ2eJazLjLiQUtrV2uE5VAC4IAMXexg/EbuCKs7iOnr478NS5UpqKVNJUkKGZQAu2CAbg2A8rAXGesGU2fiN1v+kWYvKoQiRKkXUlKCLAG11ZSk2JsQBa+muxqB8y+nw/MK95M3G7rrkB2kwn0cVcVVUjtZXW3U6DiAkK4oSAkqN7gDNmICtqnA1Tdi4XntVSItiVS5CkqW01xUJRZV2n2LhK2l6K0y2OUpsoJUNObr93+EorVWpeN3oWK6XUYqZ7D6XQpbKQsALCwbocQrTMLAjKk2Btt1Y3VNe+W6zXqdh6l4eX8B2owl8VE5oEgNyENgIjpV2zAqABNwPItibo+tQaAW6WjYDxa047WYi2JrDSqlS4DvSlxANrNlVuO3msoEG4Jyk3ypVB3g73GsZRXML0t6ahbOXlXWHc3NNDKCLa2t2ym9xqDpYTPaH3mijYow9heBSX6XSKW6p1FZpqGnUx1J6OHHvdK0oBHETcFSTbqvfY0wnRaDjyL75pdQhLfQ7klLhdKmV2uleTMBlUOoKsDqQbFNgA5DYgbPE4xCf2bGneVciyuO/wABPRIdTm6CRYXsFCx0ym9tLEXsHHiHHNLw5xKW1Lz1HhLW1DkO5eYtZS22VFVkqy3sk2SToSLgnnhTADv2XcaoMuKiorQrNnupDlrXCwkBabXJvYWNrg+adxT7Mu9DFFecgSnmEUh9eZbqZvHSm5vmbzJStsj0NyCBqdCYercZkW0i2zJkTFrXNY3iOxYiJ1LxDHSviqdaTlUk2AyqUE3HhUkkKSqxAIIBkVKiynZUCg4c5KUh9PLyER3eEtKT/tkISUpAt4gUgkE2B7mmK/Z5ao1Gw061W5VUlYeQmOp1b+SU80EAWW4QQSMvSSCbEi5FwRXEGHYDteiV7d9VoNelfokQH0ohVuKs2PCCVKKJCFaZVNqUlRuAkLskq6qw1JJvOE2iOJufzWDaThKs1CbWISGsnCfXxX20pXdIEhBHFSk6JJsoAWUCQditGJ5WKMLsYcnvSor8LKmLUorudbKk+HOnpVcdgRroDcd9s+0HGuKKW05FxHx6c/0rfi1aGqPIZUFEdTakgoGlgVJykWUlSkHNswcI0avV6A5iiBRKpS4tLkJ5pM1pxSMupBQ5dKuETqlSgRY2BKSCnIq0+psbuHIBmYdPY3niaMpq6NijDjH2jq1LmyoqeFI47SFsKV2OcG5CSbDMAAFdx22UK6/uH+1HuGLiZliovu5Y8NLq0ux3xYltKhfN6hJHYk2sNPrHmP58p2JVHYjNLQw0lqfPduwt5PZDpeQoJTlIylJTc5hYmwTt3wBEi70KyifijBtBfm09jhe90pTzCmr9C0vCzuYgqIQTcDUZQbDSKWMQMRqpWyOIS0KnYcw5iOPPde52VTml8B1NmpiY9hc2ScjqADcKAAGvULGyw3rVCqYSxRP3g4Dwx70i4hfySp6GkPojqLYSC+tPxG0nIElBSBmykLVfZyScRUFqjVr7pFbYpbvJz158qGVpbzoXxE9TKwpaVFemUm5UCL7ZJq9exvgPEbdBi4hXNYq7SkcWR4XNDZLiQcigb9LzZCVAqSUpsCSXsacCNG01HiMaHhOLva3I7xpWI+io0tp2o01qPKUlMF9iI64I6DopKTlTmSdbKBOtjtkXeBiR2Bu0iQHXloXN4S3Y6snisCTdPSVBWW6xa/fzA29AN31faOA8Q4cxPh5uK/VKMtUpppoIS5GKS0HE+FIUhTmUC4AJSkrBUFHIUr2X/fzVNo2Ld6S0LhJSwuUuAEIlJAyhxOg4ZvqUkG2oJNhtTVa2rS1r3TjPEK+oCJz7Mbnsn4qi4jwHLpfx0TW4vHz6K4igg8bhquVJWQAVNr8QIIBAuCXdVhufKwRxYuMV1GFFnriwJDscNSI7F7cJA0SvhlwEJJFjmSFEFO3XchuDqm6XEbE+jS6dV4T8VLTsph3hKestOS4Uo2AF7AKUASbWJsTGDQaXVKDVsGtVGVhp9+e1KayLRwlO523DlUmwvxEklSCm4NiSdBq0XpsDZjCalNmczQFMxJS/dbcCsvRedRF4uZK+mQkDqWgmxHndJsR212AMTUKlu7vn6W1XHkU5+emfRqjD6n6S+XcyQUlWbITmSSkiyVqBsCLQKnTGsR0H7OOur97sRXeXdQrhLVdJTxW1C2ZJBAI1BtYgGxMSH/TO6BzC9eqy6XW4UJSIs/i532XWwAl25AKwhaglSVgLtcEkkEsrYp5EFlbWyDFHi7cTjd2qVaqQJeGsSyltL4seK7wFyo6jmUAybJbJ+axUFHXQkkfe7/cTWaDhyi/a2iRV+6IvKoVCdc4qY6QMja75VnIQQFWcIBIKVklewBu2w+7FxRQt+bW8hdXW/wBTtOdlN8Dl3k2vDcCsikqGVRSSm5A1uABpxveBQcW1mfhKVEX/AFfOt1p3hOpURfIQLKQ5l6goixHqNNqdwyt1ltPvkfmKWr71/ZfadY/7QsRZVOU6lqm1lQzQXXHMi2G1uXBZcWnMlsLKM1rAEWCsfpNBn1n39uCxPUaD7xQpr3a6hciiOPpsUcPqJZRmFlNBSUEm6S2u1wrFTru5HerLwlvppNIxzhCVIcm0TErsdpE2KlZvknpCQCgDIhbg8kJWSRYNcqp7ZmDcGYj91wMMzcLxUSlQ6pFRFbdWyq3S9y9xxbZswUCkqbJKFKuQrjuY5HqTWjtYHQnEl06s1PFGKXHd9GCYVBbQ0uK60t3mI7jt1XzKKUqSsdRSVpAKSTmXlUQ4IXs/7pYsBv7OYZixZU1hHMQHb8nUOCAoEpuQh9NwpLzZCwADclAtn/FW9LEmETIxY2zhvH+FMVyApcCVFzRHnGw4tuSw7l4jDhFyCexFhmAI20nu93w7r8eYIcaw5LXTn6CwxK93SnQiRDQR8NxtRPU0XElAJsUrSpJFikml3IxN5R4zL2+iLS2qz9iKpErcqlvu5YFXmNcxMgyElRVFkPoI5pTaUhaVXRKAQlaVSCop2rNydcxHT6DVdzdeLbNLxZHmcCsx5/MR5zTl2uYbeRrlJUApIspolBKEkgFnVGRhLeDi2e1Kxk+3XqjH4tOW1HLCHOBluzMZF0OZHFFSFhRIQolpZGZAGcc7td6uA58fEeHfdErnVJlSEo6mJkhCSlfMNhIyqKSAJCQkgXCiUAoIQTTzFbPDma63ExuQ3c12K7LQhdOh8BaHXQpCVISvKtRGik2SLK8SdbECwCxRjOl7y8OP4clM1GFUacwvnaWp3qkQ1Cy3k5cwUAD1rbJ7hTgIuR8+zlvHi4olYswa7zuG5VUpyV8nVGsyob9lJW0pQBQ81ZYU2+FEKBANlAgtiu+zxQapg2hYjw5VpUWt0RKZlOqNNfUlKlp1UEG/w3T1JIJBV1NlTYJIsXFgD8wYtEzzPoDtUdw1hzm2OdpalIw9W32uO09FcKc0WQQTlaWNC5ZSEqKHClJCionp1JlbtJ8tp3DzEWlyo64FSpMpK+AlhV1FvKCVNWV1JU2Si1lA6k7cSus0vG7k+s0PgSn5DUh3Ihn3dVEqGkpAAQlK13IWmwBUlVwF3JtTiqVjeVUsLu+7kVCnJ+5IqLq0vuR03UlsOG1+H3Qq6VpQSlQIyKSC3VpUPctZqERckwMqW8KVXoD+Dfd1XpD9LV9ymyHU5oqhmyOIfSc1knIbqulaCAbi5BLhLHOPIGLW8JY8pNUg0itQ3WuLPlIlQKpfuWHiVgmwzFIcOUECyTYbVTtXxbKoPut2ItFOfkI4SZUXnWEqFyQ24jKruCUKKR3U2uxCdnJhDBtLdi1bAdUqyH6RVICHZEJ/wsygrR9k+JtwFOYpUCRa6VKBCjTS3veCx9fEzzqLbfjiAW72kQItLl0t2n1GlylqWviymjKiyEJJQUOJWeIkA6BYSpGW9lJIIDPoFS3yYIo0tqLSWKiiK0p+nRZUgzYVQaI0LbqbuMqCzlJHETbKQkKNtl3gyo1SBA+yWKKjzsWCtS+aautCVAEB66OtheTQrBKFpJBKUm5NKdiyvOymKNS+thbvTmdS6hxZ0SQU31KSUlwFBULgqBFw4m1eI/UmEhlhXGOEt/uHIFen4CRNXFkcKVDkLKJlNkAdTaw4Ao6EFKkLIcTYjS21iikNO4t+LhPPS28vXIUFutvj5knVSTYAkG4JuQQdDNw8MR4cxkw1WachEKqR1JdQ0wVZXQb8VCgm6reFSDrYZgD1EtcIo7X6V5tC1+FardX5nv8AnqNmAiy2dsFqlg+jVmK27WcM06qMMdMWRkCZEdPq2u2dCgfIEa7BWFt01GgVn/tRLQvncyEMKVl76X87rtYE2tf6altvzIEVrhSqgwxxOhGdQQlxR8hfS59PP02Vm87n4HAqlGZizX0OoytLX4ddVpPhzAX6TYEaXFydpJVYC0I/Ly0h7lMB4Sd5pr70wjN0SlBa2U3zAtkWUQk65bki+noR/e/hVpqlsYywlVqXUZSGko5VLvRKRpldRluCtIvew1ST3IA2yzvW3Xe03vB3oRKpAof/AGaRFfamwpUhxceoRXG8hjKbCw0tBzKUUqUAVZDYFIIosJVGfubrLGDGsJri1eltc0w0xVJMNptTZsCltbi0oJvYKCybBd7CywF9rrxKj8IYx2KDPxbK5qvVaEtbDXFaixXVJWpF759cq+ICkFJCQUnW9xcn1EwhRsJRYmI69iHnVoXxYC8yY628xF2l5bJWsHXMLXzXygkkrtvGmHMR1T7eV6JUaI/NfS1KdhOhSKfPsAXVJQEkJXa6iLi6rhJHcgq7WLa87xaz7ulMMJUmPKYWhTTiwDlbksm6LrQpXct3ClAEK02TbT1nycRXUUlxzHbTcbwGqoxAlS+AuVlyI08R8jra/wDy2ua7iiLQWufdloYYWrhIW/8Aos/khRHhudAo6XIBIJF861+rYooOKILuA6TzS5rCFSKat9tL6UBwg/BdIDyU2GqSSFWJCkmwtt8VMxvvLozFLwk6ww+taHZkWU0FpeQLlbbzZBC0lAUnscpUVAAgbHpdAMzJ+l2uB8H5jRp2OKDvGo0tr3SuLUENPwHWncqutJyqShy2VaOyglQBsQdD3Wyd1u7TG+HJbTtWqmHqvyql50pWlbK09RKoyytTrZNrltaim57J12+9ztXr1Ba+y/u7EK+BCSxyVUlN1FpKkeBceYsB5xBBJAcWsgaXQQoGw9270KpVIlZr1Jz05C0o92/DakNoOUF1uShSwVAEkoVlF02IWDqzvSb1Zr06YzAfdZS3d3M9yqY3zwpS3Ux4q2rNR5WTN1II0KjrdNgCkAkCxIjbyNy+HN5eLX8R4jqyM/wuQz9WaLbVhYCyoqS5dWYA3C7adwXbz8KY8ixX5VZlrxDhRGR3lWI5VIhvtrKkPJCU8RCSkgKSC4ErCiMiCABrAOE6y7iNjFFUelVHjtfd4q2gwln++bKyrv6gAjUWtsjrbSgGyC1GuwngY6oMWg1mLAgYjpzmeFDTFiympnx28t7ZFrvxGilRulYJSR5gggTXhWjUbFEuVK5qt1dGVbDs+PwHVNG+hBAS5YXuU3uNQLA2NJa6zFlRMOnCdQmyqg1xUpTDUqK4gW8SgktpUNCCSggnQgk3Ha1SKzA/oevRJqOAvPF5dZW6lF7qaCXFBSkWupKc6yk9SSrKbCbvdv3MttRY45MoMUQsJNRYjuKMWRaRCQjjtRYvRlT+uhdswA+lsv00Oy43gbwd18WVApeEsEP4lq/Kqai1Ge0X2m2Cq61iQvNYaC4F1A2BSLpuZ1/BmF6y7Enu4h4a86n1tOylx+aQLJW6W3LLbeSFZVONqCwLFeYEHYfx1giBKaiUZrCc1haFJU1UeLlacQfEnMhSOogkgkEX1z9wbVAYwZFYqz5EwFxLXmsL4W5CK7zU1a+pdG+OmPnNku5Qc5QCe1tQNAbW2MsE4SxbXsER4E/E1RYhSuuPluw+z8ySkLBCVAC9yoqsSDYHWyw9udaw47ArOHK5Fr3ujMtUWR94mcqrRxpt5aitVrAlq9iUpIAUBsRYnxxFn8SjYcqEFj7qpfFXKSlTK7AAkalIBIB0BFjcjUgz+AwIWy3P6dUm4cxphfC9LcpcWt0FeJWMrUp3IUKlJSAAohKQLkCxOuo0Pntyxxvjdi0Zh2guoRNfWlCFKaKk57i+UkFK7eYFwQDqCQdsxwMb/ZyViGU7g1+VUWHeYkOxZkZMqQoIBuhRUW3ApPZa9SDawIuWrQafhLeC1HrPBWxFlITki1R0o4iySm9gs5CVAWNybdwNLJWfVMP0yBFrNG7ctCyg70mt4MWfQcURKJNWjxtRXV50qOluGsBSdRdKgo3BHe1yKyt2mDaNS3Isqoyloff5iK0tWd9vXyWSSoAi5Glx4sxAOwhWsJYjaxl7rnsop3HYVy7rSgt1tYQAUnQZ02CEhIyiyrBI0Uqk3rY7o27mgxIDtRffxLNXyrD7rvS4q3bVQslNwVC5tewuSLsJUWA7nJjFGh54hljORS8RxYmF8OVF9EVCU85I+GlTKOxWEiyrFWnZIAUTfuR+4Nxtu+wvhxyltOsOe7nfDwOtNrdtLCx0uDYakG2yQwzjKLAn03DmMqjFXUa2vhSJSELYdS+fDZWuRJA0S7mBF7FsWItXsAyp+I2/cPvFb6F8KarilpWUm6hkVcJUDpmRYEG4sCTtCoUsyPUrqamzgngQjnbzsZYjdqVUwvgiVFYXmRz/AAg1lSDcq6lBWuoyka3BuLjYPf3LfaiA3Wd6G9irzaW+tchcXOiGh5SgLhV0nNYBKQmxzEEXtqHpvXnxcL7vmKN7x+PKYS1masl1xQHcA6XuPMG9r9hpndNVqjTTjUVnJTs2dbUpoojzEkX42TVKVhQBItckJIHYgWozW+QfcAtrluPUHZmB6XRsWt4NpbvO07l+PndRwF8IXT1ZVdKgRpYgdj9NhGo8WLVKnF5tFRRFW6hhWi+j9T1JB08ifW1jsVRd2W8bG+LYE9rEMXDyOYytT30vIajo1ypC1XQUrBIKXSEkr0J1B0hgT2R8EUue3Wa89KqL8V3nFrRI+BnTrYBJCcuYXsQSLdzsOrQsW7mYyFCDdCHcLgjCXs07jF4oqmSFNqkf3pPdkKKlJKgDkzG6iALIGpISgakkk5Q30b/d429Wlt1R133dCW6qPFix7pQpSe6nPNKi3Y8M6AE6q0Oz49qmuQMW4cbgcZ+EuE6xyaeKtCHEZwhOdAuHEEm1iCQVA2vbZbYS3HQHYDdexvUJsHPmTyHFbUlxOviUmxXrobEAgm5uTbtbqtPoay+ob/8AP9pC7AN9kVmAMFysb4jiNNNImt9HMZVZOHe11qBsBYfLcX079juHC1E3VblordZr1cizapwupbtkqSjuBl1sLaX0BGpHbZIt4zwRuq4EWg09ibw0qydBzJVc2JPhH5pIFtSbagFcxtiPHle96Ou8CLxUpVlaysKQdM/EF0hQuLlRue3cbI6HVXagb61wD6z7xF8bufiaOx/7WGEoFGcdo1JXV861NKaSoKQ2tISotOIIJQopUFAEC4sQSLkZ7xTvJgYjaYi0vBGHqXx1KdjqaazcFWYBXSbZbG/a3axJvbbrSt2OF4sri16Wh+Ux0oW6sJTkuVBNhoQPLS1rDzO1/XF4NawlLai8kh9hp13pUEqbWm/xU+lr62IBv9dt8Usy5Jl01GzgRXfZygxXXJVeq0Wlys6V/wBHXyOI6TZSLEpN73UABbyBAIsHMU7uZU9ujVSJ73Q+0pCFykZX2VEBPSq11Ai40IWfMqJvskIWJ5XPucJpHHfzJdjrT05j3FvXS4It+7YgbpfvSA21FolR96QkZ87SRlcaJ7G5ubG9iTcE6i1gVHz8xhWLfMOpu8GqUZp+LRmoUJbC+AtfCCkyGiRlJVYXWkaE2FxqbG42g1zmsRyonNOrlTV5Vr6unXtYGwF7X9LW7+VngzB7VZgS/tGyvlehC87oztq7BWY2yW1spIBuCLHUbPvdRuugV6jT5VGq0VcqnKTHXxWs/ERYHVQI6u9iRoARfy2ldP3jLWkJ7mfF4Yr1Ui8J2kvxX2/A6rpS2kEABQvmA0sSAdbCx02cO77A1ZqlGgT+UfirYi8lITnypcToMwvfWyQm40I1IJ02elN3fQKXF4Ur47/UpS8mXq1tbv2/C34+c73c1FacagdCEL6Ur8P5W/j/AD20a9EEiZ1JX1Mi4v3X77oteYdgcCbFiyFfFi9K0tfLdnQmwtcJBN7i21vWcM4ox465WZ7tI5qKjKuEtWZTiwNenQoUbKIFhfKbHMADqBqDxWvvXj/XT+zQ/wDLTQbK/fdu4o0+lt435R9FeoK15JTV0qU0u2YLAIzAAdzqBmsRexi3T7ljVGt3na8Te66ZyuLeV/QPoQtK2lKKc2trWPe2next+Y2M0UbDlen1JqsurWtGboaTmSq1tLHRKtLg2vcWGp2Jdwns9Yor3/bzFGel059Kskh2yFyEkixCDqkXAUFHv5CxB20y7hn2fd0GCKliOVQ6dNrc3NwuKgKkOLJsnJ2yAGxJFux8ztkaila03scYjd7qPZnm1jPdhPoOKG2ouHpS6dN4v3pqK5wshObVIuWlWy9yAQrp0NgYYJ9lrEeMuA7xV06F1OpkPoyZrg+WpyjW57eQ2fMDGFUn8SqO0/j06Llz9AQpntYgixKdMultdQdANuOId+vC4EXCVE93dP3hMh0PpUojyHofrY/ntjWdZ0+nGc8zJs1qfMGoUql4Ipf2I9+Yh462kv013hOIiuJvZaM3ykWN7Ei2UGxFjaU192U78V7PkaT4vFm/Mm4Nra+m1fW8cfaOjchKodOQth3isOsNFpTKzoopIVrcEpIINwe99p1Pc4UXi9Hg/wB71/jz+h20tHrx1Ckumf7yRaHIIlI1jh3dy1Uq9FeyPrWlPgGV5JIugi99QPIGw72tfYE3bSKpvkn/APnWW/UcKTHXVJdyKXIhuEKvcXKglfax7a31Ox7X8NYDxRFYgVnEM2kVFa0yuEhZS080M17qSlSgDmvqAL2FyDp9Ycd3D4Iqj+F8Gy68xV3/AOsTY/BkJ8HzKsLpKSbDTLrcA2vYPxtmtp7NsDHxAdxkw1PeQwxmUvx/W3b011Pb8tv53DuDWp7kqK04+vOlXRIOXTzHp3OoH7dhjehyH2tYao0uVKRk61utZOq4I7fQ66Ht3NyB/UirNcJz43Wjoy+FXp+H/PbL6jYUwFi2ufc8YJwDQcR8P3XidFOX1K4UpXTn0IQVakX06joe1trvdviR2LVGKDjJqK/FX91XzTRWxIa0HDX2VaxISsEEE2NxoF/R0NO8SVPezrzqVwv1U20y3sL/ALb+XleqxHjqlxZTlG5ScvInOh2KrpzeQUk2uAbEgdx5XGo9DrLHbttyPzFqmj2kjCTVZl4NlVZ9DDC1e6J6XfisoFzysk2Nwk9lEXAIHa5C/bxXhyvVnENUrzrDEqiQ0Q4qMyULcWVlAc0JSpVykA+dtb6HYNqOK4uKKXysp1+FiGlx08vIdSU8w0lAshd1aqA0SrSw6STcHb+3fbs4E/dVUt6tZzypTE9DS+/S0VpTny91AFVynUnvbQA7wVMZxNSvbjMuWqNAoztFqnunPUecSiVIzFSlIe6U5ra5hfRQtbUEEbHmPsSwKNQYmF4Etf3L4shC19WYgFCfLyUb/wCIfXap3dP0bFsqXiiUyj+gUZVusXySEBNuoafEAFs1gPDcX1KlreM4uI8UPu1R5aEPyOK6jIVZdRYADxdiBbvobAm22Pru7sxV8+4lYT8S/gsfaOqNu1mXyrC8rrSnUZU6+ZHpa1zpr+O02HT6M7PntSqivPCXlzoUFtZb9JCSPCe4P7e2zBh0qBPozEB2Iw+wtGdHbKpNtCAdUrtoRfTsLDQLzGOEfcNUbnwIn3KahTC2s5+GoagetiL2IPb8CdsGvUbX7b+4o0ZNSw/Ka3fRJUCIxW0OSlKW00rItSMpBunQ2vbtfSxsRsuadK5CqS2qDh6VFZlf1hhbqlcFXmQSAbGwuLaH8xtZPVmfAwHQqW7UeAjmnVtPrzKVHSToFWurLmUNSDpa+ltr3DdQrzVZkYcxlEQ/FyIdhVmKpC+MgnvmFgq3oQCLW0021Hsso865DIciLbF27vFtZit1SBieL1yMvKyuhSUE2uFXKSQbXvbSx7a7DsunSnZUSl17joXFXy6lOtZlafmCQQbhRNiCCDYDZwb66q7S8JR4tGaQ/KpzEh3mlp/TWy2sBbUlRJFjY5bGxsa7drh+U7QYlUrLWeUtCVJStQUlKdLAdyCD9beYGtzq6Kl9Wgsc+4920RN8k7t6HAwlxJUqksL46ulpXV6dibkaaadvU22JozcVrjtRWsiFyFu5Mx6UqJOQHySL2A7egG3duL/7t05v2En/AD2/Aw07K/ufx5bb1Ojrq5+Yo9m6WtO4TTTnwciPF/x2qqZJdqlUntNO9aF/C/vf5/8AXa1d+FAc4X6mw/hiNKaqnF8HX4PzvpsyVVjBEwhpzcWVxOaaRx19K83i0Nrf9No1cwDFqnAdivcBbC8/CVfKqxvpqPyufT851Tb5WqcXhfp+rYvoFK5+K5zUtDC8vSrxfh/HltDaeq0YIlgN33TO6g1vBwkxWYrUrjxUKQ6lOaRy6k9z5uBBIJANwAQPI7FHs/1Fqsyn8EV6W+tCFfCWm6VJTra2tx+PqPK+yTwJi13C9e+/80ww4tTT6oq8rrahoFp16h2Nj3B2bMKY7S69ExHAqLFUZYWnPKaSUPpSSP0ifSw0UD3GttNsnRX4sEd0djI4g97QG7iVhLEb7sXPKYfRm4rqOrT1/WFjqbfTvsrKXGge5nIsrJFfydCc/QpWo+nf631/dtvfPhhreDgiBiOLkX0ZuKhWXyNwfS97/iPS+2asWezniOfQW6zAdYWttaeK0lQS6lP6wucqgB3A18wD22d1i7jNiyBOE5DTVBnxXehaMyFJTdSso1JHrsNmLKnyuaaqK1rR8JC12UtSPIHve2trk2H02aeG8FUulxXItZlrYXlyZvF6DtbsP2/6XmFd27sB3+i63SKuwtauLFkJTmVpqQblSVDyIP0IHkpp/AmAU7MwJwrhrGUCexiOl1FcVbGXitLRnacsb+dyL99DpYi207ebix2vcCA614P0+T8Pw7bM2uf9kqM47FZWxn6Fx1qzoV6WVoRbubnS1/M7FO4j2eKpXmm8UYoiIXCfd5hLTrXUpVr3BHy6+fmLjYxO+XBVpWbgdwdGitfbflH2FykJUhpd0py2v4Tp+030FrecP2gt6tLwvw/ui1sMK4CorTpQ6lYvZTawQUKHiBJBBFrjQ7aZxtWPsbQfc1LeRNY4WVSX1Z1pSBoi4toPIkkjQdtNsk4vo2HMW4jcaxRSX32JWXip1zNqFtbJIJGmhAJ9bgC/GwJ7nPcEjpwR7QeCN4O773NvVeYqKFx+XYxBy4zuJSLhqoMi11JFrPJGbzIGilJ/DtegRcZSIuHKjKXS15s8VUgup8wFIUdSk+V/Ia97i3d3bbucOYXci0F2VCfWnPldurNpoBmI0Otkn8ra7f2BDXqNRuFFw9FrcJC+KiGpaEPx128bak2UT3GXUG4Fu52z9Te+R+Im+oLTTeDKdFxbgh/Djr2RxCEvsO/q+aSLG1tbEX7bJKvUiL978bFXpy1IW0tH6T1FwO3mL/XWx1IcCb16XS5Tc+BLcivoV8WK+nJmT8zZ/VItoTob6E32+t7M2l/aOJjKgvZEVFH3hpaMvWABYjQKvoCQSO2uttmK9QjL7lfF1icxCqfPnsNRahkcWrJmWkK4adLr1BBHe6SOxJBuBtPxsxXsJSqT9nMi0VHMjPlzMZhYDq7pJPykka3BBI2mxaU7PxQ/VGoiH4rCeqLm60qIHh8ykHsSLjQEnzX9ErGLa9vVqWHKNiFaIUVKeBHmx87WUnqCTcEAE21BAN7gXuLZVuTDVDdwYZRhxZXFrP8AREpa+pClZkZTYEg+nYkEdhfTa+qOH2oDrcprhrQ+hK05VhXE87pI0Vp5C5H02Bt5e57e1ijiQHYjCGEeF2PKKcye9lD5R+F0+d9rbdXR69u+it0aVVpSP14chRdazDUAZwbW8iAPOxHcRmpfU6yuvMJ57UrhNz4svP8Ar5VlKkr80KBsQew8wTrtcwKrWazAiT6o6h+VFysLkO+NxFjYLI7q00J1IHrrtAqMb387xWuBFfbd8COhD30sTZKj63sTa9++02iQ3eE5AlNLYWjMhWZHT/gWAPIdiQT9SNk9De2pvYp6HGJTUoi1gS/XP4TX6XP0q/uqT+I/jTsdq2Pidqlz23WsmdakIyaqTlOhv2I8/wALdzbaRRaHKlSnIEp7gP8A9k6rwq87X0tcdiba6EetzDwBS2nX3Z+dE3N0rSgZe2gKdfP5gdto5mRjaZZVClUufA5/3etD6EdC2l5Ft+dkr7pHna9r+WwSuRFn0tviy/jo6c+XKtWpF1d79tVedr7F65PIRX4HWx8JTSEfrfS5/wBP9NkRh3FzXNVKBWashfKzF/pWuE62kknIoBRSsAWGYEG3cA3O2B17SfVUdv8AMMAWhwql/F/uf9fP8NuNYw9WWqC5WYtOf4CHeFzXCPCSsnLkUodIOotc66d7jaLT8VUue65A5tCJsXKpaM/yG9iO+hANiCexvs/dwk9qqSqngmfLYRCrcdTS2nUBSErA6SQfzuTe/a/bbwHSem/R9R2uf6S6LtMyI1hB3n+fddQv50Zb5kq7diSNdQT2Pp32CsVYnw5g2qPwOLkcz8XhI8Wbw9IvbTvp5C3rsw8XYQxRg3G9awHih5EWo0t3KlfFytSmCboIvawUnUKuLG4ubbIGoYQrOKMeNu8pKQuK6lTrUpIUpP0J8Kx26vwN9QdvodVG77pIqL+TmGNSlVSjYcYqlGqL6GJq0O5eKcitQq5QQE37E317jt3tMQ7wHZVGiNSqTzS1pyOvx1HNmAGQqQT31NrW9fw+K7UeLA+y/KZ1xejwdSVHz1+h0ue34bC9XmVTDnDalPIYf/RLS6gZXEpIGUkEC4HYn6663DPZDDBjdVWRCXdnVJXNS+QlrRkUnMlCyrNp08ZJOulrEggW76C7k3VYplYXrMCstOxUIizULUvL8BxCyQ5cXOQkaki1jqQddg7C9LgSoHvTixeay9aE2SpxFrZDbRRv5DXQa6Halo2Ifc3vaK61zUJ/NnaSvhLZVn0dQSLXSSdDYKGh0N9hVJ2r8LOYFXxPULhRapS3JTTORa0JdQpPV3F/wUPrptifelhysxd41a5qnUtcJ9KXWpTXQ+lWoyuJtZSTl0PcEfidtQbmsU++d3NJlcXPnhNdSvm6ARp6G9/9B22z3vmxNRmt6DeF573AqMqKp2OnwpeSleo8je6raXB8wO+21qU30kGNVnaYgp+Kqpgh1+vUuIh9+ElXwnU58ydLi1ifzsfI69thhHtM7xqzPbqmHHkUt/Jk+7oC1PLuNHwpOVZCdLEXNtD5A7mU6K1ih+LVGuahPu9afmUg6W+l9PwI8tLDeINwdBozsus0HFjHAYaVIjolR1JkM6hXCU4gkLaFwApSFKHclQJO2Z0zC5UyRqAj7DBSi73msW4jYn4y3WYeXKzqU7VKM0qnSPMcWzSih1RITdJCT3vqAQ3MEUHBGLWqtFpcSo0X3vITHlZ8qkNvFrKHgOziQjJe4ChaxJAAKjo0ml8X7R4SxD/SMXod6G1cRF7ONPN9TUhJHZaNFCwABynY6pGMYE/DlWn1TBHuth9KVz5+H3eO0pXDATIXCWcycmXKUtqKwMoIIAs7cIaxsjmH+87dTRty1ZYddoj9BqnCU6rk1lVOqDBCQXI6rnKDe5SoAoUOwCgSoKJiyg4cxa+1Al1RFXyqQ7FdUtpMxo5SAQhOXMArxAEC5Pmdmjg3EOMsR4XkQJWLIuKKRCQpMWUh3mGo6C2ApCwoB1k2IulwAAWtfWy1xTh2U077+4SELpzvCmRfGltOpYcSdDYpJBuDa6dRrejAbZyeaHI9SfWfabaw5XuV4U6VFmtKYkIdShS0oACbqTmtcZiCU2vobG42GN0GKKDKr0vBtUwcxW4qJT66RKhx0rqNPacOYt5CnM/GzEZkgktkJISR1CpqE9rHjrdGgUND65S1oaj5QpClJBzLbN7NqF7m5Fxe4Ivt84NpsrdBvBbpe8GnMPxZrCFwKvFkOZmVIBUChaSFpUCpKVixOiCL7XrGJFdfEacig4JwdVPf2DqI5h6qL6pSYqyqFMSLDjJQrqaUfCtCsyCdQRcgCeO94Nedw5/2czrXTsz8yOrpzNa5pRbsUuoT2UASGwoKISnVFtzNZrMqXi2fW/eKGHeFwM7SkSGFZElnOgiylHVKlBN1WJsRcz5VDrPutuqNYeq7NIz81ArzTWZDarkFThb1aUlRLTilJCUqCsxCb3L5Zj6FSsTOId7fv7BDmEqyzzUJ/K7HW6gKfhup8Jbc8RAuQEkKGVRAIGhIPZs3q+5sbwIrstEVeTkpin0ZmpUdR0WoC2qD6gEZiQq9xsQ7wvZmn1nBv2twa9705LMqfSfhxZrKb9RQbhg8PupNm7hRIPhSVVTtxe9CltMYyw5T31txVK48We0WlpQO+bKVXQruHAAkaG9tTONsVsyTPRuu03G9GlOVnDkRhaGGkvpaadQ6pSRqMosF3GuqCCR30ttJ3d+0hQcRxYEV3j+8ZvHaaWlOZCnWcwcZXpdLgKF2uLdJFwbAKjdTvsdxRuqci4ow8tdRpcdUdSku5ZCU2sMwRbMADbMkm4sbAXICcK0L/wBdfPrOHMM1ddRlVRdSjodUFux3zIN8jjZtw13UoEEmyrECxAhyGHjFLK93oRy4m3z+694Put15D8V9KeYaTZTrKQbBwJJBGt9RcKtlOUkHYOqIwvWZ8uLFwbnqK1cVh+KjMjOc1yntnSe5QRfVQsTYbA2772a95eI6z9t8b1bmlrd4qM68j7atD3HSQPp5Dt5k1xHPi4XrLlGdeWxNipzOup68yR55bXNjqSL6WuCCBsNtGjLuaSdImydIO/LEVBpdNwlvGwPTq1T2V5YaZ6lKXT1i61JYdSA/GOWxACyAbWAsNtVRji2jYcw9vVwbUJWKKJKioTPoNRkI51TT40+8pA4gTcDKpNx3JOpGDd6+IqXKqjc+fUOOhcdK1OtP52HEp7OI1ynKSkFV7oNgpKSco0p7P/tI7m/sa/gPeDiFyg1SCpUiK1UVrSwrwkBC1K6SNCUEgEG6TYgCK0yMQNtRRMiHe9etvVmix4uBKJUKe+w6hUqg1alltp5o9CwhQsG3EhVyUksuoBStIuVAVxZvRi7pd1XuHBuGKvRMasOqYdgTIRX38U4HMEvtISkcMoJWAEgpIuSQb599FedoNN9zRIsWosPsSIrrqC6iZHNwkIVbsbhQBOna4uCVdibfbiPG+HPczvKwl8JSWHVMCQw2rzQ5HXZRQCT4FpUn+9qNsfqHU06c4Dt79ZHESOqaqUXsm+1HWd7VLxvhzG9EhOTeXdXKjx2ilcpATkcUkaFROWym7BV9QPI/GEKpgOgyn6zWajFXSKo6uBAdmqKWFZynhtId8IcPcXsSLHte9XHq2HMWwIFUpdP+ym8ZEpNNq0XUo4vyvx3LXWyvxJTra5tbbN1UmT8L4jxDu5x5nyVR1LE9pXRHcWo52XtBqnOQUut2KFepBGzdN312Hx6/vGExqvLHqb2wtvCrNLi/9nIkqt0unIfmwpTHxVRUB4IfZcAsoJUR1psQlQClItcjPW77HTWHMW0bC7vvSoxag67D47rvNNQ3SVKTopRzMXFgE3KBYpCUggEHsILqmHMOb1Gna2/npamHWkSMuXiiM+tacuuVaktIJTfKQUEAXJOd6FjrC9LdblfaeqSqpNU1KadyIR1XzNjKEpQqyhZKgbki4VcauXaQW14cAj8RvsbkweZujAOPftHS57VUiSsO4hpFSkQuLFUE5VIcDKOIgWQW3BdSVBIzBQunUjaswZM+1DuKKW7TmIVXX8dp2FHLqHloF1fASoOcUtoSo5RYp8iACBjCmNKpKnxHcR0/gOTaWw/IalRSw+2sIKlO5TY2JIunsCLWB2VkzGFZlVlus0uX7rfYdVkdUpTTra7kJeQ8kgoUlP6yQLKJC7gAj/06tmBHGP8AEEmiTMfiK3VHaWxFi1vJV4q1ZExc77SlJRmKmeGQtGZIzFIsLG4Ta6dq6ob6JUWLSXXXqJNlcXhSFT5XKqUtKBYFS0hC1kaZXMqxYXzCytpmEaRFxHvBbr0Corbq9ehchWaS0tCGqg62Vut1CCLANTmSVrWwLIebUtSBdKkE1wFjWVhyssYXxlwKoibKTFj8w0lTrLpKrBpZHWhWhSldiAQkkkAmD01w2Q3H4gbNEV5SIrFTrVUxHz9LwmxChV5p3iuwJgS1zlwVMyYyugOrHUlxsAqsSFakKalA3bV7FtBw1vLwviGL73oMVUKLKfuhU6Kk6xJPdK1NrQpKFnrQc4zWJOwr7UW7trdVFgb0N3ODuawvKmIh4op0NOXkUmyW5zCcwDeRZSlxABSUrBISAFDnhz2h6Xu+wG3K4VRfpz7qOddjxzKacQ4FEofYIzpuCVJXbXIRcEW2INOyHgx6tEtr2mFm92PQcR4cgYjqlJhLQtpTSJTqELTHd+dtxQOjeYEFV0lOpJIzo2UlQ3ZUvEcWBKdwxFhIomVp11UdualMVJuWtUry8O4UlRHSlSxmCTcWmCN5m7TEdLco1BdhVvD1edXzEel1RTD7Mgm6XW2FWcacIFikZgTYm5AAKMG7ra9hfFtCr27mXVH4S8yVMKaQ+pSUoUeUkZT3TcltRSAmwSF5SUBxOFxLUr9ONuYJ4nwf70wvRXaXXIq6JzTUynV6kxwuPkvZxp9IzpykK0WklINrpAJAvN3G47C9LxHIaxRLhLisZ5UKY0gx1RUSE9bRKboWwrUqacsgkJUC2Ug7Nynv0vCUqtfaOk0Sl4emoUp9CUcB1tSrZzIjqT0kki6m1Ek62AvZc4ixZhzEfunBu5vebh6U++p2KmHPkOJWl1KQvlgpAUsBaLkPoClC2qFWIMFPzHe7leJUS6XugwbjKe1QWotIQhpLrvILzx3FdNlgEkJve5QVAqN7KFhtDxDS5WN//YcxOzNmwn0zWHeOWJEdN7oK1C5LenS6kHKSQQAdQ/B+B+VxviHBG8GiSqJOYRzrSOYD7DiCQObjvNXJZctlChdWZKgWxq2L/Em7jFuEosfGWEsEfah+kJ5qm1SA0FPyGiLqQtLHW26NUkhtKVCygQo5dlWUvxFyjNOasLVR3ehTMR+6ZVBr3Kqan8LK1FlLGZYeQdEJJ1UQQEKuoqAOa7F3b72seYIpdaitcPPSHVc1HWn4UiPfKC9HUSEuoAyksrQHGgkozFCUJG903tAQN5eN8GRZWHqph6vLlPtK4SkPp46WXA4y5dKVKNkrsSm4ynMCRYw998bdzRt5dNr1GxDUadK95SKdKagIPCUlYCzGU2VC2WxUAFaAqAKAVDa5QVV5gmxXwZY4+3jYDx5KptBpcRdEXUZXMT4sp8KRDUs51qZfSCFtKVdYURdJFyAQQBbF2FoFBr0TDn2mffXKd4TUp1pC1NrtpZVylWlrJBIIOpAuBJqOBsG4XxG/iPCXAqlRXHS1FzNJSxKQoKHLLbskMuIUc1lIBcTZSVHIrZl4Y3f17C+EqtFrz1LqNExCviysOO2daZVoEuRJBBIfZv4SAkiySCMpGV9Cbn9/1/pE+zvbEosR1d2jUum4XoOHmKpKXPTmpa3XISmZAPXw1EZmWnWxYoAU2ldiACRxHLUcYT8JYXfxG7T18Oa0p1qBMabWtPfNlDaSHLJC1KDYKlIBIGhsvHMIV6qVnD1LqmIXGF+GFMyImKcUCcjThUSHG7XSb3Ui2W4IuDvelVZUCBRaC1RFylsKztVKmzENLZfFkt3S709YzqAUSkqsLkEg6iL2l2j1G1TBwInhjGU1i2BXqNh5aM/6KfQ5qVPstK1DbiFrKJDRuFJUVAlJKVIuBYjrj2COfiRcZMrpy1qVkqUVBhocQbKs4Ckhl0KV0hYAsCBcWVtAfoNLpcX3zKw9nQxMUuRFVAQ1yq1m6ZMUAlFiSc7QUAeopJIIVeSKNAxHw6zwZS1sZciULWhOYgEoyqBSSQbjKVNm9wTc2GH3RtMH7ofYGn4jn8w1hLfGiUiLlRFarLSXY8hCdEgPI7KBulVxnBTcAjve1fEXvmK3S6zTn6dVFrTnj84FtOPjty7xISFknpJyKNwLK80vOrdG3aUZis0unrixai6pqRnaypbfAAKFJBCR9VIJAABAIsDVYb3p1SVjJx3EcT3dFXHSl9aVplRXkG2b4JsvVJuCm4BAuhCtARbAPmLXVMx4OBHzLxQ1Ko3CaelRaj1MOwqvTnGl8UEDKpCgMySq2VaCR53BBAr2sZ1SLS25UV6K/FfR0NcvmU2saEDKAo2NwQRmBBBFxtHqmMp+EoECqYXrcXHmFJWXjsJWUzafmy5Rlyru2E3AzC4NklQuLzafWt3OKHWMUQHkQn2FJU6t1OVLajoESGwSE3KcodBykgBLh1Gx+33fRmfawXh58UyXi12K59rcTv05heaRDdjwuEhTChfVRuhVhrchCx2IGo2qhjvdzQcR/Zdp2nVTEK08XhLdSpakFdg6gm6spVpoSkK0OW4O0Df3J35z6NyuCGaIuF488d1SH8vqkKSUkkG2hB9LkgHJ2G8Lb4/ddawHVMEUXENIlSOO7NjzHIuIKC+oFTcpu6ErSOIuwXlKb9KwAQTWygpCJVVaMoZqHGlf3I1n4tUxZCoL6MzFRgJQ1mVqehxIBB1+nYgm9hsMYYTXufrtUpdPXV6XFYSmFKQ0trnI4QVAgpOawJy5bBQIJCbAEhmDsE+4WokrerkxfVJWVDVRlRWo9RVY5UtKcSlKHh0nKpxJPlmSQSG3T52I2vhYSqMKbSFteGPZp9tSTZSX46uttQNxmBIBBCgg2KlLG4gdTqGWvYg4/MWE7Be9CqUufiiBEz0uDkXDdfUOPFvcrakNXCkp6gUvJsEqtccMnKY4ck7xsR4Xbi4oZ4FUhIzxalAst9xq1+GVIKVtrSMpSu1rjQAAoLmo1KntUvlfs9KyPtdTSJAfRr8yc1ioE9gSP2bQqdR/fLU92LE+z01h1SVtZCpKVEmziU6XQqwUR2FyRcgg1RGxFBrPD1OmC6lPr2HIDUqJys1jrlOqj5FPKtqsWtlWVEqUQLElVjbYveRwovC4y330J8OfLm/0/wAtqKMZUCKjn5edaEZcyfDm/wCv/QbBre96l0ufPoNed4HAUrlX1rGRzW3DKtMpvoCdCTYHy2MWCjyiNtzWnJlhUqxiiU78KJV6dC6sspppKuGsHQEdWpuD2t+IuNq6HLdqjr8BrEMpc1CMiktMIYdzC9lhJSkX7E2AB17aEc4OM8OV6VPoMX3vCreZp2OpKi0mUhfawPQoW6SLFRJulSddu7S8RtVlul8aVkfR8KQ6wFKZWLAAd1AlXZKgQdbW0OyraYWneDOFTMITYBr+9SK7Iiu1aLNhUzxxZ/TObQfC4nuFIFiNVKB6gDpoPY33vxMW4ybwQ7Q5rFXQ1wHY8hpxphzXMFJdylIvmFjc2I1ItcX8yputNNxZ8uF70i5kJkJaLWV3Xukklu9tQSps9insCvatjxqfK9zYyl+5JUJCnY6uTK8qULSeMyrvkBPUm4Iva5BvtfBpTDkmdh1GJcYroEWVRpcCqNSlr/rUJ9EgcVt8JIKFKIIVdJ0zghRACjc5jQbuMD/YjiQKDUK97umtJ4sN2VxYqVdwUMLzJb1IIyaDt6bRabvQpdUrL+HGuBVEIayOuo6UOJUgELQT2uDqgg2HzEWOwnV/ddUo3Fd3myqJFQhXLri2WpOpHDUCSHEA3BBv2AA8x1dtamDR4yq/h3kIDkpqXTmJviQ+lpMVb1tAFBF05uwCkITYjsRdJyhivdvi2vYycxlu048WvUuUlEql1lCuXkNKbIXy7/Um5CswBLJukAhJzDY9wZg+VvVpdaaxHjJ9+FCztOu9bHGSOm5SogoWLgFJuokgkgkEjYxdvL3fRZ+HKXztRwpCyMQKu/8AHlQUpJ6Mzqs8hkiykpUtSk65VqSQhNjf5ZEfotx/Wf2Fd1cCVi2f7596UvnUZ6pS4qx9xlZ1KD7atVBp240SLIUFBQINzC3p0OjYSozGDZ/AhU5HRFlJlZX27hIKbdinSwSbJSLJSLWAHMW74N41Lx5hreNApM2KwvNAmSFpKoEpo2DoSuylKuOtCbFaFaEEAja3xJhHEeN6pUmq9Li1ukTlcVM9LRYXFYBWptC0qKklSSrIUgAqIzAgWTtfJf5jOLHcbziCGE687Rubxv7xqi4sJK48ObKlKWpKhZC9FqKhdSQhIvYEWAA0P1RMI4N3jO/a3eXiZbFYXKS7wua4XDUFFaWsiyRlN1EqbtmJUcoN7MTd7u53fYtxG5RqzEX7oomXl48ppSWJS7FORKhdKwmx76E3IGm1Zjb2ZfemN36XRqfClYDf+8cKZKU6tnsVhtVgRY6gqPpcHSzG3cMCOrqaaiax/mWsCA1iOU41QcPUjPTlKYhR5sXKpWmmU2slBF7ZQRfuRckGVTwS7VItNqmKKsuEtjN0x3SlSk37Eg6kAW0sCO6bi+1DGqm77cjS/cOA6fNr1RfzJRFh8SYjigeAXJS2Te+uUEZjoLk3tD3YYy3vxYlU3gszaCxzCvuEeV1PNG9kOEW1ScpBRYggkHU34abAmdfYLM49Re4mxrQWmm4FBzzUZk/FdQqRlsT1pSASbW+UGwuO+1PR8C4txRXnKpiOh1So0tHUhUJBShXa10qBK0i1r3BF+2m20MGbncG4Xi8KBQ2GOItS3c6M3EUdCsjXU2BPe5/ZsZShQcOQPisoY/3PTYY0YzljE9yrEbuwwljLFFAcapdEYw1FhLXF/pGOpSlakXyJULgpAN+300I2qKt7PO+OjYjflO746Wxheblzx6TTjFmR1JII6lKKSNLEpSNDYAdy7qbvOpbsp+gxWX0Z0ZkurRlQpV/Dfve2ouLHXYaxtiP9JF+d/oT1DMpRCvDci5sL287EbPrt2wgu8toiuxXUsJVSK3/R79bm0vNkqTrHWnyVqLXue4t3NwRsFCnNVmlv16vcflUZkcJrpyp+Ud7pv+y5Ot9drfBtCqmLZ7+EovXKiylc1wlfFjqvdOZJIULp19LA/m1XvZ7xG1AflQHlrWhCvhLUhCXNPAbKufK1x3/HTy9nQBrNd9Va2QPQPoS19bZ5mZpu7qgtVRyfQasxNQ+1m5efdp1Kh5BWUpJGlrlIGmt+/wDUnCLsppyVS2eBnUrjtZCl3N2OYef43IPcHZ50DclVHZTjs95iloRl63VZ/U+vl9Tb6natrFMwvQXX4rrq694v6m0pTXnocoJ/HW30O2taa9Em9uAINmyvMStXwrPitcrwuOhaPhITHWpKki4sCi+UjsUnzFvS4NUsPO8Vtrg8dbHQ7HUjKvLm0toASL6GwIJ1uLk6eoOG69P+64Xaiopz+V+UlpooUm5tp5EjUkWNtTe9jtaV53d9gjiV7EbtOYlMtJQ667ZS8oAHUTb6Xvbtb6BPRdUr12Wq5HrMFsDepj2TuflSpTjrrUpEVfxUSmo5V02v1DKdRbKexB+httzps+jYXd9zNc6t9edPMLaWniX0uAfWwBGvmNn9iD2mKXPivwN3Pu5E1H6Jc3oQ8ry4arZVEjtYgny8rhNSolU3+4Xl1SlvMLxfhd1Ep2BCaHHlRblLzfD0KnWwlS0GwUsJy2zgpLNiM/qOUVurDMW0+W6065QYtOYfbmqadQlbrnivZVxrcDTyuL318thbucKu4NwlTYFGiMMLfaQ7KWhPiVa9/wATfUep8wNkVg6Hu+gOxKpVKdUZq0IzNPo8Kux8PbvobE38rbazwa3AxHAYdoz2djpQlHhW326CPp2t2Pqb7O6Ndo8oTWPvbaJCu7Ka+Kzn/alX8fu2hCm/eua4OdH9xH4d/wAvTZyUzCmEqW027iOuMI/urdCU/u9NiaJPwH/UKDSWJr/zrRbKn8SfX0Fz9Nne4sWTT7vZmfZ8H9Hwmf8AFtIYosCK05PxREXKQjJwo/CzIUoagKHY2sDlNh5m/bZv4oxVgjCX3/FtcpFLQ3mW1HQscVShfunQntbUAXv32zzvA9qWjVmVytB/qqHeFwmmjmVbU9wLX7mwBva+2fqNbWvjnE5q0o8swyxLjSLFoz9er3DiwqW0p9EX8PmI+dWosnXUga6bYsx5vEqm8vFD8+s1BEVD7qWo8Np3Nw2hoEHsL31Jt3J7bMrG1YrO9Cje4Woi4SOLmWtaxmcR3SNQO+ltTb632XrO6X3W1InynsnA8SFLClZrn5rX/E6jT67eR6tZfq22V52iIam97eB6kiVW3aNRm4HN/p2lZuF4lJHYK/O1u4PqLW2Xc/FTsV34TqEf4vF+wa/lsR1xuVVHfddGaXKm51JzeLM15LHYjSxIAJPe3ltGwvgijUaU3KrL3EWhf9qrL+IAOtwfLuB5ee2GOmG5wPcW2F8T7wnVpUp3iympXx+nrulPfy1+n4DZkSKlworjX6jX+n+my/k0yLAr3NUGtoqlEfUlSGs/VDX24fTrkVfML+YIIuBsTXalcd3i5PhdH7PXy29Ro6PpKSkfUbMSkxtvKn0t2mtQIjD/AAGs33hpK8qT3AJB9NR2OhsCNoWFd4OHHZTk+s4Tp/HRmU0pDWR/U3PUFWOuouNfTYcx/UmoDrFLaiPvyn2EoaQ0nNxE9/K5uO58+2gvr2wzhV33XLlVmJwGMnwnV/rdyLg+XnoLD02pVW7vlhNekbyMyViHEWA8R4j4rVPqmfJmXy7reZViARZabE/gb28gRbYWXwoE/wC/srhc0pSIq5CciXFdwm5OXNY3Avr5bcWIdBiypfKy3/eKHUZYq2ipqQj+6sXsodzcWJNhY7M6JhCqT2uagVFFOirycwl9JXmteyChXSoi1swOlzb02nVLRn9Q4l9SiFuYHVSrQKW05wnpSH4uVD8WUjK6nOcqVZSBdBNrKGnoTa+1hgqNhefKb+0dJlReP08WPdSU3vYj87ag6eY2adYwVhd3C7cCl5Js3itKdjykh1hSTosJSrskeqSkgg6HtsJYqwzAnxWKW7ElYUWjMhchpZdhPWuQFWPFYUfI3WDYDL2Ba0i6T1UR/mQiVsvhKbeRgD3NhxyvNVaLVGIuVjitK621eRULi4KrDL37A+Q2OMMOVX+YxzCVZp7EKFUZTSo9UdQUtcVJS5w3je6SQLBVgLfgdlpiqj16lz4jrstuUxV+B96jrQuPIUyB8RZHTnslJUkhJ1Fxrc6vx67ulrPs+03C8rE8JFRqjqJSkwncyo60Aqvl8WTNlTYi5uT5W2aRqslcy4Kr4mLasUeLhzdexRmnoqF1RS+a5V1Ksva9lWN/I9yTbvptnjlKX9qOFKZ6H/hMO+HM6i5sSO19La9xbXzu2n8ZUHEfCi0mbW6IwhSeX4uZKk6C6SnqFgDbQgX7a7VOJG58qBzUWnvxeGvPHalX+Cu1wkkpHoRfuRci+wrkHxBHZ6EZmD8fRWqyxRq9UIqGFq4UWUtAQpK79BUNBYi4JsPwt2Y+P8KT5+F5bvB4EqLlW6hKsqujXQ99QNPI3P4bZKanSnZ7crwIlJTmQtAWlSVHqBSdDbX8LaHbWm7qsVnFtBfwvXmuPNhU3PFkIaVxZ0PsLA3ClN6JPfQpF9NPK63Sbrhan5GYts8sRNy5c+qSm4rTMpDDDSuFlQFZvlJ7HMD2t2HoCdpJNew5hz7Ue8ZTEVDqeFHXkUrU20SrS2t8vkPLyDtwV7O9UrNB5+VLi4QycVXCfXmYlXHUpKc147l+4BAHVceQua7u8wHWcL+66ziZC6pFdzJWxKR96RrdpQUQCrW6VAg6WI1BG8dGLF5h+1uOTFJu2r8De1QZ/NURxdUhSMkrl2lIacSQRmA8Oqe6bkjvbsSwHILUV1uLwfB0ZflyjsPTTYErOI5+7SB7hwlh6bRKXUXfvEhTHU4m/WUPAZUk+ZJ01uQLbOKJBaqjUSe118eOhaVq8Sk20/jTbT0FHY8R6kXDamINVBrhReE18+3KFSvhf39rufTfv7bX93qR/HptKbgO/ommdtWI4gzVmOVi8L9dX+e3zQaa01Kju8b5sv8Ady+v12sKvT3ZUpuL+jQjL4r5f27GmE8MwIHDdnvIyZ8+Za8yFfTzIP5em0ESQnlK6u0ug1mexFo0tDj6EJ4vyq/C3kQfy+uxxgvCtLpbrcqqPeDxZunp/j8dkbv4qbWDceUnG+DehCEcKooa8DihokjSwuPF3vYHQna4rWMnWqD9o3Za1xX2uKlObL3F7XNrHy7Gx09NrB9vuPWVAYZPUyrvMwJK3fOxJ7uSbQaj/VajFXx2OwPD4g1CtbgKAJFyLgGzA3TYnpc+jPwKyyh9bCcjE1rpdSjXpWLgKFze+ttLjzIvL3WYNxQ1P+y+IeBKfdWtbCZB+Iu18rjZIH1Crd9dlSzVMUbqsW8rK+BKirT0KRmSpB9R2KTqPX0O3m0r2HeJHG7cs2xukrcrEcWrYN94sPsIzZGvlUi/TYa6+QPpt94qwzij3W/AoNW5Va3epHiQpQGhHmhVr3sbHuR2IW+7XHWEqpKgYjgREQl9KZSELPwVE6i1tWzrYggiwGtzY43/ANArMWLAxHhKrZETVpS6jNly3B1Sbd9P3/t2Oba8j4mjk2DIgrSsA4to1UgVSvda0KVkda681yb5km6SPLVJB9dmZWKPhevcOf7pRCqjGXjuxWi01ISPNbJ8CwbdQJBtYkAW2E8OSsUNYXiSp9Rf4/SjN40OLOgsflP07XGgI2fu7ulVSsxWJ+MsMQl8DLwn2ujmE2FibW8vI/jrsihJeL7mJlfu73G0vFvDr2KGl8r0yGmHVHK8rQ51j697A9wSSdiveNvdpe76K3QaMyh9aOhaUWSlKQO3n+4aAfTb4x7vgw5RorkCjOrR4kq+VTdu/wCz1Hptn7ENawHih371UH+Pmzp61IUr8FWIJ+hvbvYW2YZ1qWRZbsEi4ix3FlV73o7UUIYlZel3pSlRvobXTe/Y6XJGgJtt0jyoFZ4jU/jscDOpp1rxsqB0WmxF7eY1tfub7Kaq1KjUuU4006uUjPlUhXV1E+ZtlJtby1sTby26UzGDTXEai52GMisql36f7mvlf5tO312xTr1Z8RM2M/JhdiTFVUa4dBn1GFVGEKTllNMBC1J88wubG51tYHv5WEp6TRpUDmoDsqFK8S0NOlScw076EfSx07WOydnbwmmpTjvBlIlMO9aE3UlPe3UALk2/PsRtbI3lu8VifwURed+dcccJ63cKSbpvfQkWI07abE4tXmT8YhItE+fPban80ha83ClLazJV3sjMnU2Prre+ut9jWp0SVFwQ5S6pLffQjJIQnxqStK9AnMSlNh2ItcXBvpZfKxni3hNz4uHkPwlr4SpENYWuOq17LBAzJJvra1iBfUbGlPxPFxvFbo0/j0ioo/RIWo5Hk665iARrp2vew89uTTL8QtcGvt3KoLUCLKqC+vNycjJ1N28Wo08tQQR27aXlUzF8qLPYqkCnQn+B8XOhPUlJ72AVbW9rjuO9tbjdawpPo3H4ueVS1u/eorqzmyqt1pIOZOXTUWI7g2sNrCHDgReH978aMzWe3gIF9U+fa6hb8Ng/RWewxhDV8gxtHFdUqkBus0arIbioWrisO+OOpP0uTk9LAix7aGwzWMcYXlNchiNlEWV1LYdQrocsdS2rVIIPdJsRmvYixI7SlT6XPkSqW7nYX40Z+tKfK/YH/nf6bfkilNOu8WU025n/AFk5mnPOygOpChfxDuD9AQZK3x5+5ysT98/F48w5PlONRashC0LShSX+lKvwULp+gvYGw7k7MjDtbgcVhqVUevOhKc/iV6DyufLzuNk9U91N4r9Uwb8Ba05uSm3WlK7GwQvvwzfQk3He/YAfpbWN6NyEqVx0Sqd+lirdGdtIGpQr+1SBcC3VpYpGp2vogNI5wPZgNQ+/GZsmtuxcJRWKpK/Qr8akJ+Y/S1yPw176bEtLxHuvlRWPf1cXSH5SMsdDtsrml87alWSpQOpb0JF7A22p4VKi7wd0rcp1nmkcrmyJXlzKSD2PdKvQjz7jW2wJiHCv/rtGGsW09+bS18KRx460qS9HvYPJGiXCnMoONHK4nUpNyAfRPxiSmnVoRVCW175XFadYqMVHSh1C+hxPqnU+XYW07bJbE3IQKzLd9381ny50qQMzybA2ufqNLnSw1Gp2ccugxYtGgRYEta0cJPKykeLIO1laE2HYmx9QCCNkhinGUCl1me1VKTFmzYqk5+E6UqkIv0uEXBQT59xcdzcDZDWUBxzLV1AmcsHv4Sr0/hQIk2FVIrWRMeZFLS3EG90JWroVrfQlItfqtbZuUaTKpbrE+Lx2FsZehV0qTrrYG2vbXXv567I2FvtlSnXKXAp0KE+hGZrmpAS738GcDS19CbA2ItcX2NsF46qle4kCvVZD77Hij6JUnQEaDvpbqBIOhHfbxfV+nFcalM5ELZXxmVntM4sxvjKvUmqO0lxcpEXl+daQlXERfMjiI8S06rByk2BN7Gx2DsHMc1Ac4Ty+Owj9E6srU2q2ozK6st7lII0Bta99mvjEypTUSe06vJF6VJ+VSe1lA+Y7i1jf1tpnHfLUuK7zUDjwavCdQ61KiyC06pP1sTnRbQg28/O2290y/wCoqBeVA3cCSa3GgVTFHvSBzUWahr7xyrvTmF+tWmUi/c2AtqUi206e1FxRQWHcb1vOunPqQ0+6gsLzC1uIsqA08iQQRrftsLbo641iOqc1iOWth/qW7IQ7kWl3UGQCnsSCSrskm/SLm7aiwmosCfhfFFEi4ipb/wAWHUmFFD6kfKsKQooWR5ggD1Fu2ncQgE09iqoi+wpHlO17mqXLzxYqMvCW71OIPzi3SUXF9SCRlFjcAUu8DEc+A1PaaidDDquOtroWlOew0sbEdyTqDb1J2vsL01ql4jl0uBnWhCkZVZsq8h7XKdOwIKbWJ7HTaPDrcpqfLi8KLK8XC5qy2nkkmzagSFEEEg21FxbsNgVjddmANW55t32Xq3Fk7m6LPpcvjxX2EeLpWm4FwoWBBHofPZe+07ROfx5hPEbVOXx4q1padWgK6TbMm+pt0g9gLgG+hBvvZ0fgUvBrDUWkv0tC1p4sB13Py6jfoChYLQNcqiASO4B73e+diqO0aJVIERa4tOdSqUpPVy7SswLix3DfhBVqEkgkgC+2tb5IZav75nfHcbhSuL19aFLypVlXmA+UgixP4DyOmu0DAWPcL17iSqziyLCqlLQrJzjGdLjRCdVNgA66pVkIBGva42vt4cZ1qU5xXeP0qWlSlhPSR5ntcA+d799k09uRoNZwlPxli3E03DyGJD7rU1MMTY6WEgDM42gh0pJJF2ySNLpOu2Loh+oZS/Ti4kCPdndju0wviP7Wu4ei06l1FaXeXamlVOezjMoMPJtk4mYHKRb0uDtd4rY3aO0GpVTd9T1wkcrnfQ6gozJN75ikkLA1+ILiwsL2I2W+5GBjzCVLcwRXmaXvG3X1dC4fvHC81E9NPUTYhcawkISTqUFBKCAQSOzEwngb+arCVWoNZloqNI5hcyFIf6kPMLWSMwFrKAslYGUnQ2FydtV/WJTLKmwxVYfo8qBg2JXqNnYnIyriz4EotKSk2IHHaIzNm2qVAp0F0nsZorVUr0pyjYjicGVNj8muqMRQnM6LhtciK2cgUbXDjBCXOr4aVAJMmr02g/Y1trd80/wIsppMqkSFrfdZSpVuI24CFPtFWhUSHUG5WVCyzf0Zmlu4cfiu0lEqrvoShEN+QEzGXQBkDK1lPESVWsrxeSs3YjK7oXTOVbb+YvnWqDuR3fP1SAyibVK26v7xFd4sepOoXYt3SCWUNki9iFA6LSCdEhUMTVSvYoYrM+rLmyn8zWRasqEpcto3awQBYDTU2BJJ1LL3oYqqlBqjcqLhNhj300pVZhSmi7DqEhvKlQkxlgBLoAFlCyhqUFGoK/Xh/BGJIMiq7v8A3hTqiw0p9eHpT/MLbUnUmK8TmebI1KF3cT2BWNiImI9dxwJwlSKzhKjVpqBiZdOW4tUh2lzWhkkNW1Wy4CUOm2UKaOVQteyhYjVm5nfxVKDul+1tBp781c2KpqrQI68iZEhsFPEGcLS2+UJsHchCwlIcS6kADNW7bEm6+fXm/wCdrjoYW1kQ6niuoTfQ/o+pIOtyQUg97WB2I6BizC26reBUqDu5qr+JMCVv7xxWrKl0l8kJA06XmxYaABRSoHuLLcr+3yiyWMpxGXifeHi6dhOm72d1dWpdUpCH0x0utMKi8FaswEGdFzKMZ3u0AFqZWcqmjqAgAoe/rehQay5VN32Hn0Ut9SV1HDlRTx2IqlaqMV+6ChrMFEDNmTcggptZpOPGLWY9ewvh6nyvtD/RtYyrS01UELsktyozgLMlKxcFRAWcqQbkJUmfvD9mWVhye47uq4+eqR1LXSedzut65SEFxQ4zd9Qbl1OgUFXCiCz8Q7vmUczHNBad+3jtEhQptUaS1UYsJ/O04sdnA8EpUtyxsUlHUk9WcW2LcIb3t3MCVEo0qk1uiLfV+igSAtjtYFMddrZiodIGt9NLJCswRucxRjKqVbC8+JNp1bpzCpGWVCPFZULEOqZVlUpoquFFvsdRY3txgezp/O/iOpYclYhfw9W4UPNTUymAumzlhwhTResVJzWUAsXKTlzoAIBWYbOc8RdmX2ZqKVvgo1LacitS5tOz/AW1PYKI8i/YhywSlRvoCQb6AnZJYze59p/Fteqz/KrQqPClKTm4KLgkFVwCASPMmwIFrElTT8Rb/d31G5Cqf09QYq1QlvrXx5EFdsmVa9FKSPIrBAtbOkWGzn3YQ3azu+lxZXueVCqPxY+ficq4pOqm7pKXGHQUqSU30VcEC9jz6gFPA5E42rsyIqolKao1GiYyxHh5iqRZWVqVUoDqlIeQvpQt6I4bJVbRSgAod7HKCJzLOCHa9AoNeoa+BFypp0iPMXHVwl6oQ3IBKXGrHTNcg3sCSQWBiiiYDgRW4DrS6dFlLUlSIU0vtNu2NylwAFpYIsUuosryUCADI3X7lMB71eJQcOVFc33IhSkOu3Tw/VoLAAClKIUWl2BAJAGpFFO88SotFp4Ej4ckUHCWI6Lhd3GVUlMUh1cqA1NWULjoezN8OwUUrQOISABlUQFZQbEcMbbzGnd59SwvKMJDkrI/RKil8IRIWklC4zhGiHSUnKpQIUeldibld7wp8Xdpjd/kKsj3pTl8qtCmg6hVrFbLjZJ+HoAQe5IIUDYi3GC8JYjdcxHPqL7C8vRHddD8NxSnStSgf0rLoOZVlFSRc2Untsl1LRU6uopcP6fsZ2ooresgiXsmvVmqY8oUCBnYqKHUSGsts2ZJzcEX0BVbQagG+o12D9/O7nGW8veXLr1Bdgv06oxWkpkcxkQ4+jMl9BCkjhvJOVK2VZFAJuElNztR861KlPu9eSLlVzXi4aUmwUoi9h26gfMa32a+56fhyl1lys1lpjErE11DspqVMOR7KkJUBIAKSoItbiWTfQq8wbpWlGkqFaydJSKqxN1+xdDwvVdy32XqmGYTFUy8vV2lR+E7IVwwm6ld1kDTMCTfXQ7Z99tb2Sd3O7nFGCN7WGKSwxhebiWBTsUUlWXgR1uOZk1BpwpKm3FlIacTazpU3qggqL63M75Ny1Gdn0ClxK3hdCMkrlalHWpEPjWAKXEZkhm/ZwEt6EXFrbBHtP75KDvBwvU8BxYi363CdzutQ5TaFzICSCp1rOLLIFlgFK0AgElKTnG3DbCWlBvgr1GlYSn1Sg8FxilxUvxVJRmTmeS58PKQTYhxuwFgSCDfttn/AAnhfFu8bci/Fr2H5UKo0t1cqm1eK7mQprvwX8pNkEjOhQKXWrhOXKLJLqPhyLWcEPtbtMQrr0J93NPRkDC4qbpSlLzKlAoUnsUpKkkZVJugg7AmJt5WLYEV/dzRnl0GvUtWdGf4XMITlultwZ0KJQVZUki3YAaBVIYV7ZWv73p+7mVEqlUp1UlRWEMQK4jhZkPISq7MxvJYB1tdnAptTZSodJBVcvLfPWqXvAwvhPHlZqE2kTZ2SUuo0Z0Px69CWOEmahAsHlBKk8xGIQsoJUlQW0kqzxFZdozsuvUH+l6XW2le9IrrQd+OSor4jfiSsk3UsaKFiSRlIdGC93Du9/2PMUbqqVTl0GbhCenFGF3ZvEUhlHGU6+1c3Uls5pCbi5Sl1OYKAubZlGTacw+3eYiqm7nFHubFuLHq9S8eRUQocqrffIExaQltth9whKVrDbiUJLlnltpT1qyqI6fzcSi7Li4cwxKpz8V1TE3Dj9pD8P1Qh4AFabkFPECcyMpIUbLIB7L0XFuEpT+A8UNMTX2E510OpKC+XUQHEOt5iRIZJuSSVBIUnItFihOvt/W/HC+6+Bhr7ZOv0H7VpVDantNB1UeUlCClsg3Cz1kgG9wgi9zpUjdI2eXjMvr9nXDm6+lv7xsUUOkZ0ZuqkT+Smp7AAFKkt8YC2UXUTYAXJum5ontWwKz7ti4Ira6vVJs1EOPzDXAmpUrLZK21p+L8LMtRAAukqChZStqbDMF3ehVK1hzEeN/f2IeaU/hypSo/LtPLBKuWS3ctNqISpJSdFAXCr2VssMUbpHYuMW6xgjBEqnVuLKzz4sJS0QuMhaFrVwVZXIEpN84yJLbgJOUFWYRskWVZj+oftJb1aDjxig7xsPe+/v6YrEWRS0odZkFpKkOR5bZUi5QvLZQC7hWikWWrQuNN4GDazS28N7waShC62h1EL7kiQvOlGZVkjNdaNFFTdyPQCytkpiUxcOV7+dp2k1FiqVukxWnWF9ao6gtwhAUkEKHUnVSQU9yQbkJGQreC77QWHsR16JK+y9bWuBmS/wDAprpy8BtkEENrJSXA4QQo5knSx2sTxOKhBmXsveLvZgVhzBuHN2eHd8i4TS5XPwn0pkMw7KyuKQVrfKyU2y2X21WSApQPh72pGvenCi58NLhOrRKhOu8dMd0EhbLgdQknquLkBSSLEWBtXe1/iul7tJVCn0x2VS96cWordhYmo3wFVKIMnF5u108VGdBStWdQKSgqWhRJGMBYd3s+2vKqWI6pQ6XXn6dHRCXVuil1d6V1FyO3KCeFIUhspUlp9BQoqSAtBBVsAj8SUt2jLR4o9oSBjfEbErDmHqWuo0F1C59RmoDrTKVWSXELy8VuzYKiW1Wta4IsdiddXpdZr0t3EcRcWqVd9XHVx2ZFOmLShCk2+ZKwMpSSFEkXBFwhKk3YbhZ9G5DBGF5aH0Qn1KqUjOY8zi3B4bjN7odKiSSlRHQq172JZiKlYXqjUijSolOm0inNcWO+0vhLStLgKSpKbBwhQUpRQAMwGnUdrmvcuIlY7Wtmf29HFFLpcWPXmmURapTsq1RZD5YfyJso8OQypKnmiqxGYFxtSRe9iVsPddiqBvQdbai1FE2VKi8BKVtNMSHlBGsabT1LMOQo9Vn2CwVXSUIOhGV8ZDG9Z+9Y8pPK4DfSmQxFnozSo76Dq48oKCmm3NFZFZgRYCw0Ign2iceUbFtNr1BZQxRKIvPFlLY4q1ISQVNLCbq4BIBCBciySAQAAuhKxrT1lUJf3PSHdbEoOI68+7F5V/3chSE5VqSpt0FTfDVxLLadSvMktuBC05CCCUE7dKFQXcb1TELuKHn10hbuSLPQkIdeYSLIsQVJcUlKRdWUAhXnYEHdRwz9o4re8HDnApH2ohMTZ8qLbiuLKEpSq4AClBnQKJ0sD3GyS3g7wncR0utYD3X0/laDS1+7ZU+A0hUPmNLwwBYpBvlKkEKzEAJVYgMisezFUsZ7CBKbG2NIGA4DFUoNDlV6FzXLorkJYSpu99V2NnWSrpzOAgntYEEKCq75cW0Z2XFapPuGE4+lrLMzrpamlEFtxCxnDTRUQCoEFly+hQSsEsrEEqg4SXhefQ5sWnVRpSOTlSOll9WjZaUslTC82oSCEO6ggL7qjH3tA1TBGHKTgOqUSnVeLVIqeLIldCZEIkpcQ+nKQspJIQ4ggg3JIKQVZGpDq/h+JexWD4z8Q03gb44uHKW5hfGTK4uJeF+lYd5qPMRbR65AOcKKk2ICVCyrIz22MfZxThLe1gPn3cQ05vFFIkcKpUN27C1MZzwHGLrKSFWCTlAB6kkggKGRMaYfaalcKltZ3mGELgKzhapUUjOhokCylNg2QoEgi4JJNxqD2XaPS8JbqpdZxREhSn0VFMpLUhAXwVdKBqUZ21GxSoAkdNwLgkdonGp5/HuHoeu5M/PzNfULdpuqw403PixJS4VbT8J3iuOuxXQCCWXCeIBbu24FJIBIJAUFZv3lt1TCWPOVqlDlU6qSpS+TdYlFEeuReJw25TCk3SlxaS2l6ObgkpKkgmxNt4W9nGW8vC/K7ucJxYq6XNY/Tz2krUv+zcbClBt5sqskEuIB1BBOgzt7TON97VZoNFaxlE5V+l1RLXIIYcafju8N4cXqAVlOWxAGl0m1jo7qX7Ve9fiB1FaVJvaaNolTdwvAiUuVUH4SKi0pbEeV1R8w1KEruSwq5tZRyX0NlWIH6pV5/v771XOiLmXwJEUOqjrT8yekrAIT1NkLQRmOUgqUpb4Im0HeNgiBVMee/qpXqctKEZ1rS63bwuoKSOOChKU5V5xpYp+YkrW7He/iily69hyJS5tIpzSV0h2A+UTFZOpUdxlZCmnQf7FVgCOlSgQkXTU91M+5mnYh7lR/tLzGbVU3g4SqVBwvLhRawjraisLGRuYelJbF1JS06QrKtJyBfw1BKhlKuolfda3jQJVZwzVOOhKVu5lmHKhzUjhktlQCHlcPpLSshISbG5ANJunq+5Gs4onNT2a1Qcc1DPHi8KqPMMOLsczbDLp4cZ3uSjQHUpA1SjTG62J75wu/gjeNvCqLGL+Kt2lqxBDaYdea+RDMoBKZSQkAKGYr01JBCjO9LUOJp1206iniVECl7lmqpLdi49x5hCatfH4HvSWxFSpWv3cLUpsJJ7JABv5X2Jq3X+V5TFGF95qKotj7q6iQ0ELlJ7WWFJCVKvc5gE+EXAPEWpXYyj1ml4obdqlRRS4r6OE6uQoKi59dSkp6G1DLoRlINxY67flDXKdqjkWfEYyPq4TTTrrfLylWLnDRnUEqv08O6golQyk22BXyOJmrokf7DGbgHeVK3l4jcpfumooYRnafzMFpbK2+lYUFHuCbi9r6a2I2Wm/Wnu0GvN0uLTos5CFpdjvwnW4r8xorCeGgG44iVKUFIHYE5TcAbGFFlYS3LO1LEcrPTvtDwo7sVcd1cqHKtw2CkWDqSgZUOJKTdCUm+hvW7uqJiifKbxbjx5ivIfUqVyr+dLWdRzBzKCASAQNRYlAuCRcWIRvcv29Pp8b5OewzFo26X3zXvfdLmvxUysMx6jFQwlxDgKkxHigLSl0qWSpawhaU5VEEhwKHhj+fA5Sl72q3W3KctPTIhtFb7KLa5HGul1WWxCXEA2ClJJICSUUmTWcUbwX2q80tij0h1XJ0bOcsNahcPXSAlxSkXIWOkA26iCQc1SDhJ2qNxayy+hiavhZ4tlPp/vi+pN7X8z2A8trhdvqXuupQj5gTKp9LgVmJXqXiGo1ulrRysWe/1KSkD9FxAQpTeXqAcGYXUB0AWkzK/hysym6NVJaH2JTvwpS7ZY8g3ypz2ypUEk2uLWukkg2JpUMLYcalOQPtC/NY6VIXKd4HGSNQhZKQFAahJNiNQDtnXf3SMRwHf6B90QqXV2lNJdS6EsTlG4MdT1ilpRVYFYCyCASCLgl2q/BibVpqLMZ4jFh4HoOF5UuqQGeBKio4r7UdZUhSFDMHW0lR+Cq3g14ahYaWJzHj7FGI5/vKBPwnh5dElO8Jia0ttLrzDi7AqLalDKR0hwG6dCQQFAtDd0xjeg0th3EcSbKokLqYfVACZUG4HEjuJF1ocCki5stpw9rBSCV7v6xjgig4cbao1JlYolId5/7qtzgNoK7LWlxQKQ0bnM0sNrbcuQbAbJDSozmMaXp1aE7uZd7ucKSt0DUCstS+eoiIaWqlFmrEd1toJUlLa85LRABASvOyjtdSCAjY1rNNaxHS58XBsSLVMLsIUubQZUp1EhOtyqM8VBbSlNqzFp0WUcqmlhKiCusWV3C+/wBwlRYuDa5V6XNfyw32MoYfS6psfdJaFdN7ELS8k6i1lFKhZeLrVU9n2U3g3EfO0v3dHU1HVMaKEqjqcKAW1i6Cgk2LarIBIulCylYG1XaGY0+npqHAh1Dwy1VIDeDcG4nYp2Hqi7916ypDKhoG1JNsrbgUWiepSV2Qs9aSbGl48ao1Uou6WVLfqNLRK4UiU0sNcukA9F1m9s4KUpC+kpFiQQnYErs1rDlB98yqghcqr/FgSErC4chhajkcDjd+lIKUqCgFJsL5gCpRXgzCle+wdJiynoU2ovyuubnaz9RCghdul9oDt2VZSSSbkmKX3e4K1l7f4PxH1Lxtgjdy0xS6M8+hjIpKGuV9Da3oV3PcG5+guNlwve/g3fu3LwRheHiUvvZVpnw+JD4N7EX4rKk3KbdK21AG9x5gcewJiOVKl0aKyiUxW3ci5UVZaTHXaxsNcqhc5QRqQATYAljUOC7ugwb7m3fYYXUa2hCkqQ1d+U8q56zYG6/MkGw1BOujD39pPEEn8CZfaCeXswj3V7it326XiVSqVDjTX/6xUZ7SeYe1JHGKLpKh20AFhcJToA0m95uA4vEi0bj1R9tfWthOZOvbqOpHlpcD9wTGHvZ83ybwZ8TEe8GWvD1IWlK3YEhQVMSvvkJQooCLADS5NyDY3u+KButwvhxpuLFZ6G/7/iT9bWHl2tYfTYmmfVW82AAfH5/vKP3G9ynqmO589rhUuJ7uX4FZ7LX+I8iPzB+mwhVKlVJX9a5qV+pn/jt/F9nMjDlGitfokbRarVaDAi8hPiQn8mbIhSUqV6kDzA/d+OzpSDKRCUt+qVms+62neVyLT48uZz0sASBf8SfIAbFM6k0Z2jPwMZU5DiFuqaXFf6+J+qRrp8pCgQQbEWOxfLxU67Fbi0anQqcx0+JoL4ifqkn8r9/w2AJWGP8Atk3i1qrP1FeTKqmzFZmkpHzsLtdCx9SpJ0BA0I7Y0lNu6VdMw/Qd1+MqTXsOUmbCRWmlQJC3X3H8rtipskuKUoE3UAq9iCARe12DIxrPadbany8jC+jzy5rdvz8h/wBdhfG7UCvUGXAaqyM+RDrC1fCdiupOZBWi/ScwsFAlJ7gkbUNKxlS8R0aBP4yF50Z5idMza03zAjyNwSR2HkdrDagjtgL1g/ifmPMV4tr1eYwbS3kQqXlS7NlLX4k+Y76WHn2JPfz2Ga1vW3VbpaW/xahnfYTxckW63XFeRsm6gddAATfyJN9khvo36VSqOy6DhLJFzrU06/4lZU/q6ZTckjXQZe3rl5jFn2cqjlYlOvvzkZ8yn/C5bvdV+57ZtCLmxtfbOcpqX2/EXoq7x8pvuX7R0X3XUoFZ5KgrrcVaoC+LkkKUQBnToQo2VZWgB7kiyrYu3lY2rNeqjlB5t+bKfXk5hXUtSfLKkeG/6ovY6C/cmm7DdbvQ3oT4lelcBinLaShDspBytouSEtpOmXxK1N72sDe40BQ9wmF93OI2JUqk0dcXhKU7KlSjnbUbatqVcpsdQgApI7WIFq6fp1ekBWgAA88fmMOUThBMs7qd1W9Csutu0unLixc6fvU26GlIKrKbW2bKULagi1iO4BvtpWBu8lYIdiYtn4nyVSC1kTNhO5nU9szSlJJzt3AKQdUkJIIIBJm/vQ3fcJylwOPKfhSFR1pp0d11ptVuylJQQm+g1IJBGwS5vDi16fLi0vD0qK5TlZJDrrRy5RbN31HSD20HfsdjkbZRrnMscJYgaxlXmGvszN+9OqdfkOxQ01xdCq1ukEk3IBtckg2Fg5Md74KDuloLDUBlE2sSvu8dhHizDQk2BuBfVVreVxrcNpOJWoGF3Ko1UH0LX4oq2glP0WgjTW9r6HxeWwPjGRS5VGcx5Kai8ekLT7yz3zJRrwnrXsNSEqsLElJ0udu5UQY8m8pLk73KpPnuT3fvspeXPxV5cqvIJsSEJ+g089TqSXBO9KfVJ7lGn54q34rqY7sd1aHcxFxlUD59j9bW1Fts7U7exgOvVluLFri2Jy15OFwvm10/E3A9Pr32PUU51137rLzykZVIRqhSe/bQaHy12jftHlLGl18vifkefPlcRqeyiaw+6pMjmk5lpuSD1HqTb9a/47WHI4IwvFcd+O+/Fn5skh3OtLCwVKAVbUJKUpvrplv3vtBfhe5ovP157Ita8qWvEtxXkO2utvpbb9ouFZ+I6pLdrP8ARzCIqX2lO/qDTXz7eQ8gNdvP9Z6hptLXuyCf+YOuxGRgeeP+Zxre8WfWWm4GHKctGTMhUj5lJ730NgRa17HQAH6wxVsURaDLgVl5zJKVk+LbNrppfX1OptpfS5JscVbx8G4c/oujfen2P9lZKU2FrZtTbTS5/C+m1DNX/OhyECfzsLOtS2nWkZk5uxC79wQrRQtqD6nbB6frbeoOSMg/A+CJlL5GAVQ3i8q6w1g2IuC/F/SyMxzK1uCb6i1u4te5vfajMKvYonuT58ta1zVqU71eJSiSdALHUnQAADQGwA2a8LcLVOf5VqXF5X/z6dzp6ifMAEpGupuf+JpRN1H2XqnClMvrfbR1L0V1dvqFAjzBHloCCNtmnQauzgDAhkR29RP0DBbtB+/u5EL6UL75sulrg/67ETlQd4T/APu9H6ug19f48tmbXMFT58XitMvrfWtPyeJIOoUPwGh/DUbVzW6iU196r1RQxF8eTw/nqbX17nTTQabPtorKBj3GURoAyN0WPN4zVNxHu0q1EqNXhf1qkqkBqYlFsyVpbV0Po73sQRYCxtrxqVJrNLal0aqU+aiqdSJUBSVJWlXYkIIvlvexFwRYjvbaNi+Lhyl4oiT6DjKown6cr4UqPZLragsELSSbXuBbsRlsfowqz7SOCMUUZvBu+Sh/axa2lIhVyB91qMN3yXcWJFzcEEHyIV22uM/E1a7dsz9T65QaDXm59UpL7/AlIakZF9Whv2UQkKAt3sCNNO40sDArMVis0uoLmwn2uhSGsqsv7ewOhSbEEEX7AiG7qbys9yBXsPRd5OEJSsmZ1CefioVoC4lfUbAC99CexT22cdSwZgOjNOfY2kzacx/WOBx3Mmut8iySg20IBAuL289sfqvSH6ggsrPI+IG+wPzFXzUqLPfgfqL6ej5VDzB7W8/XuL326vMe9IrjU+XKisLSpaZUW3FZVpZSMwKTawukgpIuCkg22I8Y4alUt2m17hIfYlL4Ss9syUlBI1N7i4tcWI7agnZfVXENUqn9DRWvgZulDSD1W9PUDv2t57eUNeq6feEPDRPubOVlUxClVSUxFisrffzJQnI0EqUv8EAJBN72AAF9LX2cMXcDFwvS6TWcb1xiL7xlNIVHU7wuGgrsAV9rG4zK1sDYDz25+zu9gjDlBr2N8ePcr7rkJaYdVfPnTY2CT3JJKcoBJsBbXSw3tb1GsZVmhNe7n+Sc/wC69GZV+wsT3NgLX0Og7be26ZoW297Uez8Riml/+5ZGfjrdjQaXRpECg7rKR0NJyymH3XVajxpsoEDzCdNLanQ7JaoYJlOwPc1ep/jyo67ZXNSfI99fy7Am+1ZRN/zuHK9EgYcxDyr0JSo6o8hhyK6lIsC2pJuhQ8hqRfUg3G2i8JT4u+Sgz4EpqKuooj81CdashTlvIgdIWLAm1r3sR5n0FaVPCH3MqUzc5hegu817vfqK2FLVysiyk5TfQ6i4APc3J72Btboca4opcV+BAwmuicqlXCQ06MuQ6FCFA2SSn1Ha42d1XjQHeBK4LC+lSH2nU5k+ikkH9h/z2oGaLu++PxcJsIfbyo4qGilWTSw0Vbve2g09fLP12lWgF1Erv2tBfEm9Wje4YEWAzN477SFuyJrqlSGV+YTmsVeRChZIF7Ak3AUMGysWtInxatFiozcVC5Chmym5F9QD9QSPO5Oz3p9NwHwoEX3JS5rEV3NwpTSHUqa/VsoApUNLKBBNrXGhHbfJuW3D7wcL0l3AnvfCMqUniv8AJyiphtYseG6w8DdCtdUqSbd9ddlqNQrgFowp3/MXm53DWN5UWfKo1bWxyrvClMRWuaj5dASptRUAmwvcjztfZpYeq/vmU3S5WHvdD8XMhEhhgtRXlg65BqlJ1By6A9wBqNkJR932I93OKGKpRsbzWFxWktcWE6WlOISbWUQQo+fkNNDfzN6xjOs1mVz7r3AfyI4qo6CjjLToHFgHLntYZgkdvO5J0UO05EHZGkKJKdrLn+z/AFl/NtcLotLitOOuu515fkSP+O1NuxxrAxvAcadloXUYvQ6r/aJ7X0873v8AW+3xjPEkCjT22p/6BC/0qvD/AKf57Od0bYEJIrDLrTrjrWdGdalZ2vEn8RqCPx2/JRda/RZEZ+peXpQpPncdh66abQ6xiiL7hnz8B05dbq8VGf3bzQQ64kAm6ErHX/un1/PI0r2kd4OKKpLi1SJ7oYirVxYrEcpdSoeRUsDKRe5TYEGwvrtyWbhmX7LR87xMR4IiwHMOVSWwtdR6UNJRmVnPYi1u3kR2t+G1puBjYD3l4cqW5vG7TKKvTnVO0ao5ilaVXJCbHRaCeopVcjyIJAKewLjeLiOLzUqhrWtCsiVSMi1N3t6jufQdjbYcx9iyqYX3gsYooL3ARkQhaGl5VZge5100P+h2CNQGJBjOnHBTMJMG4gwRWcUONNYeQuorzKQpKcqkq1TfPlFj5a6eV9hzerPw5VKo/hfeDhl9hDOblaiwocVm9jmSbdSToSm5APceh57LsSLS4susysi5WdTUpDqetu1xYhWtrG9v72mhFz/FVEw5iifzU+ksZOpeXLmQpR0Nr3y3B7dvQbCspCiWt7af1maMLYOn4S+/0auMVSkTk/AmNf2ifELgdvQ6jXy1ts4l4+qmI8Je4XaT7xp3S0tTXSptQ7EGx/GxtcWO1s7u9wlRmpfIU5bDD/XIjteBXqsA36h9O/p6lPs47m+fr092LW0VHDzykuoWmyk5u2XN2Xa1iRqCCCO1yaU7OGl9NaPRk/2fcH4jn/CrLWeiIy8Jakdav7ihbKpI0173v6auHeTj2BgijchFeyZE5VO5hlbT212ssY1Gl7uaM5AgOscdCFcJrMEq/j+L7ZsGJYG8GfLgVR59HHzeO+ZKu10m1lA63Sdb6XHmO10D4WWtsVTBPEBqk/EfP/fX4spGdp1r4qHNSVf4SE2uATe40Gl+dRwo7WcOS5+HK3ClSmM3FhLshbdv7p+YHzFx9T22OML0uLulgVJ1rPNivpVxY6leJZBKXNdEkDTQWtcW7bDmAaFF3g1SXiil/cpWZXCUnwqT+r5XHr599b91LwbDiDoq+qsxEYzSqpz7jUr46/F+t+P4m/8AHlt0mUifKpbk+B44q/itIX1pTbRdj4kX0NtR3se4deM8Ku4XnuV6fwEPsZlpda8XYkki1/XW5/A67KuRvVwRiOVLiymUUiroSpEhpSMkWoaAFxChohzWxSbXtcXJNkP9L3eQjOs6d208IEQHJU+V+hQuUtGVS/DxPKxvr37DX1ts4t3GAK9WaC5Pn05udS1o++Qn2g72tlXY3NxYkKHUL2sfJWIqGCIDr8pqoZ8i1Zfl6R2ub97+mh+mxduw9q2fQao5hyVERNhP5UNSs2TLrbrsklQsfEPzB77M6fQuPvi+n02PvjAFbwlhJp+BF6PkSnXpVYHTsToB3se3btsJVXGsr4kp2Iw/wFKXF4qcq8vbIF289e/0v67d6/V6NXnX6z7uRFWvrzKSMqu+iTqRYnzAPf0OwPiSpRXYvIfDfYWjLmRdOVPqFaC9u+t/9XyqrwJfYieoyqLjHC9ZoLkr71kR+la1zNpItcE9tdbWI/DvsL07EVLi1RyjSnuPFz5oT60ZVs9jwzYdibkE+YsDYgbIp/EOMsJSuLAZlZEL6FqQcqka6HyOhPr+zawkb6YtZisNVnD2R9HQ67HXlVl1sU2TdJ1v2Nzr37UlO5NX4edgVRpuLxWOO4jM078shP18wry9D+O3TEmD57sDmsOS0RZUXLxYq+lDzCSbi/k4L3SRY30vrbZY7m94VG5V+A7Vos1jOp9pCs6VtqvqsBVi24DfMjUKuCDck7NmsKdrMVt1p1aMicyJC75UqA0JUOw+psUnUm1yLAK0GUb2IKYTn1nDjTkWs4hQtj+y5hoK4fqlRtcgDsq4IIBNwSNpNSxLFqkr3W1EYRUc6VtNO3VHlIJOUpVlzMuHpIVqCNRcabCWJ8GYonxfemF4j9U4ClqqMKKo8VlGUnmEt/OkZcquHci6SUkXOwqtifFgN/04hCEI4rSHXcyW197JUnVIJF9CATqRcm6tm5fIQBrZhmbF9mnepRuFLwHXnV0ur586Ic9HCfcSe4GbpWRYkEEhQFx6AzhMNSqXVsLysi6JNdW6lKFdCc98ykfqklRBA0JuSL6jzbq+82vT5TdGr0vmuVWhcdb6ErWyoHMkpUACddQb3vY3vqNcYJ3iYyoO4djG9eiLQtCUOrdfUpaXmFPJSiSoi9kFKgS4CQLdQFjbS02p7o2uJerdG+7Qfc1LiUbi5+VzIQtXzI0tc+dvM7Ys3/TaphLfJys+hrRx4SVraf6WJkdeYXQoWSoH6E637G423J7y9/Uamz+hDi0/RX53FwbdtO9vW42z5v8AqjhKqYypuA8Ws9C1rlQmldS46lEBTscqV1JIN1NXyrypIAUM+3a63s15xOFwrOWmPsXvxXZ/3Vl9bDeZ3IpGZWVQFgUggmx0JFr22cG6usRYDTc9pnJ0JR0KzJygfL2y27EHytb12mbz/ZqlUGLExlS6gxUYT+V1h2LdWZBRYkoIK27k9hcJI7m4G1FTg7yHutqkylrQjoUhpSVZdNR0kKt6C3r3udsPUst9O2GN62jAmh6DwsRwPhNIWt9GdHbKr6nzFr3ta4J7gAnbO+9zA1U9/chKZlNolL+EvPnQny1OhQPT6HvobOzdVJpbVBbdlVF9ha/B0lac/wBSEjLr6jT6DXar3mcKfVIlUaeZfYQtSJUPPlzJGU8RsnQjS+tje302ytFrK9KrV55+J1VyJn8xJs7hMURaXzUCoRedirS6lhV0pctawC721se4AOgNrk7MrAVQo3INuyqG8/kQp2VFakKQtKx4i2oHRXfQki49NrusYjpcDgT4EToQvK61KSFpbWLnIoKumxNxY6EaX7HYmgyvZpr1LblO0+bg2qSs3MIprodaS+O7rKFkixOoQNR2sQASXpmvv1VzVaj+0FVrjvIsizrs3CU+vNz8Ly35XA6FKkMFiU2ntZ75Fj0WkEnW4tYbLV96L75ltT5aEPoy9TqQpLib63GmhOulja2u2pcK+zXQd4MByqbud8dEq64uVfFdjlh3XsZCUggk2sVAAHUFNwTtmDfhutxvu+3g8hXqI+wjKjrYQXUuIuqzrZSPiNlNr2AIGhANyPSpVtOZo1XpaeJrLcWmVKwkw1S5aH0Ly8JGfPl0BsDckg302vt5mOsZYcaptUwlLRFq9OlIRnWjNxmFLHEZWLWW2pN7pN7aH02AtxE6BS8ORIDUtGRbSUI4SgpDlx8o0Avpe1jcdh22/t7eNqp70puEmmWH/eMpC0yJTpShtSVE516EgdgFDzVqNdWA3jKp/wByQd6LjTsqBVPdMVlDic/KtJytJQSTwxl7JBuAANB2GmyZ3l4xdqmHH6XhdlCIT/8AXGGulSVAgAJAGVbV7Zhob2uBa4f+9JbsCjRGpTOR+LH46M9lKSrU+R1Ha9rX07dws92fuHehPnNUZpuLXkZucozqMyZWtzIirsbEhQzNLIB0KSDfMvokHcMP9rmZyhYarLs9vE8B5+kTUdKn4spcd3uOy0kKT+231O2v9zmPcbz90D7uMsYoqj6FLaS/Vorc2O8kurQkPIKSpaB0gqBzAAEE3N19jzdq1hyvP+/qjFhUiUlXFix0J6ra3LirIbItc+I2HYa7NDAEvdzgTdLBi4SxYw+w/lahyJTWfKoukrZcS4n4iDmKQu1iDobkkuagbIO77Zd4fj4DgQImKJ9JpeF5uTl3fdEpx2K2lV7gMpuUMrABK2woAaqbABUEX7TO8Cqbua9Eixach9dRaRMgTWrcKQwkKs4xKRdLhSogEtkhQOVaU3AFfjGD70xvEqkBn3cx4nYTDq0tZb5rAKJKra6XIFzqBobeRWTJpU/CddwSxiSKyj3tApExN2ao2kKLzcVxAKo9QbbzKQQApSbpIWgW2HQdxgKvPEDMLb33d42F6l/O9g6l4kYQpLq3Yt4U9tSRbmI8hKVZHQnQpILbg6VJANxAxDuniynOa3N1aViVvgIlKoy2m2K5FRkC+JwEKKJaSbgOxiQVnLlSQbObDdM3V473Sv4k3SusPyqC0h+Qw6w1HnxU+JPMMITkKdLcdvMyspVo2sFsLNeLMOUHFtNa+xFOqkV/JUWIEpooUmQo/pYjjejLjh7JbSEkpKgkkm5ynM1PuTMF92e5RzfHBP2Fefg48okzOil1Fooi1pCFZlsMuFIDcxASq8ZRPEQlRAuFAa2ieyXuvwvS4m+SAz7olVFhMpcXMU8rMVYqbSkkJUgqFwlViDexF7CN7OmKaXXvaMr2Ep9JmswcXUaPPdpeI464dUZkNLS2HcxA4ihmbCXitalZLpcujTQ+9Dd5vBrNGl4IntMPrqKVutKmpHCqjARZRUUgtplN5viIKQ2+kBYUFZwm2zxgvGZV3VTMR1nHk+s16nIYw3wlchK4WZL0hJUVukfqJHzAEkqGpKTtqrdTiXBu+igv4Idp9OomMqPmdw5UmkISmQpKLgKtocw8aCOpKiQLgkAGM6VgjdVu5gYIa+eKpEdCVnMlpIsqxuVAlRudbgX1I1PnzinehjzBG8b3zQcQvwqpSKiuVFdQrMnPmJFxoFpKTYg+R0sQCFneQyblnrPTq/g2qNMO155HvGnOqTwlNcCVT5DZKXG2XNFIUlWYZQVpIuOpJN0HvY3ez8OYobxbhKuMLYr0pbvLyGuXYnKWLOFh1N0MSQQkqaIAVlJypuLw8D705W991jeNS4kWLV69FaVWab4ealNoSlS0A9KnctrpNlEBOXNY2ZD8OBvQoNSw5S63FbffXwlR3VBCos1OYtuC4JacPyqupKxmQSkWWMo2BmKH1Mqyt6XwfRmRalhyfArz/wBqGn6WwhakKddSpKlJNu4BsCUkXCxbz7X2iUzerg2gyq1Rmokp+KuPwpDTSQqPIaAISU2unOEmxsMwv3UBYWu8nBVZqkpyg43xvN52lryyoqopjus2sAHLE5kptoSSkA3BVoRZ0Pc/u0rNB96UurLZqMVj740iBn5hixAkBCVpQ4LE5nW06fOABcHWyhE2CNqyhNoizqtMlbxqpRcUUbDz9RYlNcuue0gsSHLDL1LF0qKbkKbeAINiL3uNGsVfAfsybpZ7UCW+jGVUdSt3i3QqoSFdCHe3S2ygAlQFwU9JJNirMJUOjYDw5Pr2HN6dRm0TpQ+qnUkykMr1T1BsuLSRYjMCLZTe+UAGE2VQcRxaS1vGxZVMQ05GeOw7HitJXkULFsKdaVlAHyqsD5nsQ3RYgHEYRdvIiUexZQXpSKzvQ3Y07HbDic/2jgJXAlykBICg+uPlbeWnqSVKCFgDW3c3W8WXu09zc1u5qNeojFRa4TtLxCpLvJu+ZblA9bZFzlWMwJsVWsNrKbhzcPAqlSoOEt/2KGX8+dMOr4fK2o6tAkucJkFSOyQsLII1JJBAp6jhTdzVGm/tvjzEOEJsVaY7vFw8ZVNqCCdFx3gUKIKgLcTKodIKRmFlrre42xf7wV1ofCCUeFN3uLaDhdyqNU5E3+4lasshAJJDKkg/EFswbUCFIJFidNnX7I3svs4Sw5iCqe0C0/h6n1uEibAhT3W0tTISGg6qSt5JPBspRzC4WMoJABF3buC3eYD3VUamYjqlJXXqDVGuiVTobyktqQLoekweM5dxISVXQEkAXCSQRt874YkX2oML8rQd5tOYwgiUh2FKixzPSpdiQ9I4LiXELUFJANhlSQCF5jfRqIVIZbAvEyFi3E2PN3Ne5DdzVqpColLdz0ifMyKTIYeQcpAzEFh0q0cSrKtQ0KVXQnR24jdfvv35T4M/f5SmaCxTHUzaM6/Db5zMkH4rK2rORhqBdxRCxmBQBZR+90e5ag7m8OOUbeDvYwvKrcKeufh5FRaDEdl8AhSmW3NHS4VHiJBQScpNilKwxMNb4MeUvFrde/o5dIWhLTtLgVJp9DdzcuqLikrcVfSwtYAWTe5MjGZJuC8QjxbuxgQKXPgYW9yYUqlRzcrXmoYapdUfUetqUWgW2nSfC6TfNcAkkoKDPsuYti4jYanvceatpaUxZDuR1tR6lN3WSD5lsgqQuxGZRuDtnDFSpcqK461UYKEVRa31tNLaUnOsXcQ432Oa5UQoG5NxY3vOxDukwxjKlwIrkR7lYTqXY7tLlFhce2l2gonJoAkpBUkgaBJN9jZEgXzDju7XBtUlfZyl0la8eLdSl+AhrI68sdlKbUQlNgrNn0t36h3elImtezngh/3pTpr+L0NfdWmEcdFQSb5WGSNCP1vPQgDQDZ3Ubczh3Djr9ejSl1CtoaWhM91hCJSUk5spCAEi6jclKU31IHrnjE8DerXmqlPxlQ5vXKXAVxYrjDDKLkNlhSkBTZI6kupHjsFpcBBR25VhA6vKrcjExvVHWKDi16LQV15b8rDjsJpa6TzQAWqGzmsplQQFLQlCwFJS6pKBkylob0XpU/gYS99rfncm+thqYlEhLMgcMeHRbrS7Em3Wki4t2254LqmF6DugqTuKGapW2Mjs+RAmNBSsqTnysrSE8JSFNlYdzBPEuoLSbAKve3hzGdVgULehuwx5FxXRag6hCHZmdMpTQOUsyi22txDjarpLqGVm9w622ApxXZU+pYN5SlomP59Ziue9KSjD1QYVwpsVbuaLKaHhlRn/ABJUCQlbDg4iFapUsJuTSkjFEqfLarzr78phfLrmrW2p3QJWA4QBnA7pUQFHuO6r0q8ZtNNOVSfEizUcJDTrqOBkevY8F9SStC7gApUegp1Suxy7D8Le1VHaW+7Fl0h+l05HIKj8u5HqMVi6LBSkZ0LQhSwokJWlKCVgLSFlIxYvqEhSzVp+LZUuK7RIraKIlWSVIWtpDzq06kpILdykWKgRmHSbgW2DGarhyBg2pYSxl7+w0xUXXV0ua00qRFbkDqGXPmLCxZKuGStCgLgJFrRcN1avYcxbVuVam17DVXhKRKpbqitDLtiC4y+ylbrClNi9yS0SACdQQw9yG7ag7z58iB7pfi0FaESkRX3S7HmJvmbDzJsY8hJsoqSkKv2V3B4+UqdsT+Kdy2Et5c+i17eDzUKawlMV91anmIUxQbsHXlZCptpwWUXEjMClOYFAJLU3c4drO4KVPo0Ck+5KdNQlp2KxMbkQKg1kGVxTBSnhOAdKXUglYGpJAAbW83d9VMBxWIFBqL3uuUhLXCdWhaErFyNFpOoOoSLAi/oElVVDGEqBhefhyfERkR/V1SI5fjx1K0HDUgFbI+ZNioEaEJ0JG3rEHYndTxnfGdSdwlWfejWHmItIxXHzT6tFulOYXPHyahMgEWNsoVe/iuNhDHeA/hQKpg2hwqo/V4rr811EpCFuKSAS7HJSEEqVdS02S5dOt7jaDI3pVSjQHKW7idHHYaTKYUlLc2PobKPDd6lJCfEk5wnQkKFhsRbvsKQN7U+kxaDhmVRGEJ5p1FLQ8xS0vjMDKhZk/DSSoks5lIFzlJBI2mosw2wVabPugPUnsL1SjRIuMomeUvKjhJQv4yb2LiEHVzsSAcxvYA3NjY4X9kPdfiiKiA1izOia6l37vfgPMLXYNKZdBKVDVIsopvmBA0Ac2LPZcxbXp9JarO8KgsRac7naytFS5CSf0RKlZkdPZNim/c2AG1zT8JSmsR0mg4NltsNxfvspqRFysKUgjMtL2UpUVnpUsWAItcXsniu2dbdxtEGPav3hYtwHu+b3X7qnoK62xATwqcws8w9F1Aajtp1UtQZUkKvplVYE6bZF3S+1Hu+pWHHN1e9HB1bpc2a6mBMRwnOKpDlsnGDtlrSpKkJUXCF2UlYJAJGqd61W3c4j3tOUuVQ/d2KKdCRHa59rhLbTqFcvLSCkJzDqTom6UklRslNH7TG5PCOMsL0b3zE/pfgKVDmdSGJkcWIaVIaBSlItdtYNgVEEdRAJ8TqERPUCJW8LdLKlPxaDXMVzZsX7nKpdUhqXlaXYZF2HDebAygqWm9rEqBIJBt4mJ8EY3w43hfDlOfXKhZ1zXUo4rsF8DLzDbZ6iCOl5sixBSoEEA7dcfbgx/OBhPFmF6hV2JT7HJynXcr8d51LZbBfyqDrEkIcKSoBTa0oTZSQdhvePgOLuroMiVvGp9XqFR98tO06swIudUVC3ClDbpbsS0AkjOpZWL5QezewmVZOC1mY0t0+6bC+KML/zabwWYr1RmwudolXgITmbSeHZxm5Kk2JuWzpa4JN7kUomP8R4SgV3dpjenIlYipbvCa4tmnZSQT1MPEhRGU5g2SoWsUm4UNiDcrvaxbRqzQq9VKTCq9BpfFjodiym3WpkVQSCYr6iMrra0WLTyklJC0ryBQUAn2wK1Qapvf8AtHhJ5iVSKjDaUh3hKTlfBOZtaVC3YpukgFK8wJNwds26s6f9Wv2Pf7iBdCn6lfx7/pGjSMTY33fUum8V2nIqNRUlLrFSdRHXMYUCE9a7ILySQEquQoEghBuSdP1DC+KKW5jLe/Q1v+68qM0WO4qPkseGFghSQoAlIULjUjUm5yFiCBVJW6WBWaDVqpUadh5/hVKlvrW/7rSvwuICwSGhawKCEhJNwCkjYQw3UcUUave/sOPVFD6MyZEWLMejrcaPibPDUOgjUjyte2hInvd1P6xq2ka2jwPBmp4/tX7qvtbTaXhzd7C90c1wnZEjJHzWPfM5pcEWCjYA6WtchyYix87Kr32cwlhh+FzzScvFXyEptX0TrnT3soCxsSgkAkYzp+HPtbjeJheqUOE+ivfHgTJ94cyOoptw1ymW1JUATop1p4EAXANynWWC8EY3wvRkQMR0movsUj+ryIrSJCFJAIDhQhS8jqCRcNgA2BClAiyOi1JZzWw/vPJtYNPmlxzBjehgX/svPntbt6W/iWo5c/MIaU1OlXuCl9KkKbfUrQFYSVKygKKrkge6bfLhfFDTeCN5b2Iff1LWqO+qZFcYYcdHbiJIypdAGpIBV3VrqXZjPeTRqNhz+nnkPxZuaPndih1Ld9CCCBxGz2ykE2JBvYXypvaaxRzTmMsOYhhVHjtZZCWI60SkpFvFmJLgF9ASVBINibBIjW3nTD9M8/iIl2X7JojFMLAfCbdqjy5q4KUu5M+dPCBFhpfzFxb09NhStPQMUSoGF5VclMUGV96hSovDVw0IyFyK8RbNqUBKSLXWSE3uQGbqd4eDfsbzW8tmL70oiFLYzp63I6ibBJ7EAqF7G40JAFtiSjb169VKM/VMOYepEKLN+FAakIyJeaNwgLBScoUQVkGxKQkggkAW0trsgOfc0tELfjPMv8b46wvi34Urj15eHnUckh2K4nl30k53IkkDO2jMEpKDdsZcpQQSR9wfaMaqlGiNc2xQa2tSWF0usx8jTygASWZTeZAURdWVdgAFHNYE7Kf7L43w5VJ/IYhizZr/AN6hRYCxIakWCeIghfWleoPdQtck9rAmI8P75MB4o96Rd3FXlYelO8WUjlXHWEqUq4cSplS1sqCrKStB6bZiACb6mzeOZtWaVbR+p8TUGKMYb1efpNeoNJcpz81KGuL0SmldQPBzpIYkXANlBd7aEXu4R1W+iqfah+BvGp+IYU2FwnXYrtOcixW0q/ROgrQFBtatAoFSbgjMbEio3R1Les7Fq0qfUZWF3+rhPrjsJTISE261ISG1q1vw5CFpKiqxQrKQbVuPWcW1ShfaPFlR96UtqQpil03llc4gpGdyIiQha1kJvxIaXHEqFlIAUA2oykLxBBdOvA5MrKjiSs70Ko/hKLhOoxYsJHxakio8DjXBtlzIKFkAk6EAm1yDrtNwnh7C+6qBLoLr019+vfpaC67xY8hWQJ4qUm6cwTYFSQTewvcABaUL2n93OJ5/KOs1HgRZCoeREPg8S/SQ426pPdXRYlKQqwsSQE3tU3kbm6C0/wAriyr05jP96pK6S6hpt/pKc5KCuM8RlIFwsjsSm42qXfGMRa7uNwq4/pGdiCNyHAlSsQ+6Jq2FR/cynylqUwqw4LwUCkk9gTYgkgEE7LCjwN31LrPIUvCcWFiWUt19HLyk5ZF7Zxw3FfFSbWWkk6AGxA0sIET7UUv3zhLEMLErD6VpTUqotriuNLuDHeU0AhLrIuEqKUEgFKiFgXQOD6DiPAe9CpQMUVyFVFzc0iK7nzyG9enMopC7lKbZSATa4JAvsBH2PLaUOpwxj0xXUXYG7mJVMLxKXTq9TpTsBiK6gsNJWLqZbUpVsibJyhJJQMxsRrsI13fXi3e/FcoO9Dd7SIr8VKUSH4EjjpSseMltaBkB+mYaaKGoN5JaxbiOA5Ad6KWtCc83MVISoatuJUgFYyqTcqSQEnLY9yKvFOAt4NZixMOYDwaw/kWlVSnqdRFSpPhNigFSVG5PhsSB2BNyWM9vAEcsuX1F1Gge9J8+e7SaoxSKWlSovKxeKly4utxKAb6AaixuDcA2OxPhQUaLFcrMWoN0ul5eYTIn3QqQg3zWNgkC2vYFXY6gXMa17NePJ+HKTS6XSYtLfpefJIi1F1C8pA6HG0ghxOlyogEG5FrlO1bVfZ83q1Slx8JVRmKinMTEPsT4VRLrraOIFFHDWgAKzX1B0uFEkgg0SgsfUS31sSXjZw9UcUO0tvC+A2YUr3i70z0JOThG+YFJUVAixIuCCBYkGwGlMBYNpeA4DbrURD9UWhPHmr63c3pcAaa3AAAHYC2wPuuwT9nGqbysTI2whDXFSk5XEgZb+Zy3HewF9dANG4oNNf1p7Jk21K6UQRZ7F/knRx+VP/S9e1dXqpAw5AclSnmFrR/ZLXlzJ/5eZ7fjsH463x0HC8WW1S+G++wlXWteVCVeQN/wOtiNL67ebu832j97++Sv4hgNMyoTEVhbsWLFWC89lGpbSq6HyCQSkEqUnwJUQRt1tmweMisb5sjeb7UDtGn+5qNRHFrW6lpa0ujK3m8JVYE2I89AT2Pa9JhDEFUdacxRXpb77/F4CM1sqUKtl7aafhc5idsm4exRiis4XpsrEbKH5S0cqxKS0pLqU3PwxZWbIe4bIUkEdKUaHZtbta5vVqjUugu4eYm0ReZSJ/MDNHdsE8NbYQVZTe+buDcAm9hm6W1rbs2H1/iXs06vUXX2PceMvGLvPsReN0Zvi50HMlB0v+R1I1N9NuoxK066401Lz/rf3f2/v2WjlExvxX4vulb76EJ6kvpWhKCTcgKVcgdyO4FiQQBtdxMD4o5VzhVtiEtaE9fCzOpTr2vfqHpYC/r321zqFmZjbLvFdYw5ApfvSvVbkuVQrLKSoJdb9bEgjKfNKgUkdwe4zNvBrdeapdelbuasha+Fz6OE1k40cm7oCReyg3dSVIJBFwAbbN7F+4TBtegMSt5eLKpUUIyqVxZRYaUq57pRa6TcDt5bUFfqu5vCVGpsrBrS1youZiBVISuOlKkLsG1WPWlJGUpJCgCqwvcbJ3OLftmno7f5G5EzJgDHVLr09iBKp8qKuapMdcpr48dlViUulR6m9bkgkjyvoNiiotbucL4tfn1Sh/aGoxXci4qMnw3e5FjomwI1UQSOwN9H29X8ZVmvUX7L0mFFoMqQxzs2EhpK20hY4zWU5Sl0DsdQQoEgAW22FiDcv7MuMoLeI4FJoNPqC0NJlLTAb4j3mniNWBzpOoUOxB2HVUPcYZVX3MHVPe3vkrNLiQN0uDkU6KtPC4rsfKhm4uk3HVrc2sSSfQabd426LeNjyjT/ALW4hXVMQraUuLClKXDhKXcXbDgBCCewUSSD3ABN9nYm3YYXo0BiK1ixHu5aktfdUhp1vS1wVA30vexFh9dq+nbscOUaLzUDFkWqRUdbrXFUxKy9iQL2Nh3sb28iNmj+0VJXdxPP2h+zTvuw5S5dUgPP4bqKH2lJY59ph15pdszSilRRmzlWVSSAqydbG4uqZgreX7rprVZeqKKohXLvyOOFyEqSBYEpJUb2IKST3trc33nT4u77i/8AnDqM1H/w7I4uX6DNrbzAO1nVqDAite9MJbvaItzJ8VbFkSEpHY5bXUB9CbDYZrLczndWmYGMI1RqA3zVPfQha/CteRGa1yLKNgfQE3t67WMHd2607LdrNERkXFXFlRZSsyZDCgUqbWnVLrZSFfQWFrEDZ41GXAnwOFKa6P7VrOcqk9/LsR5EWIOo12VOLd4ECluvxaDT5VRfi9CXc36FIGoXcA3A1BIuBrrrsKw7BzKhwsT32K3c4IgP1lrD0KncBC0tLaj5nXEoFygK7qIFiL3J00J2pKNvEgNwH8W1mGuFCR0QEu3S7KuejKnxXV3ANjYAgAamRWt67XFfpdepKFxZvxeK06VpTYkpWUEBOYGxBFiCL3IAJi7v61hLFsqXxaH70XTlZ0O5ytpu/iKQVAFQAuSLEdIsQTt5/qOpFVJfMBczOkJ6ZJitRXN428XgRWEJ4sKG74U6Ei/6x9bXANwL99hnE29n7W0atVSLwOAxDWw0hp0pUm4V4iLWPSLa3tc/hU75GazvPdiQMOfHpEL4TqYqhxW1gaNqZuFm1iTYG5tbtsOULBzVGw5WoEVmU/zSOEnhNFSuoFNgkDMCFXBBFwrTyuPKdN6b3T9Zq+WPoH0BI0emYctK/Dk6lysOS5XvGnMTUKTk4t0pSkkg5gQLJI1zA217i22p93NDa5BiU00jgcJP3foWhKyNci/O4F7X/wBNsoUPAHFacdrPHpDCOh3nUBCk+R0JBA8tQD2trscbst7WF6DihjBEpmaxRIv6J9LpVlUk6IA17G+p/AAC1vX9HrqrsLqv94YUKOAMTVEhUCK1xebYRkT+v1a3toLnvsK1/H+HIDvCdl8d9H6n0H01Av8AtJGwvijfTuvn8NrC9Dfq81Dv3jl+lDyCi4Nr3CtNR2OY6HZH7wa1XorTdUlUSVS2JSlKaQ6hSczRJHSs6EAqAvrYWGug29Ffqu0viJQptjexr7QvuGBzVGZYffzpQnN0qT5XsRr3v+RFvRPMb18ZY3r3/aOorXC6skdHSjLqddbn93lobDavxZhmfFwkxiPhP8CVkd4/QpHUQBre/cgDQAk2Gu1BRWHWneL+v8yP2H+Lf6bYeo1bs0vWOY4HatgiltcWvYYlPsZE+DIlKkkd03Pcd7aaE6bd8E4L3S70JT7tGw9W2OV6VurWUNZ7XsBcp0/d+Y2FZVFr2PKzScG0Z3IiUlHNdeVGRJ10N7G3YWsCAToLjVOGMD0bBFGiUajRJUKLwk5nXUBXxfMG2pBPb10vfXZ/T7dmYyfGUELBtB3ctNtRaG+h9aOFzGQLUr0/vA631/LTTYko6Ysp1/mns/ws/Ad6HW1WA8J1t9RcG4se42KMP0r39wPelEW/FY8D65GRLdvNJ7m2hAtb12Xm/wAmUbC+En4vNxZtUfWlLC03UplWa3iANrJve9gbHQdtu1Fy0Vl4C0cZi83kYxdxbXmML4czrhMLSiOhHUpSyLG3a+vYEf8AEGFOouEtxlB+1u8GIt9+a0ppDSEZsqlE2Sm98xvYWsCSO9hfYV9nzBlZqmKIk+l8rzSF9HHsrvYZwPIDsVDWxtcXB2dHtYbm8eVTdzUsUYjl0SosUSKqe00hhbTuZKbdICj120AuQSr8b4Wg0Z1TnV3DJ+Myul0+79R/7RJUFHvTdLTZUWJ0VTGDsp1DqyrhoDb6gDfU26U/jr5W2jtU6vYjxQ/VHYnK0GnZU8d1BX4D3t2AvY3FrafiCvdYy7A3XxMEV6kvwqi/UkLaQpGfNmzpC0AXuSPMEHvc+ezKxVSKzRoE/C9BicryrTXMSFO5FZVW6xbuL318u/YA7ehWouvE0rcNAuq4e3S43qjledwbNq819WbmFxeA0p0JAJ1sVAnqGh7mx9GThiQ7S+HFiusURhCMnlmSn8EjTQ201/1QG96dvQ3S4jl809x6W/DjyGmk2UwlI0cKBYGwOUE37EXB77fO7DeHS8UYoblO4ei8RCErfS00VOuZCCXWV3BSdCSggpN+1wCOROy/nL/RFk3rD3Fkn3DWalRnZbb60OqyutLzJczDNofzH1vfYiwlRKXVKD7+ntIf5VaWpXV1tp1yrKR3SdRmFyCLEeZX28Gq0vEeLX6phJ5b8J9CPG0ppTahplKVa6C17aE7XFDiVSU03S4Gda1pSnKi+ZSdDrb8L6n/AC2F1Kr6uvtoxH7iZw+6WskYXgSvhZF8Bas2VGX99/oL+Wmh2oKxiHmneFF6EfKnJ+Xmf+v5W2nVzB1ZozTbs+ItGf5cmVX/AE2GRBdalfFZyfxpsnR0/sYB5P5MMXVRLGiYVrOLWp7tGa5p+E0p9UdPU+4nzKU91Efjc+QNxtZYerWCMENe9MZUSFV4sppbD8N10tOt9rONrFlNrAuQTp6kW1LN29eiypVF5+nRWIsWQnmnUsHMpAucnSCAlSgkKHYi5J8imN/+IYv879do1UpK4WGlykpgSl3VHeRw0gyULtlvxQ8lSCoG2RQsCdjWrYo4lMhhxGHuwqVLaxG47FpPKwpWd3Mh8Kf8vOwzHKNSLXIBtqdqzEKZ9UxRWnZVQWuLSM7sVEh3JzjHclPTkLqb6oJBUASLkAD+O8bcjRosCA7EWw/Fio4szP4nU9rnN4vMK1AGt9QNrF3EcXEdZotLi5Kd77aWuFIkNB1CkpIGRYuLXBP6wOtxsNMgdtzyfUhGKcwDgYko2I69yEDolIyLVIWjLw0qBylJ0OuU2se4tsl8Q44dr2MpeCN4OHveP3hTCKzAU4xNjrSSLLKkAuDuShwXGgBJsRrOt7uYrrTkWA1CYfydbrSOjN52IANiNACLD02hYT3ItUuU+1iik06UxnyxXVyhzEdVrFKHwArL2GU3Nu9j3mql6SQ0K14xMjY2l4owa03S8JZF0vOhp+opaKVx1K7JfQrVom/So3BBACiSBtVjDGKGmm2qpLRUYsppLrUpEjioUojtcXUkjsQQLG3qL+gDmC9326+BUqpK47iKo0lDrU9fFzJHyg21HbpPa2mpJOfpScL80/8AZzCcWlsLdUtCWmvx8r6E6k6A3/YD2VFQNkrVbsOZ2xBimLhKU5z8REV9jNnfaUEpeYv05z9L2N+xB17bVtY3suxaCuswKetaG8uZaE50t3Hna/5202HsZTqz75YqkqItErIrOt1rpeQRYotbKpJ0J01Avr32rN3GDmqpi33XhzmqX7xWngQmnTwErvqi2tm9bgHwi4GlgAL1Gp32H3LKy2nz9w53bIxvvurLFLozT9Oi5/vD7XU0lB8x/f8AS+nrpqdwUyn4c3LYSbitMoRkR/vOO21WfUm2pO3bc3uooO6DBrbrsRhEpaOPKdSkJzLtqbDtc+Q02V29rGMWVPcqkqXkhI8LSv8ATyt/x7HZ8soGYYgVjxi43mUmfvBrPvR3EL8XIvoyKyJTc+nrbzHkTrrYU9OoUDAf6WocfJ48/wCsbG37db9jc6DSyJ3hb+J8rFDcCjZ0IR0rdSoZVa+C2vbz0Fj28ztaxMdSp7rcqvPSkRUL4Sn+EtTSVeWYi9r+pufLZA/fkxR858of4kr2MpVZ+4MoXC6c68gzJT5KHe49dCD20vtZUzeJRt31GltVngQpS0qUw6hrKhz8TfKFAn6E37HZYTMZT6W7xcLuxX4q8ykfF6UqvrpqM1h6Am+umuw1XsXSqzxKXWYiOBK+XRSFW8xdP7bev4bXyN2YzprDp23JF/vN9orGWN578V2oo4DDqksOteJSBpr5H8QNQf2hNIdaqn3V2Ih+atauEl1eRMpR/s81wAsk9N9CbDW9iaVbAVGdlNuxfhrz9SEo8X4j1/vD89pNN3WOyp7fwW1xX/Hl/VN/K2n5n6C/kYODH++9/wB0W6qbK96cq1ElI6v0UhOVafUK/D1t21tsdwMLxYDTc+K9nWjqTnSULT63H+X0OxfirddPwQ6xKdeXNhSv6lNTdSkpvcIXckhQv2vYi5BHlWs12A67ytZZ5VC+hCkKKcqxbTN6G4sTp9ddqlzBlysIMNuyq98JqnLlMMITx8v6umuX9YXNiLm19O+y8xw7VMB4tcaoz33Wajioz9aHNTfTtcWt5EedtmRh/F8XC9UcalU7jxV5kyHYqAhbPooIJsFm2oFgbE2BvegxcxgjFsV911mosVfiqW06hRdQ4i51Wk+BXa9iQRrYbUIi5O7mUNIxXVMRu8hP+Ax4lutNFam0DucvzC19D20Pbsa4y9n7kMLwMW4XxZS6vClNZ15+lOceIZki7awm/wANxINxcG1zsrqZTp9LlNymncjiFdCkq6k/x/lsy6Zi6s0alv8AKsolcdac/T4ld/lHqCRfzPqdoEBugjRMMT6C63WWs6FsLSt1OcZk9r/iB+38O+2w9ytWpeN8BucJ5hh+nLS0t1pYVwVeSnEDqCDqAoAgkHvYgIKmz6pi2Ax75wnFR/57z4EgIWpGgyvoyFK9BpmAUD2NtDypcXFu6XFv2t3fVFC2MmSRAlXyPMKPW13PSR3SSbEXB0A2sPGHpfHBmh2sJT6DWX4vF5V/qkQpEVYzNqTbVKhe9jqPI2t6AgePd2mDd42I+FWWotExW/8ACQ+mQqLFqTtybqTcI4x7hwAqvorOBmTa4Exa7jKvNz6XUX4rEXMp2kTf7NRHU3m9bCyVgZT3sCFAPnEW7HBu8HC/vSluwqothCeapsqyVOITYqsRazqL6gkHUEEg2BNm/wC2X245Ewqnc9hyLXp+F8UU+oxaowpSGuLK4T6VeQKFXSoHQhSbpI7FQN9tIT8MNUb2WpeA4tWmxV8qt2nc6gZkrUSS2ryKVdioDW4uCQbHGLdzuF8W4ciQJUt+nVeLFTyXvxCpDEyP8rSnAQ4QP7N0KKkk2JUAUkNxfgTehS917dLlYelVSFTn2JDTtOkLfkR+G6FDIUpzqQO46VC6QCLE3hKrEOZAG2NnBTH/AGIoXxs6OXSn9ZXgH8X2V/tHbpMR43nxPddOi1thhh1XLrXkkRVnJqgq8j20OuhuDs4cPyGqphKkyorOT4Sc/TkzKtrmT2B9QPO+g7BZe0dvhqm6CfSao1ERKbm/Cz6ZldIOX+7rfuNdNNb7PamsW04MRcbmmeMN1zG+CJTGEt4LtUpcVb/Cioqi8kfPdRSBIWC2Cu4SMxBI0KrjQl3n42lYSxHEi8FcJD+VbTvLpS6yrSzzbybpeQb6mySALEqB0s6J9rfaCiuSmsQ0RHNI/wDORNQU8xY34aVm6UkeQKDe41SBcR8UeyHvBrOHG+Vdfiv05HFaj8w5lbv6sXLZv8ym7EgA2IsT5yzTsylVH95GNog3Wq/WapK96QHmEVfIhSX4rQRziRe6X0AZVrPcKsFXFiSNB+Tku4opbfF+A/8AqIvlSq3kDbQnuCTbyvsN0TD+N8EYjpuHN6DTlLgrWlTVXjx1Lyp+VxKk2zpBta6Ur11F9Nt2YdwpXouHIlZi4ewvjWlykdFUgL63FWuHApIIv2Kkmyk+RNtsJOmWWXeRH9YLtMzTI8HcpvL+ySMUQK3S63S8impVLfSUqeaTZWjgPwpKCMyUkgG9wdLBu7md3G752jcrWeVfp1U6JkWa1nSq+rbhNrtOAdlWKSb2JBJ27bxm95cDiNUbD3u5h/Kt3l3Q72NwSkWPpY20t3AsNqvdhBr1eiv0b4E2bCzL4GQ5VIXbMHE3C2rnULSbA6kHW/oqKErIyOfzCdvJ3GNClbgMObr57mN9yOMlrqkLqfoMqz8eZHsStpJF3Oq103JIUAQT22qt/cFrFG7ljeXhKnLlRYqM0yK6jNIg3tnzAgFAB0zCwuLmx1Tb0ysfZKLzTuHpsJbGXonqKEK/8MyAkIaVpo44OEq6QXASbG2HMcNOte9J+Hpr9OWpSZSJUfkp7N75lMuWyvJ8lIUVNOixC7kIOshhqcq++Z33QGlz4HFdzsZ/ApDWVKVgEELTYXUbWNwCLAX8tqbelTay1vBgVSU0wuKhaeEtrq4igb5D5pUdBqBcfXXZtz6RhLCWN3PsRUUTaJVPitReFkXBULZmloPSBYggCwvmASm1toWL6Y7S6pEr0VpiVSJXzKj5lsrvdSQrVK0nsW9FjuAoAgwZp0uucmCW9pUV3DkCV4FoazdFlqTcdstiba9hcH089s94Rx3XsJT3JVGwnFfhcxmlSGI+VSVE/plAdayLDVNwNBYAHZ9e0NG5+gwK9RuAtEppTTrCHQ0ttYBGQFWhtaxuQQqw87bZ2osiVAw57+ariFohL+PFdQeLF11bkI8QbI1ChcdjcabD0/iSYdfJsw9xdSHd7TvFxG9nqkJeaE7KazMTE+SSgkBDuvStJHkDfTYxm4ai0bdzQosVp9jPIQlCXWs2VQXfW2uY3JvpZRuRoLpWTXp+N6Cw1g3EPuTI6nK0uQhSU9QKksLF7HW6SoAE2AA77aixpGlSsB4aan1FHvRhCOL05WpmXU/ULBTexFwUpF7AnY1h3rK3jwiOxBhafRpU6symVri5E8J1COlK1X6DpbPaxI0vf6bZwqG9+vRcRoqlGqC2FsPpdjqR8qkqBSbaC4IBBABBJsRcg7Lx7RapVMJS4uHJa+afaUh1hSOKhSQjq00vpe3ob62OiO3V+y3QcR/9o6zW1+60ZVIjx1ozJWNFZ1rBHCvoCNSdMwIsYqTYICmtkWE27UYTxbKgbxqNFXSJtVzsVtqK0uG/S57hSpx1C0iyocjKpQNwAolF7lKA3twuFsGyqy3gPeDh5ive6HXZtIxRTrJUykuEaBCRwlZk9SFtkAgkKQAL96ZXGt1WDW8JUvB3AixVZOK7dcdSOyyFKJdQSgWLaszahaxFtKDGlM3VRXYGN93NWlYaxRKmMRao+1xENZljOXHkpupCG73CgALHsQbgxeP0t8GEftG4nxbhzHmDMR+8aRVMN4eqSabNq0PhoqUFD6OGWpKDdJb6kLC21OIUQUqCVAHbTFAxY7u03cy8R1TFnvFhH9IwFz+prgalnLewQVpXwwNCUlIJOl824R3X4yx5ihzBtexDFqNEqMVMqsr6XWJTCct1BGoS65okLBBB6he2jL3zz8UYo4GCML0mlvYaioV72d6VcjMyAMMrb0AQlCirUgAkXsEi9bLXWolfcjbuaKfFOK6DvB3jQKzFafpaKihHMQFrC/dr/ZbTaikocjq1U2ogEAqSoABJBCj2S/Z9xbUJ9Za3u06nPrVxX4DUCPDlNqA1OVxagU+dm7AakAajZOtxcUYXxRAgRckqbClJ4sVd8io+fUpNgpuySCUK0BKSCUkEmG8PEbXNORZ8SKiVyqZDXFunqyAgKKbAX1yqFx9Ba+3hdTqOsK+8KCD8QtpoRcZlnTNzlGoMp+Lu+3mrqkXPmQjlQrKoGwOVSQCsAW6VFKh8uoGxOzV8W0ussT+NCYryM7SJWfPTa9Fuc7D+aykODKSUuAKSRdSTbjJWG7vezhKfPbdr1blUjhpQh2LMaCUKvofvCOm41FiAScp12aWL5uDZ8Xlf+0K35SEqjurpqnUvdsuR9tNnBe2U6qGllEgAZmmt6tTfnVKNpPxwRFdTdpGTYc/3EZmPMGxd6tBYqkCIul4vhMZkoW7wn1WRYNKWQSFBJIQ4AUkEJIUgkHN76vsnFcxRXqTXn4rMrM7Kw/DCZsVeZISXIqRc9VgVJ1BF8xAFnZS5NepeEmKo7LlP0FjIiRKdjnncPv8AkZCNOJFJOjgsADrlVZxzvjbDleaw59qKNSWH1vtKd46JBfp06wJW2pzKFtE204gSQpSQbi4HtaQXAEy9rp9hyJn6g4owa7i2f9g6sh9FeYV72oNWiu0l+UpZSlbrOdALLpscybKaWQlSQ2olLnDG9XgYS5CgtVaU/wDInj5UTMhJASpkgpdLfnwwSQDZIIsazePj7BGN6MxFlUmo0uqQnU8Vpp1pcyG6QQFshYuQLlJSMptobXsDeNQ8G4tw5SZ8rFkGqImpVC59pCFuszEZc0WUwsj4otdKVZXOk5CbBsO8oOfU0NPeVTzlMxg2LvQxvh6jRYlLi16otZfeUV1pMWoNJGj0e5A4pBV8EkHPqFAFYG5t3vsz7tYGF3ML4iwmuU/lbWuoyrKdUsXsoEEpQoEm6LW76G52838R4c9843oW7mU1KlImzWmo8qjJWpSuq/EFxdBCQpV9MhQs5gUk7bJ9pn2n6DuH3QUnBuA8T1StYrr0VcekyIrpflR0oT8SY7nzHpVlSEkG6lJ0FiQbRhWy5lFO/wA4ebwPZWo1dr2HsRyt9tXwcxRJ7M5hqjPtR0TJDTgUypxT2ZJNxYpsSoXF7Ejah3g032X91+N3K89VprFUr0h11LVBWpC4sixL7iOCgZEOqupYKwM6lEDqOyLwpjes+0jg1/CW+llfK5E8rMRTXGpVLnp1RNyaF2M5YcZKPCbKSARcU2O9zeI69S36zR8WP0HHFE+BIhVRap9JqiW/C6hbfUhWouoDMUFJuoXTszbqqahywl96L95i+9t3D+I6xyMqgs4kfw9V2s7SZ+WRDzR+tLXDupaHiVFSnASpSQQTkzIRl+Xu3qlegPz6Nh5lFQixeaRHjsZ1PJR4wjpzFQTqkAagWvpt6nYYTA3oboG8L4yolOYqjeTj+7pS34qZCOzreYJdYcBucpzWBsFEEjYFwd7OVGwli37R1SoPxVxVcWA6lfwG1KyhQC8pF79OVdtDoLXJT+toflTn+kFZqtP+ZiL2f/aq354WMXBlMiU7GtPCfutOrKM7kVAClENSgQttGvhWVIFgEBJIO2zHvbi3X4c3fN4jrLT1LxkwhLEiltMPKU5IAuUqDWqRoQHCqxtcKvs7d3O5fDlGxRiWVKwnRJrGIWkp4qYSUvsp7lCgNFBS+okAE6HQgHbJeIPY45req5FrNWzyqjK481pLWSKpCCCtpl4pKk9JCcqrWKgom1wGq7Q44l6jXb9ktcJ+31vVx591awzVMPIfirlR5sCvGatlKPEDHkNDiIB8WQ5hpYjuG7u+9o/epi3dfU59Z3hOU6oU5ao7VbXRG5tEmJ1uXGOl9mxsFDim1jbMQQCneHu63GYSwRTXd3NEgxa9S3UJj01poKVxdA6jgqJyLCLqzJBzjUFQIJrdy+A4ErC9apfuRcVit53Uqjr+A4lZOdskKPSoi4uLeK2UkgDuBI8ZTUsKa94g5hre57QTtUcoOI8HU5CGHVOpn0ikKkRc+pDzfCUVqS43oVNgqUleqFEEI4xoWMotUnuu7vadTmH5iXXZFEqMhMOUsADMWAQG3bkpKQLgJSSUklIctDwvP3fRYkWly0MZEpYaUpYyvamyF2AudSAbEi50ABt0q+Kmp8pxqvM8CooRwlSmmgl9KRfoX3DiRrZKwoAnQeYAtbY5My16jj3E9/QM+LimBVMHPv8AEYS7Ucs1viuJ/wBql5IC0qSEdROotcggXFPTcG4SdpcTFuDa5iGLF8CXUIZntKSm6eG+nMhZRqUlJsbXIIIsWph3DuDaXKq1U5RibCqmVcqRClF1DK7FIJQlSnGe6rZc4BKicoJG1Vi17Ae76KxFoLU1h99rjtfHQuLMQBooLFyVAlIS62VWtYpULpKOoqv3B6G5/B9Rj6hrSDUTmKfEG76sYorPvTdhv+pFBisJS1Mpdbpz7TsN0EFXDkeJu+mVLiVZQb2I020h7MdDxlhOVUvtHifCdXXKaTyr9IqIVzihmutbJQktqNxcNlSScxATcgZX3g4vxHRuUrON8BYlpzFbQpNLrMCFzScyTcxZSWlHPYhRSpsgpJKggi5RTbq/aH3oUGe5hJ32caDV6W+xxUe8aSUIkJ0F25CUZiP7xC1Ag3A0O2nSLNvkZphbCvuamxLKx59o3J+KMTPwqWufxYsLhOPtJay2eZXxAlCkOJJukggX0J0IXu8TE24LCVUcdny5WSrp/Rc0tqHIUB1WUoZc4zLSUqVewJubKIpaLiyjNOv4ygVDEODad0yKpQXalzjsFYuVOsZwFLSmwIbWFEjMACQkAgp+9KvSp/Co28Kl1iK/ITnalR0OsSEqIAPUnitrNySkhQBuQQnQXKPIxbImHpO4zEeKKFAdpNOp1RiyGnctXU01KU0oixZkrU4nquEpWHEgkgBeo22NQcEYSadY+y9QWhEVWZbHHzKbWf1kqJKb66CwP102znXExapAQ1Xt3uGn2ITqVx5iWBFdiqUMywVtdTencKQULBtZQJBXtXoFGiz5dUwHx4VUW0nix6dVlwFPJAASphaCGC4jMSnOltJNgQRsWohJDJum7angmnz2rOxG1uf3upKrdtDcAj6W/DaG3Rmosriu5GEZOtfhQpXqR2zW0KhYkd72G2BPZvxTv33Tb0XMOYyx5jitUfETrrEJVZXzD0danSppS2HDbKMxBUyoIIvYpsgK1xvNxhWXcJV3kKhwKpQaaufzTTQUxISltwlDiDoUqCVX7EaEAbFLSFqIgVN3FQMJYtcx5FiTcQ0Rch92VFad49RpPGUlS3I4tmeYuLqZBCgOpIWQBsU7ycIQIuCPtHhyo/1Jrn1xVW5WpNHxZgoXQ7lKrOtlDhPStRHTsiN0XtAz8Uch75w9FW/lRy/JTeFITdJshJVotVgoBJWkaWvs+K89/QLkCU7Kfpc1pa0JylDqbjUZbeMdlC1/oRqVrbfGK3amyr7xEl9mqNKdiRaXzVEqM1pL/u2soKOYayAoUw4dAtNwCk3uCUhawQNjGgU3AdGo1Sqm9BmrvoQjhSkNRVqjqTaxISgLWdPEheRaSASixvsJ1PddjKluwKXAxZKlQoqVyKQ/mGdnt2vdDiLpsLFBsVAhJBBI8b4sn0vDjdZgRKotbLXCqS4sXgPspA6rpWFtJSLXLbmaOryU2eoq6XWb32OJSrWFmxmL72hhu5awQ21ub3cMRX6jHS6wqO0hhqRYKSkAt3SshZsQbKQbi2p2XeKPZ5dwk1ScRz/6Uo9baS67FWgL5eRk+M2NbhBOpSQLFJNrkkuHDT1BqkVtqf7uY48hHKyGorrUJMhQKQH4iyp6AtVykpu8wcqSgpsDsM79t2W/PGWI4ErBsSLChU5SHWpSJQWw4kFQDbjYBQsWJGZJFiex7baFlavNHTtzzEi6xij2c8WxK81TveOFMQtOxeXkWU1KYULuRHgoGy0pJU2om5FybgKBb9AomDcZQIE+Bhh9GdOeBPashSmgekB4E9gALkiygQQDdIssQ4Oxli3dBL3c7xqS577Q/wAemz6cw5IQlAWS0F2OdK2/NWoUnQpVqFLP2eMUYo3VYyqe6/G7XJUeVIzoTKQpbUOYq5DqCQDyzyRcOJIFxqAoLAyXo+mfA+0/8GCD/SWY/lP/AAZx3nQqphyf70ozVRRUcNOpqKWnYpQhSU6nqQClBIFio6EEEG1xtpei7/t2krDkfEbWJ4UJ+qNJ+7ylZMsgi1lpNrHN05iADca27B2M6m1AqjFe8a6ch1KmmlZlvRyLraSVAZr9whQGp8wSdsU7xcRNNVRx3DktC4UKe60j4AQnKSSG1sqFwUmySkgeR9LI2k6ezeg4PuZPUqEa4WJ8+5qXHO+P39hyrO4jwRNotUp6ltVejSEpf5poE5JkNxJKHkFIzKaN3EeJIWgFRU0PeZhzFtBbn7vqHki9eaQ7I8KxopCm7hRcCTcpBspKgoFQI2rsHYhwvjbd1Oo+PKdFQ/Fi8q0ph9xkqYAHBKR3Q4gqCSWzqBcAEG6apNJlYIxvLi8pwMLvuoizI8x1KVqTqEONrBKQUKN0KWoXClAmxJEtWuq5I5h6tCiLvIh5TZLVexl9nOCxwF5XXVpyLSlAPykjS+gNrEZh5AjY+xTElV6vP0aqe8eAw1kaaaaWhLj6r269U9ukXNrJIBJJSLV3dvRsGwImLeioyqo1y+RSRke+InIQnWxIJPoCDrpfZf1nefS8LtRGqWy/Cra8yo6EPudObQ5FfNm80kkEqAKTfVjR6Ipy/wDaE0niDj+0tU7ssWtSoFZn1anU6FR5SJUCe7m5ptQWSnM4ogJBAyqBvorTKoA7Nmdvqi4SiuNT2qiiUhCmpCWpGXqHnrYlCtbG97HUHXYYwHAxRjzDjeI96tcRCitu5VU1TWRf929lAZlDUpGXKbEJ0tstN6lWoMXEb7UWW+/S4rXCakSFBa0ozn4ZIALmUg2VYqt3uTcluZ6uT6lLLLPd3r8CCNbxvWd4Ls+sxcY4o5VDrrXKw5QYn0t1OY3HDy5xeyh5KSTrcHakcRi3EcCA7Wd4T76ITqZEd1q7C2XQcyHUlJCQ6CMwUAkg6g3vt1reFXYspvFuF6hzUHodXKgO/eIqDqkqR0rCQoE5iCkC4zd9u8VlpqA5WXa44tb+ZpbrDGdDyTaxU3YKCgbjKk6+p7BmuwMuRHtP2WGVmocP7tN3+9Cg/wA4P9Fv71noXCkTaW/y7GIpKElRLkdJKG5pH6RJSpDwsoAm6RmbE8mfVPcsDBGA69Kq/CVDlRY6c6YqUEJUysJs2kBRypTlSE5VdgCNjjdLuqxlPqkeVFwa9VGOK0+lUp12FlUledCgRlWSk66ptbuLi+25qU5yEXmsRxKJFmvpStcrmEqdUsWBzlWpNhfMSSTrfvsXP4i+r13Z4QTP24Ld1vLixfddewxTqDhqoxcjrXUp2O7YkODKCoAKPUCpd7KFrbHFI3QT6DWXK9KlrlVHpy5Hc6EqFrhpV7KQcoIzAFJ1FrasGrbycB0Z1hqfiynfHWlCckgK6jpbS9tdPTTvbYIne0luvgT6nRpVWXFqkVpTqWpUcoaeT6JePRn1vlJCim5AIBIXesO/PuY5tuueWUCTiiBWZc+Vu4flLWtOeVDlM5XkaXOoClKA7oNvxOhJxFMrhfoeV8PiQEftt3sO9r289llui3u4o3l0t+vUbkqdTn3VtQ+rO1OykjJnuEpdOXzscpAtqNmDIT7+gONRaguLKfayNSMvFQyv0WjQkAnWxB/ds/XXsHEGzMnEkTKzApc/kJ8tiKv5MzqEpc9La2N/Tz2ulMUuLFYlO/HfWr+r/q/W47jz+nnsu8Hbo57XElbwasivSuLmRk/QMrSRZaBYeSRqRcXOgvs0kCK1/ZI8KUdHSlKRoLW9Ldu2zAE7dKmTOxQ7KRVItQfhMMZlIajtBX7jor6i1iNLbWFXqcqstcWVLRkyf2V05vy7j8L6bU2Kt4uDcJNOO1nEMKCtGb4Tq+pVu9rX+n5nsRsjMXe1vhyLxGsL0ldXleJpCrpSr110BF9DY6aWJvpxcLI2O3qHmMt3cXEbXCdeyfPm8Sfz1Fx5EG4/0TdZ3DYIaqjDrWHl1eoxVJVnhIRnZtYXLYUOJZOoFiQBoDptUV7fR7RmI+JAw5u99wr8aX5EgKacaI0tYBV7G4sD5hRHYMvcjA38YydYlbxqJRKRFR0+8ZCXI7ryUixKUWzOC472A0sCLHZO5w0vWmzmU2CdxcV2ly+Qxiha0PrUjhNHPFQoDK2ttVli3ncC/mRqNjrd1u8xbhzFvCi8arwq3DW1KdjsZWm3W9UKX2QFEeehNgLdtifeJvJ3Gbr3W3azL+0uJYvRHSwlK3W1HS1wQEAm10qWSf1SdNkvjn2useYjdYpeHHYtBirUlKmmI5VKb7ZVBSrIBuR4QCDp+AN9VXI9xtPH+8fM/BjuHGpdexRVqRSEIR4H5gT0DXxeHt9fLy12mUbDGEt5eHHDuq3u0SVXuEpbUV+yOrzSRmK0jsMybgaGx88cYlj/AM4NZpMqs1yov1FuOriuzVvqS9bsFIdvlPmDYhQOqgUpz3kSA1S/iwIi1vxUdKY6+vL6JPcG5Nvx0AvtQ2MxgLKwj8jMssZext7XOI6y/PdeizWXMqV02VVIy4uYm/SoKB8vC4hRPksWFpuD/Yy3tRcORKNjfdkiVyszmo8dNSiqYSkZhwzZwZkZTYJII1IsL6cazU8UfZxuVgio4li1fJl4rvEQlWt7OJUCkpt2IBudQdkbPV7RkV1yfP3m4hX1K4qI9WORP4pGW3ne4B0OpI0Xsuer1GK9SijG2bKq9Lw5uRwu/Fx5u9nSqXWnWGp8LoU/BWLpRKjyWjlKR/aouBltYXGVR7iyjtYSdpvuF5fJSoCJUdXF4+Zg/M28P0iNUm972IJA02wLgfHeMp9UbwviPFlUfXK/QOuzy6nNaxbOe6kKIGhBAVoCCbnbSe6nfZRoEVzdVvFqC/cOZaosqKvNNobuo4zGly3+u1Yg9RAIJSTUajHlmEs1Saj9PGP3jKnSJ9ei8g7LWvq4rXX05h2v+21/qdrjBrbXF5WvRH4q2PG06jL59xpqPw010PbZUYRqW9p3HlWo1Uaw0uiUtSXYGIaW7xYtYirGZt5sX+GcpAWi5yrCk9gFKF/aB9rWLg3iYXwlUedr2TLxUKzIZVbQnLfy8uw0vtodxTyIgaypxNZVSm4Xdi8WL8CajwOp+b/EPO/r32F3pMr/AGriP2/u2y9u39qzeXXsOc1KwQxVFsLSheR3KpxOlylaU5T3ub6jva22h8P4rgYtgNuyqdKpErL+glW/cQSD+4/vGzCeUh8rOlUZ5X7+7/iWn9ZX8d9ksMDNT6zPrMrj8Ca/nS14UqQR2I7eXp3JuTs4qq9ysBzn2smRfV8ycvqPXTX667B+MK7RqDS26o1VmFxeFxc+qcv0tbQjzF9Px2pbWnzBeTTMO/8Awg07jeBFis5Iq4qulP62bXN+Gg+nYAE63dOiUHdfu+4Up2LFflI+LxXQnNmTqdQDYnudPCAbabBdUx7Px5jfn4GR9hDqnWvH+iHYlPexXbyuR3Gmn5OlfbfEbkCvUlybCg9KEuoHCcRcHOCPWwuNPMag3Hkes0hiN/2jk/2+IYLyN3qEeDcFRcWwJFepfvGF1qUiQj4TT1iShZAsrKdQFAg2USDrtcymHcEVT39KxDwOPl4rT6gtLlgAq5ItrrZRBIuTmB12hvY1+zlLbiwOhmKjL02yq9L2toANBb89l1virsqqT6C008hj4XHXnulCk9rHX1Va47abYHT31fVb2z41+hiOI4c4EMR7TtZiynIuHKJCfnLa+6pqzTao7yhayC2vvoNQSCRe2uzqo1R3I786NE+1G5ykUHGtOaQtSKX8B+Or/ax1hIUWyoaoINiQDcWviuNRncW83zTK87DSsnCT81wLX/D1sDYgkE32LN2eI8R4XrLDsqrIqEKL+gddup+P30SoHOUEAgpJIt6EAbe66fVVpE7Yk3L/ALY78cYTd3fVSfjfDlRpyGFoSiox5kcJYcQO63FDwEgfpRlCSSTYEkwN7z8Ws7uZdGivPyoT+WZCjuqHFiugjVNxlB0UklJAUPM6EN6rxGqzQWKo0yhzjx0rUlCsyXEH8rKB+g7bZixDDewRVJcCl5EUh9hMqPTZS1piyEjxpFupt0a3UggklNwe2z+qVUTOIoG38GWkbeTQcR+y/L3c157JiXD09hVOU60PiRy6nMhKhbNZGYEH6EdrbAcGJ+j4XD/XT0jpt5/l39bDXavqFPalSm5VLZfyLy9C+tbar2sVWAP0IAuO4GzHoO7vEc91hqLT/GhWVGbKrte4BAvbw27kkWB284w7rwdb7XhXSN1ruI2m6zFxCunSkNIy50nLmAPoQUqsBqDrfZo4YrdUwvRuFWatKr3AUrK0vraSruMqlag+ViTb6HtWYMoFUlUH3M68hh9jI71qyK6QcyLG9j28799O216zSqNFaciynlryZlKaSop/Mfn2tcX8ttJFCLxDWW7jlZRQ9/0+fVHGq9SX4sJDvCaRHV0adswuFXHle/4C2y8qjE/ehvBYitfApy5SWvhI6shIuQPXJqDa2gFra7fG9Defg2l8OBAyTX+rKtFlKSnUBJVocoNh5AaW7bMjd7uq3lbvqNQt9DtPp1UhVRpE1pEdYdS2k2Vw1g2IIGpsbjvYgHbI1YstYD2PmVw1seG7DchVMEVSkxWoiKv7okNVGnVKK1wFyGLdbSgdSsXIKVEqB1CrEAj/ALZOJ4tUlUKBRq3N5Ko1SF9z4RSll9vrKiCDYga2OgKdBcA7aJ3cb7931QoDk6vSouHpUJriPIlOhDaso8aSba+Vu57AnbFPtR71cEYi30YTlRZbL9EXMdlLXlKE5R0oKh6XWux8ha/bbfp2pUAnqayL4Q/mtu1TFDGLXaiw2xQZUWO6nIErcTZLalJSLJJBUQTbvmO3xvD5Cg0utQJWIV1FcrK6h9dlrUonsALEAWsEi1tAB62UfFtGrOEsQwMJYNZmzZsVS4Tq1hCWZAF23CTcaFVwoEHuBbYW3sNYjlUuJVKXhmlxZU2Eh1WSRm67DqRYDQ2JsQDa1wLE7dZdelZegZP4MXYbhKt7f7FxnRmMLtYORNlIa4S1T+nKoAAqCVJzC4GtwQRodL7LdzddWXcbt1mjUOFSEMdGeEopSqwsLEAWte1hc9QB0B2/cBVvAfvlyLvfxlUYU1jMiKtpPQlfrcpJynsbkDvs6Ym8TC9Lw447VKTV2GFoUhFUai5mnLG+clN05jc6X1OutgBjM/UtXaAwAX5/aMUBk5QxHS95PK/0NFifHRmjqdf8SrG2ml7fX8NtF7jy1QaX9vMW0liLx0sNNcJefubheU6pNlJum5F89rdgn6vh/ctiiU5XpW81EVeZKMi4+Xh66Ajvr5nQn9m37Xt2eF5TrDrW82VFYYShbv3dxLDyBc3UCQkW7hQsQfOxI22FqZMYg66HdyTH7vFmV7FsWQ1RsEPv9fiU620pSflcSlVlWPfUAg+Xoia01KgOue/olUpa+Lws8pjMjNbtmTp+7/jsy8B7wGt30WJS6zvIRXoTCE8BFSjlTvC8sjyevTtdWYH002vcbbxMG1TjtQKtFY46Ur4U2KVJTcW1uMpFu34kDadQWVdw9yDombgyh3ZYOpcqgz6y7jeExwGFqXDdQEqUpNyFhWayk5RYgAkG1hpqt8QYqwvjely6M66hDHCzOtPoKFuJ7XSDoVA6ixFtDcGw2vJlF3Xz2uLS94VIpFRfRlditOlMd7XxpQTdGmmXUDyI8+mDty1Gr0r/ALUbzcGvsML+7utIyPto1ski4BuLAm1zYm+wdLc9w8xgwbaN0EU9O3LQJVLfpbuJ2KjFWtS4qFfCUyi+iVDqCk6Amw0N8pFyNjulULC9Zi0nn3kU6r4aWpEBfNFrh57FSTlulSLgW00FvyaVa9lPc3iNpj/t5FhPoSnhO0thaE59DmTlVofwsCLg3F7wnvZ43fUue21P30P5OFlTzFIc6vXqFr9/PS/n22uaU3h/kSV07/MVVV3nYoi1T7OfZ5edb/xZCHQppSBexSsE9+xBtrcAHTadvqx5vGw5FYlUGkwn3H3Uc1FWxnU3YG5KCD30tawIGh8g0qbuR3QUv4TW+OiOPt5l/fc7StT6qNrk/nbTTbvjCi4NnxXIGI4lLrcVCFI5ppQfSlPfQtkuJ76C2nkTsZhmCesLM+NY+xbjzDjbWI6s3KXFV0ZGglKfLw3NrD/Pz2qEtSotLl8WItcpGXl1tLGRVz8wI8vob/57RapXt3276vPxcONLWx4FIXK4qVKv317+lzY9r6g7GmHURd4OR3CVRYXFXl5j4RUuOpXkUgXHe2bUXBHcbKhyZG0SZvEww7WaX7rwuy+hfiaQtJXwU6C7d1DIkeXkPTZu7i92sDCTTGKKpLp1RlIQlD6+FlkM/uAUDbuL6Aa3Fihdz9Yn1SU3WaDUFymEfCdY8TsfXXLcnM2dL3FwL6+jMxi1Pda5+V0ZE5MiLpTr3OUk2/f+JGymxC24iaNVe0ZeOXe5vgpbtBkRYEttHA/S9Yy5fUH09fMdrHvth3FmMcb75MRuYNwa0x0dKEPyg1xli+iTcdRuL6mwPbW5/t5uPWotG5Dm1rX/AGS/xFjpbX07eoH0i7oKdQYsByVXmkcfOmQ07nzIUnWykqHYjYosLSH2qMtFLW8LysJV5trEdDfYlU5375Af6FdzcZ030I7KB11sfPY3xnW6XS2mKphKJNpz8qOlEiKj9A4i1tQq4WRYHMnpNidDfbtvgYdnyuf97PzUcLI0uQ7nU2kXNgfT9p+vYAIgVOe7S2Gp7z/Aiu8VCmklamfUp8wL6/tsNrN5DMrYm9AyiWMmfKxRAblOxPvsXxTEpCFSGO4zBNkqULnUgHuNe+zPwJuypePMJOOysTRWJsX48eQ7ZSE+WpScwbVr1dQB+u0XDm7PEdUaYr2HHor7D7SXUJaYzIkI+VSkIHw3LdyBlISNATfYhoGCazKlPtRaIha+pa0RZGVWY6ZkgnISdQQCCfXSxoHVfc6urb98HK3hWLS2m2nYkJa38qel1taOL5BpwHQnuEki9j3Og40hNUapf3+nLYQxmSiU0nPwUns2sDUd9FajtfLoSzIcXCWHHW/tHh5+Cib0OsTGipDytbFJubn+6TcEeljt9VtrBs/4uCOOhbnQ600sutd7WUD1NLHlp2sLW25G3GN1KM8RO4vx7KwlF5X3g/KZzJS7AmtZkPKIPxOm60kHUEFNjbvYbCFOgfa2U5Pdp6EQn/1LZUq7HpJ1uTY3sb30HbY6xNSfhe66zTloXF64c/LlfbSdMgXqlxoC121DQ3NwbEWNPo7vC5B2J99QnPkYQhSnmu5UnL4hbvpfyNjsw68cSupXHIlZhrBeEpTTdLr0uvIRmS0h2G62t2P5hxBWk5k6WKCem9km1k7f2Jd1zTUVyfg3eFRcXsRV5nYTqTTqvHSMupjnpfBuSpTdiNLINydrNl6VVIHCpcT71FUlCltLPUm3e2hGvy2N9CLabQaxgGVPlN1SqS0L46evOkKUlV+4uCAQPM9/qNqkMnuJkhPcCWsIQHZXFddfQj9VdlZfzAANvqAbeW0+b7mozX3XJxEI68nT0/h6E22tTEagfcJ9RyZ1JSiUhro17ZhplPbsRfyGu3CXgifPabanvRVvIWlMWZFVkzNeYWCT1WygqHSRa6QdSEmI2DdzmQoOMYtGityncjCM6ev5M19b29fX87bPqt7uML4to1FxRA+BzTSVLS07laV0Cx073OhAIt3uTcHN+IcO8hwItUz/AAJCV5vDmSD520/zOz/xzi13dzhKhcrTlyqXVGkNKTxcym1lN+IhywChbQpIBBsALEHaa8fMNUvhxCKlbqsL0t1is0uW/S1+HmFLDqEq00X2KkHzIssWGultrim0rFGCMWttOtIXClOp+K1IKk976K8Kk2OhIBFxfQnZbbkZ0+vSpcqfVlrirW61wlrzZk3sOnsCe1/K50A0OlsCycOYj4eDXWULfio+4JfSrgPJGvLE/KrQqbUDdB0Fhps/XC1WN6MDt5OLMR4IgRJWHJdOm0h+Qtcig1tJVDcUfFwX2wXYLv8AfTmQRa6CDfZk0jehhdrBEulwGZUWaxH4vJSrLfj5h0rStGjqL6BxGh1BCFXSJmJ93+F8eUaXQfdy35SEpzRXV5JXT2P6vFQbdSdFjuMwvsk5u7fEdUqjdBaojEpcVeePnlGLKSsdihQGULsNCSkkixB1BYjYCj3HvHgO1TDkSvNNZ0LSl11bVvCQOs2/Gxv287bZr9uDDden4cotZw40iU/TnVLlRVIClOMFshfQdVJt3ygkaXAAvto7DMCs0bDkCA7LfRKY+ddmlquLEK1ynTQ65T27G2yd9rtt1rDkB3g5FolJWlaOjKshQtp208tNCbXG3XcVmKlVD8TIe6N52l16mz4r2eFnUuRHalcJ9mwJvZZSm4UAQAq56e17jbuNPaLgRcLsO4caW/KQroWu2ZxSgCEqvYJIvlINjcXA1sUTTvZ6w47u0Y3je9vdFUQjmnUcUpaUxxLdQJAQ4UkkK0F9CPMT8LsReLLaqkSnZ3k52n85YSpOoC1WJTfpvrcXPkNs3DhOIyNMlqw4wtS8ZYyiy69Fq1EqMVbqlzKDVo4dhuX1ugK6mHbHVSLIPfXttY4fwu1hKVPxHuWx4/hSqdTqqM7P4sNxSbEsuJculWouhRzBIJstIIKVbBrPK1R933JVKQ/FVyuaHMyx5ibWIKioqR9FWFtbhQ1I5Qq9u0/nGiNYoxZivC9b4vFi1GfFC4r1z0hxTaQkoubBwaEEpUSDfbP+nZGziD+kNXM2JQt6cDG+HHIG+nd7Ci1eL18/SWi+w4sDUraN1snveyie5OhBIQ3vHwvAlOT90GDn69W4TS8jUBGd95hOpDZNlGxuFNOHN9PShxrDoLUWJKi86t/xrlYXdRMacsDd1mOVZkkA5ilu2UmwuBp97osez6NVPcM+rYaxWha+aaQiKaJXIqDZIWGHAEvLv4k3QVdNgSNWeTFyJWve2lKaqkeNXt1uK8L1QvqYf5ynL5KQkdwUqQM7Z1AU2CpJFylSQSWXRKjhfeXAb+yXO4XfqMfi8r1tJymxU4xk+E8yb2Utm41OZIUSAL7w8e4txbWZeDYtRm07PlXln0ZybCeT3C1BFnWFD9ayik6EC4URyn4d91xYkqfVpVFhP5k1H3NZ+G4/YESg2boQ6bqCnWwhwlXUlZ6hPdKniBPjLhzDs/C+8ZiBPd5pC3Wl8VpYUhSexzJvcKAGt/K1rjZ7MUJqK63KisoySmkplRXWszEpP6ribZcw+VwDXwrBBuM7Up3lcUfCxZTsQsIStDU9p0p4jR/XTqG3PIgaHQgk320bujqMXFFGruF6o6+xNpDqeFHnxyh1tKm8wFxdLiTluFNm5HdJIsHKtrrChWK8QYx7TMB+4XMOYop8L3JKSlppFRjnl0qAsGw520uQnqCkdknKLDGuOfY9nxapIrWCKtVKjhd9KlsSoU9uaqHe4DSl6FaRYJAdSVEaFSiSrbZtXdoLsqrRXedYrFOa478NCxx3mFA8N9OUnmGVAHK6Aq+UpJJSQENO3u8rPc9zROVfQtSUzY/Qp5rzzhNkK/G1j5pPfbP11v0gznAk16h6pmqHueqlBlQKW1UOVlIlIRl6mkvJCgspSSEKaX3IHVp5EXO2o2pVUdrNNpbstGSKxxV9ulfbtYAXIAGUWNtRYbUtHwpijFtZblQKexVELXzCY8VI4rjSepSmUX+IEkglDecpFtEggEqm4bdn83XqDk43C4S1LUEdQuEoOaxuHAUlJFwoEEgm219DbZembP7TRrfePKDuI5OF6DVHKy7W2KXNiu8XL1pivJJ6kFSepi97grQsA6XSLERk7scOV6n12u4XrlXolXYXzsyAx/UpyFDNdVhww4bK+LHISsKAdSSQQsU463tUHG7eF8Luo+0uZ1UVC1JR1DReZK7JcQR05FA3Ngb2B20xhfeC7AoMSqY3wnRMIY54SY8qOxDy02pa3DSmAq7SrC4UFkJJUSkabaMP9omYG48rFtUYo1Lx5KQunIWlFJfypzINzZlLhQtsgHVPxE6aBIuNmXinDk+s4cosDgyl1dEXlVp5VXHehlPQFrTZSkJIA1Nk3NjYm17Wad7PGI683Kxvgit0F+a6pSKvTWnZtLStXcOFtK0ttkosc4yg6kgm5Nom7drFsqk4cwHvCp02nUiU1Ndj5wp1lhJJVwwP0YUkhIsQCVBQ8htJgl1O08idt1VP/mb3Iy8W4oiPoqLCFOymFLQmVwgSIzZva4Nwq5FrKtc2ucw4A3uVnd/X8fUuvVZ6osonrrbtbjxXEux0SSVqU6EdaowUVJJsttPTY2IGz09orHlUpeMqbhfHlDf+yD8VbVUlLYbdQp90/DA6hfho1ykoJK7gkg2SsjBFL3c72sGVlquU6o4aryHaMmVFWWkR1rAWkONrSSwVBJBQQEEq0JuTsC3aeIx3Vxvh1umq+Dcb4jc9zVtCKuv4rWTrYmIVmICkLOU2vdK2VoXYWIWBYqvGrGI4G8adFrzrEJEqUuAiVKUWkRVpSDkvcJKSbkJUASTobixdkNW5fcRBcqDVPforNPWpbE1pa3YqUC6spCiShOY3CbZSQSBcgbMHEVHwRvfgN/bKiIY99w0yKdWWklEWpNd+mQ2QEuC4NgUrGa6DqtBWz4xKzU7wTiZnf9n7G8Cgy69RpdOxLKi/FdagdLqb63yC+dVyPNJy63uLEz3TSseUuBEdae990ioo+6wHUhMqK+AouMgqWS5a2YJAzAaZUgGxnQcAYN3aSpbUCrTqPUcuaK67KMePMT24ZeSDHLoHZVkAgquhkg5vn7F4y3ltSJVL+61FDuda3Wmk85lNwVFro4ydFJdbOoIIUCCAveUdcTIa7uZFn+YXwsV43itMYogUmbFXTkfFaddbzPRSLLacYUQh9AFwUkoUALpUOxOcKodgUZzeNubyIhPo49Uwk+7kiuJ0BciOaBBOoSoEIJ6FltQWCusI1OBA95QN4Mur1FbGZp2PkD6kqtl4agAFleoN1j9UhXmSHdPIn7uZ78WLT6g/hCbIzRY8xCXVQ84upvKoXKFEmxHfwkEm6uo8RzKae/Z4n1CzD2EfZ9xRKf3g0bD1HbfqKg1UocyKhC474ITwnmLBOrmvYHPYjIvQL/2iPZ+3ItUF/FsDDyML4hQlpLVRpEgcCcnwstymbjipPZDoBIIFzobsvFmHoFei/aPdK0wxiGjtI5iEpo55EU6lmQwsfHaCbgJWCtIBKVKsobIbFG9egz8ZUKl1mhrp1Opz6nZUCK7zUdK9My46FkEN65lNhRQoZbJQRrS+x09xuzeRlDGVhPc5WcL0um17AeJ5vHWtLqEOpblIZWdFKbV3yrHSpBSVEG4KxlIXm972Qd6G9DEdSxvzdOomJX8rsWbRpR5XoSkJWy2tKVpICcxHFbJzKzhzQ7aDZn0bEcWJS4H3qnVSLxYEpp1xMKc0k2IjzWhxIT6Ta7TySkqskA9zWTJeMsG0GB7mxZVK3Ts/CYq1S4b647qbq4U0oISSVDKSAbKJIIJy7GoNiJkepVO+o4iLxfun35xYGHqpFwzNqNepeRqpJpzsVhNWaISlLvDU42gOnqN2SCoZrKzgAtCpCLjfAbdGw5hOqRcc06KlSaXVIqkc4wFZeCC4lBu3cltKgldgUhLiFKOxC1vMxvPnsQKNghiUh9pap8BS1tO09893I/HCUSYzh8TRKB3IWTYnvVq/ijFEWPFlYYXTn2EKWtpNRCZtNf01juJCg42fElSgCLZXUOAgiba0trKOOD7lmL48xM90Ld97SMqqfcMG/ZGqRV9PHYEyLOYupPYLQhaSACUpeDrYNwlJIsVUF7eDKxQ5AxQ9V6RKpbvFmUtqU5zHL6kPN8RIRMj+SxkDiALEuAFzZnw8Rb36M057mx5FxCiE6pp2LWYXCkNqA/RrLYKQbaizY9QTcErzediqs43qlJr1ZarGHpVIzoRKoy25UdK76kLSla0WI1SpCB27HaiaLTog7YxiCHZfjEaFGpzXFiYywRUX1v0heR2BzBS05kGrfDItb+6CAArQWNwHb2ab7+xQxvQwc8/QapKSiK6ma6tMWUpCiC0V5TmKbAp1C05VDKpJbUROh1PC8V2fVKDUavKXUVJVPapMxC1R30ghL7KEkLbUCblJtYdPWnKEGoxs1WcJVbBGI5cWo06VkU7zrQfiyGuIm7pR4mnA5cKCkNqSQbhelmEcU+oxRmn7TxBzCeDMR8riF3EcukVGLNUqVFVIQiUhtOQZgs26k3FzYjQ6HsUpjGO9jFGF8ZS2pVJqlBXTmlLf4Tq+ApJ/RLUCQX2ldgq4AB61JOuz4wO3ijBFZbo27nAVLRS5S87qZkhaODmueIgDMhYKjcELCDc3BUDa+3gYEwbiOjMYX3g4TpcKnTXVtIlUteVdNdX2kRV2StoG5zIBI1UOpOzBs3Qdut9pYMiJbBvtCSt6uF5eF2sPPsP8L4uZ9DqcvUQetQsk5dCdCbXUmxI0bumi4S3jbvoFGlYyhVTENLSqG6xPR9/TlA6VoWoPcRKSCFAkEEXuCDst6N7LuEt33u2L9notUYYWpLVWhxUuzG8xzXyrutSSoZrNkKBSiwJAO1RihLX23iUHEeE8AYlwpUXUpdlKQVzG0BfS8gFJLpbUkBSSW3mydCLAm1dq+jJrrrtTFYjRqfs9bvsJYtfx5KxNNXVJUVa3YSVhhEphGq1JTqrOi6cxKiBZJIA12B8ZUx3C+I2+LiyFFpc37ww1V462uMuwzLQ5mDbmYGyrlJJAu4EkEkWLN41L3Du0mjYjq1Uq9IlNJfpanZBqMhlI0zMuOHmHG9QnNnfAByktkhJud32/fd9i2K5QXePkfzfCfpbqY7iVdw4ypA4YJuCHEpBPY66TYqtgyQz0+14ixiyKo1Fl4X90wsX0Rc3J7h4pizW3UgqPKuN2UZCUZ1BsIbeICgEPI+JtfQKBu5r0qBRncQ1RjmmnVwluxWpCmVJAuFdHEZdRYg26T1XA0O19iHcRRpUp/EdGqD66c/F4Xu7xtJQF5gEEELSE6KRlUlTakoKSCDfhTlUGU0xi2svIr1RomV1FSSsNT8rdrB964DrgGmd1ISoaKcRcqVAbbG69QH+wxdYy3B16vc3RmpdErGRjiwHZsNTS5SLAJDMlGZtdyMpzEKSQLpUCnN9YQ3e7waNS4kWl+4actzNHjpaSuO+m3TZIyZFrGvwzcEdikkEHVY371SLXm5VLwdFYw1xVMT6pS87UqLKXe3NQ8iFtX8RzE5r6KXYFQ7Cx1VKy7LdaqNb93SlcKQtHCzw3QbNu5R0pHoCACDdKgSQaam6zAFZwYc2uRge4aK3YVSVhKe1i3E1Li1hbSc/Mfd4bltACG1AWNrkquUkmxOoA6N1nC4bTVPhcB9Gdcqm1RtbsdaSDzDayLnqsSSChSAQoJBKTTR8T7y+al4cxlUW34s37vTqutKmFR1WA4bgRmGqbKuRcEC4WCAPhygYypdUiUt33cxnkZkrVH5fMu2jrb7JSgOG5OZOVRBJsBmBIjNjykVmxMtYeIfYEwjWYtUfle/PeMWiOozJix8vBkEXDqGHFutleS9+GU50kjMCLbEeLcPOz8L4zdari6WxiiOuA7KYdbUxFfLSGBZMm7bba7EpDhyhxRSpRzC/WCpqjYXn4caZWv3ohTU1C1jO2pQylxCiClaSkWykC2lrC42qMaYulfY2fg33fKlZ+XdSp1rK64lt4OLQSvO28CAE5SAQDYhYsdpe0KMkxazXVN6OIg8DbqIGEsbuUt3eaxUZtPYQqVhzEdNdpshTRUpKSFg3S24pIyryqRdKiCQSS2d6GKq87AiSqXiFjkkL4S+YkBKnrkWzqSFJ4o8Oa4uLEKINzPrGNd0teozGHKXg33pKiscxDprSC07FSUfE5RaQVR1C1+GAEnzBBuM+b28G16fgOfiPdU9V6vCpbSXZ8drJKmRWBeyJMVBKltqylAdaC0AgnMBmCc7Ul7cdo5HzFgX1Xv1NQYUlte4Yk+ss8rzX9lnKkZwBmypubE9yBr66W2r8av4cw5PbrM/eFTqWwxlWlqRKyJUo3yFK+1zY2FwRYki1iFluYrc/eXu5ci0uuUtGIWIqeagOu5V5kjocWBqdBlKiki1gFEaDjiLc9WcUOsRcRy2GGGGlMIaaUHVKSpYUlsHUXCupKTcXuBYG4Iq7cS9NdFNmXMXkjFmLcUb/YkDCWDpr+HkZmnVw1JaQqKoArWz3Q6gZUJU1cAKABRYIz6Vi1t3de7Ld5v39SJuX+runmIq7G2dF+sEWB1BuDYk2QRbA2FcJYNw45QcL56DUUOpTnmQ1sIeV2urigBStbgX0v28tumKcEtOwOFWcWRWKjKyoRKdWEsSkK7IKkqCFZr6cMoBPdI0AfS07eIzZqajykkYqxXiPHmEpbuHMT+6+IhaI8qG0hbsd0XGqVHocSbXSRe4KSAbgZPl13G+7mvRItZp9a3oN1FfAkVZqluvyqeklRT0toyqbzWJaSARa4ubJOmDup9zUuI7hyXFXVGFZeFUnc6JiBYhtQdOR8Dwg8RDiUaJUNb3Eje5g2jUGX70wE/RMUU6PxUwEx86ZiUoupcVxIu6BqFNEBxJGoIIUZ3paNlksbK9QmyyZ6m4nqmHZ7crG+GaguieN9+nMLXNgpIuFLjWKnGh2JQAtIIJQQFEcGsCbtPaMdkSsJYs4yGEp+PD4S1qy6gLC0lSkjS4JBIOhGmwXP9p+qb1cZN1mly4sJfKute7nWlJU81nAUiQ2lWRShYWIKXEEdJUcyHOA+zlZdlu4Sl/Z7ErCEuu8q6WpDeYFSZCCm3FRmOjqbgm97HQL36avEydRoxT9hixxtSq9u5x5PoNZafzxVpStXCKESmjrxEgkgg6gEE5VIIBukna5picJYoqkSlz6suU+hKOFFmyksLydQQChwFtd1nLmDoNzYC9gqbj/eTXcZYEptB3qURC8V0R3hIrbChlmI7ZlCw1KdSUgAk3IBsSE4VbwlU67Bp+MqdKfYZfTysqG+GpEVZvqkqGV1smwU2ogEEkEEWOTXd2bSjeoajWbBseanxBPwvF+x8CVjyDS107MnkJTpRIcRkCTZWbuNCFdgctzY7Ro+5bAbuLXMUT3ZUV/xRecdbRAzWSlJOUjhLA1F0BGYqFkkg7N7C2DsB17BsuBjLByJWRrmoE2PZT8d3JbOzmuUEoQAU3soKIIII2x3jrF0/wC3lSwbiPJNisSlw4sfwtPIUopKQDqgkdjcjuDlABGvu2rNCtht8ZpCk7mt9GLYr8DET2CmYUVWSnP0uqKmIUjyblIS2hYWRoXUlZBI6Da5FsYez3v9oUZfuHcPgnEiF5f/ADl1tKVvJFrZmX0NJuLq6m1pJvcgkEbZEwtgTHE/eCuLS6fV2X1/dX34EeSylK7acZbRTkV+JvbQA+fof7P2DMXYOo3CqrL1OfeziZHcxLLqTDiwbB1sSishJTY2TlIJIN7X2A9q+jzEdTbZT7wYpMPzsJYclQIuLfY+RS/hZalFmR08VKezhY4gKXkBQzZFFJUCFAkAKBdXN1G76VF+2W4dmkYXq6MqVQ6utxqFK7C1lArjmw0CDkVcggE50tDFlErM+U57+dfm05ebK0l3pUnUggXF1A6hJ0uLgg3IX2HoUCvUGXAnxItRRFWtPKvtLS62pB0Jy2JJFibAXzaAix2D3SnAmWdY6NlOIr8ee0HvkpcCBg1rB1Li1eKtKJEeK0pKJjB0+CtslLblhbMrMCSbE9wmapSN4M+qP1mve+//AD4aiuvuozNfNmjvFtaVA3uUlYA1y26g8q3iOLQXX59Gwnh7jrQpph1Ex3gNr0FhmSeGo9ik2BskjKToisRb5sR4jrzGHN4OAkTZXVwvd1RLD+QdlN3SW3rJvYOAkGwunXYqak/AmjVqTf7USlbwfvBi4jpsr7J1FFLYqSJCOtGZtNz8RDhFlpKdT5E6GxFwc714DUqqVKVKxPBivzURWmmkyBxVKUhIyLQQNSASFJ0Fur0BBh3F0rkIlLpdRWhh9amEx5CCiU2q98qgFFJISADwyRdJBJsDtUPULdy7i2fPqjXO4hqPAYj03lyviLt2Leil2JBJAsCASQRfauS1gMKc1PvIhvuTw1jKjUaJhzC9RqPuiouqdRKaaRmgvi1wctkOBQGgcQSCSbqACRsOkMz4sVhqfLQ/KQ0lDrqUhPEV6nU9XqfPvsDbpcEfYjBrDs/hxajN+LwpDuZKV5RoL6qAJNrkn6k3J/Je8yl4XdcarOJoU2ov9DUVCOlvXQ3Tew79wQfM+e2ot61J5xDVnuvvEL8a7x6Du+pfP1mX/wDIkq61K9AO5J9ANkhT9/e8He/WfdeCMJv0igsL4UiqSF5VvW78FOv4lRukHQ3IIHfFNai4jlfCiU6roWrhSku9SmUK1yK17G1vMnW9tNjPDNIo2CMORGv/ADl0hGRCPhZktp8svnkB1CQQPQHsBJqe4c/EVRgPcAsU7usByosv3ziHPW5SE/eM/FfSoDxBsA51ElJNwB6AC1iLAXsstRXWKzS5cVEV9Cedn1SPmdc08SE+ZF9FAJSLWJPbZh0LA+6rC7s/GTTsKr1F7M7x8yFL8yE+WRN+wAFz31JJzFjf2kJ+9CfiHBErENRpdEioXH4HCcYfbWCoJS4lKeIUm1y32SLXCtLD1FvEZRziaIG83cPuR4cBr/tXNipUxx+K2+htZNym5PCQSbkgBahrYaWCq34+1pXqpWWKNP5JEV9KuVixVFKM5CuGHnlAKVdVkAgBAJvlJynbPuJt3mI58Bul1mrU5FBbaUtD8Wb15dc+dK0kJWb310sdB2OwrimmRWnYjrUuVV1woqY61tJLqcumW4BI1BAIuCAB32Qa6xlwZR8g4aSas1WcW0Z9qvRH11GLIU/HRHsphtPzBKTZQt597m17EXNnh2ZPn0uBPdalc7FWmLI5hopU5k1SbKAJBTYXOuliSRsP4Tc3l1mqQYDXNMMIdyodnwFKaU1axbU5obgEAKKgbakmwGzxpG6JrC9UfntVzmqdKXxVw1qDqYr9+6TlBsRfUCxN7gG5JEoZxDFw1YH4hNSRiOsxWJUCooQiLH4qkKQl/iWyg5m1k5h2vbW3ZSTqCnD2JcORapEiu58PTZuXhSkRXplEcdt6thciDexPxEvNjtxRtCoWDMRymm5VGpM1tGbpW0kqTlIsRa9lJPYpOhGhGxVT8AVnhN/dGELX4uKrKr8Mvl+0flfZ+uvjEv3ccydjCpxcG8B3EdboMViqITyc1D55CUo6gIfCS2u+iiUqBHc2II2yzvfo29DeNWW5WDWqRNQw0pP9F1ELfeSU/MClBsBdI73NybEgDSdH3ae6685WfflXiolJyTac079ykK/WcjKSWXSf1nEKNtAbaGdihOF93NBlz2sJ0uFFRHWpCqbFbhPpRk1HDILKjYWFg2PI2GxHoyJZbK3P7zzub3fb2oDv/sM1dxa3fHCtKUlYJBJ5dS1ptrckCx00OmzO3ebvMW4oxHErON6iulxaRlVIqi1rhyEpR8vlmsAQpRANtCSSbfJwxQcUT38W4S3pUiVVKjIXI4VU4tElOJNujI58MqToArPqLWOtgTYcw1v9rNZboNeaq8WiZEOyufW1PYmJGiSlV1hRsB8S4I0F/THK5u2J6g7E58YaxMdUbmq01uqery8NcJLVZjtLPFcfAtzcVBtZQSbqSNFjMU2Njt1wH7PG7l11zFsWWivIqK+O07IkBaVa3uMyQTa+qTcg2uSbkm1EokrC7XKwGYU1DGVKGlZIshKRcIOcHIsAjLY5NAdTbarqDjWDay5XsGsvsLlL5iqYZmoyJlXvd+KoHIl0eeRRSo9yDe+lXWaeSZQZbhY0aBQaNS4rkWBT2IqPn4SQnsL66a9h9NNrcO8KK5Pd4GRH6zozf9LkC/e/l32E6Tj3Dk/DjGKKXL94ofd4SYqbcdt3tw3EmxCwdCnX8bG+ym3h71MZUuvRIDVOhI48pPMQ1tFK+BcHQpHci/a4BVY3NiW/qUSR2H+5o+abPr2LZTlGlU/+jloVy7ufK62sag6eNB1B0t3IB1tkHfrjuqSsZVLBE9lcWFSJHLuoj2XxFEBV7khNsqgRqLnvfS+vcOYrgOz4nIM9CGM60p/wX7jtY2tci/52OMN6klqfvLxLVOFx0PzevMjxWbQk6jzsLX7fnsm+r3nxgEs8pYsY3nfZKJAqdOoP3Vp2L70pcMtOykEAN5kqIyOBJ6gpJBKEFJABTtTO4gpcBrhUbj8DhITkkI6k28hZWo9Nb/uAp1x/uvwmeAha86esqy/S+l+/Y38vPXaE4vi/dWmfjo+f5dPI+f1v/r3wupWnVMNOB/WdbYzNgSpxNiWVWZTcD+w4qVr79VvxPh0JI9fPy2L6/Jaa3l4egT2s8J+AiE60rr6Vg9xbKoXyn07WJvfaBDpvFa4TrKM/6q0Zk6ag2t39CDcfntc4tYpfvSm1l3gLWwhCFoXbPoQAQb3BP7O/cdzaelNOAiR6lGH2xRTYNUw5Xp8CLLfYXFlOx8yXSnpCiE3N9bpsf9drqhz58V1uVK60I/W8SvzT569/XvfzJscJw47jdxpqWjPUUNPoQ7mzZiiygD9cpPlcn12nxqNRvgfCyIf6Gl5hlzjuDpf99/ps8Q0rdvUx27id67s+lv4XleCKjiwmtVK4XZaO50HiF/MnUabQ96mGotelONRXkMIbdTIQpaz0+RGpyi9/XuQBroKHdzhCjQJTc+qPLQ/1ZUZcycpsOki1j3OoNwbX2Z9RXAiynItBZYfQ+jK66pWZLnfTKrsLevY9rW2Y+oL19tolvOcxb4Swm078KA6h/gfpXeYb+Gr66m3a3nrpbQ2ajJ4UVhpplcp+nJ+VIVl7kg2vbtr53HbTYUlMUujQJH3RiEha87ruUJ876k3Vrax87eflsNp3pYcozrfC6ITGbi8JPUnXTz1A07XN738tkhtVsCQvk21Yyp1b4rrEXm4sWU+6nrU6EI7fMo9rnTUjXS+wjveo2PItL96QKtCYi5cyuVlfFUm9jpYix73vr5D0z5i/EkreNjJiqUvoRnQlDWdWZXWTdQHnra41HfztsYVyoOwKW3A+Oha+hCHXStSVEW1vbt2Gg02rdRZkOG4/Ef2JSvPuUeEMJNV7FHNO5EMIWnM66jMhS/U9hcEDzF/oL7aUw5g7FEBpujYSxPNpDDDvFYgcwXYSVm3WEZrNkg26SP2bJbC9X+yVLcgO05C5r+VX6Up+qTYXBsdcwsCNNSLl8Ya3gYcwlg1iqVlrrlNK4rufqSoaEAEHLa3f0Fr+ZuqbE/cxrRVd2z9pDxJgTe/jel13C9Lw8itv0iKmfIdo0hCV5QbhHDWQpSiBcpF7i1jqRtkOk4ggYo3gwJ9Zl1FaEL4UhKGipbKEmxAFiRYCxB1v6akHrHtX7wd32PKni3d9VlwpS0rayPtB1pSSdEKTcE2FtQRqPMHZPUOpVmA1PnxaguLUZshchcrIFLzrWVLIJB1zEkA3GpNr22cqGE2zStVVOBNw4E3s1mLAfw5gNn7VzYrC2oDS47XMJQk+BaU5Vm10py2sQhVgkjX4mMe0ZvkqkSBhJl+nUuLHRzDq0NoQy+CUrFjddgLAptawIJBA2R+7zebFwbAgYjpeel4vio4S5mRb8epRzlzJfQV3Q63opDqDqLpKToRvHAFWgYjoz9egNfExDC5pUdSSjjSEgB9CewS5ayhYg3Cvx20KKtyYEUtwvOOIL0/2fNy2EoDjW9WuLrdXlISp1c2OhSUqNh0ZRoLmwte17anYfxNu7wk1hxzDlLxjVKRh3xNQulatRqCb5shAHlcAgEEDUuxLiajNYcgUFrlZVRmpV8V23HbQB1Fd7lQ0ubgm/Y312zhiGQ175falVBjOvN+iUE9PqE9iNBb0ynXYFiGk8wT2hV4i5xxLpcXHnIUaIhEVjgIyfKpVuo21tckkC9h5aA7enm5s4NxRu+oVCxtRKI84uEhph3hJHESABY6Dq8r+mh17+VT4adx596dQvgOp+Ki6u3rfXQAD6EW9b7WwNUIEqlwIrtOYqiEZEITFzsOuJsAnKQq4cFtCDrYWO3aY9/MV01jM/Jmja97I27CqON+7GZNOZZd4rUVCgppvqzEIuMyEk/KCUjyAuds3+2NuTx5z8SfQYnK0thhEfmI/SlxV9cygOk2tYEa2v+OnMGb24EB1ijTpc2VFPwmuPHc5hm3qSLOpHnY5x5gi9mtJZpWIqW5GdDM6FKRkWnRSFJPrtexGXxfkTQ3TxkZwI7AgOO1R6bVPdzqJX3dgrkQ3bi5Cm7FTRFgpJFiLE2IB2b28eBgj+arC+8F12o059+o8hNj5MisqkLIc8PhGUW8uu+psC89+Xsi1Ol1CXifAfNPxl5ltR4qsjqb6lsgeLWxBtrbWxFznje/SseNbm5+DcR4Iq8pEJLSovFYcS6yoOJUlwkDqAI8wbjTbMetqnyh4gyHA4lNgjFG6CVFq1Ln4yrdOr0VCnYrCY7imJCQBdIUhWZKrAkEpy/4b7Rp+8Ws0vhyqDvIqPAQv4Sku8VOa1ilaHOnMO2ULv6gXBKc3Wbu5+LZU+fwn315VdLXjUrqvoAdRlPl3I+o2g0+pSoE9+g7wffdL5JakImrjlbunhJCh1pAIuL5gBYE22mrfYx5hdO7t7mlKHvW3lz6DLrMp6iV6FTkp4qlwChWW41Isk5bnUgm3c3Gu3Rz2haM7AcgYjwGuKvJkz013/wBVULAelv2jTbM7GLsUbua99o4uLFykVRPKz4UV1xhE6OQLO2ulK7+EqICge99dnph9ug4yozGKOtcphaEqXHV1Ze11pv1AHRR1IJSexB2adrFH5nah1QZMDq1gndzjJ1yVS8eP0tyV/wDbSOEpzk/MpCstyT6Cx1A8tpOEN1O8HdpVGMR4cxkxUUfImhys/G0/RqSoA69NwRqLjW4JLXcO7r8b8ejQMTtsVRzxtLshSlDyCDYXB+ZJUPoe2yvxnh7HmEneLg1morfYUlPNRWnMmbW2YpGgI8zYaE6DZaq9CcMIGt639iH+5ige4aXwnWlsLzqyrT0rSrz1Go9LevrrYzxxvAn0uje659RbmoyZEu6Jfbv8htqR6Ejtpt0p2KKXKlcrKyMTUf1rL48wAJUctwFEHMfIm99b7UGJmN1VUrLf2jxC/nR0ZWHwnMk/RIJv5eQPew1ssRNEAYxM5VeS1ijFDkXm0RepXCS74VfS317ft02be7/AbtU+4QOPzUVal8u0vPm/voHexP7NjmBu29nigtN4jdoa6pFX4nX3XX0dx0kKUEhWlhaxB7G+1wredu0w463FwHhl+K4hWRCVoTHWyr6EAlaSQCCD6d7Ei4HEUvq3c5i0c3S4ynynIrWGZSGF9C1OtFhCb+fXa2hvoDsV7vtxLuEuI7jJqK+hC1OxcqQpCVGxtmI17eQ9dSCQLeq748ZT2nHWuAjIj9Tiry9tc3c/gBtX7vsc4tdrL7VZluVGnP8AS/FlJDsdxJvoW/CAL3BFlA2IIIvtc42QtdnaTEIKvvRo2CJTcWjREIisZ1ura6eHY+JGUDN+AH+Wq7xh7WFGw5i1v+j2H4s3qdfj2SpKidHFpFgSR3vY2F737k29ndVPnwH6pgh3PS3/AIuRdlux1C5y51WK0C4AOigO5Nyds31H2enZTrk+Vjdhio5vvUWUwWltp+VaE3PET2FwbHXUWsQg1/zSveRjzNRS98dBxRRm4tUp8XItCXUJ4odS4m1wpvsbjT0I176DYSm4uwHXp7fuZlHOoaycWOsIf0B7qGpAIOhuCLjy2SLHsz7weVbao2N6RKheJr70UISrvYpuQm/f63vY7Nv2fNwkX3pPgY3qyKXW0ZuErijI8jq8KyACDYi4OlrWBNizUa24EaSxPiXlCjz94MWfQaDjKFKr1Oyr9zVZAQ7MaHzR1rsla/VOhsL3AOyirGJZUCfEaaaXTptOkLa+EspS2rNqCgi6FhQ1tYg9rEX2ON42A6pu5xQ5PitLqLCF5kSoDo4ucXA6VehBJsSDp2OoVe8LEEqfVH6y1EQvnU/0k1kKFSFp0S9kPUlYToVC4IHpoWcStjZXxjl3dYli1nEb9LrMRiLV0NJdalMKy8w0e+vY20uCARZWpsSLHGbLsCsxKXPefRzSlLaa8HGaJ1LazdJUNPKx7EgnbP8Au5xFK+1ECe071sNKSvN1JUgZQLpuBpdOvmbeup9UN4FUqlecoMpmUuFxUutNK6lxXbg8VhZACTYG6bgkG9rE3q43xT6funLxoVah0ujQOai5FoycVfwiro9SnWwGl9LC/wC0CVOi4olNtRcMrXwFp+8MXSlKSDe2tyAfl1Iv2vpsYQ8eQHWm8JbxnuViylcKLXKX8KRFWBZLmQ6KIJupu5SoagAgAsCn4RlYXpbjs/3dNXlS+ifDaCWJSD4XkWsCkgW7Ai1iLjYRoil+mNQzEzV8ERXXW3ZUuoxcnzLs+jKDYhST4gB38wfMef5j2iYjgYDiOutSl0iE+laFRV8eHnHduwuuPdOayVApB07kDZjxYH2j4kr3jyq2Fq4DqepGhtZQB+hAIP112nwp7UV1+l82tGdGRa2k5UuJtYtuC2Up72Vaw0uO+yhDLFksKcRAYQx+1A5uLQYj62OFxVNZOpKg6Qc2X0Gt72I/O+nMO72KNhLC8Ss1TIta2kOtOoSFJSryIPnrrcADTW3krsR7oWpVU+1GDagyiawnO60lXCW4n81EEi2twQbnW+my6xazWaXVIlLqktcWnPuodW1IaLSkoUdSO6VJNyCQTY2uT5M03bYyuHGR7novhjGdBxvhym7waM8h9ha+FNaV0Px3+xsfNJ72NiCBe4NtrHeZhlqvUv39S5a0TWE8VDrVs0hA1sdPEDa4/O3kUXuT3q4Ii1Sm4D5tDC6vHyKT/wCfFkjKvtlCgB4gb2HYjUOybj+jYciv0afLRkYVk6urL6D1BtqB/wAxtoo27yjJPh5StjVl2qUaJKlPcd/wO50dWYd8w9e4J0v3sO2w1vSo32to0SK67F6HWsnNKCfOwAKtCD2ymw+p7bELD1LqkBufRvBK61cJWZGb1Hmn6puddR32hYzXFgUFyVPww/W6ctPCmtR2i6pKDp1NgFSkG9iQklPc2GuxbB4RQmZI9oZnHnuH7ONUlaEMOpfdaYdLSJHDsUBN7IBCgLoVZJskjQDZq7kKVhKLghvEdUiIlTUNcLJMazISq5JRwToVE6HNqDp5a3Eyl4XlUFuBAqK+SWvLAarN1pSsmwjczfM2TeySVkHwpsRqBTJ32XgP4SlMrhPylqRwF2X1rTlKLKCOJZPhU2Uq0spKTY7ZwsOcGOae1l4MAN4+9il0Gly69hLBC6R736FwOOVJzLN+wB4RKQBlBKR5WA2o5GPMOYooMSqReio5U8WFKjhfUABYpT0uLFj8RISpQIBIIuIO8fkKo7TaNFdWjgL4ql5jmSknIL5gFpGh1Itoq50I2uafQ8JRZTDVZdXC5ppPCmoazIbVoAR5C5NirUai/a4FbqFQ4jZsXOI5dzWI8Lu0H7Gz8PMPsSuuFIaurgrBBKVJUrMhQOpGYkEX7bF8Ld81PlOUbEbL6/F7ulKUZsdV+7S7jjsOaXvcpULakggZIw+1i2g70I893Ey4tPYmJQ1M4BQwytF7tyW9bhVlJChcXIsTa5deLPaRo384MCjYjrdRw0h+KlSp9O+OmHIJHBKgFZXGl2KiQQoCx0uQLdtXXIieor3HwjswUzFo1UXArNQW/UacviwnUu5JjKb+BKwQl9Kc2XslYBCVIJJJIZdRgYtxQ5S3aHFi1BbSeFKWxy6Jyr+eUZM5GpBGvYeZAyzPoO9CAw7PrlIm1uL0RakxeE68pIyghaAfW2YB1GpBAuUnhLxhjfDjUCg16nMVtC80eLPRHRx3MuqkrLN0Zx2VkAPnkF7BZ12iIuh+ZWwVUag7xmJU/D3AixV55SeEFtKSbAqIN0kfW4t3vro2sfYww5Fit1Tdfh6VNlZOBKixWihDjBve3ZSFpuVJAuDdVhcm6pwszPr1Zfr0CJNflQuv7qoKdbsVC3BOq7WOZFibjVJ12PIKt41Gny6pS6IhdBqkXMp2AkKXHfA0JjeLKdQVIJtbQEdq12fyyVt28TNT8iBi3FDG77eNiet0RCMyqRPTMdhyqa+sG6m30WUELOq2XUlslIVkzZieYwdWcJVSXgjeC1Ua9kWl2BXqa60t/heS3m/AtJBF1JJ75rpBts7sP7rv51XZdZqlWYfm0t1S/d0pAUhSLDRDgTxWzqcqgdCblJGhoMQ0CfQcb0n3pT0QoTGZNNfmu8B3j9gyJFihKjc5c/w3LgAgkpT1tCapNtsa3V2rgyuwXg7eDhys++aNhmVKisu5pEXVC3EjVLyReyj5pUg3B8wRto1h6l16jOVnlF+9FtdXZL8iwtlXe13AAACSFEAA37hGzMeYjlVlyjVTDNbQzmUhp+BePMbV5kNkFBsQdQSkgXBIJ2k4apOKPf0uqUvebitDD6EplUjENLadjuKsrK4ChIWhfmFBYvlsCoXBaqQVIAPiCsJq9ybjxqgs1Rus7wcJsU6a+sJgYwagcCO8oBIbRO4YUlp0aJTITe5BBSR2opmCqy7jLmsWvLRCW1ldamuokQnkuJNlKyHO3dNlJdQcotcKFyCG4+3rb392leci/bGnYhpD61okU7o+M0q121sPHrSBfqQQR2CFG2zp3I1DAe+7AdawQ6zKR7ujpdjsKVlkQWHs120rTY5AsKKVixB72IIIks32YzOp1h3TJeMcE1TCW9qrYci49RSJv/nRpyEuuMJmQ1oFn0vtqLEjrzJUothQIsoC4J05uFaxlg3dVLxbi2WxOlVHNIgStHWG0IFmWytKQtHEXqbggXF/XYbxB7PUDn8NYSdpz86FzXJtVxP9YgtZCVHiAEKCg0hK23MpVZKgorQFJOce4un0GqQN2lGl8qhcfmJCkJOVKB0Mpb0OayQSdLDpuL6bNPYtSEmPWWqw4iCnY5xHvQpc+BjeiVug4hfdXzDEd1EhpmUldyS25ZwJCgnKpBKVBSTYgpUQvfPVKpijdLExHApMVibhuQ1KfkQ0lC2ZCCDYpNygm2gKsqrgC5Nhp5pPKtNyqoyiqdCUP50DpaSbpWAQQQCSdbEX76m4Vhynutb0MQ4XdwbTptOxDFUtCkurzKzAJW2LkpKCnLdteqTqCQSkYzagWtwMQQ8l9QGm11qvbvojWKMPe96RXqc06+tFLK2JSQlN37IuEKv3Wi1tLnsdmn7LGMaDjz2fcYbuaM1xkUFb9Uo0pLvHaS0o5m7g/FQkOJWgryFIsbqBB2EPZjkV6hUevbq+be57BVcfhxYClAupik52spWQV2aUm+QlZAJyk3GzlwrGlYX3g81KloQ5K+PFd91hrrt1feGQASdb9Cc19UG1z1V5rYq3MTFrVWTJ+H9/UXDk+fg2VEq8qFV83KwpqeOiOtRuG23EqWklN9AhRACbhKSCna53e4vr1Gx43AozVRolXm5ZSOXWl1DzAtnC2xbioBIJ6QUk3sAdXZvG3J7r69WZdUr27KLFfL/Ne96cpTSeKcxPMhsgKTfN+kTZJIyLSoAgDrknBs/3LS8R4YfhVCivolYfxHHkFMqKo6hsyGzkdbIUoJVdSFJCkkq1G1XvTOSJZrKnBOMGNTeJh+jV6qUWqVn3jQcQ9DUfEtGi52sxBIblIANkm/SoggG4FhfYBxnu433NO++azixFRpcJ3NHn4caW0tu3UFvMFa1KvbqUnMnvcAX2KaDvgda4kWltRZVRlI5fI0o5XFeWgBIBNiDYf3QqxvIke0TgnAkBgbxatJolRflNQ57HJnPFWr5lsJzBSQDmK0gpKQpVkkKQKDUJdwh5mUD5SPjLeLjKjRcPYyaiIfi8LhSpUOyFsrKRlcskgtEkai3DJsRqQAJPbt8W70KDUsRtOv0HFE2Qt1h2Y0j3XVlaBPE6bxZAGgWSkKKuoHMHBN9orH+HIEXDVLoL0WUhEph1HAstrgFKcobWVWCHALakgi47abOWkbyKDArNJoP2mRTqRXoSmkPuuoS7T5otlCs+hbVfLlcGUEAAgHS9Zd2weRH6HYMCBEnhbGu9/BFGbwvKwbKi1FiUnjxVoTzEOULBKsjy0cZCxfwqIUns6QQja/pe9hqfPlu1TDL8LEL7SeK/RuLTpkiwIzFu1nCE5bokNFCgU5VrsUh9Ycxe1iNqfhLGTXJYhojq48qOw0U8wwkZhIipNytAScymviFJuQFAXK0xHQcUUuvRIrWHqRjmkSv6Uo0+A7HVxGjbVKCvOConQthbYJzIUkkjbVHC7VmsmpT8RSI33z5X3CqS5T64Uji0iuUNhliYlJWEkPxlqCFKABzFtbYVfw3IOzvocyVvQ5RqBial1F/l+OhqVHdYm6aEmK7keRqCFKbKgD2JsQA1/D+F6XVJeKHd3qJUqLITzUWUjMtl2wB4MkdS1AXul0LKiQC4nvsst6mF8b75KpTaNheuUulxUKS61S5UgwKk26Acj0R5QU1mACkqSytSgDYkAEBStXTJsMnFdn3xs70K3jLBHN4oo2A5sqbTo6s7rq3EsTmk9RjmQEm6hqpGcEC9wAbgpk+0nuCxRz/vl6o4KxC/l6qo1mYbkDwlbzCiAggWK7pJF7kWOxtS8N+2RheKjC+Dasjg5kodn1TEC3VxddUPJW05nCgCkpUgAZrgpN9h3ElA9pbC8pEXFu4eLXqcx949/UF2LMVFUSM1mUFD2QC5NmgoDXKQDevcQttBip01BbAMrKfjncjvLw43WZWJqJRcQxVrQ7FkTRIakKTcXjSk5XElWhTnunw2Otzymy2qDynvTE9RRTpy8sCbUskyOpZ04SnVjM0rUDKpaSb2BN9hXEbHvSs03Fu77DyH6iuRnkNQITaFKdBuHLpUEK7A5um5v3vYEW8HeXvQr1L5CfEhU9+EhK2PemHHWOYSEasvvtrCEq0BSstgKuUkA2JOKtwja6KvbDmHi/G+HOHFaqyOhOZLXHyKUk2sQh8KSpN+ykrF7WHa+3Oub02sRxXKXiiXyS15c/S5FQr1IzcRpKjqSQoAnW1yTsrdyftHY33cz5cWfhNFUoj61Z4EdHFaZQqwWEIWk8EEaqSkFs21T2IaFIpmA97TVWn4SxNCoMpvNK911GEtp2noUbDiNhZC2PR5pYABspIsAAOLPScxS7QK/qfkyrSsR0ZulysWVvkvFFlNLzKZuSq/HjqUhYvZQuELH63kZ2E269VKzwsR1xGL6dOaSqPVqW6w663ITls2+2sJfZeWNAspW0tKNSCQCA4P3N7xazXqlQa9h9eB63FXkgTH3w7S6xpfPGmtdSQoAFtTiAFglIIWCkSqrg/e1Rmp8+qYelVGLRF8KRKTHRKQzfz4wAcCfMkEBOl8p02H33ob9RTK093TD7ZqfddAoO9XdzXcJRYj6JWHqopUNGIKWr7q7l1AZcQlSQRmAAFiCFIJSRsot+OK6Nu0nuUb3fTouJUZVLW1ZKXNAviFYAAuCCEiyiDZQ1IC7wlvtx5hL+q1aqQuO1y62uLzTSkG/wDZygpRA/VDgsdQb9uVZq+CMeUtil43wRS6uiEpS4tUiyn6bMZUTe2ZZW0oXubElJzEGwJs3X1HT2cE8xmvVo33R5Uje5UMZQImI8L09+l/d+XqzUW7sN52wyPMo1Ui2hUk2NimyiLnb8wZFo2N3alWWokqkVuEpTVWRTlhKJkdwnLLby6BZIKSRfqBSoEkjZZtVTC9GwvEwbS6tW8GwmEKju8WKF8ug+bLgUUgE921dJsbCxttNwjXsOUZp9qs7yKdW5S2lx/fMNrl3VIUAkOqbvlCgMudNwFWSFE2SRN2orTleYte9aHNcjUaou0avOQML7zZz8qlrVHkK93BT6Y4Iu0tg5EuAA9KCQpJSpFiQMrJXjaB8Pn8J0ivPrytOysPOhhUhhaNXksvEXSDo41nKklKrA2OydhYEgYNrzcqvb06dVJU1KWmGp6zF5xGayCh9wgB26kJALgCbpGVYsCwaXjR2LiNjB0rd7NYYW6pSak0w47HS6LHK8WsxYdUFXCxbMLLRxAF5Q6XUO/Fg5+IHvkpyOYUScO1mLAgVTC9cRKXFdSiK1VFha0tZwrgqKkniJTayQQFti9gQCkn8qe7XsONtVlmLFm5U8XgR0oRmBGuhyjzsQCbaAC+gNXZ3PyuFFlzWFo4S0LaQFpUtKgoBaFptmHbOgpN9SgE2EHFR3v81ExlgiXQV8qhLrsCatUdqQjKM4JylKVlWpSpIAIBC+4LndC8GLHWOw2sYdVP3NAgRP6WisP+BanVlTTybfU3zf3rgDtaxsAWbiD3zxGqDUYU1hhXLusaqU2vToKVfKbjsT3BAsBYBxFj3e/AqjbWKMJ0FcKou8Jrkp7b6W0n5HAtN0uA3IUElJHSSq2xpIpm6B3C9SqnuOo0ivPtfFdRaOlt0aJzpbIaU2fNTgBA7KTYWjvVsDzIr7bjLGWGC92bVZal4jr2GaXK5V1X6KU4ialSdA5HfQoBK0W1ZWg+S0kXKDCnVafhKjNysOe6K3jWE+6uEqRPbp1UejrUpSbOKCESCGwhLiVgZibqJIAK5ge0Ju6w5PpsCfjdmi1Fb4TIaqygpDLqQUht1zVBTlACFrIuMtyTYmm3zUmVvVnz8L4X3vYXp1UipTKgUSvR83JupCVpMaTopDbxQD1pdbykWJQCNp07144E0dJqh9hGP3jPiYNw5vfqkDGUWiL3bb04SVokUhboTHndlLMdaDmSrMdSgkHUELTqK7EFSxbhyBLo2PHX5VRYy8KQ6lrjttLUAApVsr0c9ilQWbapWSNc3YW3r48wlAq0Wn0lEKUwp3moEp0TYsOazcPobBJyJJSklLS8gJukkEHZ7bkd++772r6W3u53yNUiFi+LmRS58KVl5pKjYJu51Nv5tAm6kOkAghemzhrR5F9OPLE6VnFm+74FLoMuLiWiSmuBPpc+Oh92Oki2b4irusk9IcQo2BF0osSANjDW8vdfQa1Kdoc2VRKp8JdGdmpfYZUNElHMrGR0GyQokBKSAVEBJFlvfw/iP2eMW4alfeptOqMhUJqa1dLWcC5aKF6JWpGZRQVgixKFLAUpLIRvCwlWaXwp9OW+hbSeYQlZyqTb5kLISCBofwsDbYGO3wZnHVDT8ERTYExZiOqUZvC+N8PYkwbVFrW1DVKqLDtOqjRuENH4iglZ8IcylIVYZigkIC2KPvfpeMp9LoPvHEuGn3eEuk1d1l1UV8LsoCznE6SCMwKVNKToSLp209Rt8+5aBS5+A8ZRItRpaGkyGo7sPmmHEKsCgnryLPdJWElRCgCcpspd8m8DBFBnwKpu+amoivraad4tOKlstKGVOYEXKBYDMq9jYA3AAV1DmoF0Gf2jFetFowqz7j+zRRsWz28W1lpiiVRbWV2Q6+2qe2vQ5HFN/DlNgC2dY4hGigdRsISfZ1peDZTjkDe7h6vMvuuyOVkZmJUOUs5nHYz6XCtnMo3U1qkmxBSSSR7eAcR1RpvEdLq332ElSmlsSPkNiCjKs6WHhJNwCADrcZqFcr1Li/aifyqH6jmdadUnIw8saFokEBCx2tcgEpGYEgKw7+p6p02ULz+8Re/UDNYENqZuUxljJp+luy2MQoQtauhCWpWW9wQRdKldtSkZtSVeW3SLuW+xspt376w+wtPFYXHbdToex0va9rE6/jpscbht9WEp8BuzXu+qRVZZsCVZD7eoBIUEBLzZ0s6ADYpCwkjV7VdzBFe4k+vYThPryZ+aavxUp73skhWnc2tp5HY/02oegNYQWmcxcN5RP4DrmLaNiOW1KZqMWlrayOtPtIWxlU2RZwk9CSFXCiAhWlyDYbKLeXhnBsrFsufwqch9c9fVPhhMpt25cQQsWUlYJT0ruSLGxAO2jxUdw7tUYan4nqiJsXoa5WUpTqWlagIUNSgG4CTcC5Hodq3FO+PAeCOJVMGYTm4hirddgVbLFEp9XBHVZCjmdWgalAIVl1AIuQKu+63FL+xNvS3nZzB7Addx47yjtU3e0iK/UWktKmc0iGuRlTlbeyhK8wOVKRe2mtgdDcMvT8L1l+vY3iVHj9XAQ7PQ7w7ZjZCkKIWCeySUE2Nk7DNTxljLGVLY+xHx6cxI4rUKZS34qmfUJbkIORViQUuLAPke21VjSDAxHFYo0qrSuPwlKTk+E0y6PE0tJI4ZFgR1JTb1A2odNbUCfnMnU6rAhV9sKNWcW/0zh7GS0MZeE/Adc4GUHMLhJBFiCQoGxuRqRr33kYExHWZ7FUwliF+LNXl4XOOtpYeSbZ2lmyHEqPcjUX0tcBQDsHYkxRQeHhLm0URhhroytBbrigTmyDweEEkXC/UC99g6sYuwlVefi1TG+LpSFqU1kSxn4LvEsQAhPEUkHuSFZbXvpfbRrdAgRzzM0vzzHPu43YSmuBKn0+UiqUGUr7w1KQ6lSHCFFty6QHG7iwBCSLX7gnaNv9wniiVS2GsJbvad966FTZEUOsKtdSCotJKu9rKIFjfUjTYOwHvFr1Laci4cdqi19TUjmkZ+MjuLg37C1jYeVwdrdqob0KW7xYGN0VGkTcr7SpScrsVehCLpuHU9+rLmJCQq6SQTqB/LCpaa3yszBFpO8ZrHkSBPp9Oi1elzUqlReaDUhxCezjaCoh4G1yUlOpHSL3JpRnJUDeM5XnYn9VUlaHUOtKzLyg9QzXOvSQLEnQ3BOzf3k70GsRyqbS69g6EvIvK7PShubFbUL6oJusJuMxbJQoEWSq4zFGY+wRRp+8FtrBtQZlMVvI7KpL8hKkJWkjNy8pKCVggApDqEEEKBUrvtZHO/iatV5t5aH9Q3q4t3g15+Bi3EKKCwhWenIdV0KUg3KVHRNwkJ6b2AJtmNiaavyna9AblRYkKFUUJTzXUUsOd7uBR1AIIuTpoCSNTtwrvs/wBUgcPn3qd9m32kLdWpWR/NbVLjBUUJUL2zNFSdblKQQNqVLuHIEp/CWEokqUhaMjqWlqWllae+XvlGpvawUNSAe619m99jxQamt7NhHEbu5Ld59nMR/aivVZiVKW1wlNJWVIygnslWqwL97EC1gfVyYsrTtUiuUuVTkLhZOt19WRCfqo3Ggt6jXQXvtmfBEys4NdbdlRKpyrCEvtKdulSreQzH5fK58++u35vW3s4txlRm5UWnVSiReKlr7ulOfU5bKyKKbE21uCQbkDye0717Ngilg7tpA+JNk4cdwRAfqjWPFzZXFXngJmF3K0CpWVoKAIshISFHNmFxmvqYlHxVRpTs+s+6Zs3gMdCX4WZbaiNci7BSgfCL2IJNrgW2mYf3kbsML0CJg733C9+oY4/3qPlzJOb4ibEFQulRy3uBYkaXN5uXrk+fKq3Fe5qLnzx5HCCUK/DSyu41BIPnqL7F27jtnEmvmCg3V4txviOJiOfiFcKicv8AFpy7KQpBt8O5AKEixJsMxJOoGm1jizE+Dd18BvDmEqGwuahGVK8gVw7GwHqlINzfUnUDyOxhvCxPiOjcBrDmGJtUfWvwx0ZkpSfMnW1u1iLEk+QuFriPDtUnz36p9gpXNLSl12O6kIVnAAJBUoBRsBbUqA6dQANhag9kAYkYe5smEO6Heg7vBpb+F6zySKoxmWh2GkpzMXASsjzIJsbEkXBta52Y+H4s/Dkph2LEQuUw6la0OpD7SvPUaKsdAe2mh7DZX7o4GKIuN/fNZpNLYioaShpUNA46bg/pgQEgk6WAIJvf6MzF+OGqC65P5RfHQrIlbt0dreQ1zDyF7W+lrt0ONmZdkFTRoy942F8JReadw8ukMSl/ooSkLazEgkAXFr9wmw10v2BqG9+m6r3o/S5WLFwpqPFHnxXGFpv27ggg+RvYjUEg32x7vJ3sYyxk647AlxeS4qeO0j9K3c+OxAzfUouR3OgJDZwpNwvvBwvAw5vG4DFXp7SWqXiDJm4PnwZQGqmCTc3F2yQoAi4FfqcN6lztcTRvvKBiil8/herQpvT0yIq0PpTc21sT29DY9tNscb9N6WI8R15/CVUlrRTqJl4rsBAdR1BRU28jR0JCQgEDOAVGyNNjU4dqm7SsucrLm0GoxUfFXFV4mFAhKgpIKHGlJ1STdBFvMaZ4xjCi1TEU+u/aZdRqD7p5iUlAafcQBqhzKrI6kAAJJAUkXsVCyRe3UeHEnTkLnIllu5wS1vBr3uH3ghHUnPkt4b27KHYi+ulrdtLHUtBwVQcEUtulwGVrhMNK6VKObzKlJ1ACvMnztY6HZSbm8E0vAdL+2Uqo8CrrT8VDq8qVNEXJSdUqtcaGxudO5I7Yjx5ijeDVHKDgP460L4T8j+wZufM3sbjsATa1iQSNl9NitP3MqrEQm3mYhwbFpfFlVyKhhCUrQuK7mkOXBsEnxXJVcBNyPO2my8xD7QUqvYccwRu+3cIQh9CkyJEpfHfeT5qQkEqCiPmWogH5dRZjYZ9nDDkV33pjd73pNWtK3WloKEKUbk6AjS51BJJsCQNdmpRGMG4DgcXC+GadFfhZVcwhoKW2nsTmA1trppfz7EE309lhzmFSxUMzFgfdhvVdpc917D1bRTn2M0qRMaUnNYXCFhS86lC4Ul1AJBuO4F41FpcDFEWe07iFfvGnZkJlPu5vDonmb9RaNwkSGwch1dGW6k6l3nMYjx5hxyjfbGVSEVFP3V+KgZM1tRlFtB5pv27HtbDsDBmLd328FjCWLXXG31yOEmVDd8SlaIfaUetBI7FQOoUDe2wrdM6x76iu6vZNSYYl0aBgiXXpXwJrDC2pHWUOtrRfsbgA/MCNNTqTsi112qVniSnai+tD61Zs/WrvqCSNSO+vc67H8aZRqXgiXg3eNElLRKRkYrcBpfgIsC+yLqC0GySpAIKcpKbXIC3BgjdpFiNT5a6uiotZ2JUVoLYeRc9QIOh7AgWIOthaxV/7XuZnYKcz8hUaLKa+K0vx+PMUpzfT/L02KqZTYEBpvhREdeX5Apalen10/jttV4elNV5rmosTIhhfiaXmSm+vUkjsbdwfSxBOxMw1FrMpiBFiIflcVp1jqCE5tCLG9yDppbUfiLF0/bfzYcyqIxaKipYxxHPlP8hSYtXY4q2kvx1p4rNjYg9lJI7FKr69tqfFVJlNRaTKlM5H1uqzpWvqzd7WvlPp+A+p2cjPs31SqYjl17Fr1OhImu8Xl4UfK+2rvfiJIUCR30H+R2OJW4+gu0ZujSmedYYWl1iQ/KdU6lQBFj1dWh7kk6WIIO3FE3ZE1UuFQxMg7waa77+oVZgf96ioU0r5cqe9z69SvqR+BAe+73AUp2Lz9UZWthbvFaaldWVRAICT+dtfKw2ZdP3F0H7hzXx0U5Pwml2y+v6unVYkgAn12No+FYEWLwmmWGGP1GulP10+v+et9iZ3QOou3+oto9HnxXW+ayZM+dHF6unsR+Hrbz+m1rJluwKM3VHfjozKyoyhK0qsco7ak62N7eWxE/R2osrlXXfB4O3hPoO/4dxodfUP30VxrDmA3JTXW5zTSPJPzC/f07n6fU32naqrE9n4mXt4+8qvYoqjkDriwmHcvCSs9Vj6+Q9QAPTtt+PjhUZ//wBIKR1+Lt2/09NqmfG96V591r53VKy+HL5/8/4tsTIpLtUi8g06hC3+jiu+FN7a6ftv9e/pko+dQBK1D9QCTN3NAapcVyveB99pOT/xEkAj8bWIPfQkaa7TH5HvSqN8LPwGE51J8Ss3cn8PMHv/AKyo1MlYXgOUuVUYs1EVakO8qvMpl0BJU24g3yq1SQdQRYgm5J54SXRpTVSd+0MKLVEIWtiK/dCXkpFyA4LhCz8twASLXHY6tnlxDlDbbifdapn9DOVnm5XDX0LkISFNJSewVroL21vpe9j22ssTT3YuEmIsrj/AX94aV0rzam1u+qcp0t3BtqL1T2Gq97mbdozUpC5qUZeYXwmpSCdUrUSGlAj5r3Fh6W2OsUYLqlB3SsYyrMuLUUIaTAfip4jU+ju3Wptt+M4kL4WYkJdRdJBtmBIG1+1xN+lVpr4mecXS6M1WWPdb3NU5GR377HCVp06mnSm2cA3IUCLpKexuNicT8Gz2vvWCOS/UdgVFXTexuW3AUqFvqLDsQddqiipiyoDn3RfOrkfpfkU0b3SpKtDY5QDoAAT57FkbD0WL91nuwmc/6JeYKVltcWHr9CL+gIudqbtsRs1G1uJNw3u2rON+QpeEnkSlr+EtE34XBSQDfiJChcDuCNdDcX0Z9Jx1vk3GT4m6/Hj0VDDCUyIHUh9hSCSkqbWNcpFwUmxFz202CJsyBhyjOO0uXiLjoayZadw2k5tbFQUQfF037C+oO0DdPTK9ijGVNrOKIlUlU6FKQ7NddQp1ptBOaxzAoFz8vYnUjz2n6h05EPo3a99j4xL+ZWN4zU+u1l33i3VGEuoirQha2silE6Am9rnW5JAFjcbQsbYWxRS4tCxG1nlQlxVc1wOpLK1G3YXCQdACLehvcbHvtCYOx5i3Hk+qbr8EYlXQeFFUxMpFNltIVYAEkoTlNjc5h3ubk2sE9iGBjzC9U4uLc6+O0lHFfT1uJJAIKgATc2ANybjUDsTO72V72hNRWiZH4k/Abkr383WYuRHKqz53bdX0N/Xsex+u2h8Ob2IDtLcr1Z3ezeShKyIqVIWham0g3upgm+S/Y3073SLE5Fq06VS6XxWnV9a8ql5T9O+t/O+pv+O08zGp9BblUHFlbpdUhZUSoqJ6+BISdLo7Kv3uk3B/cV9Nd20zM2mtMZnqRuKxduR3lz2K9hzelzVYy5X4EyUWFKVoDmjuAXWCmwUkkkeZ77aMZpU+K05yDvKv/I6nraV6Zk6Eg/TUeR28R8Hqxb7rn4jpbyH+VQlEpHCzrSq986gkgm98twew1vYbNvdp7WO+TdM05K99zVxX3U/cJ7rj7GYWKkoC72uDeyTYd/UnQTUC3jP+YxPVFzGdGTKRhfGPDpFQmpUllD7o4Uryu0vQE9uk2UPTZQ73d4eNty8piluYU9/YerTvCiz8pd5dw6ht1JuASAbHsfodqDBW/Hdh7XGA28J4tifZ6tzUK5NS1D4cgDRxhZ7KBIOU6EaXPYL/AHP+0ozg7epiD2VvaCmIzwn0w48ifbhKuEqZUlZPgWlSFJPlfuClQHWabuISvsfH/wCJf0Iz92W7zdViiBUsUfZOLS5vFUqUtpTlOfz2sXLIIFjfRYOvYi42wzvCh1nGW+TFG77C9Wq+JePPW7FgOsMyMqU2AcStDY6LjKFA2OaxuSdm97UO8BrBFerWF4GJ1rRS863eE/nSlpSQpGYp9UrF0kHUdz5Zw9lDfJQcB77oGKKpiFxht911qU7ws2Vpw+BQV3RfU21NtD2BzemWWOn6ow3ziBSwrmDu+PcPvLpc+hRXd3tepzaEphSJSoTvLtrJGW67ZQALkXPbzGhLppuGKXuW3cttVnPzU3Ip9PzZiMug9fw0uTp6bwxNvOwHPgOOu4sQhb8XixXVWXHlIIukBRBQUk2AuRYnQ6g7YixTinAe/h192qUlcKVCXk/o2QUKZXqLqbUCNdQRa17nQ7arHjGIpfZvme51OoNBxlPgYyqNXhZ/vVNqUBaVJShRzJUpN9QUnL2IJGttmZu5ruMpVUprVBxD7xhVGemK6h2OfDqS55lN05km2oNhrcnaLindlPrOHGIDsv3gxS0ZErdSEPtsXsNQCOlWoHmNPxL9xGCZ9L+FP6F0t1brTuTMlSh03HcDuexva1xoQMTqA+nrL+ofTgW+IgJiiNPwu770ivLQuKtXj+a+h+itPUf57K5+tz5VecrzuHskKatGdr+yzgDsQSpBJGa4Ona1gAGhvadlSnW4DTudb/j/AFk/xrp3v+G1BRHazhKlv0uVEhVulymlc7DdQhSkoN9UjQhQ76G48u+10rJmpZ6hY3i2vYooLlLpcuKjpyrjz+pTiAdDm7KIsLKIB0sfXYfGDseQKXxZVJcnRUf1eVHdCls/Qj5km/awItcXGgE8L1ilyp8uBFl8PJm5dbviy+Tar2ObsL21I79rmeGcXtT3fcztRfirQnIl1C82X+4ofqg27XA9PPYFhdT+0yNRY6nxMk4QmV6qOttT8j7HCyIWtHW2kHyPmnve9x3trrtZ4ixO1g37hFeQvj5eha+rMbeFV/w0N7fTb9ercClz3OE6jPKQnOvwpzfRXbU66ga7KreJUOfrzE93oRn8Gbwp+n8en47HqG5MxvTncm5oYTqjvLwlKbqjVclIpdRy53WF+FXfhrTqnzslXYjzBIG3PFs2fWWmPf2LIVUiozLjyNI77a7HoP6oHlawOtzrqD1veDVKNRvc0DPOhISlTTWq+HroQb3CbdgL20tbYcwpi+g4jle5sRsrhZ/0UqOnMpKvUjudO4N+57HYfZ3N6kitXPEPZ+IKXhyLwmmZXh8Oc5JHmbWORfqbEKF7mxFwxvZ5r1Ln4tiOwHZXjXxYc276Eo07ZiTluNCSSP2bLU4XpdGgT6XKqzHx8rsVa/6vI08iNW19rAjU6Ak7QcHY+i0Hl3eUXFq9OWngSmrKQpCR1BQ+ttQRawuCO2zlVQSMJSFmn/azwT7mgRMZYSp/A+SY00s9KVWyuJuSLFWhBGl75ha22W5Mj39w/fMvItHXkzZXcp7nX8hcE+XfycW9X2mp+KMEOQMR7va3CQxlWmosMOJYToCHSVCwQbak6XNrnZCS94VLqkByL7k4+fM6hWX5tfCpPUAfMEFI1sBpZrEuNqy+wTHi0vEbnK1FHNMJSthalBKXkqJug9sqxYWIIBBP4bMJqlQKpPluymkMSsnwn2r/ABLXNloNuoakKFiDpYgiyowifvTE+LTlsLX447qsyHE3tYEgmxUexuBe2u2gsOIw5Adb4URbC1o6Y7qihTKie5/unyPbuBbUBdHCvzCDbFVUajVItZcgOvI+PlaS1I6kOJ/VOnnfv6dvPYq3fb56zheK/hLFERHuSVn6eLl5dSioB1CVDpUbJzJ0Cr3sCLkWqyK9P3gv+9KeunQoruThPtHO4si903GqCDfMDYntextWY9Ls9192A6h9thrJI6QpWYaeXcA6XtYnabH/ANspZ5cR1YblysJUt+VPl8ekVRal06rIWFR3Fnq4alEfCWekFKgCCSBcWJKsLVyjVSlvyv0/KozKQ6nK+2knuNLqSL9zppb8U1gTfrhdrBr+CKphP76+lTTsfIX4dQa7WWEC4XY2CiAQdbnuR6C1S8L8f7L4hqjEJeZ1iFPdzSqbp1M5jYOt97KsCQAFJJBJXLAe5m3Uj4mrKTHgSmm5UB5D+fqQnOMqu+o8wrW+YEgjQi+orN4m7P7W0vi0GWwxNRmUiHUUFcVTutiFarjqPbM2SLWOUjXYX9jHeXhys4tc3N486IuIVLfpcrIMseYACCgnsTdV0g2J1sL7aWrOAqzhKU41WWuji8Jqe0kqjyPMX/VuLHKbEG4BNrkyVbhFu09PlMY0ukz92jvvnFGHpUVaOtaUuh9MdY1A6QFFJJ0WBYaXAuTtrKlwsLysLwN9NBdfrdLrcNp2RFdVmdbUBqAbk5wdLaag63Fisd/m7qqVmjNz6NLZRyvWpp/pSlVjpnHSnQ6E5BfQqINhD9jrFLrsDEO6qs5JTCHeaYj6IW2rS+VNz2Uo631P0OjKeMfrsFyzQFAxNQazS4lUw4yjlZX6iAlSldgFAfNYfn312n1Oa1yHF94yoS0K/Sx3QlSddelQKVAeYINu+mw9DpDWHOJAis5EZ83mhSr/AOo8/wDLa3xHiCg8qxAxRLYY53KwiQ7ZCXF6BHUdM99ATYk7NH7cxRlMp6thyfK+LVJdOqlOfRwlSOAGn0/3FjVt9B000UkgEAjULzeZuqpc+je65XKzYXStiO6gOoUpNinIFm7LqSNEoIBFiAvyYNOw/VHebw47LQha8vC6i0l5IPa9lJPrZSCARoRodoiDyEX3Niikv8kvI1x5Ef8AR5rpSF2JSQFdOZCiLkDzAOZZ5cwtBLDbMYPJa59/3XLRUZUJ1UB9rilT7ahqGzmso6G5STnGpANrG/Y9zYci8/XqiuFF6lKY6MvYk2zHKVfkCQbX8trHfNg37L4yfrMWnyosphKszqGi6hxg+tyFLbCtMigS2T0KtlGymxnU5+9V2mwKO8xBqkVX9XUpa4czVIBCgC40oAElLiFA3BzJFxtkDSJdb7PEKat8bGH96O7RrjyublTaQtKUuymmFZ4diMpVdPbyNgoW75LX2H8ZYHwHjKvMY3w5LhZMnCqL8K7rEhFrcRaU3UhabaqIBsOxABCwrTGI6M63RqzhmVhSvIYRI8ksVBi4PFbKSpl3uCVMrIvcHUAJ7YEpFUpdZiYo+PFivqStqrQ3ShLjqSSGipIGVdzcpIFrmxAN9nDp9hyhh00u7DAzSmDoGI8EUZtrCVRhSmH8r7EV3hvwpjRub2N0ZzcWcBBBBBUBpsz8C1ndpvaanxYstikYrR1z4sWQqHMbW3lsXo6ypDqE5kHMQ4kZgQoAg7Ijd1v7wvPrNSwRi16jxcjqnWp7V462Zh73QcrD1zooJW2Sb6qN9o9a3X4jqmKPtbAiMc1TpXHp1UhygpOQXPDJKApteVVsroQoDN1EHOSY8fKKv95Qx8vv4toMp+fS6j/SLGRD8hPicVlNipAJPhA1BNu4IPYnwHjavVSK5RsRy/dFeRmTnlNZ4chRN0rDzYBCVeoANxc386Hd/W6NVML/APaN5dOmrRlXx7rT0rKA4FAk6KOYA9rghXc7XcShY3wa63WYvJV7D0phWdCVj4iSQeIi9wPO4uSTp3vsj2ytmRFLasnMvIkms4Snv1nEdOixZXhdlQJRcRIQLdDiSBdVrkOjqtoQe4qJmJ6zvB5vC7sTnaRUEK4S0WTw138KlEGyh3CrAggaKGoEMfY/anxfdfFXF6siErT1J1t37ZTr6a9wNqHAG+PFGF8WxKNAp2SLKaS661Kjl9Cb9l+SkpUALOgFBIUkkEAbcd1r4BxFqFd3wIYUjDuMsBz/AHNWWZrC2FqkQlyEdDie/TYlFxbUCx/ugWAvqFvca3tSpeEqW79nqpS18JUrKUqSu/cKSRdBACsqgoagECwBOMT1+BjfDjkCqOrpE1CVOsSoag6nMBcpKVakEX7HMLXB8jmkUd2jO1LFu6+txa3TpSlKq6ELCpFPdFgXQkAWQSFBd0tgEg5fES8p7PEeu37POOTH8HDkWlvtY8qEViosNZ5rqGG5DWmnHbscyfrqQLkG+hCz3UJxlhLehScUbr63hrF8JeaPPhsILDvLrIzFKlfo1aJJSTYkAXGig0t2uGMB4tgMT6piFbGKIrWZp/mlJy37oyk2ykdJGoIJGmqdqfB27D7EY3n17dzXGISOOn3lRlNIQptJ/tGRYJebPloFJudVg2EmrD719QFGFbmXmMt6kDCWLXMJT6dk96fFisTUuNOt3N+GVISoZhfpWkFCgFXIVoQ2PizFuF8US6zvGw9kwpVHU8KqSHW3eGuyUocbktksEkZUlt0tuKAugAghVJ7RG8Li71cPNNVFcHEtLaW6hbsVKmnmAAMikuJIWbHXL69wq1uW8j2tsR4Iwk3VKXhPD1XW/lRNi8XNCqDBIS42tCyVIWBe6QV6AnLYAFc1PaTn1GO2/wB49Q8cxpheqVl+gwJdOfWtHwlcUtKcSdOlQBTceYIsfUa7Bm8aZKoMViqYId4+IaI7z7EJToS7IYSCHQjKMq3MpNrEG2pBFtk0zvioOPIDEqBu9i4aivozpi06RmXFXqLsKUAkJA0CVJykaXbuCHtunU1vQpbkCs50ZEcCPUmmE8KQpJsWn2zfgui4UCSQrSywSL5qW4uKe5erV/yvAHB+8Nqje0hAxY7nfpG8mjIadTrwkyGtQoJv0udagb6jIALWsXJvW3iV7CUr3zQWUVeLFy81F0S/wFiwzKJBaWSCG37lhRBSuytNsx77d3GI8LwH+QqyFzcIVJNZiwn7oWqPnJUGFEBQVYrHDXpY9K1DTZvLrbuLcJU2qVmn1TJKh5mJ8XItTa1pAVlXl8KtMza0lKrWWkjZ7G77o+1VdybhGnhTHeCN7WHG3aNVqjFmwlJ5hEppUOUyoX1INs6dLZ2yUki4722ta7S6NyD8WvUliUxKSpC3WmkqfVpq4U2yuepuLkWBVYaYfqeMapgOVLw47UH0Rc6lxXXWlJ5daiOpkqIyD9aOTdYBKVKISUtTcxv/AN42Mqy5Axbu9fqNFoOVE+qQnQt+OcmZLnDSBx2lWuSkZkAi6QMxA3oDTNv0T+19QzqdBo2A58SqUuWxNivrSniq6ehdgglR0SDbxFVj5KXaxL94E/BGKMEcLFr0Vc2L0x1qQnmIr4FwEq1LiNRdN7EdrdxR4wrTXNPu4NokWtr8UqBIdHCkNKHXdIuUq+bMkXvYkLsAEhjWW7KlNxcL4eXCzuoaRwmitEdK7XzJTdtsjsLFGYagXAGy5QJ9sVOn2445jew57O+EsW4SY+29JYlVFaU8lKUnK1nWgFbK2yopU0fD8qgQSDck7MWZ7PlBlNQPcOIa3hpaIamnYqHUSo6b62AcSQpvTwG1gdMtrBCYhxhvBiymMGz6tCY5WPxZSEocS08wVgB5BFi2oW1IFj5hPnobdlvji1nhtVmJNYmsNcDmmFh+K87lBRci3DWU3ukhBJ8IV2B6639qY0KLEG4Soc9miLWeQlT95tbfYRkaWlpQSnMgpLa0KIKkLbKRkIN02tfz2kwd02N8G0upQGqjCxxRGJDshVGmcSO+4+s5uNHkIUVxZdrnM2UoWTcgEgClxf7QtLrO5vFOMsOS0Lr2EJ6uahxXQl/O2sWOW4ulwaXHncam42NsMe0Bugxu7AlNVFtcXEMBbSlqayqjyEBJeiSctw04EqujOcqk+BVjqde4vswG63OYh6F7SzvP13C+KJcqoIi8WKj7QxW/e8G1yYszJlTKCLizgDTxSQorVck0tVxXubn4NgOyqtUcLsLmKai1GGtNWhtvnMVMSocoh1bTgBJSlxZAPQoWCw5sU0zcb7ReKG8JNUmFiWbFpqpECtxZ/L1KDlUlIbRJALigFAXbcK02tcEHVK71fZrqmCN3NSoNUei1CkLSr3pmhIalRUKXn5hxKFFp1INjxUhJSqxJQLkdZqUTmziHqxnLnEZVbr+N4GHKa7u0+yGOURcqfddUq0imzXI4aItGefHFDt7ZQVkBN0lS7AiJVN5FewlRomI59JxfQWEZUIdkLclNR1Dy4+ULTbsc4At4SqxG2daBhXGMXC/2Xqm9eFNixXc9JnuwFJmQ1m2RxLnGIeZ73jvZgBcIUkWIJJm/Xe/uCozHFiYeq9ElKQl2fTlvQGFKI0dulKwxe17OtrZVbSxuCqK9F1IlEIJH44jR0yOI/wDCWLp+N2vta7h6Kt/q4tXhNIzq8g48G7IfBt3Nl27qPbalx9Xp9Ugcq7kR/ZfolKaUoDyKQSAde5uNQQNhiie0hjJqjMYjw5u3oM1iV/39NoT7arGyX3IYdbdRew4iA4klQzttebYxNvKawvuq+1tZwGxUWKjIQ1NgIdQlXFLiEd0gpNlK0Wgm50OU9G2hUopGzPqGTfUMRDUqE7g2VzUrDNU5JbvWhaCtepuVoKhcpF/wIFri2xRieu7pYFBYxHK5rgcdHLuwlBifT5R6EuRFuZVNu3OUsuEJdStSFBxCinacx7SmA58piVRqhiWnQmMzTqWkRZSm7m2QgJUUkW0UU973Fxo3omGmsW0bn3d4TFXpdUYTkRNobcd3IRdJIICFEXIsLhV9Nddg97y8OZmanUMj8Zi/wZj2e61Ai0vG9O93P52H4rrBhsTM1iUSILvVFdHiCm7gnUEXuH7Cww7WYHKz6jUWIr7XCUmO+OLkItZDyFAhNvMHN31AsBn3er7JNCxO1Bn4jiVCoop6kqYVSZjzPY6FaErCkgEixBIQQCDbZsbvKNVN3OHGIsqoVGVSITSUoj1mUX32UAdkyD1m3f4hUD6juGKiWGbIbT9Q3f8AcMjv+z5u+gT25UrEK6pS8nCVCnx21vsq18LyAhy9j4XARbWxJuRjH3sr4SgQHJ+77ENRi1TxNQH/ALwiUg6WSUjPmGvcnzBAsCDTEG8nCVZqlN4TU3ItWWO6tocBxQIs3xxdKFdlDMAPO9gTt/YU30f+vVfw5iPAUqkLYaTHj1aU0lDTyjqGn0AnIrtleQcitQQBay1mn01zeufzOOoS0niZGen1SjO/ZzEdPmxeS/RdLn3dIXl0AspodrgEAHQgg7RcOPYSrOKGIte+5Ut93I/MS0VLbVrZYcSASCQLpKSoC9iQCBq32nN0OI97/DqmHHqXTpqEKTKXwCt15NrJzIJCXinyN0rANuoCxFvZ2wW7gjDk/C+PPdeJaXKXwkzOSKlt2ASWJbC8yslxdDl1hI0UUWBNk0+zxHqBsdNmUljI9mCl1mjRGvtPzUJaUusJmRUTIqtCEuNqBTa4JBULEi41Gmw5P3dStyLsSVVKcv3Ij7umZRpTqER0lV8gbJzNIv1ZCSzexSlCiSWvgfdzS931Ul/ZfE9XRS33VOtUh2UX47OY3UlKVXGU+pBUfW4ubDG+JMG/Aw5ij4CKj0R0yELSiR3BQlY+b6XuBsSykKu9eCJm/Un0eRAGXjCLiOg8XDmIW5VRQlOVK7cX6Z02BHoFDMk2I00JSe8/e/VML+6cOOuzX/eMjhLd5gtMKsQHAHykpbeGpQg9ynVJScySneDhf7Of09QZcKkNoV+i5jKpVrEFNhbTvYi4uLk62WlAwFhf2hmqlPo+Jo0rHMLiw5VNRKSprE0DIoqY0UEc0ysqIQ4FEgqISSVAA011lrlLF/v8GM6atLMn4lPu232YyxHiirbqnKtTl1GK6VUv3vTm3WJzVgvhPsKOdpYBCVKaUpJVdWXtcvn4txRKgT6NKeRCiwsyJUBSc64du4QFqKkAHUaqQpJFiRY7fu7TctuMw5KclYjdQuU/IU7FdntKXIbWhwpLas5J4iFgpIGUgpAISQAGnIw1gjFuI2IsBrPVGMvHQ7xUK4XZJSVAHKSrRSSUixBF9nn06MMYlLnrr4Cxcs7st32PMLsNbxqdKhSmH1chWZXCdhSkDqLZcyjJa5AS4SQAQVAdgTeXuioOEpTGEqNifDVUpcWP/wCcisqLFUoa84UhTKVKCjHUoBWVt0ouMzakkFKnxiSttbqnfdcqoyoVI4vAlIfiheVJPS4hSElL7QN7oKeIm5PUNoeLG8EO4XiYtlVyg1enU5pSGnYrDUhhTBNuEvJeyUnwgABIuLAXIKiIi4E09Jrk+wTJeJMFxcONRMeVRmqUHO1kmJXKE2HMQLEux5KcpU2dTmJUoDMFpHY3u6zdA7Fw5PqnvGkTadNSqbHdd6VvNOBOZGYAdKk9IXlNha6D32Jq5iTdzi1qf/NziHDTDE1C2qlhypSvgSHSbcRCHbpcScpTlKSAb5VpIsV1ifBO9+fhxEWBh59ilwkLW07TpCJENSFHtnbWp5lIAvbJwyb3Ukk3k5/ljdoNvqbc3L40wbvQ3fObr94ON3sURVrTS2JtUdbVKVr8GLIlNquqS2cvDkKCFqVl6is5lBO8rAdZ3Xym8ORWZU1b6clNfS1mVMSOyFAgAOgWCgRqdQCDbbA0drFuDa8xAxRSX6dCqiuVXIUpcdTjSjc5XklPFRYapJV2uRcE7ei26DfLQd42F4m6DehVudqkVDSYdUftzSsg+G6rtmdT5qGqhe41NygLauw+4hd08OMtMO4mbr1Gxu3iOqUSo0GbFWtK1JQY7qUrNr3SQFoUrUkEpCrggWA2t6RvjgRa85Fx48utxZXSiK/HR8PXshzvY3y5VHQgKAuDs697NXx5gjfI21vQ3ZQpsJhCkNVJr7xSa9CWLB1xK0lDClkJQq/hcSi5stJWod4eAd2lexG3jzctT35tFbkJaq2HJCz7yw3IK+prKo5nYjhWcigFhsm1yggpD9Ps4Map0qLhklkmp4NxlwIG76nVGE/xeAtqQhbqm1EFQbUhxYUCc10pBsT2BOhiV+kwJUqJS687Kpb9RdVCdW0tzlVSknpKkrPEYey6ZSF3FxkAsdq/Ee9fdzhKe3hKvYYlQvuCWmq81FD/AN3KLIbfRqXgghwWUDYXAuDc/Yq9Zr2Dfhbx6RiVDiFJakJilL7ke9wk515lBsnsTdBJAA7bR2a85xH9iZzjmVUCiSoE9uBWWZVEmwuiBWUuhaUo7ALU2r4scg5SqxKMx0UkrbS26LjPeDFpbmHJXNIm/osnHGVVxdK2Si4yEWULEgAWBINwl6LTazAdRK+0NUlUtbqpEqBWYQ4Tbp0SpC9FNKOgCwRe+pVcp2Z+GMUYcdn/AHCnRZVRp2Z1NEr2TgSGibFcWaklskqv0rIIPy3JJW1FblSKjiY2u0G7muXlHwjWeLLlYoob82UxldVKkICXUoXmAKsnUU9yFAkAhQuBobbAanZUqs0tqryqFW6Y+0mVkWX47jBB5eW0u4zoupSSCQtvtcBQJoaRvbrOMsZMYSrLVLwMhbvLoh1ZgpakJcKUlnjAgNFegCwVtqWEgEEAixx1RcUYSqjlLpcTkajSOuLKj5VuzIC7lwIIILiUJ8TRsctyEgWJyPohQ28kmZi1WDh5zxLjbfTQuA7AaqlQivuuxZS6NPSvhvpNlNKjvosm4ylCgQMpAISAATjDe85qLS2HZ9OlPzcnxXZSEcXL+qs6kkEWuCRYaEeYBh7FWI/tG/ArNJqj7FXQlLU+BTpGVT6QosuKCUZVrygpvZKykJBuQgmxBqnKvu8oh+tsfF4Dq/0jQOuQ91elhY9x3GjG92wAJ12jutxgSxxVvRqm8Hh+68J80uK6hpMrIhaXrd0KQq6XU5iRlIJFgbgHYBxdT6NXp7ErC+eg4lQ6lEymvoeQ0p3xJcZeUVKRex6TmAuNU9z84kwK1Xp8B2K9KisTUpVzVGn8eO4od8wIC2lpIIyqGo00Pexo9PnwKy/7rdi4hcWtMXNzC2n4q9LIcDlwlQOtlBJN7XvrtV9Gxbc849NsT3JVbpWI6pVIk+fSUSqvFyMLaju5X1W0BWpotmx+UlNwb2OoJZ2H6K1u5ozk/wB3VuV0Kfdpr8xS3WVhNylAcBUEkgHKL6kkAkklG4sbqlGxk21i2t1HD03Mlfu2bHda+odQ6L6eHUEg28u2x/Rq/i2qf1+uLlQmI6WmpS30SEqQDoFaG2gsFGxABSokhNm6DzCrXkQQxB7Q+7DeBXuVg4CcE5xC2FVFiU3GfbUOgh8WQVJPYhxCgLaWIG19hbdfQaXKY3lwJcqC/wBTrsV1CVIkIz5u1yCQQAFoICgLkAEWBMbL3V0vGMSS1uzhIqkpfMe8UyMqXEk5brCTZSSbgnKfId9SGYtnb0JPAo1LpVXw9CRldaYitLdQ4gk3cbKQUlBJuCLKAsFBNrbEfO7dCHKjA9Rl7w8TUHehAfgO1atohRXVuu/FCOCkaqv+sjQXAIOgtYAg1OCMEYIlRX3cEcrUXEISrjyqk2p+Kq/Y2SVt2Nym6UpIAuskE7LHeEreDFgRJUqJUYTHTnn5FNZn+wssAdfYHXPrqBfQOwY27VK8iBFoiJtUfUpTXWGlJUQQbWygAA2BQUk5rZhcHYVWn+obNn9pemisjdYBiaimsb6KDTJzuGIlPXU2EoU1zT6HY7yTYkkZz3T2KSCTfU2ttQUfAG8asusT8b4mp1OqEr/usWHmRmFjYkKC1JNzdKTcGxCgexxut3MY3aaRKxG8/Tm1tZHYaZi5CG+1ihSwCoG2pWCde5OuzboGF8OYX+FhyiIQ/wBCkSlIKkqsSSkG5Oh7JOliLE2NtGrQhfQlLe2r+AEUjHs1xZ8pyqYjiRYqH3VdLuRbrehSEIWEBYHhPcEi17HXZj0GnUHAdBbpdG6IrCf0q0hKso1sT3Iub63N/XaxrtbgQGnPelRQtzKpSErWPI9reX0sB9ddNkXvT3rT4sB9rC8Rb76OnP8AK3eyRp811aEdiL3+rf6enGT7gC+9sGfOPPasw5QZ8ujYXeRNqLCF9a+pKdPCCenvY211GoB1Gfa5vfr2I6z70axNXoT6+h1ppRTHUnyVbMQAAALGwtYWvc7WVUpcXHjXvmVgiLSMUMf1p2A1wGKognMVOI7Jd1J4iQLnxX1tQJ3Y16B+lp764q/12lJWlVwLKyE2Bv3BNu4vYXX+oS0zR061sNvzNLbn5n2DwQ/XqzUePW6j8i15VJUrUAp+U5QFG9rd9b7V+I94ECstSIrtWp2d9GTIvry/TNax0vY666EXsNkvQN6GMqW79nJVERUaXyqmmmKi7mfbX+smSm+VQ1BzpVmAsQTrtexI1LpcBx2KzkWvMtDDrozpv8oPl+Avp6WttFnrCxbVaZg2Z+O092VxOVafY6c2TxqzX8vO1tL6H9uxTgpdZi8CK1hOr1F/qyrYWhSsva+VShe2l72I76jt8brqVP3gym/dcRa2P/KSm1vzSrXUDW1x2vs1caUCfu5abd5tjjvo60JXlUnTU2ub3N7AEjyJvfZftmKou1sETm3jWfFoP2XxlSavTqJ1Io1Z5cqdprvzNZV2LjWuZUYkEC6mldyE7/NFiijYocr1Z4FRok2RnizYEpLrTzV7JUmyQQD5pIuk3BAPfQm53AW8be1hyuxaM82ukcJTr/vHOpiQ6kjweZWg2JWggg5QSDqAugR8R0uvS4tUp8JEVEhK+QWvix5V2weMysWLa1IIJURoe4NyTdqyPGaabO2Swk2l4W+1FQbi1R7laXTsuSPwjlcSLZe2vlfS1jqOxsyqfCo2HIDcWjRG4qEeBCP1de1tQPMgW2hOSmv0rTS2F5E9K/ElI8rjQgfTT6eW0B553/Zf4f8AD/02bqrVFmXZcq+Ik+fiJ1r4X6//AJP5Xv29fy2i06dxaXVuK91raUn/AMzp2Hr67UjyeL+v/v8A8fQf8dpTcb7r8J7xpyZc5Urvf6kDv2vppsXuRUuzSTFqkp3C78B3P8B1K2l/3h6EdgRp/wBBtnHfDixprerSZXXK93ITxeErrVcjSx0NiAbHuDa2o20FJlNUuluOuvZEZ0o4uUqSm/rb/W3pfZeVxijVSA5FixESn8yFKlRXU/D/ANnxEEhaDbUK1sSNSNSG/kZzHNJWzGKWrYzxbjKsvu8V9dBYlLaRHaazfCItdaSc1z4uwIBSDYmxraFh2vRYsj3NzT7HMZMjrXFjyGr6LUlQAVpoSNRbuCQQyqO3WaNVJcqlvMQor6EKTIWht1fYhV0pJSfIlQIBIAIOo2hGtO0FqXFo1R4/NOqfdWtrInOb5soHr3JFhroNNsfU2IR4czVKDGJEw9jLEeHHfcP2eyMP5VuuxetbaVAjQHxI0PSTcDQXtba8qsrmuG1RqfFxKh/odYddDT7Kj2PDUpLgPqAD6abUyN5LUXdzWsJO0nO/Xl9MrKFqjvgpSvKq90rCMxSTcXFxrbZYU1dUnynHYD3Ebz8JTqnSrqT2uO4PcjTTUX2mrlMy2VCZmo9zOKN41ZlT6NKqFOoPKtfdWqy6tSZCRpkC3LLTa9ibEaA6mx2bGJsTVnC9G5+fh5HNIQla0IdzsSEerDybg6alJGYC9x2O2OqdWcUUv7rKriERV/pUz/vDTifQpXdJt+Q/M32s6TivhfcOUXFhLXwpUWlyFIiyEa3WmOslCVAnN0kA3UPPWhs8uDESm9uI7HPaV5qA+1S6SwxUUdOV1ZUlXlpcXuR5C2v4DYea3sVSs8R111b68nxUfN+FtSO/4/XZX4hqNGnwHGqNLQh9halIzR8juQd0n1II9bG3fTWsax1RqW03KrOdx5H6J1hGRSk+hKRZWoHcXHqNmVO6Eaggxs0TGGI5/EnxWn34qEKa4S0nNlAPbv6a2sfLtcbc979WdrO7mI1LaQ4jnUtPoVdOVQNxqCCDa476HTy1WdJ9p92LKYiwMHReSX4HXVlS02A1IGh1Ha5OuhHbax3h77nZ9L+zlZwxSFsVFKs2Rak5VJ+bvoQex+l7kabXAb5lq6CGzBKjQ4rVUfa4K8iEpy515lJ00N/Pz7j072J2KYbcWl8R2qZ1wmEZpCE/Kg2ue+gF9bdvO3cCeHJkVriNNOo62ujur9/a/wBdLjz12I6zUnYsV+U6yhfAipX4B4SDf8dLi35bJ6ev9bMVUbb+ZbT4ECl4Xfnxatx0TZSvvD6eE6pOewCu5uPCNToLkm5O1GcNQKNw3WpfNMyk8WLKaWepQOuoJCVJOhTc2IvYAjaM3U6piigxKXVMiIsXoYjoSU5Uk3B109BYaaAdgNrCl0j/ALq1nydXg/W7eX0H57amPKEfULScryYSUCuV5qA5S3as+uKvNma0UlxJHoQQD2I00Nz3JvU1uvYorMqk4DrLyJtOhSkvpiuvlpDiM56M97tg6pABCQTex77TmxyDXFa8fT/u+X8f532p8Mpdn1SXXnXlrWteVrMnMlVu51v/AHbafj9eL/E4dRfbl/UJt4WC8Oc0xVN1VDmwmH46Wn4E+U26qLKAsoIWDmW2VC9lC+ve1htCjxqzKwbArOLafzsqkKVCQrhBTsdo5SEKUmylNAkZU6hIJAAvpNnLdlNcJroYR+l+XqH1/gk7U8Ssu8rUosWtykc1kQ0hp05XlpWklJHqCPEBp2vYkEAy0DXqu8ScSPOXi12A5XouHn34TDqY7siOxnS2pQukKI8N7GxNrkAd7bMPAWNcZbr8JN4twu7FfqNbkcrkdjucLgC5U28ysC+gykW1KjqLDamXXZ+F2uLwck2U1wJTqFlpMhoknKsJNl2UAbkd/U67W0XHLs/BEBqLRELfRV+E61n/AEaVNOEOXsdDlsNLjNY22Mg/3Q9WpG07ByIa7p/aV3ybuYDlGgVZDDC5i32oSY+dDec5i22k3ITc2CQSbZRrbVj+0dvhxbvP3NuQMbbsqQw/nQ6xVOMpEhnKQSpKQm4uBltmsdLgi42R9OqjUWqRJ89ljOh1KsiLK7Hy0109diHfFvN+2VGbo0BlfKrWjO67dKnEgg2F/Qd7i5t2sLHO6nqLqStdY4Pv9pmNrbrLPcDcHbv8G1mgsO4oZX1rSjNxUITr/ivbtqb21Omx7Td0G5F1ptqjVaov1dCvhKj0FypNMquNStqxAGnmCB27jYAm4spdBwu/PddzxactCZGXq4eY2QSLXsfPS/mNhFv2nqpS4rkWjYhmxWP9lCRwPp4wLj8SQP27Wo07NX5Rquu/5BxGIqq72t0s+rUag4ep1RQtCkT2IUN1p2VFUgqDhZcsT0k9JAIOYAjvtQHephzFsWBRpUSkVF9hWZ+HV1uwn2VAmyg9ly6a3NwCT3Judj/CeE8W4ywlA3q4N3sUirypTWVqPPdPNNunwtOpdvdJUdADexBAFyNqLHOG3WuBXseU+LhrEL7SkuwmqTk4yjoSh5KlJWm5JykhQJvYW2Wv1baRhlTj5I+I+lrIOYUYE9mvG++6vQGqNUfsvS6dHVIVPi1QSlN3PQgZQSs27KvYC5J8ti7eL7H33/8AnBqn85uP6oxC5BVXdkMrypZzBFjlRxWxeyVHPprdZsRY+yjgmg4ywbEn1Sorpy6XPVDdfjrEd3lyQLlwKCxooXuLWFrnS22peHq1huCig4Ex2wxJ4BVEp1Zs+HEj9Vdw5b69QBN7eW3oKbC1IwfcbFm5fKeP2NqDiNrAc+fS6JN+VqRkjrzN9kkqCBa2lybAW1PbZL0xU+jRW5/N9f6JHXm6dNPP9+28t6dU3fVSqV3BG8bCb9IryJ7vvdcWrGKnikkqU2ptQUAQQoWIBCiCCCRtTw/Y33GYoitz6DLqi2F/M1PDuVWvcFOYHXW4v567B09ZRjBYCREYBxtVKpxKC1W34qGGF/P0Kv2GUdNySCew0vfS+2lPZA9nLAc+lsb6a9UJU2VVGlfc48o8qlXz3AN1XPdKiQLWABJJjMexdhKjRX/c0t+Ut9GVbUqUWkqT9FBJA/YbftvGVgveXuWgP0vAeCMSoonS6r3bVG5SUq1uSCM9jcX0uCAdQbDRqU5i+xWmun5eEsORXJ7WE6QxFQnraSw2p1SfwI/4/vtsC4/r+F69S4k/BtJXTuOhXMZWkJT6eQB730Pntjtz2iefxbEo0VnFFRqMpbTSePPCUpXntZQSkA2PmQPMEjz2Z9mZ7sCI7PZWha2ku5P7xAJ/z/btj9ZFlg7WOD7mjolVJgTf3U/c1UpvKvZM8jKta0egBt9Nba6HYJrcqVWfvTstEKav9E7IXmiyEgaXVcFtVtAo5gdNU62KPaQjtSsR02B/t0r/AMKlWSRf/j/AAl7va9VKNwqXkf4C+FIa4oUpu30PUBfsRcHTXY9e1VhLG2/dAtdbnwKy41VKcuLKQvr6gpKr9lhSSUqSQbggkbEtJrbrVZYn/wC3/U+ZPmPLU27/AJ38tiKkblIFZozcp2t8rKRmS6w/bM3+CtLgnU6aevntEreAZWDeAZ8tiqQl5eppWRTaiNCO9wfI39NNkdThs4mZYgYwpiV9qe78L50fFaX82vlfW4/MbV9To8CfVGOfZzxfA618v5DyP/Aa7XNFpuA6zA4TtWfhVFHxWHVpyJUq3gKtU3J7g2+l++39UGnWuBxfGh3Ktf8Ae81fx6/ntOm+wxykDtkCEC9zO75qK3wqsuLFlJ+El90J4aiCRlcIuLX8yTpa9r3AK/uh3aYcac4uIajCraHcjXNZ1IkdyMpQnLchJIIBFh5DXZyOOUZ2gsRapVoUVEqPwkLlXQwq5HjVYhAsPERlB7kC52RO8bAm9rd9K59qk1f3I/8AFj5WhKiqQe2VTedCmzoQoH63Frmo3/mJVNZu9ya7SfelLY5qWtjgZkZk3SpSR6gHQfgSNO2pv/K3Q4jixW8ZUak1SqUvIrPKiwlLQlOtyoNhWg81HQdja4uJVaTij3D70lRJSKcjLx8zS/u9/mzEXyE6Zjax7+R2d/smYo3g4cr0iLgjFkJDEpOefSJq0PoldviBtSwtKgL3W2QTY3BA14u+3IMZsvdVzIeGd8lUgYXcwu1UWH4S+mOmUgOrjqtYhCzcWNrFCwbjS+mi+oOD6pXp8uBhyIwhGdb7TTvwmk3PUGVi4BBNwnXuBY3G3of9i6NjJp+fXsB0h+atPXkYzJkeve2Y+etz5ixtsmsTwN3NGdn0v7J4owvNYSpaHWqa6/HTb+00RlUkAAkkggG2Y67LNqrsYHuCXUM3uZur2GazhflKXXoi4S38q2lyElpLibi3ewKgdCQSe19TbZqYKqrTTUT38yubKhIShp1fUhSBoATpmsB3OotY9hZQ4xxrXqzx6M7VveMXipXn4WZCrdlgKAWD21vcdge9y+q70KNg3BER2K1x5q2si0LupWa3buPTWxF/37FUuw5HM0UfwzPn2gt7fFaYai0nlVoRwufaUjipRpdsD9U28VwQCbHTZYUVr39S+LKloRFX8qP0qU31ObMMvqL5gfQaHaO3HgbxpTk+qS5UKUtWRORXFQm99ChSgojQXUCTre1r2iScAYtpf9DNS0Pwl5VdC+lX+HMkKAvYgG2o1A12crTaPKDS0A+UZW63Cm6qBXm5Tu81HvFGXhRZSG0IetqbLzaKBsRrY2te41K8RV3dzPny4s+JzvwM7DvCKkPJF+nyyrHfU29CTcbZ8Rh2swHfixHF8FfUpPiT9SLkjt3F/W+ziwkmLVGmGp/6dCE5HULCkqVa99DqRYEkXvrfbrMZhvBjnEqt29frNGrz/wBnKchbFLd5pqFNUla1WJVdspsv5RZSDmTZJIPbbduBfaenyotFlbwcPPsYXxQj3XNVKTzEVT4sA4iQmwK7kJLay28bFQS4QNsXV2j/AGcrMDFvKIm05a+Vm90rSohdj3AuSLA9+2zu3Oz8L1nBuKN0DWeVSMSsO8WBIWXUJdW3qsWOe5IvcAkqBsLkjaUfadsCx3HbHdj7DlZw5Kbiu/HpdQSpVJqUd3itSmbds5sFOJ87gFQGqQTl2RG7ndXVMEb6WMbtVHkkLXkW0jpSpoqBvkOmXN9LA6aXtsO4Cn7y90EVvCU/ePUF4dlSuhqou801FVmypSpBBSpsWzZ20oWALHIRkOgcdIxHRsONypTUVb6I6JkeRFXxWnmFah5lYNltEfMNQdDY6hj3ACntPkeow8YyWnZUR1rIvOnOnJ4dfQ+n0vpsj/aNclSsBuNOsoWjpRkW6Wsq8wsUr+RWlwTcfTsQwqJiKBiOgwJ/g+RbWqUpUAO2n1JItp9drGv4UgY3wRVsJO1Bh/moquVdX08NfkDr2N7g+RAuBodmGbakJWgazmKr2e99rWMnWN2m8F1DFXi/CpdUds0tzXpZkJsBnKSAlaOlQy3ANiTneliTEe7l1ue6z7xpa3VNT4q1hKspuPMBBUL9yQCnRSwLW8/sOx8W4oqlSwlwlxa3RHX2nYqv0uZtSgos3uLpWLgfMPMk7b1xKmLjLdzEw5Wa4iovzYqY8eY7ZS3FJbC+G4og2WDayl99ATex2W2Stunap99cHqo3A3g0vhYcqL9XRFT0RcwaqlP7gZUukcVIBNkk6pzJClgpSM4TsBxcL4yiYjpdQfp02nSs/QhaeG6dNW3UhbRIzJKSAQV5SdRcWwlV+FvB+zlZrc2LW6O67HQtd2szqTbJmUSltXZQSoKSrpAI0O2gIGNMObweJhzHj2eqM/dYtUfhhK5CAiwZe4gKXe5tYkECwIJsMzUVtU/cT3/5h7EZ0yPcGN5tdqm8HgNV6WwjgLSpaeF4nbJuqxV0qI1NgLaDyOwDiKRS6DhJ+jYXdRzr61NZ1rCGFO6EpfCsqWnFEdLpsgk6XIsWFXt39Upcpyg8ZfwGlSGMys6lMJNi4ha7rcQARmBK3EEi9wQdlivCnCdltT8iH5qMiFLutKVAXSUqCups31AFx5W1G006gO3kYHTXNSCLDO25Pd3hdrG7DVZwwtFbyqd5WU7mi5T3cC1A3vcJFyASSASDo6KfvExR9o6thejYY90LoiOF1NfpmlN5whSdTewBCgbfQkWKz3VcLAdBnz69xH5X9YyLtI4KbCzTOl8pXe5SAT5pFhZlbmsQfp8R16Ih+bW3VyFrRnkIcaVZCA2pQCmwEhIDeUAWNibX20vB1hu1W535h07WMLz4ETCWI6c3FXWmmmkyGrcLmulzhrSSALq0uhQ17Am4ITu6xpvVwHiOXAwvVl1vDzD8hqr0v9OxlQsoJsbLZeBGa4AChcgrI2u5uLIE/e1EpbWREGow3el1fQ4t51vQkjKrpbX38xawJtsOwsLz4GMq07KlrhOIkcVEjPlU2grJC83dKgbHuNRe97WTsGDgQZrVpX1JcXFuMp7tGqH9HLRxU9QUlKFNizd+1h6kAEd7EFRZu7KFXt4MB/CWKKjkYoMji0ievqVFVoMi1p+K02TdOZJUAPGkpFhT1mFVMGym6pWf6XRUczqJ8fIh1SF2UDmA63Bm1zXUb3Kr67Pf2Yt1js+luYolZ0LlfoHWmuAtKRfMLgkLF72v+BSLDatOm8oMaXtZaK/2gKrP3c4IflT6tytUhJU+pbrBdU4hFidGvECNCpANhc272Em95mLd0FZiRXcEUuqUivJTPp1UivlCkqUQFt5gkhQUohQUPCV5SDok6A334gwlg2exgPehh5dbw9W0KTHXyBkIZWBfIrIc6b/KoZSk5bFJsSod89Nd/m0osrdLiHopbqVNRZ6FupmQlNhHBc4iQpSh8PK6QhxIQAS5c3bIT7DOZw67HhdMwviOjYccxvhekoqnNI5ppENYYkJzi5yqSFIXYnsU3IBOdViAS7tca/zg0tiBPwxNpc19GRa1tDgKV5LSUlSQgi+gUbEahN7DFVW9q7fTuv4GF8OVZCItRzIahT4okNQ5F7fd8y7pCrdSAooJBUAFklOxtyWJ8W4jwbTcb43ocWFXpSUrkSIvRxkklKC5ZIS9dIGpBWLgFS7X2sgH2iJWJsgbvnoe9rBFLl1nDlOYxDS4Ssy4UiypVP1IC1pcuXGh5ONm4CgFJABWcV78sR1nFHDrOMsMQqDOyZHZSOJHS93CeI2saA6ZVA6A2uQbn1XXWmqzw5TrTD/ia/VSrSxbWCdB5XB8+w02XWN9wu7nEcCXKo1WqmE5Upasi2Gi61HfPcFASUhJPdKk5Te9r3Joa8niTVqNvi08sqBiKs4Xo3uZ2WiVCz52pUV/I7FUTYp6tBfuNCDoASL2dW6HF9UoLvvR3ELzz61J+OhoMKcT5BwIslZGoB1I6gcwNtmZiPcviPdVS61iie1hrF9EYSpaJ9LitZG0a6PN3HAWVA5rgNk2sb6DMTGIcbyqy/7rwczyr68iWkKLStRluFi9jc6EAjtcHttmX6bZlk4JlbqkPmk9FMH4z3X7/aC5RsUU+kVur0uPwpkXVb/APcqbNnOGRrmFwD82hsJwm8Obqorm77BDX9EMLzsQ5sx3PHaI1CFPo6gB2BKrgeIgEJzbuZouN91WN4mN5+JpsWiOZkSmFMJdSlq90hZURYoJCgpBQRe4NipJ2zAY3c7xoDeKMOVGKuor6eagOhTUr1Cmbltav1kEWuL5drVjKe5SvUtUcA8TKO9/d5vQdiuV6l4ep2MsLoa5iVHi8NUqO1rmUptF12ChbM2leQ90gC5BEY7wvQZVNlbvsE1ul1eqNKitT4tSXlV0FRS4talhWQKKwgpOhJTbydu+LdTvLant1TDjLEqLzCXUyKXI5Oox73GZCiUZSASCWyFW0ykZgK3DkLBuA5Uujbwcb55tXaTy9bVSOFIZdz5kJloaSFLaupaio6JKlqAbJI2IE+cza01ht9GQG69WYDUClwKt99lZel1PVlN7qUALaq6gQnMMpI2n4b3ZYxwRvAgYja3hIYpFeYXzSXWgp6K9cBHiOV5KlEmwLax2UFA3Ctq+86LgivUXFE+oSkOMVJcWRMRaVTZTXhUApxIKANCkDQpsQQQTs2sCb0dze9rFFWwRvGeRnYWh2nTGlONIzKBWlKXDoFgBPSLAXAuoabdXQHBMFqk7Tb4wq7Q92mLZ6GpVcolYxWxlite5pT8NTi28xIcjFwpChmKipKQr1KxYbWuDd2+8bCU9+fg3ge7prXAnwJkwr42W+XItSStJQdUqANtRYgaecm9Ol1TdzvVqVUwbiGa4/h6o9NUiunixV/pEuhSVEpBCzdWqe4IsoAtPB/tn7wffMSs1nEL8qosKjpVF4WSLMSgWIKUgpYU5ckqaCLK1yqFkbVs01i8oZQmxl8DNPbxtxkGqSanOpe6eFNxDiVjgVKZCmpYdevkCl8RKwDmKElTQaSCq5ym9wh6fgbeNS3ZbsCh1Go4hw9nXz9BlOOzIKAbpbmwXQh9bZHa7JTYqSDZVlH7PtsRHanOrOI8PPv0Va2lU6ZFdRzUNeRHEYktlISLEkXCyR5BN7nQ+6neVg3ehVKTWaCzUVrXAVI5iUx+jymy2ioX6wTa11AjUG1jsuDdUfMRbuWJ96zKmCoG9qsz/AOcHC/8AQlUpzqXZSGmuTVBfUV/EN0htLTxASb5UHUEg3BJMP7xN92F8bz5+PGZsqVKYXHXhyrKZyNx3DchhSSUKaNyM2dSNFDNpYbZxBhnC9elMVnm3qXW+EtqFWYdkyEoWOptSrFLrSrDMhy6SUpJFwCMk79vZw9otrh1nd9ienYh90KU601xeVdbUSDdAcCmwSQmwcWkA6BStCQ6kDUDb6lHsS79pEpO6fBFBr1Jr0CXKi0vEqELj0t1ovx4shSxeMtsLC03zBIKSVJVYlCyCCuvaKwe1u5xHI3XyqjOpEXFEVdUwo6uVmivO3CH6c8lYCmFlWSyhdkqUiyQQDsR4Mj7xZNVtvtwTKwVUF/CfdaYcYiytLcwGElbHEJtmLRIWEpJsU322vRKhgjeW1ScL4op1OxDKhNc7S35sJLuV1tGQuNqVmSl0IV4kLJKTcFQvsfp+nWhjth9PY9Jx7EyjuL9npprBDGF58tFIlPrS60nhBPMNdAylSTYrIBBuCOrsBch/ScN4onz3N33uN+t4XlRUKffdYOaG+m6UrbWtaQ7YC10rzgGykqACSSY7w7uqwvS3KpXpcqiVunZ34S868+ZA10uC+k9ilwkAagga7Jfe37Ru8vEbWDPsbEhUtiVUmmqo+iRwH50NJsoRuIClWU3zBJK9CkAWttqClAMmPNZvcYk/eNL3I7qqDLdxlScL0Tg/1xp2mh1h5YBIOYIQ5xFZrjIAMxVcEG+wzg32rN1+HKCx7iwkh7C+b4FUo3EdYZbucy3Iws62Qs2WlAWbG9je21jvkwTxZTeI8LvV6U+vhTWqtTZTbqEqccUkrWy6C2UKHS406goPdPDV1FFUvA8DDlerUB3laciU+mVIgRWHISor6kdakMK6m72KsoJtqL2uAI1r/LEOobHx+ZuLBe8x3GTUSVAw9KisSs3Kykz2ZkOUm+jjCmyQpBAuQMqhfqQk6bccYY2gRazEo1elsMe8VKaj5rqaUoWu2SAQkm41OguASLjbCdIVjeltOYSwbQ6iuqc4ifClQ3TH5h1OpS+AoIUSCMriCNCQUkA3feKN89GaoLH85eHvdFbipQvJNSc/FSLcRKzlXnuTYgm4KhdQJAV1FoROZi2oPzGFXnp89pyjUtmnQoq83Fa4RUh5N9dAbpWDqNDc63BGtFjFGMsR0uhe66370qlEdVFzSlZVzI47BXQeItBQm2W5IUbgkC/DCW/HBuKGm57WHqdKhPwuK67FlONPtq6epbagLNG4IcCiEk2Xl0vZwncG4ya/7OM0uoI5jiyqbIXxZDeVX6VlJUCsZiVEgFaQAQLXKRVjcAZOn3qcmF2Fd5zvINwJTyFvxU8KRFaV1N5RYgpN1AaX0sQL2BGm1i/W6XzTn9HIfizeta3UlKsx110IPqFg3N7EJII2pF0PBv8A51KNRF06o/O6wlbSFf4kXF7EeIDMNCLWO34qjYo4rbVZqNLlUt/rRwrodTf9YpsdL3BSPxuL3ZBadbarfZAfeDvnw7ucyO4nq1U90SncsV91anUNm1y0p9CFZb6hObRVgLg3v9QcMYS3yQGMb7vt4VbehSsqptGmtLdiSEWSS42FZkFYCQSqOsm4BBQok7d94+4+g7wYs+l1SrTV05+OlDsWO0Er01Ch0lRAPUSAQRa6SL3U0t6Bg2fA3X0HG9X93IWjjp4rjTqUDQ8NYLbjCrAAcNAsokgnw7F7gYYMqiBl49x/JoX2Xaf+1uLKJVKJwvhLntNv/CPcLC02UCk5SlQPa4JuQE/izB25Gl4t+0dLrlLQia0l1MJDSmE5UFKgEuJuooCkgpVqUkJAJAsLdFdw47jKJgN2J73q9bT/AEc/PmNZpC+FxFN2UkBThSFFRSAHQCChJJSZzWG91TUVzDlGiU6kTYXFfmYcYf6W2rnjPRmFHOLHNdCbZFXBSQL7C2nZgGHWuyg8GVuJGqPvGqbFCrLMpnGMKKiYlqU62v7TUbwpmRZIOWQtAshYWEPaBLl+lSSfd+xKo0pyLRqs/UYVLj54SJS8qm0ajhZlXIANyAbgW01vdVV7eDVKXKcozURiawxmfoc9paHWJS1g5k5PExIOUAq6g4Uq0JvkZeHYjWLcJfbKjVaoxajRPi1yjKaVFfTkBCnMjgC0aXBICkEXOZWhLOnct90Yu01lqg4lFvmxxifehh2rbuaNuzlZ30qjyJ891DUB7yKVjNxm1agpU2lajbRIBB2zr7NuB8R1Te/PwbyiKixSIvJYjafdSiUyy5o2czRKZCSAVBQ1SFG6UkEHYmPcEYc9ob2ealUMB7x6vh6vUuKv3jCXHPNMpAJLamylLtrJJbdQcqwLoKgbHFHs+SN0OA8UOYjo3tCVDCGL0ZslRnx1Lp0pKr34irll9BzKC23CFAnMlVxmBmIBxLJS+mQ8RzVH+Twdie8mp+J4uK6W5mVDd5ByLVKaq/Q8h1tSkuKvlCk5ADlBI0J2zrjDcxvQ3SuuT3cTYhpDCFcJb/MZI6lZ8oVcLCVhSiLWubqAKb3A15vexZvu3a0ui73/AOciKvDUp1pp2RRoHNw86zZBURnQ4y4ShI0CkHQOG90le632sMB7wXfdeLae/SH30pSqQ7HW/S5FxY3Ju5HBTe4cCkgEAr7ARYHX1GK7dUqb8ZH7e553x8c71YHEpcDFnOxX3eLwpWR1pxR1spCxlPloDcaEG2x/heK7jydHquHGl4UxlQWkzKlQUXUioR2fFKhLSfEkC5aKcwuLqKbbax3/AO5bAfFgVR3DDHuuqOp5Wrwo6XXYL6vChYBCZDLgvZRPex1UAoqBrdVAoM+JPaq0XnoqkyKdPpy1sOxXU+F1AFilQJyqaWhJKSoFSkm2y9WobBNq7cfvmaNFouTeeJoLdRvCwb7Q+7RvBuLXUP1GLl5KqMLyLbWpASHkKScq2ypXDcSkqA7KJCwUprHuBaXu5xQ/70pL7FXhZIrrUfoW8gA5FoCdFXSbpVYpI6SAbhI3WMK1RnFqN5e7SoPYexJL+LNRFj5obj+iVtPtpIbkR3U9kuAFN1WULDLpWmS4u+TBsSLXqciFiunNcrTXZi86FKIJVSpRcSCtpwJJZdUCRe46w4hRBqq9XxU3I/5gi43eJ4mYG8D4XxvWW6N72iom1TK7S5EpoNSOkX5ZQSpSFujqKVDRwBRSSQU7SnfZppdBrsTEVLrdBxLQaovhV7DkpoQ3Eu2V3bRcFRIIEhk2VqFI0UU2GLd0lGlT3GsR099+Eh11cdpL7kWbS1oWcxQtFzxWlBIyqsFZUKOVdyapqXjJp1uA7vjivrfaWmO7XIq0qkW1u4ttABcBCSVCywpIUVG5KrhsxpLMyDvVXVN6vEwHu5pPB5VpUeQ0w606/oCSQE/Ik5UpCApOqiQkggdqTus3l4Sw43Po2HvjxWs8ifxcj7ayP0hQ50LTayVJK7jsQQcpNmatjz7JRK9VKghir0taGK2qlrafYmIukNzmVoBShQJQHBkSCqysreZZ2BMT72d4MDEbcql74+VYyqWlTqglSrEjJonKRoQUrBtcaEHSthIHEVtaw8JiVUGgSsRuroLWJqC/NhZnXaXIztKbRmCSTGcSFJRrYLb0SRa58JN3qTVJTrcCVW4K2JSWmltc6U8nK6lMyI7wuptw9IU0ocNwJSRlN21MLCG8zCW9+BQoteaw3V6pT1Jd4rTSWJEWQkWKkIUCUZwojMglBCiOxsf7fHFo2I8OcXBFWpEGrxX1R2mnWOK08rpKmEOJyraUuxCml3So6AXtbKvv3ZqHuZt/cUeYiJq1QxHQZU9qU6/FlRXUoqkenT21Ibd8pCBcpUlwgKKSARdQsCAB3rftJVml0Fx2L/XZTqVZKo6iQw4tXTcZ0klQT1KuBcWBUog2L4tJwbVIsTEbtOWirvx0x5EVSlLzKTlzJZcGRb7WpulVlpyhJToAFxvvwdulgQIFZwviGbCmvpEeOmPKLrTi1araUh9KwVkkZtEkFIB7AbD0h8trS+n1DAgGHEWfhfGVLgV6vUlGGpUpH3h+jSAjrNrExXrocSq5Ng41caAKJBNrhY1TBsqpOxcQoxDTn8y4shDRffTbQhadXCPLOABYWIGWwy7Q8Y1mg1SJRuURUaX/AN4aU0UMNpCtOnrS2sEEggJJITZSbEhkz63QZ9UYadZzyouTmuFmQ621YquASVACwUCFKUPMG19tSzewwI7ZvfiHW+TevS941Lpsr3hTn5TacsVa3c7HFCToT3QFAgBVinVIJA2V+EcVSouI4kX3cuLzSsjU+K7lyuqVl4akpOVRCrEkgEjQhQAG31iWmz61jyBAaqEqtZ8nKypTSVr0SAG3nOlTqxbRT6ypV7lYFtimbhd2jVmme+cMsoXx0x1rpb6nWlLHh4rK0pkR3Sgk2WhxNupK1AhOwEr7R5gLFFSE4mhXMO7uYsCBWcUUmE/NhZpjUhpIQtt2xu6gjwAnpJGhuAbkjZcYe3n/AGy3gyKM084xSITSuAw0gJXmuSoZSAUE2uCCLi9yRpt+4vwXvaxlS26phKoU6nQmFpyR3VHiuJI0AULpHSdAtA1FjbuIe77dLjKl1RyU7T2Oa8SnVpCFM9usG5Pb5SSAL+Q2P9zTC3NjmGmPaXKrLTdGo1ERNhTU8KZFqT7iWFIOYFWYpKR3FguwsScwOu1/gXdHhLC8WJPdwxToVRYQn9BZfDULC2ewKh9Tc+oGgF3OxZgPd9QXKpijGNOi8BPxVOv5lKsOydTc/S/kLn1WVW9pCVi13ld0sRjIvqRUp7Skpyd7pRcKKdDqLDW4JtfZ2tUTzMsjMic+o4a/XaDQYrk+s1ZhhhCVLdQvpU2oak+lrdySPxN9k1P3+O4jlchgPD0p+EtHRUf7JVu9rHMfPXQfXUbcZdXgT4vvmsusLWwhS33WvDm0vYX8rg3IJA1v32hQKzhKqRXItGiLfhPtZuK1nTm7C9tATroSLjWwvtL6s4wsoNQB8RbUrC2MouMqli3GVWYq6FoU1DdSvqym/dCQEpULhJA0JuQALExqg1ys9ji/o3050fLm8tSbDU3+mvfb9XJi8rWvc2dcp+QtLqVOhSsydO9gM1tPoQRbtelw1BaapfPz87Dj/WtDq+nXTIQklJt+trfvfbMsLN90vsY+by7hVasz3XIsWnIioRma4rqcq0q9Pp+Qt+F9q/EzrMBtiBiLFnDqGQraUx8F9TRv1pClBKiAbKssg2JATcJFhIpcWe1/3pj+81IOVXfQpOh+hOo8j2stN4NOddqkSguuypq1up5LiyOpKlEC3URlOttLA5jYak7dVjdGtE+15dO05pqstxfe0ph+apLSH3bNKcUsDKPiBKVKVZOUgkHukqPe8p+6ms4yr0SBVJaKWvOnMh+Hy6pCAQk8EgpBVqL5cpsCQbkbDGH9328v+kqXRmapT105H3+nLQypGXxfolgtqBzaLAFyFDMSNNA7uN1kr7ON0uqMxVrqLqZDDWrSXnct+GEL6UEpHhJAOvnfZzdNGyz5j63W4Ai4coNNo2CMMwmM7S46FplZmlOpF7IUUhSScpuki2o1BuAJ4a9nzeX7QWPKk1jJqVFpFIdW0tchOVEdYtdtpWpc7XzdgDcG5JCV3q7wsR7r8eYalYXxZXqXQZWZ2bFp0wJkNqbV1tqSsqSbKWnQlSAATe1xtsGhfyje6WjburtHEWKK8xHUlpCaW3CflPpIBD18jLaxcEqQcqgCQARl2sloY4MCgXPMtd7uN4Hsv7gp+EqDSeinR/uEqH+np61qCDJeZUTxWUFWZ5QUPhm4CgcwyhgV6LiN1h1p2K+inNZVusNBLTygrsUglOhWSSgBJPcA3uE7y96tZxvXp+PKpEWtb7q5/CaU6rkWjcXT3skJNlWACuo2BJGxxuHgxfsk5wmURUPyOKjoOXKb5QDckoPdNtBqABa2xyeYLV2Zr4ENHUf2Tv8ACduEpH/jeBKkJ7q/D8PO+n+W1qIv6T+E/wAfXbnybX+P5cuqVa7cZiypbY4v/q/ZWbt/l3/177dnY/wnHZXQhHjz/Kntr6a/jtcNwuVa4rvg/wDJSlOtzfT6WOnn302AMU718EUtp+l1RqqIWxl4UyKjitKuE3Qsamx1t2It59gKyxU9wtFfdbEuY9Zo09p+K78dGdUWQhd2lpujqSoGy03SQQbgEWIBBB2W0zBEWlypbvKLhcfMlqQ6/wBTiflvqUn0CSAfO4GpKKPvIwHPn+64FJWtaMqkOtJztZdMp6QVpSD5FByjsANNgffE1WcW4jbgT+BFpbCelKZSHUqTfRwFF0KAvom5N1apAGqNrfUcZ4m8qLUPwJWSqS7S5USjRZdL49UzOr4qlJfbUPFYHRxPpqnvax819juNKn1SO1AqD8LkcqecaaDqEu3JTmQkjQ6adwCBY6gsnDWH/tHwKNFdW+iE7xecVdafQouoG5IvqDYdrC1jMq9Jpe77juxfjzZXSpSr9Kj+qfL1sLAC9h3vYaeuteIubRnxgCrDVUqnxWqHK/pFpK3eB1IS6kEFWZRCQPQmxIUgWBAAl03d7VKXFRxeSpyFpT1SJA6rHU3SCPyBHb6W2uanjqsyqC3S3ci38/VKQlCVtp9LpSNbaFXc3JJJtYdpUaLPdltOy186h3qQ74nldyM3mq3VY3uNQewOaanc7EPEjexEnrw5RnXeV+0K5srIpSGoqB8RIB0SMxKj9B3FtOx2ifCa4HIU/rX+i4ro6tB3F7X1Bvpc+gvtETTvelU4TTPD/wAbpT2Nh/npb9u0asCU61wuNnbY8K/l8vT9ova/47Opo0q9TkO2fuJEyoE9jn2kNvozZO+bKDqlQV1W8rEeYtpsPT6HS5TsCe06+ht99KXU6LSlKgQojt2OoSe+m11NblO0bhT3VyuhPAUu+dv5bBRvcWA0Pa4sRbYixVu+it4DpOKKDVs9Hq6OVkOrV1xZgPzjva6bHQapIsNLEH5EfRtyZg85u/wlQf6Uaqy6i/myp5fLlbubArQFZk621I76XPbZb7wVOu1Rhrx5EKyf4b+X0/ce+xk1hnkJXIT5cpC1tZuhZyKV2Hlr9LHzGne5PSNzVZlcfn6jFQxy6JsfnGM/EYUe6VC17KNtDr6Em21q7d8H3hF3TF8q7SXWvn6P39v4+vps8qJhmLPqj7VUifdeVT1oVlT52F9Ab6W+vbtbZdOYSgQKpE4stH3VWThNOryOeQKToR9UnsfU67OKEvhRXPHw8n/mfqRb8PQdtrUKvcEzNTZlspObOGIDsVye1kYQ2rIjL09OunfXW2trA9jrt3Zw3914rXAQjNlX8ub0v+H5/TazkQpXuZiLFa/ss/n1KNjewF+2v1AB2BMT4V3q1R1v73FRTlr6MruVbdvXzIt5DQWtrs9qCFHjExWzmccYuymuHQaW0jPNytcVpefN9bGxuLa+VzpfXYswbu4rNUaYo1LiLff4SVO5LZWUdi4uxOUC1hmtciwBO3TdnuwpcDEbc/FtWzsZUoy8Iq6tc2tyQCOxAuLDsCdm5vz3jtYNpbe7Tc3LiwmKpH5irV6OvK640sEFEdWimnU9yoatpNk2WSpCADhMmMdveNkz9vFr0XBtZl7vorMWVKYSlqatp0q4alIBsFJNwrUX0NtQRfQL/dzTZTs9trr4COv9ZOYef+V/pc27bC1fwDFpdUfaiy+S4C05Ex1pUnKfQJI0PfsbeZPfZibpYn9KfCdzvoUnOtaMuW4IvcXBv5W176d7FQ+o3qaxTp/AS9xg667Pcdaz+Dq/V0/6X254NrPFgP0uBE61radzrdObMNFWPY6GxBvbXUdj+40LsBqW000hcqUtUVpKulWc3Fx62vfW+gNtjndrg7DmHKM21Xs63l9amvFmd0Hca+o9O/nsxf4jfMiuztgwplYPo1LwbExHFpM2vSn1JalLaYzIirI0DiQo5Ab2GcAKIsDfQx8Tp3fVnAdN5Wh16g4hhKQie6+6H47zRBByjMTmByG9wNSADoQTY1rrTUqitUakohQmKaqnSloSGlPJPhzlIBWpKSADroe4tYVs1mV9l8QyqXEYQunQ1eJeVKk50pUArtcpvYn6anQbebY2Nfsbkewf/UZ0Dp3sY9zPWMMZUGBhyrYNo0RD6KvmalSnUL6U9iR2IXdI9AANAb7KyhYVn1Se5FgPfH/sl/kdfL0/H87bOWhU/Afvl9rHjKJvOqUiO7x+VS2q4AWlWVTS+9squwSdLkE9JFNr2HJTcpqJh5+lwnciJUdKVyG0XuQq3jRlFrEGx0tbTbeRvGeqRARzONLhNUvC7ErFDMWozYsrl1usOjisruLZikhRPSSDe+gIIF9mvTcX1TfTPwu1KpKP6OaU1zD7ueO86ghIbWFnpUArQa3tdIFtAupVfC8qLxcL0mnTZuTnVoiwxwHI6iMyMqepIBVcKCSB1AqRoDFwVUpWCHZ/wV0uE+tL68iVLSrU3IGijYCxBubWtrsOwq3i0HbWhjwqOF4uDcOYzwk1EYlU6qRVvqdgSsq4aHAsMruFE6KyAKABATqLEHZLYp3gO81TZVBxjiiUiFDQ0n3tKzu091JILCHAepu6UqBAFwbG9rm0whXd1TuN34uLcTzcNLqMXhe9oTTk2FIQopyiQwopdRYi+ZBBBABSLC+jt13sQ4SxbKnutY9w3W4qHUymGoqjIjzo6gCQVZuIySDa4BIvcDtt1BsA2DiAt4GJjBSZW8uBLrzWIX5WIaXI5ipKlcRapEO2QOErUetBCFGx1RckAgk8lzsUUZ37R0HEM2Ehh1LUjlZhVmsTZeir2P10vexPYen+IPYkwHAo3P7oKT9lKuw0r7g66X4ry7HoKllRAPrcgg2IFzbzG3i7rMR4XxbUsLtYNfp0qFM4XIIT0spvohOuqAPCb6i22mo3ciFCK6Ymt9z++jEbX9F43aRVEIYadiymrNSHkECx06XLak6A/sudK0atRcRwOaozvNMdOboKVJUR2NgCk+lxr5d9sM7sMEe/qXwt4NRXS5VLh54+dZSlxAzrAURroARre9vO42LPZ+3/AFUdxlPawlEchU6lxUtcw6vMlzLe7TiNULSEpOo7Eed9B6e91Y7oqNPmaFa3A4Xr29CmYtn0OLzTDvFdd4AQty3bMR4tbEE66fsYW+quwMOQG3WnUIWx/wCg28v+QP4bR91G+aLjzDn2jqlDRRJvVxWkKzJ7nsDqnS1xcgG9jbZOe0jiR2susQIr3E4+bwfx5/x5bLdT1KtUQvs8RvSVMr8zHPtMxGmp9NddyMdKuEtSPErQ+Iaj8D6HX0AkYmrNUoPF6OahNZET4Shx0pA0zo7OJv8ANcEd7m2zd9tfCEprCVJd4S2JtOlJQpC+lbdwUq9CU38x29Nb7ZUwrT69S68w67LWwv8A8XqSpHcgg9wfT0OwChZMiTZXuMPoNdn1SLxZ7vNSkdPNZMruW/YkWvY9rjT19ZPvSU605A4KJSF/I78qu3n+3Sxv599u9SjUaK65VML1GFnlZlO0uV0dWhJZWBlKSdMpsdbXJ25+6p8/h16jPU59GdSJEXilLrah3sCACfUAnvoTtlMX38iLum3gSJhaf7rn8rPZWxnV0od6vz176eY+uzFnra5DmuCheRSVrT+snT8LX/dfYDqmLIsqKxhzEcRdLWtaV06bKa+FpfRLwTbXzF7i9yR22vJtbrMWjcJ2nrfRmVnV4uGntcKAIt2I1IOn47aunHjC6YbcwyolQo1ZdYpcplb9OfTkyr6svq2b3sP2jS1u176obv6Xu5pf/Zyt1enUF91S+VhyFpRHUs3Kw2SUn6psDb12UlTo+N6PS28ZYSe9705nqdaYT8dvzPQb8RIuL5CVAkdJBuGlQd82F8eYXbo1Up0piblUjOtAUjPbuCkeo+hB7gabSyLicWrUGUuGN9dU3c4jgO1TE9Lr2F5ruRUh+K2tPCNuzqUlBTlJCklNxrcWBOzhxbud9i6tNU3FLzT+72VO+LFm0Z9xmApRGqm8hU0nxX7AAEAgCw2TWIqZuqapb/vRphzOj4qmrpVm8iba5gexsCPW2yqpOMvcMWXhely310teZbSVr+F3B1bUCkqvcBwBKrG1z3CaqKye3xBIi6hMYxNlYW3Xbwd1VGf+zm81/GtBqKlyqXWUSgrMkAhLTl1EZxbxA5VEXGUnKLqvyt5dZwHAlRagxCr0XKiY0/ZTDyTeygCCM2gIKSBc2I2z77Pe9CVwqtgil1BEVb7XFixXV/CUqxCja+huQcw1FySLW2YSN5cprBrcqVEmyuArl3WkqzqbXqD210sbKGtu4N7bQRubmWroCttMFKl7OuPK9KbxQ7h6FiWKj+tR6RUm4c1XotsKAQtQ0uklJNjqonYK3g03cY1AbddoeKItRhLUh3I06lWe/UFx3jcLHcpsNQRYXJIfVt4tZi4jbrOF6tNp0WU6ppp1EpTCVW0PnlDhsQEkEXSQQRfYzqlfpdeacn16t+8X1tJzvyllK028ybKWFDwka6WIFtA9SmPcaCYgFh2ixWqzzVGluP0tfTzC2DkcSdShxCupBAGoBI00I2P57tLgOsRazUKfUaJKUlOZf9dp+osW3CDxEjXpczWBI7AbLLEWK69RpS4FL+Gw+nMjKgLzJPa9tDp5i/b6WFDhGFijEdUb5D+kWFryyE/7O3e99AASNQDYny2adUK8wborTUNF3WUvhS6pS6sxNyfOl0qS8gi+cW8N/wBU6gj0AuvRSmotZ5qBVkQpTCl/AkIzJy+oV6EX0texIuO+1rguqVTAcqRArLL0VD7SWpHzJykmy0lIN1DXsTcG+ltR2r1aBAnuSmpedfV8Vq3Vr5p7C56Te2v7DmjyfAkAbeBJOJn3ZWF6tFal5H0ZXcqVZ2nshSuwT4krBBI1scwFlaWlbpcVchVG5TVPQ/0pySIq1tOsr7BRA6VpIsL+IHyNzsIYbrTVZqktqqZ4qJqlIXwk50JX2NwDmv5gpvaw0Nr7TMHQ6pz78WLnQ/FdyNSkLGXKrQgX+h7a3HkNNrnxkERkbzqq7WZTmI4rsrkqjmTMYyoSpuYiwutJ1zEdxdN8oNr7fW5XfDVKXPc3QYtrj6KDKVzVIfdSpTtPWr5ktqOZTROi0ixIvYgixOU4Zdr1GiSmsTsRZr7Sk8lPjlUeQ6hBJQHkJzIBF7CxylQABGm1BU8KQMZUv7OSsPceVCd+6vps6plaexbcCgRZQBBGlreYvtwuIMkuF9zQkSgT6XFiQOKwta0JWiRFdDrDydbKQoWzIIOlwCPMAggF2FGZXPtuu8BHDX1IUjxJOhHa1j5g7LTA70qjQIDVZefRKYSpHFR4VfRYIuCe17akXPc7NjB77U/if7uRXyq0vqD2I89beltNnQ+4SE5bMxHv2w3hzd97Rc6sxWahTpU1CajFQ6gqjuLUkod4TmgSsFBJST89yNST/YmYxHjLkKzgfHq6DKgvpW+t2O5wE3Z1WrLdIQBbMoghI1IA2bHtgUSjUHEeHq9iPnfc9XdXTZUqG0FLhryBaHrEEWTkXe/lfv5B+8lv+bTDlN9zVDI/0Lp1cpaMq46+EoId4KzZSSU9QuSArv3vaOY8Yvk+znvzdxb9vKzLpz8KqZOarNIkIfQpSQkdQSAc5AFlAWNjcg2BvhWseUGVPwvzdLqlOlJ+9OutBSE30+INVNkg+KxAKTqgXv8AlFx9ifCVeYnRpSMD4rWjPM92sFeHMRMrWFFcmALmO4bm7zIJClKKkgWOzgx0jBte92ypUT3RVKuvLzsWLxU8UgnunR1sntqVAEWBuLBf8GFrSct32M58Wgt0bG9EbxRQeOlDsfmg1PpMrsDEkEgpVbqSM6QQcpsCEmu3rbnvdcD7ZYNqzFboMpfFQpTAjvx0nW0hsJypUCTdSUAA6lIFyOm6yt4c3BY891733otbwhW0pjrqKUl1qG/cZXCk3IaKicySPh+LVNyl5Y0q+A5/vLDmHHUMMcJMhhTTuZpxJTe7a0nUEEEanTsdLBW3Tr90W1lSH3MYNbrnWosuqO4sfbc6XVwJTQSlTRGiTYkpJ+VxtVjYEEjQ/NMqlUgUH3XxfuqHeK0haApSVJGgzWHa/bTy0Gm19iSNKa4lGa4i0NuqyrzhXDuSSP7oJ1KRpcDQnYbxFRZVBittV6JNQwvL+iaKXUpWSQ4ARZaQfW9xYDQCyfcctsEwGtezwSfjFWr1ZqjcrjLXKQpC1O65U2IAKj5A9io+tr6jZzQsRNSor8+LkQ+9FW0+w7bM2pIAsR2KTe4IOoP5Dn7MdDda97c/SYtRbYQjiyoqxxZEc6pdQnXOAD1tkhQ1ygkWNPSFRaXvffwa68xKi1GKrhNLWOFKjqItw1A2IHlcAg9yLEFiutgw3R/RoyHzl2nGFZrO7mmxa9h5inPxXeE6tpZy5cmVNkkaEHsSSCNLajbf24tECl7oKLOa6GHIqZC/z1Ov4nbz/wAdVLlaWxhx2J0IqSI8df8AatpUonJfsSACdbXFjYdttNY33oNbgvZVYr0CXFfc93MR4sKe6UJkOvjK2ltQBOa5By2IIB1FttOpNpzNN/KILf37RsreBiOrNbvqT7wpFInuw/eiUdLKkHIsqVqAA5bpNibaXuQRPeBjavNbh6TPo0tCK2w/CS61lR4CHVEhKtFNlIIKT27ixAIy/CxFi3d9WXJ+HKjUYS5rSkz0NRVK5pB1u+yQWpFu4UAVDsAk3GzprOJXcL4Xwv70lvyn31JWqUhJVxssYharJCQnqULoIABJAAIGwbVHJi5qSUe7HeBijeDi2RhzeXhOkVenMZZC2pUfOvJcruy8LKSR3SoKsLW7a7arxnv0wlhzdfPn4Dq0WowqWwlc2L4pVPaFkha0WCggHQrsQm4J0sTkLFWJYsXh1nCUuEjnUKa4sVISnMPPKm2RYvYpIB8VwDsF7tsRNYDx4xWcZM5/ejqmKjIyBTT0dwELCsgAF9CUqAJsbi5tsPTnaYp9OXJz6jp9nP2paXA3qz/tbVprEWvZIsdp137q4/nIRn0ypdNxYgAq1FzbT0cZpDtZoznut5dOqOTp+ZOYdtCRp52uLG4Ghtt4sY/pEDd9jytUbCT0GqURbTUqAh1IfYkQH0Z2xodMhK2wQb9AJJvrsv2CvbFdn1mBuW3oPPsrlfAw/Vlyi7mXqoRZBUAoKtfIq5BAykAkAvoNxgLdOqrlZfe1RWN79MwvPlVTcu3VKoxmSxijBbqlLea8I5uLkC9Lm4IUlIFwdLDBNL3pY8pcVhr7qw5C+Eh3l8i0qGigoHzuDcWFrW7C23qrvt33bud3+LX8Lbwa25hd99ritT3UHlXEklNytNylQPc5bapuDfTNu9b2ZIu9/j48wHLpGKETWuLxYVRZjreT3BTIaStpSwLlPEACjoom4IR1Rw2CIqWbG0jiZCre+feXiOByDuIWOAx40NICVfmFXAB1vYAHXtpY49nzB28bn3MRtZ4VOf8AFzDpRzivlcyDWwubKIFvK42t6FuSwvug5/Fu95nlZtOd+BDlICVw9bJzoBKXXlfLYlJ0I7325fb3EeI2p+I6pE910HKrhR0dLriQb8RZ0sSLdIsACDY3uI+mDVHHzNWnRo9fHzNd7u9/WA+L9ksZPLizVuqjoaW+ZEeVrayVKJsu1rJuQry9By9pPcW1WaXTcUbvqSurolZ0JYadPNQ1WJUWc5Cu46ml3y66pGu3n5Ar0/EeI/vXAehPrU0/FmLzIUg+etzcWuFDW/mb67d3f74MWxaM5u0r1cfXnaz0uovvtKdjuo1Zcbmm6AtuxAElNlCyVrb0Cs5P0BiyBGkv0X6qeoiPZ3xxVMEY3ruF5VJ99wuElNUoM/PwJiOvM0tCx8F7pJQsZVoUkaqSSNjXfLu13fT4ETGW4KXFoM1+QhTsWY0pqO8hZ0U5kBDDyCChYACVGyhbQ7ScZ07Ge77GWIZWLWafFxrV2ESEJVljx6glkZW1MEFSClK3MygFEDMSLGwJ3HwvwoGE8R4jp78WnYlhpaqjUBTcprmkMhXFYQpI4qSApRS3dyzalhJ1A628hP0oe6/6hYnMVezjvBxQ7ExvQXaXCxCuOjirYlf1xoJADhKUlDyxYpUct1Jym5UCnZQYq3P4yd4nCwctio51JXyDSJUN5ehuOBnU3e/chNj3BBBO6MN4Hao1LkNUGoTZTCHfDFQcjiv/AD5YBCi2vLbMlQKSNClQsR9Yg3DYd3gOt1CssypVR4CVqqNJme7apkSPJxKgXEjNq04SOokFBFznafrT1Ps1I4/Iiaavadr/APE84H/tJheeuLvBw9XqChxHC592G6lUdQFknUZXmtQCkG+U9JBAG2mvZgqdUpeF3MN1TEzmHn6pNXKw5W4D4UwzKDiAlty4KXI0nqSTlukk9ibBoVfcJvBacciYX3uYy4LCU8BNXYYlIZUToVZmuIUaWKiog3sFuG9vzEG7Xe1S8ERKNQcPUTEMpiUl2RClQ47TryOI44spOUNLUVlJBAGgJIC9NtSvqmltOM/5jK6ql+MyDu69rjGWDcRxMJb1adUZVOYfWlFUXHGaO7xFJUy9lBSsIWCAoKWUi1ye4euDPaAwli3BGJapXq5ChSuLkajynQhSUKIDZuSL51EAHQAkAkaE5ir2D8Rte8qpVGpVBRVFpU7AnsKQuHKSgIzBLmYKSQlIKgShZToq9iK6iYWw5Pn0avNe6H63h6Qla6XNWWkyGlaFlBSoJlMklLiFIVnbUhOZPSEEVunFt6uh8fmT9JW/Kzcs3HuDazhKJS3eVmypsVTvIOqyLcdbbBebTdJ+J3ukg375SNdvmBCn0vAc+VulyRavCa5qLHlNIysukhRZfSkkJQvsVA2BJJsLEYVxvvzr2HN4zk/DmGHEQuEiF7tm5ZDUhi3WiQChKmnQ4cqVgouhKbgkZUsrdDjuvYy5+qYNxD7hxLSMz64rspxcWdALl+GUrGjrdk63IKdCQdQ6NP2eUl00ZqOVM+4+J95e/wBgVb+dp73QuLIWqOuLCddj011N0lhxSAVIuCUFWS5IJte1hdvdzvQpeA6zugdFRp8VcpjFeFa9Ha48OO8FIWrhWIUAuz2YWuS6orSgEE6jk0f39g1+s0GJS/tyxFW7KW00EJqSU2Kw4GlBWYhN8zZC9L2IFts/Ye3wV6LwIsqtzYtI4qVo5WQJvuuQqw+Oi11xrqyrBCSgKzAoJJMpvHucnB49zSVVxNRqpi3DWI8Ls0taKvTX4uI462i063IAaKFrQcqwHEqesooKXABe5AAhY5pm6rFDVN96fdaph53PS57TTqZlPUbXbSooBU0pKcpRcpIAsNBtmTepWJ+6agwd6tGexDTqfx/d1ZpC0tvx4b6/C4ha06tLWAktkEnMCpKgSoS9x/td4SxTWDgN2rysIViapK6TJW6PdFUd84D7MgOtw3F5rtOtgJKgErF7BRlr3+4vqNK9pzmadpNGo0We3XoHwG3+h1ppoZFK07C3Sr5rADWx0N9umLsPtYodbaxbEYq9BydbEhpCnW/7/krsTqCDr2Pcqeve1nu5gO+66ViGn1Goh3LIok1Hu6pRXQQFNWSpbTtlAm6DmGS4SsEKH7J3r1ms15iqYXa49LfYS6t1NRzIeRfKEOMuXW2+kiwWDY3GbOCDsCyhF9zLs0Tq3MO8J4EwHgOvNtUGn80wt1TtNVKyKfiqULKbS5YLUCL2zXNrgknUi+/SrYj3c16k16BRMNVrCa15JUebC5eVFWAbJRKbGRPnlzhJCgE3VmBE2DiSBi2K5A9xypr+TiqhrfC1OZfEuPxMudSD420qC0EJUG2wQTTpb3gz5UujO4hYqNEfQlEdFUupalEhPCK1pzKuEk2cCyPQG42FnbJp09m/Evxj6l4owl70gY9Wilzmvu7q1ZX20iwLalEk5kG6SV3ItY9rkfYmVlqltxcOPRZqFpUn3tNdbyOOpAABy9KVkg9SALHv9OKZEWvQHKDPpNL5XhcLioaLS1ZdEuJUn8LBfVcCy0EaGCvElBw5hL3W7ghdeisKUlUiPNDSmV2FkOJzJyocOgdSMpOgI0QbJhjxGk0S7+Is8W4plVmjfaiLvHlIrdOmcCRFiyFMJ4qDZTYUFEcTpXlUQpIIIt1Akgk+03WfdcCl4jwxSMZUvhJ4qapFWiY2kWBKX20laVJPZwKVY2uT4iGYwq+F3aM/Wfdy6dClZOaaadaW+4kaIs8UpC1A3SOIAsagkEaCWFt4e6/E+KGMLxYi+Px0rRNfdVCRIueqwCs0d5PYqQciyMwSUqINBpnLZBmkujrEYWLmd328Dd+/FrFPfYRS5SKpTpGfiupjkEqupIBSQAbOIJIISoWIsZk+m7tKNiOJWapQ8V1RdbaYntVRieX1tvkDI8y66QXUGyQpKlBxBtoR2EqputrNGxHWqXWcQ1TDUqkP8eKmrwwth5paMwdCmwEglSkkqaBSojVKSSk3+ODvLqmDaTVML1Gg07EtOlKh1RiPKCqTWmHitOdJKMrKysNhSFcLKoqzBIXfayqc7TLdjPECq1Gwl9qGKXhLENRi06VNVzVNrcPL7tmKCjxA4joMd1RBBBSUk2Wk6AaP3e75sUYDqlSi4oic7Fi0vmmJDSAqUppkKS8k/rLZJQQo3CkOJA0IIxTU25UWqS58rFlUpeKEKUl1aYZQqHKQMxZkx1DwHNlSBcKBCrKBudLeyVj+BjLhysW09a5VOadjzFxelLybaqSBYFRS2lQSBmGo6gBs0ibTG0rGIwMSYTlboMWv70MGtP1HCmKI6ptJhx1BKabIUgrfbhqAKmQ8pWZIBKCCtJFgBtkadQMOYzxG/iOBMYpFYlKXMq8BOVKG5itXPhk5k5nMywEkDuSDc22/hSRu63s4NxDuInPMvRYT7tNd6SlMOQh4mFU4+TKtnOtKCpLdgHUgpJub4+n4lFGx5Lo2MsBrRNYdXDqkhNpD8WUwtTYXxikLWhSwQlRQcwIUbagXfy+2EVVz5Rh7rsTVnBsWXS4uIYsqiVRCkz6HKQFQpzR0X1IFgrsQoIS4ki91AZTNmQ5UCvMNRaTKXFlZkR5TS8zrKbAjiBIAcA81IIWLA5bEA1FdwZu5nwIlU3fVxb9em51yKCpgpVO4di85GShKZCX0ggqABKwLBABG1DExTVMONRKpQaixVKWx4HeYW0/HUkkFBIAUktm47JKOo2tewHZvRjNdaewI+cDY2dpdGcwlihpFRpc1OR+LnQlWe/TIYIskKNs10gBRuTrYgO3hS8JSnW3YFQZfRTnUrVHlR8i1JH9oDfpsAQVDOL9wdRtVKxxKrzrdUrNEhLQ+vomqSOl03sH0tgdRtYKIu4dAo6HaixUJ893mqC0iawjKl+mypvUm2oyqUgKT3GhNrGwJ1IqfMbWlTSiknEEGN5EqBvL4uF5b66ctr71AlOlSFWOpSo9abWKgoKKhfQKFgXHT8bT+aiY8o2HkTac/HTFqiItSyInMDvxGSMiVpy3DzWRSVhJKbd0Xh7DWMsUY3YrNB3b1Gl8l1u5EMJTxQRe112UkpuDlCknvpcEvrCFFgYSntysZRH2MNVTqVy/ihyDq4hbaCXWwFC4cSCjqAIA2tSiVfbxM22yqnOYY71sKVTeDg2m72sGy+aq9LaamJd15PE1LT0qLim+piYyOhwAEgoCgFAFJr2sCNYtoLcBp5+L8dqpRVLSlamXR1EqbPTc+FRbUEkEkCxI2MMF4ii4DlONYSq3v7DVUzOyIqWhxW3wP6wlKbJUvLYKAAWoa2XZIT9vQ5XFcawRT0PvynfusNLvCzZ9eGgmwTpqM2VIFgSBqGmMydbrDhewYjcU+zrjJ2s++ftYhcKLm4rVGacYkNoUixIKFhaQCRdIBGUWtY2MbCWBsG4oxH9jcZURir1HJxWsQtQkofcYScqVF5CSgk6DKQFWvcEG2zIew5iPDmLXIuN6jiGgv1ePwFyHYrKUxX0q+GVFANtCpOYFaLWuU+ImmLsP48i4N5rC9boNRz5sk13hpWy6Rq6l5BUgE6XzlKCRqAddk9+D6gqNRd/8AtP8AMV+LPZdoMqK3P3N43mzcV4e64sVpLDSag1kCQyly4YzixSA4A2ToctwArqEK9hes1qLi3BFRoMpDq2psKowHI7raCe6bkhaLm6bZkkABIIIudYa3Hb38G4tl16LjKnU5+oNff2neI0tV7WzFKrEjulSrghRHYkFnwcAby8Rz4lexvvHi1FlhhPKtKU2uOy7qHXWXlJUpTTgIu2rMEFKgEgEE9jcOYe5zswTmK2HP5qly4HNo482OmQwpPWxKUEZ2ZCLghLlwARcAg2ABtdU4lpUCqSmKo7ERyVXd/pGE60UpjygR8RlY1zZupIIBSoEFQJA2aO87Fk+LVHMJQMHU5E1CUu8/TrpiqUq/xEqSpQAN9Rmt31FiQvai3vLr2CK7FoMSFzT7qmpDCpjeRKlXu4OIbHyuTcpJBvYglZqwp8JOmG0ZeSZGG8L0tr3pVKIiUxKQlqRUYqM3UEFP3hKO6sp72JSRclNiSvMVxMEcWk1nC9OlSsjqUcJ26c1rm2a41zKtcG4FgSRrsfRt1u977ORJ9Lw9yvHaRx5SJTbrTdraOJzDismyglaDxEKt0qBI2s4Psn7y8UQG3Xa3S2PipVPiqSVKVqSlxKkq01sLG9wm9gbEGXUqi+Zh7L6wvvmfNLTuqi0uJXt4P9HLiqSthjijOlR8kqCkkp76ErAJt6bR8Xe2Juqd4cD7Jypq6dmaakTISM7OtyW3FDOm5sctiDoQQQDsDb+t2Ve3SyoFUx5TlrhP/dWKpHzvsOeYbUvuhzKPArKTbTMBcpuKxRp9U96UanQqowhaVcrKStSFI8wRooadr3sddRoT1st4zBU090b2P9pqnd1vgi4ylP4o9x1FbCE/1+QhMdLiB3yEEBYAPUoggaa3BuPbxfatqnFbpeCGYvK5E5pUiyVZtbAXsSCfmIsR2te5UtTxRjKvReQnusMUvJkRCSjpb9MygApdraA2TbXKDrsJ4aoTrvN0bEdOlfDUpTS+LmQm/wA6c1wE28hp6gEHa/bhjokc8iMyrY3rO8tpt1mJSPeiMqX6XIhNlUhX+0YfUrK/YkgIJbdtmslw2G1HTN8tUwlFnxZ/B5pGZpqA7TnIq2V26LErNwLk6kgAdhsBVfCjuHKyw1FqHJMPqUuK6hZTmt3sdbEeadQR52uA36LhuvYooLkXGUOLWuSaTkd+GiYlrUkJUoFty3+xdSE5jdC2yAdu7YE59FWRtIgvE37VmVgOpRapUVv1tb6fip6HVIKrAXB1Aza3vcd/Mm2dxx7rwREddeWuVKQpGVbQy9xYaECx8zoQB+ZCapu6ntQPtRhzJXqDn4S5lOaK1Mu+bb8ZXxo7g8wcyR3zC9hKoRgYjdcaqnNZGGsyfhLU0r6KsLJ0tYk6ny2g15ix6em7gcT+wzit2lz23Wqg+x4nV58zqVXtoSQV6eSjceRsNQbVfEuHOVb5Cnf12Qj700rO02pRHiRfLlUToRqDfQ32D3cVUvDjX3CkvrWv9a2bKdBlUSAPKwN7nsL32lUVXPwHJ7vXCmrU071eG/kexBHlcA3/AG7FVFjooTbtxDKk1+qRYr8Ws05EV+EvhZmnc6HPO+VQC0GxGhAuCCDYjYbxxEaxbPiUb3ghCH0qWjixRIaSo6ZyU2W2fQ3KT82gGw/UseSnZ/IYtic7wGuT5qOvhPpy6pzEAgnz1BBB7EWAr3q81KdbdgPSkLhO5lrUjKrJ5ZVA2Ch3sSPS9u4jVtfIix0gWzekcm4PAmLaDvBbqlZriFop0JcWV96LqOXNiGruApLRACha3pYEEC13h4yiyqzLgYNq1RYYi5orrCF5GFIzpsVISoo6SNDqABcEAkbLCj746pRuYdpdcYYRNa5WV4mn2+2qVKBASRY5VJ6SkgpIIIAmZbsWfIiwMQ50OZs2dGRaUqJuO6kEanwqN7k2Go2MK4yU8cQmxRUXXa996dz1dh1CpCZt0P5VAZXUO/MCLWBsCNQSL37VCrutRW5VGZRnfXkztfrjy00CrHw/6bWtIhivRYjVLq1Eqj8VpH9FzZSY8pk3AJhyXOnKsqAMdyyL2UDc5hGlYSn0aqP0bhIlSpv6KKxHVHdzC3QpklSUOAkkZVrQoG4VqAJO0QRqRYN0/E2KIDvxai/n6v1s+Xw9jrcA2NrdwLHQbaN9lbFsV11/BDvwEPtLlQGlqOXighTiEgi6f1sosLqUbdyUjT8VYjpfDozWIX+t1OSFVEtq4b9wLJLyRkJ0FiRcW1uEnaBXMXyqNXuadlzadV4rrUyOtq6EpULKSpCwc9jYgKCjfUEmxG0fdItqW5Nk9CEJaa+E68hC1+BC+lSv+l/37fbsRr9K6z0fraeLy08/4vfYP3JbyYG9rdU5jys09h+o4dzIqPARmXmSCQ5kA0JSAogC1yTYDZT4m9pemYspbk6hVBhiihSmHX3UqQpl1V8oesDw0KGqXCCCQkDU22sWAmE+ksVsQ13rb4Z7spvC9Bob68iFIXIj9OVVst+wFr30BsQbm40KadpVealOT6pVqWxFXmX96dGZSba/j30vc627WAWGOt7WI/8Azlxasha15VNKi34qU6gC/iHnodSfL0G8Kbtt428usoixWpXWtPFXMzJS2nyJSbW9QDa/ltV60f3GK9Ls8icR5VSqUGqSokWgy4sqooUnKml50rbSO67oGiOwuTYeo12dOFcBuuwGPtlL96NraTwkzWkrW3+CyM4tZJGtwU3A7bddzm46g7r6NHdaiIfqK/izJTtvF+Oo0t56aG3YbT8VbwqW077ri1FhC/Ah1d8max0va3f8hoNCbbAKov2wllhf3OVfqlGw5S3IsDgMIQjwJXk4nl3INz20NybHvrtnmrYklT6o+67wM/Uhjir6M3lfuLG34fl2n47xLVJ8pyK67w+tXSi3Tr9Ok27aaH9+1FDwy1iOK5FpdQQ/V4qeKmEmQlpbiPMpzKAVbuQbG3YnQbUJLeMtpk88zrhpyvSuJ70py2Vodydaf0iDcFYKb3t6gkdvpaS3BvVHGnWWMjkdKM60ZVZQek3OuhA1ue3qCdoGF016BXnKNPzoRwkrYdTIQpPF8VukkagEG97GwFjcErxc27A5Se18ietb9lKSpRsRnSMqmz3FxcHUdr7MVVFE4EYcBXxPvDdCgV6U/Rmqiwirv/1Bcp0MNSlm9mVOHpbWT4SvpUeklJsSMVmBKo3PwKpEXTpsV1Ud2K+goWy6nuhSTqCPQgX0IuLbXEGM1Kle9PcbC87S2lZH1oQpB1ssC6SdLA+X4abcN4eNML7xvdOHMb1Z+LV6XwosWsyJTKc0e4CGZjyrJcbbPhdWQtIBBUoE7BsZ0+IMJug5ituU1S4/F6Oj/wAlXe308j31GvlpLwnHxRvBozFBgNPryTEc000jpc7pS8gm1wPCtOpBCVDuQWbVX6Duqle5t5e7KauqMMIUjnMikqSb5HUFKihaFd0rSSkjzNtpc/2sJ9Gi8XDmAmMiEcVHLtBbqUC+pAAOgOpAvbXsL7IpbZ9qLmHBZUwBAvEeF6phKe5hzEcRcWUwhLsBcpOXjNHSwIGXQ21v27gE22Hky6y19w97SuVYQpLSeKciUuZVKCfQFY1Ha4J1vfabineDXt78VivV6oscBhH3daU9KUm19fL6j8/w4UqNKpfL16gxOafitZpECUjipUm3jSDYlBGpAsRe9z3BVBH3Qb17ljD3Y4eo1UgPz/077C8i+K11fj/pl/E67MpjCcV1ri8ojIjry/hrb9awGwXuA/7R0apT+jmkSvvCWv7G4uL9zbTS57377PCmweLF/wDKTnyD0sfxPceWn57alNYUTPsG04i/VQJ8CBxYEREpCFJRkUrKpu9ha9u3YAHtp32sY1K4rX9UQjInw/Nm72v6Xv2P5bGtJjNNNPxXWULQv5Pl/j91toopfKyvhfoPB/h+l7dh/l57WIlRBpWE2uVblc2whef9FrnT+F7X0/I30JI2rKrhJqfAfgT2USmFp62sxSr8RY3BHqCDsz4jMWVF5WVER4vHnyq/Lv8Ax5nTabEwQ7K+FA+P+pnydX5+Rt/12CTLj9phDHWAp+EsWx2qo0t+kTVfd5/iXl/UUBa7iT37XGovYjYy3R4Li0bEc9rhPsLRkWnMkpS8hXUlxOYWWkhWikkgHMCbgjbR28jdPKr1Bl0bjLYX0uxXWrZmX0g5Vi+nc/8AC22fac5XsGwHHcZVv48J1Wd1DWXsbEWAvY5SSLWuSfMXLXtxiNXWd2jZ8y8r9JadxQ3F5TOuKtUhpHC6nFEWFrDXuTp52GzEqe6OvUGgsVSvOrQvO1zkJpDnMQULzFt1ScoztLyKAUjMkkFJUCNlEzv2wk07LaoMSVV6o+vK0laRy6VFGjiVXF9QkFPncaeYK9wO+/GWLcW47pePK4tc1/Cj8WAh1BXlQyHChq40SAVKskJsLkjubTd5oZ2k6cuc2f2n3Wvi4tfwvKlrRVIqUq5B1K0PpaIukhCgFFJCTZWt/PXXafv3f+yW6/7Oco97+xRKYUiEu6FJYZWFXWSnwlQ1BGo8u+y4xtiafvVxHhrFFZxDKp0rD2VEDIjK+ylQQVNhY6lIzJKkpIOXMpINiAJO9KqYo3l4yiVms4mflSkQkReK602jiJFgCRom1gOm2l73ub7Z9arxmCprpou35gUlnDlLpbDtUloqMphXCRCj9WVZ1yXvbQ9rm47C5sNqiK/jevcSL96Yp3F8KUBPDST3PY6eQvci9gToXDhX2Rqy1hyfXqpizC7C1/eITTsrhK06vEbpB00ubH1HchOE4teaxH+hfY4Gdp2P4syL99NM2gI11OoNjs8WRJuJerjwMHMJYXxHFxHzXNrpa6JIUqU74MyFA6tHQEEWUSNLKsb3IFrjjFjte5jkM6EIUiOhbXWpxIsATfUD1t63JIA2t94M2vVnhtYcp39HIUpqU70pzKtfW5AIFrE+oVcDb5oOH8OcKJVIFcRx32krkI4XVHdHYkFR0J7p1BHmL7Z9oO/fBsTuzF65RapiPiSms632GsmfVKfTIo2Oh9SdPy23F7Ins2YyxHApO8F3G87C8JbCeXagOjmFLA0S4oEZEgkkgEk6ep2yTh/e7iPDlUxDhyly1zWKi6ppKIqA6xxQSi4S4AoA2JChr6Cxvs5tzXtF1nd80xhyfXFxaI/KS719Ko6je+XzKT5gAnQaHW71B85GpK7OJ6O4Vn7ysHV73Nij3piWFN/qsppptfBt3K1WTlBuD1HTtbYuxLu33f4uktz8T4agvzSlKUSHUAPJt5BY109LkbIuie1vgOlxYnxedYlITlfivh1Kr9rKSbXtrYgH6bLreXvzi4txHEqkCrSqjTmGlcCHKswplRvcpU0QSrQELt2uDcEgu9s5/ETXUBBDnfl7LTsWjS8R7tHXH5TKcyoEr4vER8yU9ioWv03BHcHTbzjjzJ+CK9PwRhenMQnKjKVFdTnOeLdXWhJ87Xy5SNBbXb023Ue1Dhv3FAw7i0TWKiw1wuaQnjoesdCcuoNvoRe+oF9gjGG5zCWKMW/bzFu6elrbqk1T8XEFJqS0LcdJzJcUwDlCjlAN7k2JOp1Ew+DGK9SHXj3K5jCdUpe76mz/ABrYaQt39btYH620ue+myvqrUqqSm3XfGheX/dHmNteKobrVGYi8JDjHLpayL/AbKHFuGorX6KIhvpV4UBPV5nZGzQh3DxivUFUxMgb0ahXt427SI7i2orflQktJS674XrEAXJuq9gCbk3t9bDJ2NH5TUpyA08ttDCsilo+X8PUettDtrTFFS4W6V939RpS/1eodVrjTvp/lfvtkpVPlSnXHXev9v+u1UsxHCm6DkaZxWnGpUt9C/wBdHUn8xf8A4fjtf4Lnz+a4XFRKR/snfCrXy80n8P37fUDBjs91zkIi330IzLQm6kpT66dvx7bdqZQZUWs/oVxVo+VSOn/j+NtR6bWt2ukUsTb90O1RGp7TlLiy3Iq3+hcCYjNHe7ALSTfKvy0sRa9u52YNGg8LC/KutcBbCMmT9VOg09R9O3fyOy2paXfjuuu5+B/vpT6lXoNPpsyMG1hqqUtz9TwI6syU+R10uPptGmG3iWoSCKK9KozrjUWIvrUpGRp05XOxBIta4/Z5ixve2g1yA07ysroWvM601KvFkJV5hNyEOi2uhV31A1O0ZbzWHK9xfgTYTysuX521HWx11Ghsrzt5HYqxBjWjVSjcg7ToT7HjW06wFtOaeaVA+tjbXXaH8Wg20yPBfEeG6DWaW5PdafXKQjPxU2Q6m3kU3KF+lxqQe99lPDbd4rnF4/KoX1qRHzZbaXKDr+Iv2/AWPoUflZ/vSjS5VOYQrio5J05G13v4VXSU/wB0g3HltyqVR4tUfqnumK/x/iylxWFscZZGrgSm6UKPdWUWUbmwuRsNV+Y1VUEEDcM1+Bg3G8CvcFa0MKz/AAHcqkpOirD0Iv0k/wCmz631vO4SpbGN8Ly1romIeBIztLCUpdJGbt2JJzAeZzX9dkRLotGqlU+EzV6dn8PMNBbTajr3sCb+gPb89nJUzwtw/wBl8RuolRYqWnYshF08NSXD2GhAI0KTcajabl5BEEUO+KGtV511pyU7wJTErL8XhD4mgvxMtlX9QSTfW/Yj6p32X+HVObqOHpqPA7pPjuWGpGiXU2OpSQRa3ULa1rFLad+FFeXwF+JHiRpfX6EabGsbd/iPhMcKksTor+XIqP15r6eFN7kft7X0Ox0dYX//AKn7QqBAxQ7zVBqMX3pFzLXFaUhKJCTqQkKslY7nKTcHWwFjs2MKDDnF911lr3RVEZcnOx3GHVeniF1DKRZRN7BVr2vtDwBurlUb701hiUt/Pmy8vnfSn0ASMxA1F7AgdxaxLDqWNsZUalsQJ+E4q2G8vISlrT93WSSWlqJzIudQkgAnLrcWOXqdZYLO3WhP7/EUe1WfYol7RcE4ji1RuU1SffcJ9HFS6tritZbdkOIOqf7pBI+lyNhbeNQ8JYNd+1uDcEIpGJUdKoDrQSiUm41bS8TmQMxulIukBVjc221D7NW89reXhx+BKpMWkYlpalolQ86VolNJsEyWwFG4I72sQdLDZz1nClBxvQX6DXqTS5SH0ZeFPiokNZvUAjt+BSR67P0DH3CL94q/InmtU96WI6pS23aph6nRehS+PFQtciPYHxtiwW1fQmwIsk2NtFtErtUdxG+19yWiqZs6IqMqHrXCXEWJuoXBBuSBYG3k3d+O6PerugxbLdapMpeHVyEIa4GeVyecWC0rKQtTBNhmVcoNgsgAEpnEEDFvP8/XqSwhbCku8whosLUnSxKbD6XVbv53BvexI7wy5Efm5DdvXsUOvtSqgtdOhNcL4vUnmCnpJvqcvcHuND5W2X2Oq7jLBG8F+l0tqVkiyEMO8V3pc7WWl4dIBzEJvY3FiQTfYr3b71cZUGg+68OUOvPyn2s6WHacpbSlkkcZt8AZT2tclJFu1tr6XhbEdZgRMW17Bq86Ep53lX2uO4vxElg3ym4uQlRSQSQBoDasLtlyqsPKFwrsqVS4EqVx0LWlWZDt8zarm4udbeYBsLemzt3ZS2uQ5V3ofydSFr8Sge4PqPU99s/07FMXleQ4PRwkpUt1BTl9SRcnv5XP0N7bM/C1da4URp3IteTKhaHelxHykKPY+Qv+Hnt1bhuIoPBuJVe2rSa87uliYjw51v0iosc61wg6nIVlBWpJtoErN7WIGYXsTtnvFeF/5xsB4TlNPe7n6dIQ1xUXdYVYqSQSSFouQCDYnqtlsbjaOJ48rFu7nENLgVBcWo8qtcWR8zb4F0Ejz6hqCCCDYgi+2WtwuN8JbxotW3X4tpNIYfr3xYS0WYjvTLAghKSOA6QAQpBAUUnQXtswDxNGs7hK7FG72VPlYelT2oT9OhJzx384Ull21ko4mbNawuArOkki1tAAvED+9VqsuNYSap9XpDaE81S1IddYlJBAU6rQcJY+VxKh27gXswMZ4nn4Xpfut3CdbqMVuQqnT2oq1uyIcgXzFWS6kggdOcdRPSo3A2BDivG9FwvExHu+w9FxJgp5/gKntKKVU2Um12JIADkdwgEfGSUklISq5CSPG5ofdtg5ijFkp3FH2SxbQ5VE96IS1AVKmcVjmNMqeJeygoBAKjdXh6iCDt33W71KzFrzeEqy1KhSqW+qKmLP8fexaJSdFHulfcg3KjfbpiKpRcRz2/emd9iooW6uFMyJSpefMUhIGVBHkQkWsSALa/UpEXGXL0blH/tDTkJ5XmmhmqDSAbNFwWKnkeJCz403Fja+3OOJUor+48MPYBxHVMZe+aNkQtC0SIvFkKQlz1bXdJSCbFIJBGuuh0ee83CtB3q7pefgU9EWr0jP93W0Evx5SBZyMtJ01tfKbhQUk2IIOwTuS4tewlSa80y+3Ki5I8ppd0qypNupKgDe3fsdD32v948DFrUCfWaDVuVnLYyLS6j4UpIV0tvdjcfK4DmTexzC6TjNYN+BELFRWwBB3dfhyqUHdf8Abyg05GeEp2QjheFNvEA3bRBIJWgDRV7AHXZQTHPfNZbxRRmfcM1DqXWHcnFa1WC8MtxdtethfpJvY6pLa3X1WswNxkt2fVn6dNqPHTKgSrKYkLWVJBQtNih8X07AiwtrfZNYcg1mVi2W1KyIpzeboQso4yQdc36q7/MR3TY2GzzOEsAMWsfttOO9Ooc07RZVZ56nIlT0u/ATxWs4NyAQnVJT4bkXuRoQQIXtCbxKzXsBxIEDE6H4VLWl92lutBSHlAZUuJ0CkKSFE6d/MCxuRY2oDtUgMNUaW+jjo48dMpopQ8hIT0KCTY2IsoA3B6hew2z1jmoz3XX2pVPlU5/hJRIgT+G+w52Odh9NhlJ7EhCtNQDcbaVZ4jNd4fj5gHhnFu8GLKY914hlN/FSjhL+OlKLgXKFA9A7mw0A7eWzzXjevYjnt0avU6E+hiK66vgICUOIesARYFKwA3fSxTdQ8rAOwph7BsVpzFtGriJqENdbDvS/FfUCMpBABIBUQCk3Ave9jsKU7FLsWVUqzzb8VaHVcBKF9LaQjLqk37i97g9zfZd4V/U+cS4nlRZ7kB3rQw70Z0jMlFyUi4tcAG2t9NARbaqruJWnXW+FE46H0JWtpSj4vUH938X2oKjiXn57jsrJnzdH8Hyvr324OSefa5XrQtHgQvpVtVBKkwypdEpcqjP17riymGlZEJVm8lH6XBPe4Iv+JuG0SrYtarMSfhyWtFRivoXFU1423UKCkEAa6KANux7WINtiTC8N33M5iOVxOAwpTEjJ8t7JsU+d9B3t+Om37T4WHPf3vRppEVjPxU/KnN9AbgD6aAdhYbHR9sq9e6P/ANsXepF33YIwDvQgPI52LHXRsRwkp+PBlKCSniJBuGnClYSqxSo5bEm21buRpzW43Dj+8uXXJVIlSkJd4TC15YptogpTYrdWTYpIItlFidTA3eYTaqk+XjKvMo4DCMkJa+pCstip0nzAUkWsCCfK4GwbNerO9XGXIRXn2KRCUn4XyuJBKeKq2hcUDYAkED8DYhK4y8mrTKfGPuTvWw57UuDWIG/3DEKg1igyOPhzGEVBXHeQL3jzo6QVpaUCAVtZkhd1FtISUlC75K7WqDwMOO0OKxS19UOfHlNSqbUEeTzEhslC02FwLhQFipIJsHW7uWr2KKMxApedFE/RSpUBAW03bQtuLF1NrJ1KSkqOlgdATnCu57cjulwk/WaCzFxzXovx1UuLkkSHHQLgMxL5nl3Fgojv5C2mfZqOdqCS7rpz26/7zMu5Pc5ijG9eptU93PwqI/181IT1uKtdIZZ0U7fuFABBGuY9ttmvbm93OEaWxRmnZzFXirVIdlc0ni5iAQeMAEpsbBKQCNb2STc1tb35UvCWDZGMseYYp1IqOXgNRWkIVMzKBtECgQFOKSjqykoSL3NkE7U+5LEuDd6tGcqlep1Rw1VK8pSoEBNRL8BKjcMIjldihR8RFhcrsSSQCteyKu9xn+kK9v6fl6ii3vM/biVwsOYf+1S8POuQJVO4/JvMqRrx4KfAR3S421cBSbBu1yG3u9rM+qeyPiF3CT0VDOEM78il1ZhTq47DJ4q2ZMYm6k9JLZGRbZ1QtJASAXGe5rGO6Wc3WMJYlXXqfx+PUaTXobb61Zr8XJdIz31JbUL3N03Iylqbj8IYcx5Qcfxf6rKlR+PSZEKU6mVDSWTnjB65UtBWM2QlSFIVlygDKFKLKrD4GZdGzfkepnvFntc47wlR4EWj0lmLNpz6UrlKd4rUpjqu24sJ6jeym1nqGYi5soKvcBb/ADfniyqfajDlOpFeosqRnQmFPRzdNdvq08y5kcvfqBCbEFVlOAhOyhYw59rKPQq7KaRFRUGGUSkpaCYsrithSvDbItJBuBodDoSRt1c3L0bAfHrLv9IsZ0o6FhaoubVLaiLGxPZzQ3Frg93DpqHBV1jB0VbeWPc3Dhv2mK9Rq99l94NDeisNpT8dprP3A+IkBevorW4t4eyTo+BTotZozc+l1GFKXkzrXHUFJeSfQHsfQED0IBsNvLTDn2o4sdqjRKjVH0NfcOLNMjhtElVitRVmQE9r6gDv2s6sCb7YG6+s8hiior4FbhOtcdp11cdtAWApauk8u2m5uXE6KUTnCQbLP0qk/bF7encZSa8W7g3Ebr9BlVanVRHFXHmU11bTqUqtdTamVhSSSmyspB0IIFtdllUPY/wG1WZ9Z3X1BiiLqMXhTKJPaU7SZFr5VhCSUsqCrWyot3skEknHDmFJWHKp/OhiPGVUYr0qaia66tZSp5q9o7jDzajmUGki5JIUCo3BKhs/Ie92fVMG02VKxDVJq6fMS61WaavhcZBzJDchaDldbBUnptnFtQQCNjUaBqeUMmrR2V8gwG3n7sJ+5uUxKxHu9rVIp013JKQl0VSG2vWzkZRUQ7GWbqKAAto6FCQASF07GMWjT2MR7tKcuLNheCqQsylt20N84u42o9KmnCbjMDe1ht/Dm9ufiPgYI3g07h0SvRVchiGFNQ604/3STcXC7XBJQMpAJCgQQrKvgOfQZUuvSsZUiovsL4C3X4TSOaSk9pBQSl1RHZ0BLl0gKCrm+iufmalROMPArCm8HG8p2k4jgMxaJnVzCqNPQ5HazAaPUqaLpQc+QGJJBSQspSo3QkD1RTS8R43qVeapNXwpV4q0zU1SkNBPQrNmMhgIs4yTchRDiQkrSsmxSu0GJsL4jpb8WBE5WUw6pXCocoriuLAvZ+KVXbXe6czZzakkEHb7ojnIRWJ9Lw8thDalfcJrqor8d0E53Y5SOknQhxJIJ0INwU1OBzLrWqnInSPiHeNxfc3uSlrZQ0hpTUqGHaTVKcrMlUV9lKyh1vLmypsgJCwW19IQkCrnsm7v6pLl4kw3h7EkGkLyrVTmpiJfu2wGbItxKi+yFW1eBsDZagLk2b+NXaNXufpdWqlLWjM7Ko0pht9hxJKlKcYWgDpKhmVYXub3SSQZ1U9oeBQazxaNTpTD7+R1cqBPyoUrJo6UG6V3GhBHfQlQJIqPfuK6jTu5yDiNjFu73cPWIFBexbRF0qc2lbSptRw+uUy2rKbtvLTnyNEX/SEoJGhGgH2/u0oNLdiRcG1CnTWOKl+KrWQwpJWCQl8ZuJbuEqVYajNcAbC8vGtUr1GcawvgOqP17hZlopcpxqnVRrUqAUOiJISSMpCkoPYBJAtW4H384oo1GqTWF8PIqlRhPpi1KnVyOmLVItze6lBADigCLhQCgMqrWuNhWqG5Ex7NNYv2HMcVZjNfZyRxaH7oqkXIr7nmQh6xuClSbFCgbqSDcpPZQuQqDw6y1Rn2osSLNz/+fqUfETktqMuUmwt2sSbkdyRCke09i2jVlul7wcPI9yVFKuVdjtB11v1ToBmSL30OYfqkagrk75cByoHFw46uawhakqj8uWlt2/unuD5EA9rAaW2Qc/vM+571bn3KctQIHKUuLTlxUSkpVy7TS1pzWstFrkpV5gBZAF7EiwHVrd+1Kpc+lyq5Uc7/AMVDq/0rd7ZblSSpSDbvcE/rXAtT0beJQZWLeVny4tOYm5ZEJ2Vdr4ufrsVZQhwDQA2B8rk22LN6e9/C9L92z69UYs1h9Ck87Ad4UhvQkqW2OlQFrKUDcE6A62jS0uXL7v7R/TGwpvB5i73gbo697hbddpMWrxaW0qRIadUVPvfDIUAs3BSb5ipabgpBKieoKVzCe693+nqNRKdS5WRTrSl2RxrHUXFviJUUpNwbGwJFwC2Y3tKYDdizmt329ilwq9CWrJTsXpdixXLHqQJABTYAHqQSU91WAuFDviGC8dsuScSYNqe6rFz6lO+9Kapuq4ZqrlzYq5a60qWnUuNozBJusKCQRovWxxzCvZbbw/8AxJ27PfjvflT35+Eqc/XqXh7PDRTZDqXWktoV1tJT1OBs2UnKAUgE5QASCwMLb+azVMbxGsObsor9ObhLdn92pFPyjRsIbSpTqAsKTZTayASpKwkKSU3gHDDWA4FJxRhKooqjlRkJiyn4ExK0R306qKSCUrSo2IQR1oUdAQQGHvFqcr+bmXvBo2E5VLxrhfhSKo1S3T/VXFdclvKDxGDm6iAkpsSpKSNeUbXxNSvxwI3MX4I3N48wk/vBxbLp1LrzDXKolNSMyFNJuQ28gKKVoupWRYBt1FIIJb2FcNQYGF3YE+jVyKxKXHSuFKjoQpUhSNENqkMavJAAyKUji5bpUSBcJXEE/DnuGJFxk9UaCuqfFmQFpQ7FkLuSt5hzKEm5uVIcQCFWso6AlVNwthxrDktrBsT4EVrmIqnZSFJjvp1LYKj0gA3CSRfMQCoaBormOLNCbrqNzW9VjFuF/dblBxk0/wAKO7aLNbmoWTIjItZlbiVpU6EgoUQpSgFZVEyPaH3KYIr1ej70OukVfEMfI++hRaSqpRm0tkKSpJCi40lIIsVAM5gkAKIqMCVigz8ON4XxvVmKR9r0sO8VpPAXS6snqjTUJNwE5gnMoA2IsbW21MxhifXt1VSwvjJrjzVtZn1tWzcwg3DzZsQFhYCgrXUXvqRtwSc52zzXreGq9RnX8WtPLm0iFldnxc7TrKUtEcOYCSOlCkpBW2pLjJAN0gg7WdBdd3oVlys0aWuVKfQnnYvF4Ex58J0zuAFDiikJs6ttZVkSCpatQT0Ogbwd3NZq1UddpEqt0iUpqQ6mnGGiqQ1WSHHkJBZWtaQAog5bnKAbixlU5FLoNUiV7DlPpeFJVRaTKRzEdHLvLNs7S7WQ4PIJJCrWI1B2XsGGlls2xbP4OwRRmuFxajFfWhXCpc9fAfzABSm476LNqUknVlQUgkXAuTaojMRYE9h13oW+tOZqUpbEhtBtwneGo5loJAClIIA0skWIJ9iDB1UlYjl4oiy0Me90JddgKnuOw86LHiR86SppaSASkDMk63sCdv7Fu7trEdGgSsb0mVUUIdS7wlNNyn4qibB5tbN1BfqDcKBFwk3BnbCbpUVc7xvsa5iOjS4spEWRwFtNKzOpUTYJKwbIcygnqQ2FA+JJ7nu6TB2I+QcqmMmpVL47XHkQp8guozj5gFEhJy2sbrKSEgl0WyXG4vCmEsB16XKi1ubNoNXY4U+EmQFus5jYSUIXdTyFXyutnNlsMhBGUmleXS+LPitS5XAio4XFy5k8LsFqbVdK0jwqB7gEk67CepFIsPuea6qyI4x/efzkx2qNMRcB0mLNYbdW07IaWhSGXU65VZdEr8wkp6gTYpAuBCqPOxXX5VZlyuaYdV91ycVScpupaRbOtIV1DQkdu4JK/omIapu0ny+VwnyXKurjyncPtOJW41mJAKFIU2tJKiQhdyk3BIICtmPQKJhfHlUgY39+c7NYV8WBUY6o6s+mVwtuElDgGmZJKSBcC97R3g/AmaWThIK4xqePMb0tiLKxCxV4PQ7FfmTQ664wmxCW1kBeZN7lKiFWUrUgi8aRX5+F8ONtcL7S/NHj5il9mwHSHs1loFhZBISOwOl9i0sUGs4yq1B9xzYvAT94pshjNy6H1nI8kAhLzSleFQKbFKgCSCkLKsezti2qVRifFq1QiyqI+pK2kylux6pTXLZXmV3CuKzcJUhWVwC5KCLKVwQt8zRQIeARBx7etPn0ae7Xok2icBGVqK1IdRw+9kaKKACRqggXJOoJ1+92OL8eVndzPgRfeMqke9ErjyE/eHchUkOBYAAGa9iUABQucpIN4lUwbi2BjL3XjzJ7hRmdakOrzJnIPUAp4gEBKQM4UAsEEW1BJi7vlw5u0aiQMB0lC0PqUh1pDWVDiQFKLhQbjKBYXulQHe/mcqAnjH+0mz9MZhnvRwe7hLBrk+ltRaJC5VCp9Wy5lquPGpKiLpA1KQbm1iOw2WWAYe6DG+F5+F6NvIqlbm1GKvjrSjl31KAtdtRASlaDYJ0AHSCTYECG/PfxiPe/S3IvGlQqJk4UqEuKFtPKHSW1uNrNkZuxyNk6Ak9yJ4dZgUujQKzRqHUaWxREKd46lZuJwbKsHkEZ82pJJB8ItcEAKL48xXsuRmzj9oaqwtXqpg2Rhfdfvuqjz8LPFkUuopbiymX0koAUFJCmnAtCkpvlZcFgFAgE126Kr0vCTTdAqm8zGMXOlcOfh+e0XUU+QAniupU4kqDROoKCMxubKsbScXUig43qlN3jQJa6DiWnJjuyJEhCoqZmYJSESVC2VZUEoEgXbcADboIyqTKfZddiz6pyi11RDS47DC8qkuWsREWVEBla1pSptwLLavCSFZSodq7l2wy1qB5iDW++kT8WQPsvhfE0qqURCkKqiFKdmTaatJC0JeZQvM4CClSR2PcAkWK5gydw+76Kh1r7Q4rrbKuFIjpdVHaZWbg3yFLSUXGmdTigct0kG4sd02GcWu43fqmKHapTpS1O8XqyO8VS+tChcmxV8p72AsbW2YOOMdbtJ8r+b6qYY4FUix+YaryGm0vt9RHCkAkJeaVdKh1EjsVJIuLUDt4SDxtOFi3GIIFedblRae/CQ/4GlqC1J9AvQa/UAeVgRrsTQqdS5UBv42SUhWThfKpPqCO3+G34HyM2Jujo0/lP+0Mpib05+QdbSnPYZbZwUt5r2AX030Krm+1Pjil1TAjrDvvBD/NdLTFRimG64oDUJWm7bjg0OUEFQuRexGz8ar1CfbI+IqS1Koz8DhRX1586ESms3XfvfxA+hBuD2tc7LObvGxHRuI01x2H+Fy8hpXWnQghaVaEk6g3Fjoe42PcK1us4ole65TUKLKyfCX1dSQLgEXIBOv8A12lxMHwMUT3IDuDZT8pjKhUhqOWmk62yFThCdPNNyfK20Yk2XI3zFdhnGdUpcpyqYclsImysyX0aJU5e5spKuhxFyTlNrHUagEO/CT9Px5S5cqVSTS5rCEpqSUvq6rlOV9taCpXSnMoh5hwk3HH0vtZ0bcpuvi4jiRcUVuj4eXN6eFKYzoUuwzAF3KlN72CbFJ8jfuxMMbhd0ECqOO0HG/vR+nOqzNNPn4OYm7aml2UEHySQU37A2GwmsQRR9alXuJ04MiwKox9l8ZQpsXqzoXw5CZCFaKbcbeOtwcrjbgIsdLXBH9iXdmGor9e3aS0LpcVSF4honCKX6GpR6XcrvWuGtV8qwVFpXSVKTZQb29elbm6XRn6XVMM07jykKdaQ60tCHnRewztqBQvQfEANiAPUbKGg7wqDu5lRJWHKTC4/KutIlJfU+pLCgUraIWDxGnFd0qJBCRcEW2Ij7oxRqFuGcQKxfRWqXS4GN4sRiaw+jhPyEqKmukpJbkISSpKkgjW6TlsCDdNhnEXuH3pEdw46tiLKazJQt8Lcb9Qly4DqDoQDcj1PloTAtSoOI2n6XhKnUWn06a66wmLy7eeDMb6lRlJUCFoydbTgJzIzAgKT1L3EWIq9RsRz8L4ow9hdGTKpC10tCFSEeTmZCwlQNr5gARbtfbsxjAi0Xhil16U21FrbC5TbRXwnWuAtxIPldQCiNdADpc37jarpcBpqvNxZ9OlPRc+V3KkoUq3oSk+nmP2W2Z1H30YIi8Og17CdRonAV8KfQZScye1iEPpUkgdwLC9hptdVKbRp/wAXBG82ah9/Nwmp8LgKSq1zoAUqH4JJA8trbp2xWgx7qwvFa4VGl1dhtHxUrd4Skp0tYKQbp0Njcg/iLp2p6k/KlOuQOb46/lWtJS6nQWJ0KVgpuDe9wfTQk9HZ3lQHvv1WZcWhfQuHMbKVJ8wbpSqwvrcW1B9DtNlxMR0ue3VK8zClLYdSqO61lSvzIspABKTZRBIIBuQBaxGxlDWn80oaiqlte6azPa5pcrKqox32uOrM2EG9ljMtBBtYG6ct0G4SNomLo8XFGN33cG0ngRZUBMhMCVI6HljNmMfiKupJASQnNmJzWPYAtnLxbvB4kWl06osMIUl1qK/FCEtrubuMSAA2pKrAEXGoIygk7U03AlUitcXi9CHcjsB1BadirUQM7QPStJVZJSALjUE3ttHcUQBsQHAnTdzWYtBo0uVhyt1Glrm/d6jS0OlKlKAvmZWLKSdLi97nMk38r13DUWgxZeMsJ1ZdPiykLVMQlhK0dWq21oWClTatcySk2B7CxIF52EHcBwGKzPpMr4+XI74eo2tp2B1JA7+ttr7cuzWazjx+A67NXTpTHCmNZAuO4gnTOi/e17KH1uew2Wt3vykVufcN6wh3V4L3aV+mc1QuGh99/I/CVmKWV2uVshd1BBt5EgdtdLaVwJutwvu+4k+K6+t+V1uodUVpbVr4AfxsACAB2G1Rus3X0vAbXwojD/Slrw9WXuPrYWAt5eR7na8xTVP0kVp7Iv8AW8SvXy1/eNrD8tMpm5y0gYrxTxeI1AeX+opaFFKlevpYW9SR6jZTVmfz8px116avOlSeKi37Snzv5i4ubajWxNWnZX6LjfH8WXXyOummlz5fvvsISi1FiuOyncjDaP0qP3i2ljf/AE02j7pQFmPEBalGd4r9U8aEJz+Lpy/h/n5X/HZV4iNZiz269FqHAlMLS60mOrK7HVc2tfuPWwIINjsd1bHjtZacgReAunLdytSkrHC4uhJOYApvexJsdexB1hVekUbi81WYr9QfipSpLEVAUl5Nj1o1AKvMpJAtY2I7nrTbzNbTV7RzLPd5PoOPJSKzPpKKdjKF1rdY6EVRFupwIVZpTgF1KSMrhABC1gKSGHiJyL7hfiu9fHTk/jW412z+moVR3EbbsD7lFiysvLoQppbaQQbKSbWVltfLYXGlxps/mqc7P4DXC46OjNnV05fx+t7nXX9mzqPtWU1SEOGlA5P5CAxFivIYlSmko6r5c3YXPkFE+LUC6Qbd9k/jCn8XGX3qnP8AQhCXUZSniIPe4V0nv3BtqD9dnlX8JQJVeYdn4hpCH2GlITFR+lSk2JNj47BFwQBbUXI12jyN3mHK865XqXVpTEqKtriqYkZ2ErJ6boVdKc9rEaXN7EEiyhPMLWQqzvifHDTu7mm7ucbvSn8PU5CPdMpppC5lFWtA0bJBUqOo24kcKAuApNlDVXxKdWaXKiT4r3AflNOqgKfSVR5GXQ5VaEA3sVAgpJF/TYq3hRPhch1oX8JHT1ZlaDsdTfyFydQNfOkwrXapS6XLgT6S/V8NId4s2EpGZUVdiC+ybFTK7E3OiVahXqFqRtyRGa/shX7P9NlO0ue7VKdx2FurdW1wv6u6kqUvTtobA+X1vqKXG+KapF3gse63lrgoYSpPCa6W79WqiLp6lW1JSdQBbszsM4nn4cwQ47QXoVbRUXUpaqiI+R15NrI5pI7PJQkIJJIWAD27Uxk4owHRmIErnYtIfy5Y89pqVw0OAZghZSVKRmVqDZJTYkAgknu2n1AjDmQsB4p+zlZc3g4DZYXNyf0zQ1rCU1BoA3cjnydGpy3sb3sNQdkR4TvKxJ/CWwxUWEymkrt0pUL6Ad/Q/UHT182o0mfgh39KttyKvxZvzCwb3P6173P47alqO87eNijd9SaDK940vEPKtSqDPQoNKnR+K05YK8KlAJKQCbnMQQCQCo+rspdVHIMBZUHaPyZTJUB1t35Fp/jtt2iGK7w2nf8Af7fnb8NkThn2isURcOS6zjykomxYqVcJTTXAdUpJShSCdU5uJoAcvZWul9jzCG+XBGMqXz8Xmqf4kKamtZcqrDTpuD+R2f7u8RZ9KyQ8fitNcT50fKv/AI2/DaTCq3C4fFeyfJmzfUka/wCXntEhy6XPa4sWrMPIfTmRkdHV/qPz9R67fdfw9QapS2GuDKQtvxZHfm9QdCL6gg9r6Hvek4VfmWzkqVxf0y/3+Wvf6bYL9sXE0qVvG+yXC5VhhpMp1Sbp4yyVJFyAAdB+IJ1Oum01PNYciuT3ag+thCM7qX15kp9CCbkfhfX8tsN7/t4UDG+Mn6p7vYWxk4EdSfF0k9ebuL31A0IN+9iJqPlGtNRvbMTT9XiwGm2uUcW//tc3/Aj/AIbOz2RKj753jS4DURhhb9GmZVL+ZVh0XPmb6fnspo0agutLdlc1n6vCgZcv+hv3/AeuzW3C4fi0bFHv5p1/4cB1aclkrUkix76aX8yNf3styhmjs2wwiwqXFlR5U+Whfxfix+pC29B3vY5u4sCD3/Hav35N1Sje7cUYSlxX6XKaTnyKz5VpJu2bG4Nje3la4JvcfDuM8JUGqNtYjw9KqkWVxUOr5hyO+lVzbKpJKFHVRF0qN/MeRjT93VG3jNNu0arVeFRF5X+XqjTS321jpyocRYlOirEjzOgB2Qrqd2BEzfp668l4vsOY7rLsDmuEjmkK8SFnpuB3BN0Am5F++vpbYzTWq9giluYjr0RibVK2tGRjKp1KbgmyiQcuUdVzpewt2GxtRdylBw5KbitS+dWvMtDqunh2Fja3a49Db6bHSHoFB5Rp1lD+RHwkZMyU3t+y+l9ANNtFdHugvqq6uKxMrVbEk/EbVSoNZdRS20ZVsR2ldLib3IUQbnS/e4/DQm+aoM9rC7fNckhC0pVHkR1ZuIiwvobKSoXy+QJBPlpsZl3DlUoz8+qYOYlIQwvO0iKh9biLG9hYki3e1zr56AIveNWcGwKNL5DdYunIQnOwxIacYQ4o6gJAtluSTawA1Hfa92j8ciMprO78RL4ZxV/TMCjT6fRJUWLMSpqVKaDS21XFusAdu2Y6DubgW21PJ3N7qsRtOVn7EQn35S1LdazZVNrIGYXToCR5gkXtY2FtsZVmlfFb5WIuEiapSkNZitKbdxc627nW9u1yNmDu7/nBiz+fw5iZ+FFhNfFjof6XEgHTIoFJ1FrfUX7AjqgKfuEHqw2Mgx+UbcLgiK63PwvzsJaP7J13mmlJ0uCHL/l+fqdq6Lun3jQMW8hFZfqlOfWvhJa6srRGjYzdQUPJNzfyJ7bVOH69ihppyf8Aaeaw++pTqOhtSEqvYgJIIy6Xt3v3OxWjeJih1ptqU6x/suO109fksC/T6+f0I2Ne6MnjM2vUHdtaccf1DdBgjd9EqlLxZiF/FHNK+K06WF0+QknM0+2q6EpBFhYqJIBJB0Ln9m72kGt9MCPg3FERio1enOpUuZwi069YZUuEpOVSwklJuDca31ttiDHGHN4PIS4HN0t9c2auUiQl3i5lOOKUVlSurrJIUlWl1E9wFbOr2DMJz6XiidWapSV06bFTwlL8KXrk2sdb2F+xN732Q053fcZrLsYeE39XXHYsD4X6u2fN4eJmmuO1xkZ0J6P9dmtvJxd7mozk91la0ZM+RG2S8XYn9/SnJXC4CF/6/wDPabb9pwsdqo3RaYlYad3VT4srJ+gdyK+XTS35HQ37H92RJTs9r+odH66dtNbyJ3K7uZbX6BEpK8v+yzG4tb1v3HewPoTtkWS/KgO/Fz7JpXuEZe3acQxw9WqpS5SJ/CXnR8yF5FJ/BQ7eR10PmDt2g4garOI+LP4mRfg+VTeve1tR9NPXYFNbd/2z6NrLDkp12V8V3OjxfxqNruNqQNj7hCmuV/3NKcdo0vx9CkfrJ7X/AI/Zsw9zVXgSqW+14F+LLl9frb95t32S1UHFlObNPcMn4r7XQtC+jN+rft6/kR+/ttfTjiX08p95MKqRcW8WA18B/wAafkSr0+n77WPloPlfvSVAcixYji5rH9knqUpI/Vte/f8Ag9j/AHqPwKC63KdiML4jXiy5Vp9ddCe1h6eWmuyVpmO3WsRtynejIvoWleXL9QT2P1/PQ67VtHMHd4v4z+TjGfFa+61BxHyLaX4c3Y6afsIB2kQd5degcRqLUF8BfiRkCkfs8vrax7el9rDF/ubGWeVAZQxUMvVwrZZChp9BmOuupItrpsvm6ZKad4vC6EeP8u4/47Qg3SyX8Qz/AJxJ7v8Afz+NKWgn89PPzPqdj7FVYdd3XsT2v0D6WkZVq6kqzjSw17nvbzHbaJ7PSd0E/GTFL3q/Apb6ciJTrTi2mXTcfEyAhKDfVRGnqATf0UpeCdwWEsOchAaoL9L/ALL9EtpKj2IKbWB0sQbWtofMV3hA26lk+J587r92+KMWtfcJcKK/FVnSiQ1m4mhN036D31GuhNwNtIbvMY4DwRFYaxRu9isLQj70mA6Mmv8AapIISAdekm2tgdNiXFlfwlAlONUHD0VC2FpS61px0qUPofiII1SqwUAOwIN0JvK30UHDjT9Lw4ywtc3olQpVlNZtbXUVD19QQT37HZdA1z/tAq73Hn1Nr4Sc3S736N75wHiH49OQlbsVKw1Kh27XA68t+ygSD6+W37WcX7kd4MV/dfvVxlCpFXfa5eFXuK0w7mOieOTdpxJPYuApN7EhVjt5h4Nx3ijBuI26phetyqdKWtS0cB0oypPkb3CvqDcKHe40HDGtUxlXqy/iSs1BD8qUvO7IaXlS5oPEgkgadwRqb+uzS6YKdwkjTEPuBmlMd7sd5e4feM+007KRVKdlmxZ9J4jSJEUEESY/UVJR2Ck6hNxckEE6YwB7TGI2qDEn4y93TV8JKuL/AFd2RbW4ABSXLXJAAB00HfbEGC8W784uCG8L0ytv1TDzGXk6DPYMyLDVlyhUZYIdiKA1SGXmrG5GpJNFG3g48diz6M1VlxZTEhWaLKUEtPKJBuSR0uW0CiAVEC6r6g7mOrphaPOel9efwv7Uu76XFwRiyVQcS05ClR30rGeO6O7TyDdLjSrWVaygFXCkk3OAMY4gxbQWpeDd5bXuubSJDrDrSkhSW1AkdJACltKBzJUDqlST5gbVuC/aF3ybr8UUmVKZQj7xnRKfjuJU5Y2KOIFC48iDcX6jmAIOpN/+DcJe0PhKi72qMzFizVsJhVmApoK4idScoBCdFEkKSQSO4BAIjEEUNLbJjCLvaxHgjhtUbEz8WLm4rTrC8yUq89Ff5WH+Vi3DftWY8xa0xhyvPcd/P0yoqy1mT2BUgG2YkgEg2vroNNg+ubuaXz8vDlGiLqK2M2SGuQUv5tLhhZAzqBvlSQbgWJJOYSMFYA9zNe/moi1xVu8Lq/Sx1g+FaCEqbN9NQqx0J1B2o7rUhlnyomhqfV6XAiuc+znzpT1L6ldtdTfQ97HU+t9jvcdLoNepcuK1UeOwh9SELX421en1ANrC/wBPK+ydp6Xa9S+Vnsysi0/H5VaFyG06XcYTccWx1KdbgWCTcDZmbqN2le3fRX57uSbTqj1tVKKrO1ITqbqTYKQsDLmSqxBzC1gCRaXyGYBRuEdyRWaNKcgRZaESlsK4X+ykJtnSQb28vX8xtlLAu6vC7tUxZPxa1Ki1uFUpTUNbCjy7KQ4soCQEhRWUKQDe4BFgLXtpmRIgSmonKvLzo6VNIWvMlSvMX118hoR+FrpfHU+g4Xn1112toffmrRlVm8KQ2MxcFrJUVdlJIv2sbEbNZ+JoaYiZ4xTvJr0/FEvFHNyoU2KjknVcwUrUkDs6B1WIABBzJURcHS213QN4s93j4twbVpWHsSzWktSlLi54FWSE5eFNbQClwDsHQCSPGi4BFtBpG77HkXmp8RFLxKjpddV0tTEk3SVZR3scpJTbS9k6KHKHgzAbUr3XVGZVImoRniyGpAShxQvZIcFr2STYm5GguTY7dGMboI1ej16suyKpKpEWFGfSh12nR7rVHeFzzMRRsS0oWJaHa9xYAnZr7tcKNT6M3ihquP1SFFRwFNO2UqK/kIsSevJluRcXSSBfy2EKHS3Xay3hyfLfqjD+SLHntNN85HUpVg3IYVlS80D1JU2tCxrkSQCleoqlu0d3QbluLAzvvuNKQqVDXnU4650qctYKUlIOoIzWAB9STPjKlcQa3Mb1ItLqldpcWnypzHFzNJaspSrdKukkHLcEgjtfUCxv2xVvjr2MpTmEnaIilsPtfCdfd5V9S7G3BzD4libKSQdbHQWJSEDFMrCWLW69S3mH2GFpW6w6gpTIRcBQt3Soi5B7A3BIB21DAh4I3oYXYr1GehVukSvGnpXwXRYlBT3Q4kggpIBsb3ttiir9XeZl6uxtM4JGRF7XMV4NgUuBhLeNUKvRIr+ViVNgMBaErS30qWnXKkq1IAOhsLd9g7FkZqjOue68QoqMVa+E1VIudCHkHQLv3SbaXJNiPPa43u4E9w/f3Wai/FR4FJmrafZv2yOKC0LAsAEOoUk3AJIIG0aMzFlYcb4TS0MZfhcVpDSk/QoQpSQodjY2vqABoJ1J3uIC901G0pJtFxdS687LwvKloWuKlMppGYIkMu30U3bRSbXIOoPhI12Ecdbvou8ajfCqDCJX6WO+jOphSiTYrCRfIq2tr2I73Ftquj7l8b0vFFSxljLEPuGKw7zEVpaAriMEDV3Pbgp7gjMCQbXHcWn85WF4GN2MERaJChMVFDsqFV6bKKoqllY1Da09aHFG6lEhSVFOqrjbQoLLxL3aU1fqIYpMQ0WLugwlI5roq76V8VpXX8dV0o4ZTbQCxzG4sDsi5+IpU/4UpljwcLOnpzJta3p+e2xt8+7ZreDRm69S3pUWr07Ml9hppt9EpIGt0nrzoF1AC6VJNrAkEIVjdtP+BKqlEivsLTxUSmvisK9Cpld1htQIGgNjcEg2Gx2h6LPqEyIonKe7Kab8fQvozdSvw2ZtB3V1P7ORMUT6jTp1OydMqHKK1R7d2n0LSktrTfVJJsQQSNLyanQ4sBrkIGGVxUP5lJ4qCtGe9iAVX7Htc3FwO40097G2G4GI8OT4FZpMWUulv/FSrJnSgkFJINyrQixPppa5G1TDiuZVqTjrVGfpdG/718mfKrUp1BvZQI7jv6XNtolZpUqU1AoPKZ5S1pQtpCOvL2Kh6pHf1FrW22Pv19l+l0ae3jzBsRj3c/mXPpzXSnPcHjNpIISTqVpBtfqCSSboagYZiu4tl1mU8hxDDXCY7qy37m4ucwtoQDbtbzBKxul9s5VGoV5rDlN3VYNic0/NQhpK1uoaWy0DfhlVwkDS51uACADe2zp3WezpVKXhJ+U7W4qJWdKZCmlH4i7XF1lKQnS4uASAkEA6kVm7PdxAlT/tl96YYzZX48pHxXE30Sypu6V5raq7pGhFzfZ87ut52CIGI5cWBUadNhTU+66vTpv9XeSpdgyFHRJCb5bWsbnTz6whfulLbvpkyvuZ4x3vo3obpZUTDmCMG1Fhcp3leahxS/HmOkgJabbRnSt4kjqWLknQK1IY8TA0DDlL/np3tRKQvGUVpWeVFh5X2eKgjgABV3XiAQVggpuqxSMxVo+jYQ3fc0/9nOOiooYUtLEpYW+prvdlZ/SJOlybrBuLgd8++1FgPFsCg1bHlGqz9RixY6lKo3C/qbWWyyylKkFwG2ZQUc1xbMQABXah5EzK9WlrbrPczLiPfnPxRi1yfiPD0WqRVq/otqV8Xl4agApvPpxFHIcyljMCSAcoFgveFvLoNZdYgUbDz+GuAvmM9JmLSltdiEXbJy9IOhQpBGmotbaxpm7h2VAYr27l1eKKctpS8nAcYdZy2CmFKWkIz31BJSSLWC9CoFxPQuVlORp8SVS6uv4rsOajL0nTMhSu6LjKCLp8gdLbKbUJjdb1v6M2dua9pXBm9HCbGDt/lbhUrEMJHAhYqlJ/o2rNWPw5xFuWct0qcUAkmxCgTZVzgXcJvPo28rElBpWIX4sWFAaqmGJ6ZXXIjrW4HoqXxZElAUUWS4LKStBC0EZts8TU4cr25HDbrsul0vFFLS1DlSnWFJ95QrLQkpWEjOpBylQIKkm5Isc2zn/k7ahiSmYzq2DqZjdFRoXu7mGKYVuKaiviSgrLSTdLYIWbhBFySSCbWAOn1byV4z7/AP3fiVOkXflYPVGpUvGVBgRapRGKjx3VSFTWFchVoaxnSXWV5SzICCcrjUhF9bqyGwCnk0zFDtZn8+0+xFhZkofQjOhTXTclKFrshel7KISbai19nhR93tepeF67Fa5Va4tbmKjyP0XBUJzgTmscuYJzAKBQRcE3ubgFIxBAqle9wz8JrfmvoddW/kKuHk8S7MqDyddDYLIPcjUgDi7THZ7H/MKqWVcexJ2G8U0bdphx/FDXHfqi0IRNhteJxKiChlm1gRaynFC5BuToAdl3RpVMxljt/G1UqKFyZrqEzGnbxy24DlDSUEEACxABuQTrckku9dM3Vbwf6Li1aLhrEMXPwkSnyw0p8+ryUlB7aKcaFs1s4zHZU/zEYtpePKTQcRxJTi5s1pLS474RxGOJqpBTdC0hOosQkjTQGwaqsDiMCwNHfj17AleFNo9LrdLpFaoOaf7udU2hTwsEAqYWLOJy5gFoKkg6KB8qvBM6LjLh4S3fU6E8hx1bDq6c60hUNYJulbbi08MldiEk2NhlVY3BLVt3GGMW1mRu4xvgml1r3RAadpyn2FsSEtLKrht1ohSb28KTYEXtoNhrB+7nDm5esrxFhLAdRrEGqNcJ1rmA++21nBUkkZeIAUnKVAqGuqtBs2h2QiyZQMM7wZ+Eq7g1p1/CmNcG1JTsV9V3Y9QhghSg4y4oKsEqSSnMsJUSCkEZh+Vzc9ijFsV+s43eqi+PCS1VI8K2ZSk68w2UkcZoggFNuIADdKtNrOJVcRz8RxKpwpUpa1vurSp3mn0oUhR4airI8lY7BJK05RbKNSCTBW8HCWF69Wv6QioY4quLDQ6tqRFfSVn4iCBnCjqHWwQbqBAAN7NKWt2kL/iJ6l7lIuEuJWaDVqu2iapXCd4BkZVG46gpJCkHyuAL6XBISbqdVazRnXKXKqMqVS5yEZIs3MtDL4sU3C7PMkjwqBUBmIJOgDsnb/6DF4cpqnMLi5/i50hSNfNQI6SR2URbtoR3vf5w932N8L/0XVqDVOaQlHuuqRQtCrAKKEqIBStF75T6BST3ACfKZydTyftmYqzhysz6N7+dlxZVOfQp2K/mQp+K6FZQekeG/SXUFJJBC0ggjYPou6zEdexGw7VIkJdLfUlS1rW4lLyL9YTlSeqwJNyBexuQbjVjG6TCVZgORapSWIqJrvNNP0aUtpbbuhs5HcKkqBAAzJICge17ObAO8nB383zsT3NLWulr8K2rZmVixCDlPe9yCLjyNj3Q1z2aek2AS93Uk2ce5rjcpFwHS8EU1rAeT3dFaTH4SepcdVr8JQ8lEHNc6kEEXG3TeHuawHvV4lUlRGadiXleVarcVrKtSB4EyEpI4yEnsSQtIuEqAJBSW4behu5oNLcgV7gYeqKEJS7UshajzkC5TzBSCguAAjOsAknQhRJL7iYlpcWV96q0VhD8dEpOaQjM4wsXS6nW6kEdlC4PrfZLSXvYm+YJstD7hMBb0WZ+F8b/AM0u8Zl+l1Fh0KadiupkR1ZtWJSEuJClNqCVAKTa5Ch0LQRt8YSnRefqWF681FXV4SlT6HVGpGVEjgk5mX0kEgEXtcKIGtuknZxe1ZEw57Q9ZpMDBuR/F2G0Pu0aotJ+A45mbUYD69BZ3IcisyVIWE2IBKVZ0xPXqyKrhrehyfO0GbKRS6s07F4U2kz0nhSIkpQTxG1ADMlToUEltYNxZB1EoUjeRN3SKloyw5j3rtCd3l0uBVMJPYeqMV9SmvddZaCHWZ6QM0QvAkIduNEuBQWLELUCMqsmb1sJRZ/uHFu6H7KVGgvrj1KK60WmmXUN/EJTYhvpKdQbFKkm5CkkkD0Oqbr5U6Lu+lylsP5Zkh11oSEx2FXWOO1mJeazqAIBAQkkoW2Qkgm3hYzi70MOYaxHPww/FxQw6mjVKPFWH2KpF1DbqSApSnWwnMkghYStaQSCFhqqtfcZ+mRftESdN9n6g43rzFewHiH3pRH56+ahyOEuVDVYucO1i24gK0ANlhPa5BIqMV4MpeCMRy6NXnZTDbC0o4EfOhqUkHR1N7BShp0AkptmulJ4hbe7zdXhONvQj13AkSdh6awh3n2ID6kMTkBtRs8wkkJdSSCAMgsSSg3JNFvjp+MqzWa007yVUw8ipJXDlOsfeI7qQA4yh5myTYg5mlWcSQohJQQAXEvtEQWNVYoa+LRmZsJjwL4CeqQ1cqTmQNXAO5T1kHUW7nvgrH+KN31ZpuLaDixD7+RSviylozZrAgFRKVJPmlQIUBYAHZ74kw7RsL0GhSosSbKirj8WRIh3f5VOT9IUJuotgkCwudQCkakLvFu6+lyqN9t6XLp+JJWZxUyjITmTOYObVhaAVtvhIJCSLki6F9NjXEkJ8w3x5RKV7RjVFx5gh7gMMJS1XqMiPxZVDXezkphKNZMQjLfKCtkpTmCmzmb5V7EH2Io3uvDkvD2PKdToSH5TSEB9aYa75ZDDyRxENHXMkhxLZNwoJ1K+3d1Ld9hKoMVml1atYXqjy/uEh1TzSmX06kKBILTqOwUlZbULhSFDp2fGAfaIpeI5TGEt9ODsLrXW1ZmsRwmEsLcfULJdLjaQpLxAAKkkKuQCFAgid0KBK7d/vIoON6Nyu8Hd7S6o/QYS5FI4qWkVGRTn27ucNZUWHk2TYOJJBKbL4ZFxsz2ad6n2y3fROfriJsVDq6dCqiklClZdUMv51KIcyHpVchWUi5IBOFN4eFMOUavRMJV6nxYS3+YkUSuQ5SqcxKQsfEdZlspW206AlIdbkNFObKrMCQlTC3DUajbocUrw5hfEEmu0TF+WVKamNBCZjYKAeps8FbiAjMhSEoNwSTqCZ3yxTdDLe3WWqzVPtHhLD1UY4E2RTapCd47TCpCLtvBh5FuEog6pN0KBBKSdSGUKn0uqUZyjNO4rhLiyFuraqKkSmm0EFS27oSHG09jYtkKGosMxTryfhGjYIaf5mJKreB8ULS1XmM33inuqAEeoNg97KslSknOlWUgHZGYwaa3S48cwbPlza3iHgIdhqXSwtEqPclt5K2xdAy3uE5U5s+gsb0MqPeJSJw7WfdbcCLEiysNcLiutKabddjo9Y5SVtrbF7psTYXANidqHHGPcG0vC7FLoO81+KuKvl2nWEF1begvHWgqOoSkkGwy2UElIsgtWLL3aOtQK9jeJTmEVHwIiyA0l5WguFqGZLoUbBYKRbvbxBQYv3L4Ir2MmP5uatNqlPRkalNVSGOdhpJBC+OkpLtrEBShnI7hwEKNTJJ2rK7DmMWsWu8KBixmt0uEnM0+0+jmIMpVs7LjakhSARkIcbNlC4UlJCNmhhmbKlUvlXYmSU26nOxKaKmnknpIIWQFAhV1JBJIzEpve181un3cxZVJ981aFFf5f4CJDTbSlZdVNBSEoQ62NDlcQVJKSCo3JNfiXfPRsJT2KDS6TwEPyExWpSGA6wl06gnIoqSPMqKSAbghIN9ltjMZ5u+lrri6DMMqLQZ/NcWfSeA+hpKI8halJdyA/ouZSVOAAG4S8HEqAA0sSbWsUt2VwPukKbkdSrhTPgSE+uSS0Cm/ewUgoPSCE6qCac307weacdap/OyoSVLdi019pK1NdytKFk5rDUgAmxSbAG4o6P7Q9U3jYXnuwJdOpFb4qmmmqk6YTTixcJQrNm4az5kmyT3yg60ep05xFn6dqLDnAjzdruEq805K4OSo0RHFU07lYnwUKUQSrqtwllBAWCplwo6VqIBHOj4gw5iOLLdgVCFKYYd5eb3RlWoDxAiySQRe4AIPck65qxBi+fjKBAoM/msPV6kOqdWxKUhEjOCQW2H219SlJ1KULyuIsCqxI2GabjGfhyAw791m06a6uAh3KlpeQ3zRsyLBGcoulK0p1KgAb2I9zr8Qf+nXVpvf+2Jp/F+HGnaM/Rp8REqL0Z0vozpUgEWJ73sNQSLiw1Nr7Zm3wbr3aDiOJKo0RdRokpaczXFPHp7pClE3BC1tEkpBBKkkpTlVa5fG6HeDF3l0Fye1L+60taoUiPKkDisqvbhLUFAkixte4taxPlOxhglrEbTbTv6BDqkqSv9XuOpPn6dwdQQb2FjY6eoOjW3aN/L18gzFkvAmNvtRLn4Xic1k+BVKNIyMTU3QFFSQrImS2Eq+QJctYhBBuemJKTVKDRomF6DLmxWJzvxc6SngpvmUHLkC+dVlE2ICCCNNtJ72cMO81Sa9RuVlTYqEwpTS8nFlR76X6gXAhRBGhUBmABJKSBNN0vGWMmIFUe91zeEtUCQt3PTpyySnlZYUCYzuVtPBkXyKB4a7Hhr2Olm5ZuprE1CCz/iLSrPVmfWZdLdqPQijLRHU0/wAJedWa6QUkWKeghPc6WBATejwvhJreC1AqkWXUc9R4sCVyqXM7cpFspyoTYJWgFRBsm6Um1yTsd4Pg0ufvLblVTdbV5XJLXxYDUgNOvIQ4gZQpasjhQUnIgry+HrAFg++b3QYDnsYj3abrajSJS2ErlQGoRhsqylI4io6VFhCxqFuNgJIuFZhYgV14VcxbV68KML7iYre4TfTQaM3XaDLlV6qU5KUw1yEITPcYtctO5iGZqQBoldnEgkpWCCCDStw++nEdZiVTFtDqMLp+LzDQTm1N+HoqySo6JUdDYXOitttQ940/FrUSVKpL8VeXioTnR8RrQZ0lKilYBNiQAQdDoQTQ7wcYz6DKprvRKpz8hLTqJS+iOsg2XmAzJJ8JBuD20JvsCvWnEyh1WyrgiJ/d/wCyHQYuLaTVOFUYrFO6MzU11DUhHcmwWSgFVwWrpT53tcF9Yu3f4SlUtvDjVP4HhWiRwgrKpPY6AgEeRsQDawF9r9t934HCaX48/Qvxfje+b8Tc9te9/iozuVabdlOofz9CGsxT1E97K87eX7DbTYj3s3MTu1tlxz6/pB/Cu7rAeEnW2qXTqch9a86sjSEpe0AOZHzeZsQbHtbYpnxaNS4rkqVEYisLyoXks0n81Ajv6ed9vlxMVrgNOxPiPozZPElP0J1sT9T39Tt91nDPvSByvvCUhCFeDRafwIuCRa4FzcHUG2mwu4zQPfdvmAuKWIEWA3KgREPxX0ZnYUWFnU5f57tpzKBGuo+p8zsrazhbFDTXvSjUSg4aWvrfjz6ojmFIVe98qTrmKbBTiu4sQRq7nsAwIsDkMOcGkIzqztQGghCVnUrCElNiTcm5IJJuCCQVzv43KYy3q4TYgUzEDaK1S1KVAfkO5MqtLgrSkZMwFiEIuDYgjUkXk3zDV2bmGTMW71KLjylz36XWZb76GHVKyOrOZKdCFjsVCxsSCoG3mQCBOK3WXYsThU9t9HSppakFSVaWCAR6+gJN9POxd9R3e48da/m0xlLm86//AFVUh3K/TZ+tl3J+JFcJSh1IKk3UhwBJGYztyns84tovvKqb0P8AsvS8q0Pw31BK21JJzLBF0EetibW1AHfS09u1MPPUVWpWgzEvhWvz8OV5fF40KnVBeSQ6wnOuC6DmbfRm0zIWLgHv2IIJBa+JIUXfxgh+U60xT8a4Uf5eqNR+nK72S6hJsSw8bqFrWJuPUWG8DA+6DDkVxqjbx8X1Fb/TkpsWO+l5BIuQeGRoCdb2I8vSDSN3kWlyqTjfBuPHqg+hhUCZCnwFsSJ0cgfd3+G7l4gSbi4Ve6SASCAYWK3MYF6MMxGwN39UxHxOaiLhLYzJU+vw5wbEFJtlN7jvr5Da1aw9FwvFc9/Vta4SP7LNmQq3bQ9iNSDqR5W1uyt6lClUaB9sqXUaiiLKRldVpmcV0hHESqyg4k2Q4VC4KQSLHMa7dLg33z/2y3oRIUqlwuqPHmNITxsp/SXBtfQWTY3FyRaxF96yz6hETM6bvN2NUxu6jEdLqE2l0XLmS/K8Lye9kA6epB9LWuDbYmq1QoNBdl0HDlPfqM1teSVKlNDNm0tckC6Tpa1gBoPU1eOt8vF4EWLT/dFIhLzMMQ0FSnEDsFJzXuBmBSSL6ehuG4tx9AxRx6o1ieKhfyJi3Q7l7gKFhci/nb8dl7Ue71ESLtQOeIXP73Z+HIrdLiy4sVjqzcVpacquwAUgE276qFrGx9RJwNjB2fxJ7tEhTn4rq3XUsTQth69jxEZR8JehJslIVrckAAZ7mVD3o65KazvrX41ZPEr9pG1tgat1nBtUfdgU9b/Ox1tZcoUpNwbWGp9AQAbi4t57EGn2iX+mCJgRqb3sZ/zoOMRqDElcOC0lUimsdM9nLoo8sq/FR2+IypYI7hNiT9+yjTKpK3jNuwKtx6Xy6vi/K4pOuUpN8qhZVxcg+RIBsM4e3OY3xRFcr0qkvsLWpUiPlRlVmvcFCrhKVAnSyrjQ3udH97L8H/tG/wC/6fKYxCxmhz35jBYlvJF+GXiQOYtoA7qq3dSrg7QzrWsE7JXXsmhUwuK78Lo8PyHp010/d3/4bCldpbsX4vQvJ48nSvv3vfuPpr6dtmcmO01+p/f/AFf+HrqdNl7vMxzhzDlLclOtZ+lScjVldd/K5AtoL63HcA9tkxfueZxG6L3EEyLAacn1SWjw+HoTm7DObWHcgE27kDXTZMYh3jUuqT+E7Mm07qSpqQmOHWnP1Q4hd7JIAB0N7du9hzervT98tOe9MjHytIT0q7fjok6aedgdldQMSRYufmnX1/33epOU9yddDcA3sTpfTZ5EzzHtNplA3H3GHUajAlSnItGpKKct/r5WLHLTSlkDshVwEnLooAH1JFztNpLdU4vCgYZQiUtKVKjtJ6VW0Kso7WBuclh81hqdhmn1vn4vISua48WUlripQl1bKCdFjUZ0a5stwR5EE7HOGZGI4GKG58WrMe9GE8WLITHcSly1yAqywq/e1spHYgXuScL7mkiIgyY9d1+4T+cv4WN4nu5aFIi8WOnhSo6TqgLuDxE30T3UCCLjsWDE9nOVAxHXcGwPeNe9wxWn08nk5pUcnUZSCFrAtdNwVWBABNigZXtabxmp9So1ewzFhSlxVMSOXdKFPdwV2KCASD4gAbAAg7Oegb4N/uEqNRfaCpfJVuK+lNLfnpqiZTUxgLUoRpqFpbdbeSogIzkqNyQU3JU4mxl4jBrS0TlvK3LbvouEmN41GwnV2JS8sWRVIroUxnvbhvtlRDTnUSFEJCjobkWCdkTKNu5qkSBS6fKqMKqOqjzJSmhnZQvLmQogDVKSSlJACilRHnY/xj7W+8veDhyrYclYZpFLp1e4qZSGFr+Ik2JGvhXcDqAJNyFA6EZzo2IazRseS4squSn2Kp934Ttl9JAOVYvlWAeyrApNiLdwu5TftlQU+0QyxRHgO1mXFns8eKvqQrLmSpJ1SRc2ykG40NhbQWO3bcZhus4jlVaVhzCb9Rciv50cutKHW0Hp0JUm9ha6bjy89pdLxXAdlT6DPiMIqLGf3W+7ZCXE3sYyz6Em6FEEAqIICToGU+q4y3aRX94NGiVSnMSqkuBP4SSlhl+6soXZPw1AaDS+oIULlJWCFItZp3wcR4bucCSqzvQl4XisrpfHiqW+0uOUNKWTpx0p0tpoq4IVqFA2J67/AGhNUafAo28tnj4aioUxNqNLdHNU9LgCEyllPS8lC8t1FIJT0rSFC6uPs9by6M1iOfWcZS30ImwOE7Iiyih9lXa4KiAUg6kEk+GwsLbJTGlYrOEsZOSsOYxqNbm80tXP1SOM0ppVzwXkEZVtFJAUgAJ16QmwIJYnhn5gUGyUePcF1Sgyvc1ZdYflUR1ph+Ui/AlR1jOxKQpXSppbZBFyQL2OoI2McWY/xRi2l4ToMp1C/dGePA4TWVWZYQFapuFJCWwQkCwsbW02YeE69uHd3fVaLi3DNUZrb8VTVI4TplRYqu6YnBcOURytRWhSLFBJTe2heXs97oN3OPMG0H39UKRT5rDsh+AmUj9NcvBSW1L7KyXIsQqySbEA7Yl922xEI5JlxVuxEGqqfaiB9jcWxIXv6LlfadVdHOKskJbWrpu5kNgHLi7moBAUaTdu7xaNUnZVDfirhT10534oVw+/TKYPWy6T4TlAKRfXsJm8Wo0uqNOSmv8Ab8xFnsZFcPqUpMdeW5sG7ALtewFgU3t+0iq0vFHDpeI6ihmqIaRytUyZUvJ7JalZhmBABs53FhqRYjT+0QzgqMfELt4tRi4o3VRGmmZUWo0GRxUripQ6pxgoUlXDIUlWmilNLBHRdKrGwAMMb458D7hF3hVR9hhC+E66jK1mGuRSXSCpB1UbKURbQKsQZmK6RKo0CXz9cq9E5XIvgIdSpUd0G4dZOUOFChlJGZVjqDYm67xru4xHFw5A3lwKhQcSxau6pqa/TckV+HKtmUiVGVZLRVcqCk3Qq4IFybzpr+9kfiMZrtQAf3jUxf7RDWKMEP0ufE5WqMfd5CGncub16bBViBe9gPW4IJWm6rdJK3tVSfFi8CK/Fa5qO1KdDSJTHmhlR0KxrcaC3newMKk0bC8+ltz58SbCqLC0qdTkQppXTpoCL/mCRe6VeYK6dW2qzS3JWA62xNlQlr4sJS1tSG0C5Upo3zuWHexCwBexB0OWVJyBK4PVTAU+fXvddLwnKp0WKtUd1UNri8wtJANu6RbwkkaEW1sCWPu5wfWcOY8ifajDFRpdORFUlEqVFCY7yleSlpJFrdza2qQbXAI3hnEuI6DWWJ/2yfRCf6lQ/kbsCM98pJsb9QIsdCD32b1I3u1mVK5WBVqW+haP6u6kLS5pqFJNjaxtYg/h22KtnEUt1G04gdjc4DixWJ9BZyRZSlRZUWQ7mVmuSi6Dc3Buq40GUettrOiYwgUvCTkXwPod6Orw6+Rue/n9O3ntOxhhnBuLYrbrsRjBtXQ7xUOsL49NeWPJTeqkA6+AaaXBtfauwtuAxHjzFrECqVFikUHKlapUK0pCVa3y9gntcE372sRsSiza2JmahWtEqpO8CqT3eFAdf60/2V+r6fTt3/H02ce6BlqfFbrOKGVxVrdUlpC1+nprbvrfv5WHmUq9leg4Da+0eCMbzX6pCzSP6UhodivJtbIcgCkjUgkXIB7abKypJxRVKy5yDUWlsTX08JiKoqaZXYAhBUTYX7Xts5XYQ/MTOn2rn5mpqJEw5Fa5rm0IX/dVl/d/0+nnsXl/C9Ui8hKaQ+3k+aOFp/YQR+7ZbbpvZjqmJ4qJVUxDW4vhXxVcJSOw8F0m4BvcHQ2Gvc7GuFsIYo3OYtlwd41QcxDQX8q4E9LQ+CkaWULm2ndJBv3GzJuA8YxVW2IEYu3BboMZfpYiIr6PCqGxwuoedhp+0bKDFe4ms4I5uVhz76wtCkKyIHh079gbflbb0RojOBMUROLAi06UhaPClCcyb+h7j922V/a59mnegXPtxuWxvV4sRlCuaoiZWVF+92yfqBZKrgEmxGgK7Mlp2Hgxs1sy+5i2BvHgRao5hefQ6pFlMKUlf3XMlK7310BF/wC7m187a7Ej/vSswOLS8jC+nqdjupWlRtrlUAfr6/hsisaYu3q0Ge/hzerhNdX8fA96RVQpqUnQlmUylCspvc3CtSLkWttUU6uRZ8CW1hzFmK4L7CFOpgVSRx2vK6W30LBt/dWgXPme+yGorspH7RN9Ju5WaRoe7lrFrTjWI6hkrcLK6h2K7k6CdCUElKiCO4t31Hrqbcjhj7JYS4Tvx38+Xj5cqlJ+o7X/AAA1uba7ece5vGWKIrreKGqjklQpSGnVrT1SGF6KQodiNdCAT5eQO3qXhplqfhKB/YZ2EuryIy9Vv48/27VqQ7MmNaOh0bygVvOxJPdgchzaFo/U/jy9ds51WoSuK+1KydaFdabJSlIHc6jt+I7bHu+iXK59tpqWjgIXlV3Tmubetrdu/e/YbA1MYadqkSBKeR8dfjV/y/0P02zQS9hSbzeFeYpsY4kadoz9Bny4rC5qFIyO25d5JF7FKgQD2FxbXWw81scB4Sr0VyLAe5WV+olQWnQeQ9L+nl599h7ftXGp9ZbitPdCMyujpy2sALeX+Rt9NllDqs9p1vhS150folpUUqSr6EajZqutsZmfeC58TCKsYFxHFdca93OP8D9RHi/b/ltKwlH+F8VrItHQpC05VJ7+vbYuwjvHlT4vuvEbvx/C1KWnqUn0V9f71vLX12tptGaiuuT2nWH8/wDfyq1Pcg2P7PPYNrt9rQVbNu2vAxMD7046610f+Z2YW6BMD7UcWAytjj+JCF5kfQW/497bCsqQ007wvk/8z+38NuGE8U8hjKJFi/O6lK1/qpB/5DY+nPqPIccRx+0PR3ZWHG5UVrPwFdS0JOZKfU+o7d9PP8MvKgVTi8L3S5n6enKU9/3fs23JPDUqjc068voR1r8XEvpYjW4P01Fwdlw7SWnZXK8GF0Lz/rIV+Cgbi489befnt2qv7ZgNZZ28GZwRTcW0v717pfQ2hSfBfN63FtdPXy/yLJxpeMoDbrURFLxKhOVa09DFQSLW4g7B0ds4tfsQdLG28WmNNOsNReOx4Uq4XV5XNtDmF/O1zsEVOhf+eEtb76E5unpWnv2/WHlYC48/oKuxnXf6gqwXGZIwLR3eLwpUTO+heR1h3pVm/E6Dv37G4PbXbTtNqcDBu77lXaJ0TWlIady9XYA3IFhf8gf2bKbdow1PgNysR/p0ZUIlZetKO1ldsydT37AdxbZnTt8EXBFGcoM+kwsQ4eqKP6u6vKtnyDjaxcoVfUXGttbg7dn6hgjQ48xhoo8dri+4XHZTr8Jef4SkOlCk99bi4+tj56gi2qydNLrLXCr0t9+V1ZH82bN9CQLpV9TcHzvrte4ue+1FU+Lx0U7P4M4SrJ9NbX/z/PQloW5OLK4EqBzT7C8rrDuuTTWyha6T5G4I176bOkJXwIausn7YtINA5CU2618dCPmy5cv4gXF/qND6DtsUNOtSpXxc6P8A0kgqypB/PsfX8x5bMCbuqn0b4s95ngPp8a0lC83okgn8u/bUjQbD72LGsLu8rRsPP1F+KtPhaPw9TqVi1yb+ZFtDc3ttUFYbtlfcm0HG2KKXw3cOVZht+L8VLsdotOqvpZxHgUBe408r2Gm1XiPeJWcR15uvYoiU5GfLFkPx2g06lOvi81JGtie2v4Enfj1nEc+PKd5WK/4mvhDhSkgXILiQMrlvIpsoA9V+xRiip4Naw4xApdEhPzelp1EhGRXlnCHSCsJJGYJuQO1rEnahIhVG2UtEntRYvuas/faWtCVMLyBSU+YVY9ukZSoEAiwsbX2bWC6zAdw5UqM1Ef8AcMpCmpEdLoUpm9wFItob6HKQPI30Oy6wbS4rrrf9HPrWwv8ARRWipSk3vrlzdhfUWBHl5Eh3j0ujYcpbGKIsuFNpcrK1I5WQY623R/Z2uA8R5ghK+5IuANg45gbE3vmCWNavheswIjVLpy0SqetKEVKOvwpBGjnY3HcWsR5X2J8JUGfPpb7UqooldHF5hrwuX7lfzJV2Bvex0JIN9h7CEDcZjeLLpeHIlbomIepbqVyC61MVfUpCjnQu+pTqCCbEE6EOEqg1S2nIvN8DrVmV+rbS511HqBe9rd7bKapt3jBP7xCKkxsOUv7q1kYf63YsjVKo7uncoObKbWJA7XA20Rudo1er2A5fPtLQwt3hdNkuqS2LqPTooa6KsDp2G2dYdDdlVRiVPocXJK6oU+HIKo8pRNum/Slzw3Scigb2BsSNY4+d/m03GRGmuio5WIXwnU51OvKuogKIzZUZiU3BITYXNgXNNUUTmDKbWi5papTTrErlMi2FeB1JStOXyB+hTa1hft9NqP2raLFaagYtgU6lo94sOomIkIzJUsFOVwJ+Y5SQQO/mCNiLEc/lYsSqRXloWvI6vJ1IUoAWNjqg+qT27a6Xge1lu4rOLdzeF8UUvFlOpdL51hTq5SF8ulSwptKFOJuWwV5QFEWvlBI2Yr8mk0/fEWN2GDceYS5rBGN6IxiGltKdTSEyg068kdSuWz9SCO4aUTewKSBrsLTpE+fFiUas9cqV8LnVILSnlC2XMTdKlA6FJIIHYEG4j03BNBoM9x2VUYUVb/6VXFDsdxYGv3htOZAOtleE6g2vs16Bh3dz7rcdgYmlRajF4siOmQkLaTYA2WyCQdPC4k2BOoJ0FSJoiEe7Gixd32HG4uLaSwuateeO6tAWltKrBPBX3CjpdJAsbgEgkmFjBqvYjlP0F2uLio6ZEBpiQ4hTeU6pWlRKVXNrkAelxcABmP8AE8/FtGos+LLWwww6nl5EVBfVmSSOIMmq7i+ZBBI6tDaxjUmtT8RtOOu1Fib0pTzEd3isNup6eIlaFFTSr+SgCSSBmGgmw4WcPKCFTobs91+LK48V/wD27S1JU2q9jcpvpfQ301sbX2uN0uF941BlS8W7pXnJVUp2VNUix7KYqDB1KHouccRYy5gU2UMxUki5Jtqlh+qcJus/HYW/8VciK6M7P1Uk2zX00BJIOoGtjPdtvHr2A3XHZVQolUQvpUxKjpa4zXqlQASNTYhdtfM2uVafRzK2VrYNrRn4d3i0veNQW2q9h7leOwpqfFWgvpbVay8oUkKUAcwKXEJUkpN76namnbtaNApfK0uWthf+ydu7DmNKPSpCrBTKx2KVAggXBvtT0rf01FaqVLqmHmKpS5rvC4ub71FdV4UqJUCrIT03IcSB0lQtayw1vYdoNL4VZiP1GnIdyLWmyX46TbqTcBC0G4KkqIIOa1+2wLl2vMLUaVtO2a4rN9GCN6FeaYpbuMf6LYaS0iBUoqVxZiUk5eKojOl0XSELzEdCdAcxK6g0yA1hdv7URFxajQema00nwtH+0Te9wLAAjMk2IuANNzSZtBn0aW7QeVrfAR96pedDUhxJtbK25oq/7CRYEmwOb6qrDjtUf910ngRX+lp3VC2Va3bsejS9ilYGh7AgEnR8x3Sag3LtcciCeDcbxZXD4VRQ++jMtaFXStxoKsHEi5Cy2DZRTqAQSNBev3h4Hdpcr3zheIvgVRWZ2KhBUwmYeoqAT0oLh1uLFSibElVtvtEOA1XvhclTqpFd+LFmwnE8ZOUm5UgE5SNUqCVEC4I11ZtLhxazS5dBddYfivtKdhSIsrMltJIIyvI1BQo3SoaiyfPTZweawNiHSXbl9H3M0VuqVR2jfdXUc1Fd61tNFKm1pJCkyEWKV3tlKzZQGa5BNxe4exdvBwHKpu8HdVUWIVUlJSt+EuzseQolKltOMr8TSgLaG6TcpUk2IYrz1U3gypeA8eVynUveNSMrVEr0rLHVVkfKxIfSQlalCyW3FganKrPqCaezZuswbvfgVKLvBiPsVvC8pbEykLd4D8d9ItxFISbpUL2umw1uCpJB2qBlsTS/l3LL6sb5MRb2t0Dcqp4DRhutSumZDYlKdiqWNcySQHG1K8JSQoWJAUqwOyFwdhOs1TEbbVZpy6Q+w6nnUeLiZrG6Bcp0TeygSDbUk6A73+QIuA6zRcOUt2VVKWuaiPysp9bS1IT1AcVFiCnLcE3N7k2sCOTNSqnuZ+stPSn2IuROao2dfSgkJup5AuoACwUsE+pvclrG31KKWldvzxlFa5fAeHJa4rDbCOcmw7oXFRawbuLZFEAlSgQoDUam4CMFQseVnDlaw5S3adXqXkU1AnurSp1l8tCzSiDZaEgA5VgKBNwq1htY1reHAi1Rh2fT5S35X6KZCdSrKjQDNewJF7gm9rHXte5xZEw5jfBFZr27SiRV4/o8Bb+IYFOUYb1cpfhVUUsJIKn2STnU0TmCr+IC4HbdKNYCfISFg/e/vBwk7Ao1eqEWVFQrIwiYs8VtfYtlw2VqCQldwpKjYmxBTpT+cmjbxt2lSitc6/KRCUtbXFC5jKg2blIuC6kFKrnRSSNSTofPWBWq9PittNVBdRhLSl1DU/4q0pB6SlRuFjXsQDa/URrsyoOI6NFqkT3DUJULmmlOuw1ulCY8pNruMqBzAKToEgkE2A1NjjX12JcLKz/UTM1GiFtma418P+2bhfdzu+914DwwjiQmuA+hLX3dvL3Q5lAU2o2JzEWvYXB2N8L7ydwXtBYDRA304ZhUviKXwJVUyJj57AFTUhslTDgvYglsnyuO2cKlSp+MqxwaW8yxW2E/cpHFHMTGMxuhK7hbibFYUy4Fgg3QpBSpJKqXgbEeF4sufFiLlIfaVztORCKmspAGdCQkrQTlNyBlPYpANtiMADuWVfRrVjnmNudu/wDZuwRRpeEv5x6RKYWpNRh0movpTKbV+tBlJNn2ikALQbqIKiVEkHYg9jvD2BDvVflYJwzT6fT36Q/y7rDAZdTkcZzhYCQo3V2UbEhN7am2aKMItLrLbtZ3ev06kP8A3eUiRFWhrKpeps4M1xYkJuQfEmwGml/ZgS1S94NJn4cyVunVGLIRCUxKbRxkqRmDfxCE5zYKSQshVwDlN7WSx0sGfU0U3KBmDO9uXjfdzRsb0aA6/KWutzH47uVClxU80vJe1vhAr1USCLKJJ2XjVMa91wMW1RmL77lfd3ZVOSMj0gIBuEpsUqAJJA6Vakak7GftSYsqkrEeN6NhynrYqjFSfdYTKdMKQl1V1p0dCcgBXYIVlChqFLBA2QO63eBiil0afFnxELqNL6VMSmlIW8wm5HCUP0chlVlJSoFK0pAt2INawt9RuqwMuBK+vB2qOuVSBUIT86VKWpMd11EOQ4SSS2kqUW1rSQFFOZKgLGwOmzK3CYy3lxcR03DlUpzFXY4q5kBqpO8JTLraVk2zJ6VEZgHQQAcoVnF0lW7zE0HEdZcxQ1yqF1dpjmmmr8u5IQ0hCnEKuUlKrapcCVpNybghRMfZoqLWHN4NNadqK5VLmtPsNJadPwXVjp+GSQUmygFC5uq2UAk7QEBnGvMa2Lazi2fvQl1l1mVS/A1y6ZAaUrKAhTTzKvgrVcXDgKbkkAg2ubGbKa+6yudqLD6U/FdQY76k6WUVDMC4mwsvXW3WDbZIb1ZOLZ+I681Rqe+//SzvJvw8/Hb16AlIAVrqkpAKVdiARbZ7+zr7Pu8HFFGpuKMZY3lUtiKriu0lN0qTa+UuXIJSe+gC03IJsbi6gmWHjLKm4AqlZoz9UqlWfhRUZmosrmAhSbG4LguVNqHYLSdCAoAa7UVPwri2fSvdePN7DE2lvZvgV6BGdlNtKH6NEpACVoHcZwbEAhQ0sZe0TivhUtvDlGlo5KK6lqqO8XK+2wO4WBZTo7AKFlEHuSDbONc31YDqnAwvgjBFRqNXcWmKuLI+8NKVa5dZeHXonWxCSBr212OT+ZfapWM1n2Td30qK57r9omqSn/A01wGVqSkWtcJF1aWvddgRcDy2rXk4N3I8DDlUqMXFEGapLTUymrMObHkEdJNroOoABOl9DoQds9y8Eb/apWW5VBZqjGTK60uHIDSW0GygA4pQ7AjS58rixudE7nJkrDlLlz98kvlcURUqTHqMpCVGdCUFENSEZUoUBZSU+pBIUDcJGQF+2LfSVt8SccRNSnW6zAdrfQvJKaW/lzW0S6W8wUPPOizgPcKULgR8bY6lYow4/S/s9CchIXnWv9FITktdxnPZNxobXF7ajvtIx3Gi4S4E+fh5C4tUaSuFPzrTFbzAZEF5tJRodAog9wCSLEKDF02U7Acdi4hXFX08VrkudYbWLJKXgxdXDKvCtClZR3TYXAbV3oUb0ZT/AE+hvYn9UJFZddfoOHHVrm5Pu6FtHLISRcgWzZFi9iVAjzII12fVAq27Sfu5wnRt6uIZUWsYXXliwF2QpPEbKFBkqNnmnLJGQKAzJBFiAdlVharymsOcWs4T4FbRDUiFUYcovsSmgi6cji0hS27gkEArb1Sc4KQihdxRKpcXi4oqNLq6HFKadpspHCW2orHwstyWnDewKVFDmqikkFIBTUtQ2gTn0qMNg4E1vgLGe6qqRW6XhKrQloRmaXCdTwn05SegocAUQOw76WsdivEGEMJYtiy4uKMMxaixUUJ5pD7XVIy2KFqULKK0EBSVE3SQCCNsFOvQN4NUptBwv7xYZqMhEWav4iJUFKSFkLSRYONputKgQoC1iRY7PHFmG8W4Di4Tn4I3sYheQzwoszk18fnGlN2bU4wEqTxLpzEJQAQom4uQdKuzK7TM63p7o+a2juq+7HCUqLElNRFsVGkMKagSlSihTabEWUo6ZQLi6r28zYnZM7yZ9ZagP0aqbnKpS4r60cKqUtLUiK4q3SSWVmxHkpQv3AB0vOo/tDYowvjeJhLG/AqlOmx1KRWaJDC34eUG8hTCCAtsHRxKRnGugsbScMb68b0vFr+HK9u9w0unSvvsXENIfdTTqtCcF2pbGUFJzdikdSSFBVwL7TlfiFqr1FX38zj7OmGsR4cqkvFuKMYvyoWThIRP4icqTqXFBQGoBSkLBIHUBa5An4poVZxbPnysB1FEWvVd112ApeT3bVnU3cSwtwAhtw5wdb3yhQPckxxLvG3ctYXfi48p02DTpqUokR2rOqcYdPS6wtFg6LdRSCFJAuUnUbfeEqnuvn0t+Lu5xNS6ihCEO9Cg1IzJvkdUOkFYPTmAuewUb60sLIMy1mpdB9vMQb2Cd8kCqMYyxvgOo0hhDDXNcmlH3NdhnKzHUtC2yQQrO0EXsdANfp3BFLntfcHuOhtSpkdEdDSZUdVyAtCFWC7FOUqQQT6A2vqn7d0t2lvz6y6iK/wltTUcVaU50ixUCm5TcWPlY97d9sjYgcdoNLq2KGqsuo0/irXFfXkkI5VWgOdoKQpsXym4BCU90gAEddm/3D6LUPqAciDVWlY3nxWGqzhOUulvr4UOa7AQ0xUEJCkqbSokBLgNwUOIBJBAIJJ2uKV7JX2jgR5+HKSxS6XVEKU77xlOqhJzeJLKVJKzbyRbpIsbAX2OfZmrM+Lw8G43xC/V6RUWlVFdBqTvMNMrAGR+LxAooCMySCjRJtcEkHa23kYudrMqtUaLiF+C2ha2oaGllCpDSFWGZaFEOpsAcoIIGltCNizRWfNLxtuW3GUFjAe8urfbmqQpSXWESobcp2myA2UFxOUKQwQhSgVOLKlBVjm0G3ebSN41e3gwK9Kq1LhYAq6FKgTKc1x0NylgJEeUSoqZX1FScqUJNgM5uEbZXx/TqzAqjFLrOCJq0VRrLFW01x48hRRf4ZSMytLqykBVgojpFg1vZw3mV6Bw4uN8QrRCpa1Rc1ZaKUuMBd+G8+og8RvXKtwaJ0Kjc7CJ4g7HKrxPQPd607iPC9SwH9posqo0tpXLpVnQtMVZOXrSrNlN8oUCSghNx2G2e5Ka87hfGFLxvRJUrFG7lTtSpvFnrhLqFIJK1ltyMAhD7ZSrOkNlC1ISooSFpIvcS7x8OYX5TFEVmE/UaJldUikT0IkSKc8QFkNrIQ+gpBuMyVkJBQVEBJCIuO6NWZ9aalY8bxxhrqdpdWddQ1VqelaLLgSjlztyGwAg8dAKkhIWXDcgtfksBUT8xXU3GG5bfbPlUefvDxJGml/mJVLxLSYrqFLJBbdRPhIDS1WADbhyuHLbNc6m03A0qA05AwHvCg0ibCQlOda23WMivCFocU25Hd7EOEEK6gRcAlXU/dTu5i4jiYjwviFFIcZXwIFSivlEeRlSFcFxsXTYDRbSFFOhIRaw2ZmGk1SfiN+K1T2JT7ELi0ufTZTciK4vQvJYUQCltzQqjq0NgpCQQSald0MRultvC3bYtxvg2BFlYelMVvJknuwJDciPnHheLdzxEK0upAKk9JsAAoLh/c9iil0GBFnuzfe8JH3WYqa61KzJB6OIbpkBKQCCQolJAIUL3GWPbDi1SL/NzVN3qEP1RS6cifDmck/FkElCbJUQW3EO2SUg5TluCk6bMj2f8Pz8UUaXg3erVn11dDSfDNcjvyGkC6FvNhSkF5tXZaelYVYkEkq4eMhVWJ2qvT+Qn4jrOIZvvvNkakNQlNLStN8twkJQVGw1QpNu4sdRV09GLYFLn1mVEQhaOuPKQla2JSCklTSkXCgo9VlDWx0JJ1201gjdLhejN0tqk5JUVC2kO8/lkOJ1NuoHNfuUkEHsBbbF+/PeTWYuPPsvRqehdLY6lsSFN5JDR0PZVknyuCSk9wbW2JndIwFi5pVcrLsB+fS6fSwxzCVsQ2Ol+OtNwpkIcslYN7BsjQ2AIOUbGeC/5tN41Glynaj7nXFkJdlQJEUqhvKbFxYoOdABJUApIKFZgFAWOy7hUHGVeaq1ZlRESkYeaS+007biuNAKJRmuFLCUglOYgi6sqvlJlvDokWs4IpNUwvSVsSq3HS6jhZkuuJGXMhWb5xZKVKzkkHUAgEjwJQxqUvE2CGqNVq9u0xNTps1DCWp7DEpHFUkXAK0rWSQe+ZZNjclXlsa4c3tu0GgxIE+oIlMIWlp3Ihvjt5ho2U3BzjuhRyhQTYZiRfJWGsG1TDjTeKN4O71EqnRUrUqUq3UgD5nGVFKT8uZyxte9+40PC3nezxjzBrEWl7nHGKuiPycWrSpTbUplQV02kqVdxlJF0ghRKrAJJJIVto+RENZRXcv6g/vHR7owljyA3WYtbYlIcUn9dpaVAggpNgpKwe4IBtcXHYjOPMYwMOfCn4ZRKlRVIYamyEIQtu67oWlRACklRNk5idCbHUBU7p94leaxHPw5PiIivwsvHiyoqmFqQc3WpBFx0pzaJAOhAIIJblX3j4Idpb/CdyPraycJaSppxYNkpfaVdI76GwI7gpJGyp3JxPMGp6X2e/6Sn3ab1a9Xp7k+qRKcwxm5eQppKM7b+UBLma4uhQNjYXBsbkG+xpvApbrWHH57UvryKWlCV5U+f07Wt9NT3BttnFzfTz7rkCVgNGRGVaXUJcaU2kKByqdFwkKI0SdB2uL6kdI3u0veXhz7JO4si0dGT7vHqzuR1NhZTSJWjbqArRKXEtuix0I0C+oD49S+poceYBkHA1cn0assc/L4kJ9aXXY7rpyKzd1oNrIc1tcXJ0BFrHbQ7eGPfMVEWfEWjJmyr4vUnQFKwQbA3NwdbjTtcEIwrhfC+7lr3ziNqFC5VPwlIkDIq4vc3NtVdye19CexA2/aExb9qOaw5hNhdIpzvVHady8RAOpSgaoB7BVrDzAB2VrsCDBidzC3GBNXtPUvDlLclT3kMIip6lq8KUjzN9ANO+n/ABXlWxhAd3tUWgz5f9HTWsrS82ZhT6jdtCvIZ8pAJ0BFr6jZcbx95n842A4jtBrfu59c9cWRFfQUq0BVYqTqy7lAIKk2AFrA67KeiKi1msttV5l9fJNclnzLQhKR1hBUm6QkKUVBNrAkGyQbh6pBcM5mhoemram+w4ja/wDRshhzfvU6NjyizWMKZ105qZDaXIXFmot1qZRdeWygkgAqGigki+2kEYjpbsCJWWnePCmutcB3I4lLyFW8Jy3BsdRYEHQgd9sC4nn0uBiifVHai57xfypkSJWVT7mROVJU6nqcUE5U/EOYkalWhVqvd7/KRYI910nCTu6fENbmwkcvM5BptbCbDocQpZFlKTlsggAEm6rWJfr01bDOcRm/pKLgr/eGPtJV6Bu0n4XqmCMTIZmzc3P0mfD5iHMjhJOdLyFJUy5mKbKJKToCOwK/wZ7XG6rEc77O4teewpUVp4SVT/iwHlAAnJKRolIuB8VLZuCNLEgA3rTMW788buVSl4elUjC83NlYfkJakQewKMqLhKioXUAooBJNiSdktW/ZrxlhzFDbvvZEqL0raXIsp1z6ZkHKSOxUAD2uBoTV1ohLNHpO37wZtXebuci70KXErOHMWP0+owkcWBKayvxXkkH4TwsQpo3PUiykm5BNiNslYprGLZ9eqWA8UVCbKmsupalU1cpSetKApaQEqzAlKwoKBsoEEggi92MX/YPgO/aGVSJtOVm+4PuMdZFlBSEkJUknulQIJsbXA2Fd5m97BG9X4O9XBr6JqGktQMX05oMVKLYnIHAkZZbWYklsi9sxSSoAEFA8+ORA6Lcr7cEr8GBOH4UVrFDlGo2LJULJ8VphrpU2rTTNokkHzsD202IKbiTFDuMmIE95aIq/uq5DrQQvvocptcBViBaxGtgbbULlRpeEmnOVxDCq6H2kyFyF3UpPo4FLSFoOhug97dz3NG9i2U7VIDs/gLQ/1xX0KC48hBJBtmBy28JSQSki5Ivs+ULLxN4plcTTc6kwK9hxdGxHLizeMlLSmnUB1pxXbOEqvqLn62B1JO2Vt5tRxRRqp9nPtDysWnZVx2EZ2sqT2cSQo6EaCxsRftqNmbjzF0+vYScagZKfUWEpdQqOo+JI6SLk2Pp3B7dtgTHGIYG8bDkCsz2YsLF1OYU1Pi5glMxCbHiISQDY3KralKsyexB2imnH3xarS7PvgtGlc01/TzvHQj4qnWvFrbquO/c6m5+uwowiLz7n3Rb7C3VcJaVlKst/zB08jsZUOiuuwHHWqdx0SmulGcIV63TrY3uNO5HYbWmHMMRWmnJ9UeYisI6+F4kqVa/fzI0uAAbEnMLatZja1yupuG6zWeXao3XFlITm4Vs6U6X7jQjzUDYefptoTd9E3GbtMOMVSe173ryEKzqUkqdSqwJB0uEEiwUAEq1sLWunnMY16VFco2DaStaP0XMcLMnL/eUDY6WskmwBuQTtNpm7XeW1w5XwFvv+Piu5l5D5jQAgDWxIHYW0G1GwfuMR1roq7MxuMY43ob1ZTkXc3SYTbFOyrU1Ps1mV5oQkEFRHmSQO2o7i4wVWN40XeDAdxG6ha0LyOx0NeFAF73PZI1uQADfU+eyaxxPr26/DjFGw5W0IRKV96kMSutK7EqRpYknW6rEa2G39uiTjysz2MWypdXchMIUmLmdzLUpI06VG+U9kp7KBOhFjsrq0rRM5xMwU4TfNobxd4DWHGuK07kR+sj876DW/93uRfy7ZaxpU6piiqOT6o7nYWjMmO06eq3ncHXXvpbyI02qcY1nGWKJUuLKp9R4n9g7n6Eqse+pUADa41JAAAvcbKSI5Pi4j/wC0ed+qUtSeLkdyKlR7i4sBbOE9gRcjQgnXZSiv+aEStXjrTRZVUge9ItJRkR0cJ1KF8RPchIscwPfKQdNbbLytbrcOVSU47RpaIU35oqU5Up/FBGmmt0mw8xYbNKt4jdn0aBKo0R9iKwhDqF5P0algG9wT02sASQLAaAi2whJqDTXElSvHlz5dMyv8j53B7bMB2zB1mxGxKCkYWlUassQJUthC4qU5nVpCkfQKte41I1Jt56DS5enUbn22p/Afi8VLDqGHSlTeY2zJI0BBPYgi/r22GKHifmq9Lnu8d9h/qyqXmXl7+Wp/edvypvYNqjXFpbT8Wa+hfFyXS0q2oWE3sg3voND6X2uctNOty3BnbEhiypTlGlVCVKYpy+LFdXbitpUM1gTqB1C6QQO5Audu1M314owlzeHPeKJtEqkdLD7SFlGZIHQ5p1JdbuSlQsRcjUEjYYwfUuLiOW7VGePFlR1NL4q8uZQyhJHnfTv52766/sDBtGnz+VaamrRzCk8VOdKUoUTlKreuWxUDa5+o2KjbBDm9akjd3L4XqmKOPytRXwOp/O7dScpuM1gB1eo0P+kfedu+lYX3q0KVS8k3nWEuu9BSlK0EXSb3FiD3uRpqddjndPXsObvuU4tDW+tDSmlcBfiuDe9yAb2y28jr6naViHFbtZd4vC4CEZuEhS86tRaxtoNNNL/6bZQGpOt3/wAkxbNYd+9In8Sw3ZVUf5p34CHVZ+3TfzB87d9izd5U2seNOYDr2RE5/LytUfzJi1JpHhjVAp6kLGhblAEiyQ4DYKNRUcCu1SU47Fq3vFcrrXHaQUu+vUkDUWHiAt20Gxru3wXXsJSoFZdaRTkIUmQtNSsnp1zAWvpbsbjy17g6Xc2fdNCrqI2eUokU3GW7mvPxXcJzeVYkJjyI8hoqU2gkZSHAAgkEpssEpV6m99r2h7sncW4oblNU+VNlPyM7UWO0V5lW7ZU9iBc62INj9NtJ7psRNUavOUGg4sW/SK2079wdYTKi5T18EsOrTdIIUkBs9I17XI0RHxrQsOVqm4SwTuzoiJs3K7PpsV1lpUqPbSXEQ4UpeIUkg8NaiPUkE7Ae/uyVsFzZE8vd62FK9Rt4P2SxHSavh6aypjmobsVTS1NKtZxPyrBF7KBKSQQSCCA9MXU2jV7dBg/DmA8WLYqlIlcVDTqHI8htQYXnA0GZJC9baEXBA1sTe1TiWvbxt93K0tph+nUSE1AXMdiralMqK1OLZUlwgFxvMnq8JJIAFrmorWEaNWYuHmnafw6pQczXvKGox+cQA3wS4hCsodQUrusG5zXvrsudGL7EsP8AKciFfU11e/cRSlYco39F43rlLWv+rpagNOIkMrToleZAKgAe4I7XvfQbX9Rorsql0lrDjy6wiKhSOY5MtSo6VZMzSst23UKFlJIUbeYSQQGnXqVFddcrM+nQlyn8mZ3hISpVrAXsAL6dwBfzvt1p6Z7TXCaeyIf6siLJ8+9x2I/DW34DZuw/EX/1RG4xFVR680619nN4POoioyoYkIWUPx0HyAcvdsE2KDe3ceV4+B92lZi4yfgNYniv05bqpFOlKfy8Zom4KbpLdyBZVzpdJA7bMjEOEZVUi/das+3UWFZ4b8pAdS2sgpstKrhTZBspJBBHl22WNNqeN8B15+LXsPRWEZ+aXFirzQlJ/wBpGJ6kW/VI0JABIAAlMqIzXq0xxJW9rDjUCvN0b3ejoWh9qY0sMKSpNgUdHfS9wQq5CT5gbSKfgug4jdb4rqEIy9S8iWlZrAE3A8yL9gLG2g02kVuLKxlVGK9RuPVOPla5VpoqfZygaZQCVgA6KGva4Gw5Wa9WXaNVmsB09dUqNId5WpQNUSo9+y8qiMw0KSkdYJHTYk7HqXeYjdZbqH8fUg4+3d+65TErDnNP07N8VbtkqbUbaAjSxPlYG/qdmfuugbucJUZzEcqkykVdDWRpEp1Tqc/fp8gTpbWxHpawzVgubvGxRi1yK7zT8qEjJKiu9C1JBuUZFWzkAlWWxNhexsNmjWsYxapS4FL4KGFsIydCfr9O/wBNbD92zFY2PzB6neiARt7wN5UXEeF2KXVIkJaHlKyIdtmbSRqAe59ABa3+bS3ObuKNijCVNdoMubFry0r4TsKfwl5wb+EnKvQ+E3v5ehwxievT4EqB97f6FpyLSspU2nQX+h1PY7aS3N45lYcn7vXaM8ww+uU60vIgZHMyG9CNE/Mv0AzADsDsQ2ITyJOlQsOYYYs3n4twRXnKXVHfekXqaX0FharaFK02yhQN+wP7e1vhfHm6WvVSJxYk2Kh9aUOxXXUJU3qLFJvr9Ox+h2DvaHea/nLxC78CLKfmIdkMfLmW2lZIvrclR9SSoa+qpmS4rsptpr4D/wCr8ilaX18rn93l6Z2o1Oo01u9BlYOzG8ofc9T8IYoo1HozDWHKgh9C09CVLzf5n/PbhNktYtrLeF5WR5c1Gd1WilZPPv8ATS34bYJ3b74Z+EneVqjS5sXJ0u8U8VvztfssEetiNPw2ee5veg1Xsby6zFl/1JpKeEp3q8tbHTz1sTf6aDbU02sq1a5X3+PmWLleDNgYS3W4OwbBREo1K4ffM7xF51XN+972HkNr9tuLAjcrKlLeQ4pSE8woKzX+S/b6AHU/Xamwfjul4ojWadCJKPEhXzfUbVW8jHeF6C7ScO1mrRW5delJhxWM6c6lH5iknwDS58iUixJA2rsdnwY+jLjicN4G4fdhvLgLgYpwvCmsuLzrQpv5vVJGqFfVJBG2EvbA9gjC+7+l/wA427kShRWFcKfAzZlxUq0C2zbwk2B0uCfO+npJApsaC0hqLnbby+HOVJ/YbgflbajxVTqNjIP4JrDTnAfQh11SdEuJBuWwf1tNR3ANxrqLC1/tY5EMMLPHXcrgGfS8UQIDtJYfivqTkadQFK01Dmt+xtpYd9Pp6MVyc1AoLcXhZFoQlPR9Br+H4bM6buB3ZtvMT6NhqJT5UVPSppOVKh9fr6HZL711u0Z1cB3P0Zv+Vv8ArsPUWolRK/ENUN78TP28ir0ufK91z+h9fXn/AFVd9T6W02QWOZdUpcByVRpa0TYvxY+VZSrTW6beY7jXy2OMb1tqs15yA7T5WdHQt3w9/XsQRr3/AOql3mprztZiUGgxFv508VOS/iGoFvM+YsCdDp2289pN9nmPzHbvtxEpjSje/sRy3Yrq0PrX0NO26v8ACb663sNNLd9qan4V5V34ruR9HyK+X8fQ7WTUCqSovFleNC/8Kk/8/wAddpjglfD5p1a8+VHFX4s3oT3PcWJ22n8BEHCrBzEFHntReai/1VHj/WT9T9PrsaYHlypVLb5p7jxUK6keLgq9R6A+nYkj12v6LgSvVnhtcFbCMnStXzfSwv8At/DvrZgYc9mrFvxPc3JLfWlKsirtcRPYWIukqJPla/498q3XUM/b3DMXNqZxmKmtBpp1vwPsf2T6fC530OvcfxpsAsMchiht3wfeE5F/jtq2neypvLnu/C5JhC83FjutKUlKrW+e1/8AELkDyJ7y8Jew9iP7UNysZS4vKsLzoaYdORVvIm90nUaEEH12fosRBmSdSizlhzFtLdpcSLP4/wAdpKFZ2sqk30zD5SPwJPlr22izMMQKpK4uEsZclKzdcWQgraUn1BHUnU6nUWsCALHbVFB3N7vqNS24EWk5FoT1tL6urtcHv2tfWxOttbbC2OvZwoNZlN1nCTy6RV0Zs+e6o8q4Oih3Sf7yTppcEabc9ldp5EizW1W8MJj3ebu13yUHj1n3f7xhI6nVwl8VSU/rqb75f7wJF+9u2wTgek4jrNZYlT2n+VRl4udopzegF7WPfQ+Xn57bVw7hXfJS5TlLxHT2JsVj+qr4uV1N/EAoCxbv2CgCNdSCNvzH+G69hKlv4jawm/KhIaUuQ7Cazrbt2ukakC+psQANbbXZk27BCpbWeAYi66/FgNOQGojD8WUhPORZCc6cpsQLaEetwQoeRF7kBkCK06xRsRsrfhIX9ydW6vpT8ra9dQL21uT0m512mQKq1vLx4w1Fl5IWfmHX09aVdz5WABsbD+6frtZb1WaNS58Sl/1pHCUp1bS8ve1u3Ygdje/ntQpsXiGNe77YC1CbFpdebo3KTW4XSrKtefgqV/s73VwyflJIGpAFhbSu5N+gyqC41S5edbGVa2s/5XtcAfv1/PbNrCqNPdbpdZz8DxxX19LrN7aXHcGwBHY6HQ6hiYQgtUGfysWuPsLX+v4kpPZSfxHYi/bW2o2G1hYYMY0tpRsNGjvvDTuEn4rWfifKhHT1Hva2oJtpa/4bJCkCs0GjN81Vn0RX/wC1yh9pnyFxYqSQTdQsQAAdL3M/ePOxHVHXKXPdWvh5fn6VIA89benp/qallmfS4vCrzz/AWhK/ipzZUDspZR4hr37i9rntt2dojdj7jwJcUKp15qU2172hTWG80hCUryqSpVtW1aG1/l1I1FtRtdzt8UV2U/hzGVDirfYaytOymsqnFKGllpBTYg/Mkp79ja/DD2DaW1VG5Try6c+vNk4qOPHUo6AXAKrdgCQR2NxbbpiXAlBnuuOtZF5FZH0okZsqrDW3dI89QAPUX14GU3eMIaRjPBDtL5qjceiTUcVK87vAUqxAycZPw3WydRnsq6UkpAGU00jFVLn17hT65ClMSnWkT6XVIrbS1KIAzpUCUuEKFwoEqtb6bRoWEqDS6C/RsRs1Hkn0r4D8d1GZvNqDdWihewt3ProQVfNwpVIGI/cNB519Gb4SJrCmFZRfyVa6fw0PcC2pvBfdNFYr3dUHC/u2vYciMLQ+lDq0p6VZSL3R3zp+g189Lgbc234DUpiVVKdKXzS1LS6lWXMvU9+4V5gHuL2ItoOYQxJXmqC5QazzSOVzZIcrxR1X/sXDYoB80q017nU7W9B3d433lym6XhL3pF5qaiPKi1KA4mO2ka34wSS2rQKAIWlQ7EdyilZus4+Iv25oL2WsHO7wa9Lnu0l+LQaQ6r46LoYmP6d2FgAEEDMpAAv9e1b7dOJ2pVeouA+EubBpcpM19cV0ofjyiLIUEnpcskn6i9xc22JcG78MW+z7g2fuq3oYC5LENPgOyqXUoEhKmKojqyLC9Em56Ss5SDqsC4Jz/XncR4ypbm8HC7Mp+UxMy1mLKj8VCs4CiFoFxlKSCMpIIF0BOttc2bV2yEO4xoRaxVIsCA7xkTmFx0pdjuoUh3MnshaCB1CxUDc3A/A7NXelNi1n2N6twqtyT9OhIdXmVl4yI0hLqgFX6XCEkgkWzC9rabIepYjn1SLSXapEXFWiPmYX/wCEAQAlwXCkgm1+4uQQO2zNxjhSLi32ZMQ+9K4/F48CVIf4HStxoLGUKSdASEixFwSexuTsrpj5mUQ+czdgiVxXXIGKIiKiwjMr3o1aPITfROYt9LvlcEKvqbjsemK6dFoM9iVS+hjP8Vhd2kqUrzZUgpU0bdkgjvYHy2JqBTMB4SozFZpbUp99eXmmk3UpSQOmyRY5ie6QCD5W0BmS8VbqnWm3XeAh/MpEqGp1TCnL3zZM4yqWDdRToCRqL6i9r7RxHWtC+MWiMbYS5CpYIdaQvml8wlqYgrQp1JCrFaCFoWLHK6khaVlJIISSf3AURqfijmqC9KWub8J2LNV98bzWSQh8gB9FrXzkqAvdQvYk72DN0uLao3WcOOrhLz8KRHdR1KT4rhN9bX1IIWAAShSRfafgKoSt1+8tul0v3RiWgys2d1DoypV+ooEhxp0EaEggi5BVYJFFtV18pCWbpc72K/QaNWaFAlPIQx+ldirWUOqS2AkFKlpACkqPYkXsLHTWLV3ML1R1uLxWERX0pWpdSjlTHY/ETmOZI7hRSUgEAg9yfzG27+fvaxlUp8Ch52IvCaY+OhOVJOZbenWFgki9gCPMed/TfZ0apcBhp2rTeD1O8gtWZptQ0HDucyDqekEAjUWvsvZqK0+Zc2Ae4uJKML4cqj8CsxKjSJS2lIi1SExz8JxJuU50pOZxpVyQW3ARci172v8AD2N2qNFYiyqjFfRN6HYrqFOx5Fr5Sy5YKbc16VFKSQLKSNbV2J8J/Zx1+LAzxf8Az4aaWelXdRyE+d8xIuSddTqfynVD3NRm58+k87wMi+l0JV2Nj5hXlYk2v+Gi/e7rA/EXuf0TD6bT6pKnyIrVRqLCGIvwmtFKynxIBTZw3AuSnMb6gDuB5qrVSsuvwKXiFC5uXpW60jjq1JHSr9MRrcjqICjY67fdGx7Pr3ErPu9c2nU5Cc7sdGV9tgnuW+ywlRuSD3Tp6H4kw8ONVSm1515t+kVHqiurv8RWhIQrRaT3ug6pIJsdtBRLUFZ2mrpcWlsO4jiZJsFGSPIjtZXY6B3TZSQh5kqsQfh2JFwbA7flLxtAlVniu0T770cKswkFCp3YcOYyq2Zwp6Q6MpIsFJWLKFtJwpVKpAfdo1clP51pdgcwltbqk6fDV1JQ8CCcqioLIAFyQRt2wxu9r0qK47RpdOfyOqSuPwldPmsKFgW1pIAKFJCrG4Ch2MrbZbUBHQgwQ32UGBXqXExG7TlzURejMnpW3m0BSR1J79QBFyLgggXsd2WO6Xz7cqUzUWMXwoSWl1F1rIuc0bBKH1AhLuQdKSqy7AamxuX4QqkWl1l+jV6nIXCfzJkRXfipSki6gLd026hoD3Gh0HGnVLDlLxbXeVdYfpfAzxXeKF5mgLkLBAWkpOmUgm3YnytWd7ZEW0du5Nn4isxNUXazXpdedqz9UQjMhiKvpU3bRVgsgFetwSdAbaAnYepeLcRtQJ/uarPwl58yGn0jMynQll5CgUkEE3ukkXJBsRsSYfwtijFFU5qLSWF0GUpS3ZXFCXc2oBR3TcKItcA6aEXNx/HsfDlGrzlGgYn49RitJ60JHFbTe/xgk5VajVSRfTsbbMudqxyCOJ8E4ji4c+1DURh+DCWpcpEKyVxWibBZQCQpoG1louE3AUkC6gJ4Xxa7gjEdNxlAl1Gg1ilykuwqyiOZHB9UqSLKKCnoUkWCkKUNL7EmMcVz/dblBdqL8Va2umRHay5lHQZ7CxBHnYaHUEdhKiVPlXW2qpLfYir6XcvVFlJsQM6DcpOviAsO17X2WzBOIxt7ODaDiilv76dzeRilrlf05Sadnfj02euzi3IjibKEdzPxAysBTRUoAlASAshSZVZablUt1a3+nIw74VK8wlVtb3uDoDex0N9nl7OdX+yW8GX7m6MNYvYVSal2UhzNdTBXZQUhSXDZC27BJXfTz5mFRqXXsQ4SxvE482nTHWoUpfDSl5Ns7akrQlAbUpsoWUEZSVFOoNth2Ju5lAIo/ccqVS3J8Cori1SF94fpExJadSq9szaSerNbunQ2uL6Wdm7nH+N5W7RuvQMbzeBCmKpy+cdShcd/TLHU+VEEOAjKFLGbWyEnsjsXYjlVmK5VGuaR7kd4TUh1C8+TMB1K/VJIAvcdOmttivc1j+XhGsue9HafUKLiWLyFUYlIzR5TSgQpuU2SOIi2mYELSbKQRYg0CTu2j/cJpDd9iXHmLa85S5Xvf3XwlNOtKiha4shSgAWXkpKuHlzEg3Ha4sBdoboMNz6DvB98tPMckvi5Eph5EykKbyArSbi4BuVXKAFEWsSCnt2ODN0GDpdTqFLxBXePOaVlhSqoVvUnX4aWXUlIcasTlkApVYpK7KFlHW5NzEdeqiIFUreJaXOYnusZX5gkJbyOqbBTmSQttY1ykki9rkiwIFWMIqhcCAvtA4Za3v788SwIGJ1sVeEmOqnRZTS+XlRVRm1hlEhIJzErVlCiTckBBy2Csw9u8lUae47KpNbc4Ck51cq4leVNyptRCSFegNyAbg6ggH2/vF1e3S71W6y1iebTlvoaalcvZ2OpYaSDxI56gkhJScpBHcA2N5uI99OMqXRoG8F3G9RlYelMJdlRUx2FvpQRYuMuJSA6kE3PhWEi5SRfax065yJIKr6ihYwXKn4tfo1BZqi2H2kSmlxYDzD7KVdgUJSsA5gpJukFPSbpuDtaw92mKGnefr1Dfp1XYfVwpSo6YqJj6VmyrEhnjld1BSCguC11AglZwioHf7Pos/cbiCdNq6H+FKUmU3DdhrCSrOrQLUk+YAWFdiCCbXeMY0/d9S3IG9XexKqK5TSmltIjtZ/m1LBBKk2BvYAH1BAuHbthQy4zDXCc/eDgP/tbWd1sWvOTWkcWfz8dh1taUBKSsqISQoC2ZsG5CSVEmwFcZ77d9Ne5tqfgilooL6ci4VLqiudbV5usqyoSpQB0CXBmGmdFyoJHCG86fAqnuag7wptLRmUljrcdpspJ1LTkV26W8wuFIIGYapUkkDZjHdHArMp/kKexh59/M67IprrjEJzXVxDClAAhRzXZU2tN7lZvfa6yMq0BN31NwRzL+La9jHEOK4s13gOxZkOQ0tnhgWJUOItLgAN1KXlVYAquAQf4dxxS2pTkDDmA4tBQxldi1JUcZpCdSFIIJUHBoQorSSLmx1G0vEWDMOYXrzeLcOVyVKxWhKVz2kLC1uIFjxXG090hJA4ygvMMt72JEwrlY8rLdLxRTptOYqKFcKbFaHAU7rdHUNFeZToBcFI72GZbE+5G9eViP7/FqDC5XS1IlNJShEd0iyVZ1hSShzS4UlF1FQ4puSFVNxpjxp2rYSrPERClZ+FAkQ/6i+RcqjqJUmx6QpKHA2oWIUrpWSLF+7GfQZ/CgS1vzULUhp3+prkZrfCXcgcU+aSsBZ7XNriNJquPJVZfpdGpKFrQj4sNSgmQyu+pSlyxF73KVgga9VrkzKmE+AN4NZgcSBXq3VERYSlJ5N1opTH42irZ7IVmV2SbpUTbKSEnY9SxArNBc918kibFQl1qRwjHUlQ1TnASFovcEqQlYT5sKTcEJquD/f1GclQIjFLqiEuZGnc0V3Nk+MyklIC9BmLZQhQAvmUkC0vA+PaXS8Gy6DiiIxzrCFcJcV3Ml5J8TSwfCo3ulaQATosXyrNHsRfvMC9oT3CSX9o8ORWHZ8uVwF5fizYTSVJUvwlTkZRZdSbaOpsFAjpvmAFV4UqmMvv8+JF5JC1tNKdaZmwpVvEzpqhRHibzhabXCQLXt8OVeK1QUe4ZcpuE+pcfhTHw611OEqbKXBlK1FSrkLBX3KSpIAr5+LKDhyBLoLX9HSn2uYaaRmyyLa3SUgkEqNiq4Wkm2oIIpuQngzhYv3Robkw7S3X5UCkoYpcWPySOaQH0x1pt+heUStbVilISokgnQg9W1fv/AN7de3SwG4DTMV9FUmcfIlCVsMrIspCmXr8FVsqQlJsSQSBYq2rfZ9xhi3G7Uug1nD0pjDy1dL8hAQ6yhJK12J1UVEJTc3SoLFwdSfzevQqpjLGTcB11+VFpdNTCTIaXndivuHOpt5CgULaWMiQVaXBAUCLB1MbOJUeR3Rd4KquLftvRd6rVRWj3dIakL5xBdjqaTo4hKiriNAoKvEVJFx8QiyBozexgl3Bu8GitYSi5MDYvadxAlEXrjw5AKTJS0kgqjl5TiVBSCQrqukEAnNNWpeMsOVSI7Fl56WvPFlNJQFpUuwFgUEqSoE6KTa4VYJGoOocL72J9G3GQMJYy93xa3TneBS0yF9Ta7fBZ1A4h4eZa0ADS9hcAEcvKfE7uEseVRyLWXmG10tpWdGrSZSiEBxakJUMxbACcyTYWXcJBuQDD+6Ws0Z2XP3c1unYhYWpamo8paeLkVfp4+XK8AnpSHW0khNiskAGHiBHvSluQJWIqc/K6c/AQh1MhJNrPNqIUVaqUFtlKh9ADaw3R7h8L1RrhfaHFFIqMVfHSunT15MnaymySsJJTa4BBsLkWtsN7D9sv21x5TrvKhYtgO0Wqe6aoiK+0lqbzSFoaZdzJshxy5QFDqynPdQ0TY6j9wszWXYtWiwKShDHC+KiYjOlSSnscqglZAIsL5rXyuaAHSmA98e6XCUX7G1nE65Vbycq7Hdj8XnlAWINgRc2IIWBYggnZYb4Yv2oivyqDRGMKUuVHU01NhoShbb5vqtltQIaI1BSrPe5BRbWmD8SlGxeBAT2ft3mEotZblSt5sqFKYWt2BS+KH2G0qBJDanUDOg6jJ4/ECTa+1jT8IcrKxDVKDLpC4r7shbtIfTwM0jM4pb0a+ZKFFVysIDgJ1W2NVim3f4d5Xh1SsusMLp8fl56058ynVG5dTewICAL3sbm5FyCVhhCBvar2PJdL3c1BdUqOJZEh+K1IdQukVKPnUcr+YFpLjaSBcpbcJAAWQSRcQxMYlH3p1SBS5eF8eYepdUoiFKRIhOoQqVHSbd2FhaHANFBbKgWyUkBwHUfxPXMJe4Z1LwvXGEIfa6XcrkhiYwASAoHMoOIzJKVJUsmybJSLoDvlNO0ug/ZfeDu4i0TEMVCkPx3UtSGJCCVALHiQ60qxIJOYdgUm42VVMpuEqDWZdGgU5iFRKorKqK+0VIZSbqyBSb6pOqVjKQLBQNiSndrdPU4rLDP4zAvYMczM8RO8vDmI4Few5UH3otLfShHAY46o6r/o1IF1obV6i6bnqFwL6SxRukpeI6D/ADycGVSFyqa0uqUbqir4qf7WO+iymm1AlNikk2TlygWGsN0u7rdLQYESVQcM0iozZSU8WVIs+6521zqFx2HawB8vPY9xhgCl4jwvLpbtDisLYTxYrsVooWza51SDZwA6jzuAQQbbXXXY+It9QJ5jsVB2fS3K9heXKYirdRHU1NSEuyMjqSlAcGbjBKrKQXCHBckHMSEufdrIdrP9KUFl+nYhbjpTKnxUIy8cKGREyLmAdQu6sriVLUSFAuIcAWQmTurbqkWrUF2XFQ/Tqiw/IySPu8hTbiFt3uQUOKKCVAjy7kgAFG7wSqXjypcLJS2IrSGn86lqU3my3CgkEi6khQuCCLG477aVbh1yIzASrYaoOMqpLxHAp1Oqj8pS2KtAQhznGZCdVrZcGR7OUpCggJUTY+PWzV3dVfdBgOs0aLvQp3uGo1dCE0nEsppxUeYk24SX1t3CHBeyXCLXCgvhqISpLVuHWaM7WZ+HIjdUqnH4qOA+2hTiyc4CCpQCwfEACF6WACkkbSKZvPx5jfCTlGny/d1X6XYsWVeKmUshKVDqSUpcVcgZklJIAIBsowRIBjl3u768G4cxlApmF8WUTEL8ppSJFLkSDwpSLXStqQhK0hzNYJacAJBUQpVggZ+3h4/o0XFvuvGWDZT9Lm9bDE9pUOqU+4B+7vgFEpo2NkOXUOxJTZIMMG7sa9i3FECLi2uOLQw1nlMO8u6w8wCRkSWyHGspGoLQI1IV3ttXBlAwlS6M3hdrdk+5Ci5VxZFSdbmx81rnhqUVOtEE3FwADcj12BZctQgrbAkxTQ91dUxHhxjGW77dbiGqZ2uE70uQn3mFXGcZ7ofsLlSQtItcgGwAPJuCd/E/DkTCVU3RUv3cw7xYs92Q0mQz6LUW7oWCkaLym4sFi4uNjCoNRYHKxaSxBWhHgYWE5rDTVPe1ha4BBA02pRWIEriNc3483Q70KSr0PkDf8Df10OyT9Q/AiFmu2+pk3DuD95eA69ysrDFRQ+j701Fad47EjvfgLesAerVK7AKHSoJNjfVjAW5usz3JXBm0WqRVKdXATAdp3YEGzbiDEdQM2iU3bJzGxIBD3qlVd+JAadQtfihcV3IlStbtlQBsdNLgjU/hsCPbwHff32cnxIsWqMdCoqn08dPmCE6ZkkahQ0I/MCiat38TM/V6l3SB1X3XtYjgRJVGdYhTYWXkHZUM8LIbEsnIvMGzp4bgHWx2B3t3le59x2vUSVCWx1tSoExqUtLoGuZJF3kEdJynMUEdN9NnHiOuyoGF5cqe7Fpz60q4X9l1+guTrfW/l+F9s+s1zehWXX6XPqyGJT7Xwkyuppzt1peQCc1jr02IIsO52J/SZNVjqMgxuYYw467hyXytPhLfW0tpp9bWZKbeJtfzIINunQkHQkdlzQ/ZBdlBx3HmIaXNfqK8y3YcVTC0qv3KgpSHAU2AuAsW1KhYAy3cQq9g2g+5qzLpc2a/ITKi1JMpxEpnU5mlpuWn0aqAPSQL9zfZyxkymqW397iv5+tHLpKVJT37drg99NLHTyFSXWFfXMy7QYm5m4WVVGoGF69LfqNIoLX3V1p8pkKYIAAKjo5lHSM2ttMx0JBsW7tMObtOO7Kq1RWhCPuv3UI7+Wl9fVSri3YHy1JVea5VuU0yxKyJ62tEqUnv0qJFiP33tbXbNG9qZVKpKkT5UvlaWyhTTWbifEuFXbWPlUBmSQRmIHe3dC7T7vIQNaF/LESONqBLxQ0xXpTS2ILbSWlT0LWxIbSDdBKk2UtoK1BIJQo3AUk3TLwhWnaC65Fn1FFRYWlTSku9DryQdLlJuV2AuoXsNbanYggLrM+K5AlO5EZ1KQjP0qSe18ts4Ot0q/G4Ou1RKwz7rdbadpy0Ify8LKsOoSrytY5shIsCCoj622OCy1gLNJr8VhFl4jDeF6zVG57vH47CvgKkWWtSAOkKUDmWE301uNNQAUG1qG8Cs4cqjcV2ksMQkJT8WLFQp3ITZTgCkkLA0KspvY20vfYUhS3Yrv6Jh9ba8iFtL+YaFBsQtKx5XAIOotbW7gYhdiutz5+R9jN94iv/AC31CkLT0pUPUg3HkL7Eru8sPOo1Pn+pyI8cP4xpdZ3Ve9Pe0VGJaI6lMpjlS0moQyOl5hYu2pQTlJQFA3SrQ3Gw9W8UNOxXJUDJUZrCf6vxWkPpSL2Cgq17nTN2vpcXG1Zhfef9l4rjspr9Jm4UjhDqaPyO26VixtoB5EW8x2sY7i1SL7rlYTpcpcrNIhTf7LhBaeMytSLrZWlKwpKgSb5QQLXJTULDkR5tJVqcOOIC4rgYjxRyjtUoaH4q3+XadUwVSI6+4jrSCSRbMb2JSdRftsPYvYdi0ZiLwn4TMLrzOwlLjuJ+ZpwZTlTpc3sfMEWBB/vCpv2SoNJdaq2RC1pi8X51NE2SMydDYdJUDYnUAX0442w47hygsVmVUPeNIq7CeXmw3cy4r6UkhCkBRIIB0UCQbKBsSUl6usrHq61RYl5tXgReUrMWItHK5mnWs+ePIaV6KvdSSO2p79z3FPh7EeDXZ7lGxHEfhU6UpXWhBWhtetlEJ60keSklQ8igi5EquzmqXFfapct/JKzIdaWgKYkJJB1HZK73NxqDcXF9RdFDnuyuLFZ46/1EdKsumup1tpszmTuxGVCrlBgNe4cRy+Ihh1SItRiu5+g6JsdU5O1s4IHmBYECOK8TxZWI+LQYiFrY/wC8Zz8RQ8wNCNO5vrbW/fbnP3eY3gcOqO07j05f9uheZKe5INrkEDXXS3n5bfzVDitfepWRD/yLd6U5rds2oSq+gJ0NiCRodqgrCZ3TnRsRu80xz9Jfm9fF4HHdjr/FKm73sRexSod9NNmDVGqDVIvutpmbSHsiV/emglTiLJBPTZLjZJPUkJA16AQQRWkS59GlN8rLYirQvoddQF8O9hqbnQ2sSDr67XuJd8NUlchAlUmFUfdylZ1LSVtOI7aAEZFZeywdfMGwO1vFpMr6DIxRu5n++aNSVyqc/maUppQXHcWOxCr9Jtpcp7XBGxZUsbYor0VifyjFObRmU+1HdzdJPjAJuk9k5er1uANudUxVS8UYXiO0GotxUZ+Lyr7QUptaf7JSj1WAsAm5BHY+gwcRxao1xYFPYizYuXitL8Ck3AK0pWb2HqCSgkEnsTWxV9xW3T1ud5HMjUvDdZ3g4obpbry107i/FlI6/O2Q65kqNrEEAjt6bNPGuKpWCIFJwHgiWjjsOoQt1bRWpN1C5VbUgaWte9gfK+1nuywo7hzDlSxRxkPsP5VP8mrO6zmGuh6k2GYm4B8tdDtXoo27mVVPi1uUuooVzHU07mzXuOi3bX19b38su8DUON4yBM5w/c2keMrN4OOK9QcWwIsDOuLFaaVPSiyk5F3sUnL03N1C9gTYEkEEBuOmKNjLFESqYXqL8KVwk/pWvhOa6i9gUkgnQ3T3By2uT7E9Qo1ZrLkCjYhRFlcJDWeawH47iMlrJWkhbfYqspKk2IOYaXqI+C3YDTDtZe4C0O9DsW+VX1CxY6/3k62sQb7FKKn2xgUVquV9y3kYVxRS6DEgUt5j46c3CVKHCSm4CkJIJGS9wEmxBBBCSLbUla3M4yr1GfqlBisVN9hSXVRWJSUyGbgZtFFKVgHUAKJOlgSNiVuv0GL91i1FD81HhYddDSpHkQ2o2QV+WUka6abfbG82gwMkV2I/kf8Aixak0taVN3KQpt5rzA1uALpVYm40A91n4mdYbVb1ENR6fKcd5DhLYlcwlC0KSULbWCAQQbKSoEWINiCLEX2KW8Kz4spyU1LQvq/RLazcRR8yDrfUg9xbW+thezoUWfjdysxeuKtac7rSulKzcZidTYk6qt6aDZuU/C8WjO8WqNI+OhKsjqwpSr+h1vca+pGmmziKWWHN7VJkiA9A3cwGmmKzVIiOP41R8gS1m1B6SCPXTUAHQgjV4bnsNbm8ZUbFFGxbLXRKvFa4tGlRbNMJWkKPCUkpKVZyLKuQoC2vYgfUzAqkrleDkRkV0NLzKSm5JNtTa9hYai+39V+FS4rnKxEMcNH3h3IE99LnsB5W1N9iJWF5mVZqHduYK1NqLRnXIrWSV1qyurRlVp/mCNbkA9ux2J8H7r5+I2uflZEQn0eJf62gA87aa3NiPrtZYF3b++XW6zWfjsZvhNfKpV/Tsb+R/dps4MeYExbhzdo5jKBW8PQosVCeLCfmFpbflfWwJsB0gm5NrjQ7VNiS9OmNvOImcb4zo26rDjbUCnMPzUL4SHfmzHyva5tqTY6XuCCdSndJu0r2/wBr3Fw5EeeQzFRKlRZToS1DUrMEgm1yk97WJtob99lPXKtijG8VvmnoMqlodSuUnlwpWhvdsqvwzlBH1BNwTrs5PYX330aL7T8HCUB1EWLiSLMpPAT0ocW02X0EBWpILKwTqSVaaE7AAXUWbR/ePUUB5U74d228HdLXm6DXoiMk11K47TTuXN/4gWE2SokFQUgkAkgi+gLMHCqYcaqzVZZYq7FUSlSF1GOjjwX0i6HWHE2WhSLnS+UkqJTcgjXftWTIBgUKmcoy/UC67I+KgFKY9rKBJ9VZbAEap2zO1H4UpvmnVobYXnVwupWXXsT5+eoIOoPrsz9PWvxJt/6c4SVzrcqsuv1mVUX5S5WXjyHV5lOKsEhalakmwHUQSdde52+XqdyHwnfH+r+yx0Hb1/57EeJatAdn/cHkPscLxqRkUr8dLEj9l9qeJD4rvFdz9fQhS1ZU/Qa9vwvptfaqxJmg/Kh8WU3xf/J1T/l5/uv2v5W8TDv3X9KjoWr+8ttXcAg2OU/rC476X02mtx+FKcanxOA+jwLSvN38ja4It2Olr7cqlFdadYlNOoRnRkWtKz1J9ARr/lsLZ5SgE/WIcWK7wp+TgP8AQtS2gv63Gnf0vb67LjfFg6lu0aXKo2IZsXko6pCUNNBbDikg2SpB6uw0LZSQSdFgglnv/eovClcTItHjUvNmt53P/G9v27BGP34EXDj7U91lGdpTSEL8Ppre4N76+dh2J1FT92I1pxucLMe7q8eT3cW02L77isIq7qWI7rvgU+SkBK7WKFFRygkdimxN7HUD2OaDPny2t5eE1za9S2lwJU9heSqMtG121OWCn2iCkgKCgek2CgCMo4kg4c59zlYjEV9DqFLajryoe1BunU5T+YI8j5bNLeBjRqvYDpO+SjU5aKvS5DGHq4vO5lUghXLuq6iNNG7EC+YdRA1OgC8ibZo2cpJszdniiBAn7y8L4yfxtQWI64/vHlVu1GnsJzBLUsNEvhTd8pcAXcg3AJyhavr4rXFadhP5+tp+FKD7Dif7qh37WsQCPMA7NrddjH+nvfOEq59nsQ508d1pK1MSLiw4zdxnSQbHuQLkE2INRvqp1U+2892s0OFS503LMdapy21wpGa6eYYUgBKm1kE9gQoKBANxtzuDE9Uu9MxaQaHiPFs/lcOUmbV5UXKtbEJhT7uUkAHI2Cq17Aad9jPCMSvQMUYea++sPt1RDTseQgpVHXxG82mikqNgCDY6aWvfZ0bhN/OKMG0GJgil0mgsLYfSpitqaLDsdBOZbUjIgh5pwDLdY0JuSbAgyxvgzG7W9qI7vB4D66pIRWYUhiQyr3hAGQZYxV0uqQhKrp1UAEmxuLq2bt3EJpFXZx7is3qIn4t9oLkJ9WisLcjwuYdWjqVZkWJTcdRTlGpFwO5IN3hu53NbgqzWeQxHierzVraz8VMpmKw331KlIKRc6BRJFu5BOqtx5hLA9Z9p+fKpeMnPs8ul0774uluOvR5BaPw1NhQzhA4RUpJNwogDTURlbscZYjxvUmpVR4FOhPrjtTU8RCJTFyA4gKAVZSdSFAk6gjY6J/uMFfUO/vPqPeobod0uMZ7/APM3vXRKei8eP7kr0XhKefbUQoMTW/gqUMqrIIsoZSFJGpt/ZYo+DXcUT6NiioLp9RlIU1FUlIUlSkrOZJvYhQIFhYEm+ydRgLEdGxHAxbRsZLYqlOa4TrsVGT3glABQ4/Y9bibBKVkXAJBJGhr143lYtqk+fKp1Up1U5hXHW61wOMsaB1CkjLrYE27kk9jpmXJ9Lf36zxLXBCMib/kUNuK041gjexQYs7wte8Wi0nN6E5v22BPpskE7t8URd/FCxRvpqy5VFnP8L32xKD8JTtvhNBaT8JJPZJAA1P1GSGN5WLaNFqW76fzVURUZSpFOzLWt9Kj1KQkglRTe6rkXFr/TblTcX1TBFLfarNWlMImvpdkR1ulHTmzZFAaEEJuMySBoe+p3dPqO4u4H3LUUbxmewsvFfuutU3CdLZRNcfaS7m4o+CwDYk+pPkPPv2B2JalBFTgOReKtta0dDqO7a/JQ+oOu2ZfZnxVQcW7tKbi2g/1phfKzUcXOpladMgJ1y+Y7aeW2mKVKadjN/GzrWjP+W17U28iEB5xF1hreNXapFn0uqU5HPUt12FIXly5loOUqFiRY2v2G2dsf4tgVSVVpVed4CGH1tcJHy5dLev46gj0020jvCTFwlFqVUgcNh+bmfz5f7W3c+va/57YRxrUWp8+W7iOXnirdXzGReXLfXPp6H+PPZDqDfoEJHdIvlmLVVVnyq8/yD3HhLdyI4vSpSewOnn63F/TZb+1I3iPDjuHp8WnQmIS2nVwp8JWbiK6ehWVRCVpGtrBVlajz2Mp0J2BPfaoNRzo6siMwVmT3A9Ln9v8Anssn6pFxbPcgYoiTUPxXVIzI8OlwF2UDa/prceY0O2PpLfpx6ltVdsgjWaBjaA85Rt42Dq9h6oNu8umfyDiVJdFxZ5HhfT2spBBIFwVA7fFIwtiOgz23cRxOPCfV0uqT8J5Oh0CgFBXqkgKFjoRrt6pYzrLTUBtp1lEpD6cnCfaCla+l+9u9wO/lsPYXNBr3EoNZodLfhP5UrafaC0qUfkUDp/xNgNj6jUlxsnnm6ibfDEzLuaxi1Knt4cgYNYfXk+FIdScravQm1wk+RFwNNNDtp7CodalchWcJopfzo68yHFWAvfS1/wDoddR3FO7DBu6mst43wlT1xUZEtSIUdedptV9FhJ6ha1stzpcgC5BXe97e99qIHuujNSospCszEhDTjWVQF7dVtNRci9tLXF7LU6amobsc/wDMGHHqaExPirC9Ba5qU6wv5VJaWFOp/fr9B57KfE++Sg1SK41g11c2b1Lyx09eW3zJsCk/j6DTtfMMnAe9/FtGcrPvZc2bC8KOcT8ZAIJbtcJv3sDYnS5121dgbAWCK9g2BjLDjMKg4hitcJ1p39EpQJu24gKBKSruQQsHUG1wdTSCvUfMc0+nFvJMW9D3rT2p7kCs81TpyMq3Yrv9mk+HpOoH1BGlxY2OzFoe/KLFiuNYtpz78VhSeLNix18WPe9its2zItrmSSO347Bm98O4opfvlqnZJtBkJRKaQsOrjqPfIsDrbI6goAXHdIIIEIVmqRcJN17DjrC5sJHSlaUOtPI821pOhSfNJA/LQhp9NtHEe+iRlmgIU6K7Abr1LqMWr0taOK061bO359xoofQgKHoe44UHenu+xG6/ApeJ4XOxVKadi8wEOpWLghSSQQoWPkCQD6HbMlYxT7rwv9rdzdR91zX/APzr4XXIL6Evq1VwOKScma4LagABaxAAG2ccRYRrOKMRv4olS0RX5rqXfhX+G6NDluSUgm5AuSOw0AAzQyEZPEzrNP2vmbR3v7i8OQJU7eXhKkohVRaM09DDSMsq3zkAjrFrFViSDY+RGD6/V3a9Plz+bYfzuqyJ0UptINhY/lqPIjQee2lcHb1ceYXw4xS2q4t9bGRpPFSJDSmhfMFocBJunTQg38xqdkrvYj0afPfrMCksQpT6lOrai3U1nUdQlJJUlJJJykqAJsLDQXrvydka0ep57bRfOh12L/5zuhHjWjqT/vJ7p/Htte0you8qxArzq+AvoYmpSc0dR8j3CkHX1110NrRsNwJ8937rnYYczIdSro6u3na2vYkgfW2xLHiu0t1yg4oZXC5pOVKZrRSh64vdJt6C+mYEagG1xdyrTVKgjMvqM81/UMRs/HYSnl3VW4SkEXGVwnsRc5TYDW2tiJcKj8rK9wxXn6cj/usd90pY11+Gog+dyEm46Sdb7UdDxXFwvKcw5iiIuVRFr+6vqUFLiqPlmBOdB7dr9zYnXa5xfEn0uA3Po3Hfi9PQ6oOtOJJBCkrT4b+HUJuQTl7E1Aha7c8GdXqfVHWm6DKqy4qOKpcKQtgZEr82XEp0APkRoLeYuBcwcMUGVKYaazsYlYayOtJ60SEg/JqCFAXum6hYHQ+dFTYFelUFzEbVJYfQjpkLhLDqHE+SH2UlOQjTKtATqrW9gRbVHeK61QYNZ4UJc2FlU07l+8JVr0rChZ4ACwCgHAB41E3FxGWK7YI7xK/PwbA/p6hv8qtSY76M2TxEBRTplC7DsSAoHuki4v8ACG8CjYowb9nHYkLEMKL1tOuqKZtPUbG5SslQT5HKogDso6bGmG94sDehS32qpT2GH1tKadY1fiytOopChfy1QsX00JGg+cPYSwG1XojUXD0WlxVyP0rSSlCVG4DYCdR3PSNANLC52Xa7+T5mZVqG3EOJMw1uqrO8uUxhyl818rTshalq5W48lZSDbyQQbg2sRrtsTdbu0oPsv4IcdrOIVyvhZ3X5TvhTck2voGgSSE9kgkADQbEeDEYD3aYIYqkB2nLYQwpaHWrJQ5pfxD5vW5vfvY32Sm8CrYo301nkPdPHoOZORqbHca6wvQqvY5Ra6SLhX00J09PUtSQxff6g/vR3jYS3+0tvFFG96U7FGHluu0OVFVlROR2WzIjLIFjl6XWyDfKSCLgl/s/NwMW0aXXsOcq/TqiwqLXqDISELbdBN3ELBAF8y+nIBfUKKiAVtVcG0Hde1LqleqzEJefOrIpasuoygJFlr9BlSDc+E6gp+nbx69Qd4L9epcTkqXNdU1IlQ5AWnNbJxVpbVZtRBykFIJHex12i0hPKDaspyI5N6lLi4XaboLtRW4vmFZ8/Q7qkhDhGiV3AF1AXurUAnW8q++bC8rdf9ksUUSbKiscBp2RAsmQmKZNlOsqFkrLdwstEkEJIKR2KuxvXKpXqzAadqy5SOKlaOLZSkqKcnmNekX+umuzRqWHMJYXdifa2hrok1aEyqbW6Q6XWpCCU3CbAqyC4ulxBAuBYAglbTOrOSJFXuZ83hUz7UV6JytcQtEWOma1NpaumrMacOQlBOYW8K2ycza8wv2UodxA5PxvKba4r7FUb+6uzUxeLxkpHTxGwBxRoLKIzi1sx7F+71cN4cr1BbqmCHaRUZVOWlSuQslKu+ZaQ2RwnR3KSACBYgaWVRxxAwlPbw5jLD3XUY+ZiQh0p5xr/AGjTwBUVC4JuhVjoqwIO0WE9zEhz+pAZ6g43oMX7+yhbHiRkQcjyBY2C02KNL2JAKSTcaW20z7P7FGqmDZeI59PYfY62kSprSMqrDUFxtJKbK0zEFJKbi99lo1RftvRp7tGxZVGM6+mQiOh9p7NewfQi5aWPDxQU3OXpGoDWo+H6pg3c3Lw5FxMh9a4q0SGHWglXXfOpANstyTYAA66g7W7W5YaVdP357r93ztagVSIvnUOpWiOt1OaVpmsiQi6QrsBnyXuD5aTal7QuHKzhdzFGEsMVREqLmRIiyrJXlGpWhXhVa+gPfTX0xnUMLtUuqNympcWbyqM3ws2bKgjN0lNsoJykG4Ha5vfZvYXXhes4Xcdiy6jFhZfvSWl52m1kdVk3PDUSCMt+GVXBANgUbNEg5MrgL5NCWBvBwbi1p/7eVZ/D019al02ethSUMruRwZSU3SUHydQdNcyUnUg1ef8AfMCBwpb/AFvpa4qFf3iL3BsU9ze4FvS20XEuFOFKbitcdcWVHTKYdSrMw8wbfFRclWh0UDYg2BSknVqbpt30WfFiRZVRirYYUhMqLIztKUjN40Lv4gSLpIGoPUDpsE2IzrWnxM27VLc4rHqWMWK7u5pcSswKj7kmrSpPxY+dClBN1IWhVswKk3KbA2uUaiwV+HsXT3cR1LC7tEYqOHq26l2RTo6AtqK73DzGYEp6u6TcEGx8yXlvx3cynZ8CA1iHJCfhtL+6tcVUppCyQ4EXGewBCrBRCkA5RcEqzEESLgPhu/dX2X2lZJUdWXKm/jcIF1gKTbsLeYHm3q2eqvfXDauztVg1xrUnD7rsBhqB91RC+P8AdVJVHUlIIyLZUrOlBOUjLcpUEkEAbEqaVKlV5jG9GonHqLzSYdRkQ3RxZDSdEFQ7uoBOhKSU5laAkk53w1jmvVl3i8GVKYYdVwn4qHUSo6rgZkLaBSpHe6FBea+psCC1KZSN5e8ZqJS6pSa3wIq0qariOCwuUi4zBYylQ8JT4EkFKrhF0nZJhfcocsP6RCy12Ad2htQMS8hKrs+svRZSEOqa4qmMkhlQOXgviwIKbApVa5FrlQBIS2PWYsWvP1nlOOxVFKRIgMSkNcZR7FskhF7EXBsFHU6220/W9zkXFFGYgVSozUTUITlqLSEKkOJA/RvhRUHrJ6QSSQCQFAbAuKfYvlbxsLv4Xo28KEhhaEtMIqkJzpUAMo4zayQoH5SgK8xcAnZjp1jo2LDF9NqwlmZmde8mqUuBPwxhyrZILOREpM+KY9Qp6lm6ePHORViL2IOa3mRoFIoO0vEbE/Ecth9bycjshCjlkNKNuIL6pI8wQCD2v3211M3Ae0hQcJfzab3t3zNeXTo/K0HG9GdRVVR2FFN47pu1IUlJSlWRxKQtKACV2tsB4W/k9N92KGuVxHifD0ViEpKoErM7I4zRHzG6FIVpYpWCQbj1B2rLF+TNv6ytPZiTRHn1Sf8AZKKyiVNYX9wyLKnXmFm+QG3UU3zZDqQFWJIsb6qUjCX2ootGaiZH3Fp4uXoWmxCUrCgShZUR5i/fzts18eex/jfdBFbxliik+96XSE5nZtJdMhqOkah1xASHmUg9QULoT5qTbQZwpSoGN6zI3lxWV1SnLQiPxV9akpQTZxJAvY3FwQFAgE5gRYf3eoxXalvKHMrt6Huug0tiBAyQX0IRwlNKydY7EehFu97EdxpcxcV1CqV6jUXG/FXytRaTS57q+tcWYzYossaagaZ7GwSLkEDYH35V5qstNtNNZ0RV8Li/3CdUE+fbzt5/gC/cHhzeXFpcuLKwxUa3u8xDFUmY7FS3MVDdaylMpMbMXlKQQP0YJ0BAXYAwZfeitzCfAUFrHmHKtAqkSnPzYTXCdlQo4a4zSrXLiNARYpBIBBsTYbLTebuSn4Sa+0eEnlv05/qXHSrMqP3vook200AvpbQC2zewvBwvg2f7mxHW4UJFRyxfeMJ08CK+4Dww8FWXHDgFkpcCCSQCNNBXFFexlhz3tgjFtEbXChSFf0o+wrgR0KNwC5lKFIAVYpOVSTqdLbcBthSFb7YO4CbqjVZwvKalrYryHeXgSk2UtKVIUMoBBQ8k3Kch0GY2IFwds7pU/wBF4erMrCdEivv1RMd92l2ivw5BduA4yi6FZicxTcAFVwmxA2wzi7CGI6DAj17C+IWKpS0OoqLDsBNptLfQQptZRf4iApIIUm5sLFNgTtuvctjGBvpawZWWmacvFaMnveRFdDUhSmcxCZbPSHVFBzJWUjXUAX1tjmSvowl3rYT3N7wcW1Kg43wdhCr1tiPHXKi1LmadKUglXDWC2Sh0XBAU2QbhQCRY2GMI7i90tUo0vAcDdZKpGHkSlLRVKHi12qR25QcPw0svLLqFA9wUISDcBRNhsR7/AH2cqpjLflRd5fvv3dRYVJXDq0N1outTmw6VJGZKsyEjMc+ZJSAAbkE5Uxvr36wKNWf5r4GHl8BEXI7IirCVyGBolENZIKkItlUASCOkW8ivKgD3HPJXuq5qJuvapNOqNRYyR+apMxiLKVkAyqSV3XxkEa5CpSSCALAkWGM92+752lv1TeNunRi6dwOFz9RSwmVORpdtY8C3AEAEApvluADcbY2ntO73nXPf9Jr0V6gtZqNi1iLIRMyFu4zcRAamtDIm7bykuAAlL7abIFzQKvvyrMVzBolysS0SUg5FxayMsppKhkehpkm4UU+NoEXIICiLEgfYgyTM7Wq+o8a2xGFFo3sqxWpdGi+zhChVvpkRY9ZmLhpcdF8qEvPLKE2NwmxtbQAAEA93mVevVTd9QvtvhNFEw9m5CfKpExt+VT2jo3JYWgIKEtqy50oQSAb3ABuiI+Jd5eDeO177qP2U8MiK602+mOlROpZezKbVe4KBZKtAFAgWhJplLaw5LaoPvSt4er0NfHpcLPxYqkoJuyz3UMoJSkJKhlLZBulZFp7TjB5ldKt6cOcy6x5gil4No0TdzjPFjMKoPzUfZ/FUVjLlkOFKY7jgQTZpzRtSklK0gqOYAKUVRiXGeN8ENS8B16kyqdiunSEOurzlCZCFKJD6VIUErSQk5HADc2IVcHYnnS6DVN39NwPP3j0ioQm0rlYNraXXEOx1WP3CShKytCbXCHEOLQCL9Nggi2Kd7OLcZUGm0veNT2KpXsPZWKbiBKGY8p5oqJ5WUAA062UkgJUgquQUqUSTtYiaymOPd9vloNewvwsb1Zil1HhKa5qRdKXE2sOMALKSRfqsBexKRoT2rL9LxRS258+nU73jS1pd4rSWnVOITfVKk2VpbS10kmxCSdk9U6P75pTFUlYIZR0501SkK4D7LuSwbmRQeC+m4/T5i7YAG470bz8pp34TT6FoyrTluhSUkaFB00I0uLC35jbK1mqfTkBR7iuq1BqOFEMcVya9VP6LdzxUcJPQ+sp6UAlF0qUbI72ynTy9Nq7DkPFGI4DmF3afFlLZf6Wn2kqdgqF8zgVcEWBuSCSQcp72Jzu/wi67Rm5VUpL83P8AFaQ71qbUdBnbBWQgq7qtfQElAAJO6oqBgNrn6zXKXT5T6MiMiRxcqtOATbKB6qVdFwbA+Va9M13m8DXT3fN4GUmFQcEVlulu4mYbfqkVKVJ0zZTfKh5lRIKTrlBCwe9gCCaDE9Wr1BgS58WJTuBR5GdUBKELYykkl2KTcJHfMkEaBQypAsLDH27bDlUpbjtUp8J+o1Rf9fdXyq8+a6AtSbZlgnpIAGgNthTA+EN4NB47VeyVFh/7vysrhOuyGj09C7BLihaxSVk3T3R2DS0JiXCJZwJLwj7Q1Zqn9QobEJ/IrO0xdrnGB87RIKVOJUSS0QoG4IsSLtPAND9/UZvEdGqK1uLQpSKzHaKWurUhxaUlLZJV1tPIAuTnAulxSpw1gOgxapLqjtRyIhO/FgOwHo7sVfkHm1JIbcsqx1KSLEEghW2kd1GIou77m5X2eQjmkJWiPFdcTlskBKR4krURmKUgKCSokE3IDlWMbRGBWKlwJywhuOlbtJVS3q43q0qKvl0KVAdyzGGUgXDzakKKnCR1IaKlAEqIWSQE0OOq5Kxvw3aph599D+VLTSo7amnISiFBxfZRN8oVmDimiUkCwCtmJXW5W8bCXP17HiKXFi5uQgTYDCZkFRA+DJClK5m6k3BQUgkmwQbt7LbFfCiwKa7ijENOffpaMiGkykx+aQQkgocWkKFyBlJuU3tcWIJGHEkPFbV91c92qPxaD/SMJ9pSkwn5QRIZXfTln1EBJCUhJSogEk6Lvta4VaaaoMClysQolV6kSlcqxXovLys9rqbZcTYJdS34mz1KSMwCkkEMDdvvI9mnG8Wfg3G+PMV7vKvKQmOqVKajqQpdrAl7I4hKkEG4sEdIULA6r3f1ubxlu+qlJr1L3j0HGuGkTGmmqslrKrMSeE1ISlSuE4TZLbiVllZzWCVHIRKn80sbP5ZV1OiSsR7wXHfffuSqSsnAlOrUtPcBLrcm5SsJ8rquSAL3uNmVVt0eI6XyEDerjebV5VX6aXV4EoNZXTmKMqVKCFDKlCVNGyypd0KWTYKJzEFGqkWRS/szNi1SLMQ1z8VQzQ3bCxktXCsi75QtIUgm1wCTZjUjeVv35WmUv7CUursPoyPQ01FqK7KUCMy2W5IQhl7JnzR7qQ4CVIULm95SobWl+rB28vDmDeV4MWt867ysh1V1w1NLJBKlgB6M6hByBK0JUScoJGmxXhzDkqB7pgNO0hiozUJ5JDSihbiki9gpSQo/NYOag6X1sa+vxHXapEqkB6vUSo0vO6pUCQWnWUnKn4iLFaU3SEkKu2odOVQJtCxLNw5Kix6pxn2H15WlO8krJzCSkApU2koadCr2AAHdORsAjYF1XeGM4/pCP5SViI4olVmpO1mWuU+whbrvNOnjpUnRQAJtoRqnSw1Fxpss3d42F2p7Hv7ELEWnPozLQ1b4ybjUEkAjsbi5BIsdbbaEok1re1gOJjJp6EitxX+XkPpslpUpuyVBYUohCjaykEnUnUXvtn/Fm6nC8Wsy6NRqjS34s19UpqiOwipcGQSC41dZKVpzlSm3AQFJshRzDMrDfodXeFuTn/zAmvdDTDvt57tMENSKPF3Z4hq6IN0Q6jAQlSJCgj9GQvKtBH6xCkka3ToNu8f28cb72qNLawHh6VhfkpSWnZ8pDT6o6FaoW43nF2z4VKCrDUgdgQ+qbq+VwHLgRcGxadW6c6jhTI+RKno6lZrOJsUupAJUNSQbhCiCQVxh7dnPw5WW2p+J36ciqKU0voC0qQq4JbTlBXqQS2SToAMpsTsJp1HxKpp1U5jng1WfWcRuRcUZ4T9RhuwpqmI44Ehfa6kquUoPEKsxCim9ybXG1JLxZhfDmI8PVSl0mosVSU6mG7FlNFriIJJV0jMnLmAKVtkIHkkgkbXje6aVu0qkSVWcb8dDCEyoqoC1oamQlgEKSCCFIIFlJKFKbIUQAklRFomI5WI5VawvgikvsRYUhauYm2zR37EoGXOohBvlSolAGW4GXZ5BthoH4+ps+BjJyqYIeWxnS0mVFlJLHSUpBObwPNE6haUqAIuRcEgT3j4JxFvBpbEWq4motB4CkutNaPR3swN+G8ggNBRurLctqKUlJQRlNxI3gSoNQYG9WrP0iqM1FTSpi05I8hOgUJLHDcbcbWE2JAKkhIVdABVs46TO3X4opdWw5AxPhqVzq0TUSlVJKZVNlFAyyLrSbgC5DqXVpUkauOA2FnlWYLB/2eMLQHapBdxbkq+IYUXl0SnetqoIFylQAUpPFCRYqucwAOpBtrVGJJ7UBiK00thhCVZWk2z5R3AGt1DWwvqNAk7Zmwx7O2I6DvBYxHVKsuE+j/v9NkIfhTkKA1WlBKmbnU9a2zoQq4sl61yK7Rork+ey+thj5MykJUom3w3Em7DlzobgE2FwTrkaodw8RC7yPjOkbePS6NVHKDXnkLRNYVKgTWlZWpSR4kf3VjUFJ1BGnkNl09vIo8prFFei1CFWoVLdSuUw1KSqQy2Rm6hoptaQUkKJBIIIVfTZD70t78/mp8CLEYryHFLdadRkYkcX5HcqQElZIKXCnKbpUogGw2UcRcWfKqXv6kyuSmqXIRKQ6YtUp7q09fBdCcjzZOimnPhqFiLFOsafR7j5xRdOd/lNAYy9pHBDtBl/YioP4hlRZCeLDXnYnssFQb4gQ6mzjeYjMRcgFKiLHUFqWMIrWPKTih1rPS6jlWlUhZ+5uhQCxZVyyQXUqABAKcxBy6jO8mTApdU/7Ly5sVbC1JU667nzKva3VdSSO4NyD2t57dHcXVnkH4HGfmrfzZs6cys30sPLyGv7zs+ukrqORCNQpUibK9ofeV7mlN4Sqj39ETYaXX2nWgvM1cHqBvc6aWANxoQRfZYUfeVgPAdLiOwKTNqMVGXhJiyApaUG/hSsnQWN0ggjTQ67LuJjCvb39z8HDs9r3jiHBrqGqXVGnUqW5AVlSYctKrLBQLqaeAKSEZFKBAvFoW57FsprhT4kVhD6/wC1dCVZrC/YWJ10BI1tqAbgVgSv2YmNLR2u28fE32k6C7PgT6Ng6vf+E7Iay/FA8CgLZrm4IBNwLgnUC/qHtNbvpVL9/NPTaJV4TqHXaQ71sSEE2DjDwASQdUgEBY0JBFic4T8I1nBrXFlZJTC+nipkOdKhc5DZV/UgHMBa6VAk3GqviuqSmo8WVVn32EdaUOuh9LatASkrSVNg26k3AUbk3JJPIVu8RBDpWnZfDP8AXM9GaXiJ3eNgNvEeF5aIUWrw+PFU+gOpbdI6mlpBvmCuki4N/wAjshMMVpre1gitYclVGKvGWCpGSe018J+RSS4Ql0E2S+lly6VZrrCLKUpQAsn9we+zEe76qOUuqU+DKwvV3/vWVZUiO6qyA7oSQnyJIUoApJJSkpMnA9YawH7Q7lZi4TfWt+ouscq6hTSlMSVJzKS4gFtzoUTkWMqgbZkkAjgErJRjD6XS9gkN6jRbW1hx3hSmWJuRpPQ+jI6loEeFVrKAPcLFrkDMi9zGxuiBKnwJVLd8DXW0lo5laj0738iAdQQSBrsy8Y4p3aUv4VZwQtEpGZS2EXStSTYXC0+YubkAKtm8YJBU8+LPdgS8UYcoi0UeElTrTTspCX22NCDpchPmFagdj6nK1WsRP06Rk/tFtYE+2nk/gQHxJL+/uSmvG/41p6fw7fxr9dq+jT69z7cWLwM/iTx2itP1BynOO3cAkHUDvsRxq9hzFGHJcWfhnJXuKmbAqLUhaOIq6QptaFKyqGW9wCLKUFAKBCgKORXZVUciu9D/AEp80KzeRF7d/Ig2OmvfaqPhv3/EWUFDz7jiYx3PqkBzDlZ5KFOyfCkMRwvLfsHmMw4qB2JSUrA1+ISQFqaXKlOue5pfK1REjhLfjtcxyq1GwJQLK4RI0JsLC5IsSIVNk16A6xxZa5XAzKYXIVmW3fuEuaqA+hJHYEaC0DF8Fp2f9o3edhVfwtSmrx3cmvzAJCu9wSPwNu+pQxfkza0TPZ90aEvA+LcGtMfzjYZlYooL6ESOFCaZS7l7KKm1qCXUknWy0qsVdikFRwvdrubxRKYr2A6dUYsJxP3qkT3Xsjbuhult4FbY8hrlIy2A7H8wfCwlvLwlh7EeLcboW/SHfjrdUhrqAt8ZkKykjVIUAgnuVKvn2Z2Fqng113hUH47DGVbUqOhCmkp8lglRISe4BKRa9laAF5CW8TE+patl/Trz/WBad3VG5X/2E4qELWprOtgKzeZzHwm4v3Pa9r22gO0XdLRuJAlfZrgLXnXHaW1lzeqUhYKVjyKQCLaEbMDG28qjUGlvxWnoSH32FLaaR08RIuVBI0vcfQ2Nrem2LsX7pKZiiqS8WNRX186rmlKjtc0lN9Eg8PPmBtbMCLFJ1JJIoQucRTQ6K/U8sSBC7fDVWuLTYuA8Q8aFl4S46k5lqULm2c2DiSBYghS9NVWAAEFzJTVBbntUmKubKd5B/IsIS2/wyopWAdUKSlRSok+YIBAvPwpgGBKw45Pw573f5V1KVw1NZEKVpohSkhF72UUkqUAblJuL2NSktRaNLiysJvxZq3UNK59ooQpAWFEPBN09J6grQjWwQDm24DbwJ6qqg1JgnMGcO0l13j++aIth/P8ACkMKGePrpoSFpPZN0qN/NItrzRgugyp7kWqYh93Z3f606xlUm5uSpCgAoZddFE31t3BNI1Rw5Ki8JqksMPvtZ0ffM3BUbD4L6hmKFDXhuFSb6X7k0kGqcXjtNZH0MKU1KYVZ1DiOnVTZVnTbxEoCgNbg2CTcQmFlLiXdbhegz/uuIfe6M2Z1MBoqYcUblJSQVggj5QSfPpPTtLwpu5x5jKU3Aw5hldOY/sJjrRy5gL2KbE3I73IB1uDe23Kj4gdwbXvf1L46GP8AvEdbSXU8LqJCgoWWi3UARoBYAW2em7rF9Zx5VHGsOYsyPsJ4rrXIORVKaI1UkuZQ4ANCkBRSVAm2lqu5Ez9Xa1Q8YU7ucIT8EQJcWVwH0VSOlqbF5VK+GrtmSdLdF+k3Fze+mknFW73CVUgN1R2nxai3TmlJ4rUBxiRFSLWDzfiFiCEuAlCvJRuLX0yjO81/TNRfelLXmX8ylKOvnfz7KsDb0B0qGZrUWe+7RvekKrxc3LrVm6r6FAIUsAHsUOICVAqulQBAUxMIah3bkmJun4bwlKlP4joLMqqIz9UXi5k6WOmYFV7gWubg3FxawMqXWosqL7rlYCnU7jpyLad4a0Ze3+Y/vD6ntt94M3p4Xxljd+jUukxaPNRIW7PizGEw+IrMeIEg2SbqucwUND2AOjExhVMGwKDLdqjNLizWEfCfQ7lS8nvY5TlST5EBN7G5OpBVVvmTb3X4mVt4GFaDhJqfFi4hlImynVOxUOtFSU3uQlzJcW1HUBcenfY23O7tsG71cEORapx6fiSK0prmo7oWjQDKpcZSg060FLF1oU04nRObUZg3efTqNXq8xPo1WYfXKR1MZT4u2ZNibC3cEW0BFyDeohYjxlhys/Zx2rSqXNQ0nk5DWRSXE2PZYBOo7g6EXBv22pqqnsTFZwZo0ISg3cwoxFhjFG5GvcrWaJ7xpC3VJTKhJXnbUnVWZtSQsWBSSkpCha5siyjcwsd0GvZKpKqMKDni8KBK1XHkKSUhCFlKiG7i/VZRSSAoga7WmBvaSwvjyjObpfaHp6IsKV9zi4yioKZFFfFxHedbSRxGG1HMVIUFtjVICMw2BsVYQb3N48n4S3n8lFqnwpDEhpZTHqjazdiW08myHmnUjpWLkdQcN0qArRbctfbtHP8A5hNRWGSMfdFRMR16fxeUQiVUXVoaadVlQ2m4UQVHSwGg+ZRt3NgXVg7d21S8Wtz6zLp1Rei5kyIeQZoq7DMFIV2IzdK7kEXIsQQAfcNCn1SjOYnrOelvvryNRfmZSkaXIVqQDYEdr3F7m7MVih2U0+1AiLXFyZZUppWV1xOvXcnMT1HqH0+hFu6x8fiZaadFOT7n9vWxdhzd9FYn0urU5hE7OtMeFxGJEF0W+Ui4tbMlYJCgFEem2TcS4j33b/ao3PxlUHKvS6X8Jp+LDQ0tSQQEOutpOZxwgi6wkAG4sCbE3qOB5X84LEqqU+o1Sl9WSZk47SklXSFISsKQ5YdR0QRqCDfabvYxBAwHhxyLQYiGKu+pTXFYWcmWxs4Em1rEgFNriwN167IXah1ISv3GjZs/TT2ZT45lchuWfaoNQixWEZWOKleV1Wtlo7aLJBuLEgWAItcBHsi4vwlhzeqxWfeL8XF9OUp2hv8AL5kZrZFNhWousLKSFC2S+vmADEOOZ+KKDwpTOTgO8V9SFrUh5YBQFgHwgpJuLm5N7k7Efst0pqLvkptU93ImxeErPmWU9N03ykWIOmirafXZ7p1LUAs/sxiqs6estPR7eLiiqY3rzdZqj3Df4SI646fAylI1ym+qSSVanuoi5sDsOLk4cagOQJURfNeNqQl3qT6g6agg6f5evX3XxYDc+K9FWjMppbWf4rKh2CgfUa+lj301iIw9VJ8rixYjHHYyrU00rxfWxIB8rgHsewvq8XmVYWY5aRotLiuwHJ7r2fItKE/r5ewzAgHy7i4/C424LlyosCXAaeQ/FX0rQtI6kkeXpofIg7EFXealOscrSfdz6GkolNZjlUsXHawtoNTpf07nYdqEF11rhNfrpz/sP8W2ndBz5osf4XCddXkX41L6sqvzN/pfT8DYbdKrTGmnWPAtCFpX+or/ACtf9vr9dvumw5TTX9xHz+FWnoNexv3t++23We9xZTbTTvg6s/63/TzGwjZtkom5pAnSYtLa4sp7lWEfFR86U39LE6fu08u2yR3o12lypT8DGVR/ovgcw1Uoscrdp6VhQRJIQcsiObjMRYgmwUFCxYXtM7vN7+HMG0nFEpmnU6gzZ8WE7IVKCVsoecAQtaFAJUg63yKOgByqBI2S9Txzi3C8/he72GK3hBHOtO0347UiE40lb7RQtXgIW2pSLFNswKQTdMY3cze0mm2jcYl6phHF2CK6g1mVT1vPNGTAkQnS/GqEcmweYURlcQDYFOpSSkKAJF5+5XG8qA7VqXjKnTZuCsVo9yVFTDGfk3VuZY7p8gA4QAb6EJsQSNrum75aPiOvOUGqUSE3h2VK5pMJpKFIhvlOXjRCtJ4Cwm4/VUOlecXO19Rt1HDz1TdzjejsUGo5o6KkqepEVx1VyqLKZdzpYcOYWClBKgboUoXsRX2+44Tt9wr3E+zzP35QMZu4XdX/ADmbvUtKVAdUuPDrENZc5d1lWgYeORaSkhaCAghSSSQM0LELWLaNEdxbT1xX15o7DshQS+2rVRbUPUalWgIINxcXJ/Ew3jzdfiOBi2jO1fDeOGIHLyJUN8OsTIZu2h+OsKW0+Am5cbSorGVIKAbZhHd1O3jbqsZP4jw5XITGTN1RUB+OqGs5ihxhxICmye6SLg27Cx2i5kHqL6jZjmaC3b4LgUagsfdGH1r60OrR1eeoPfXz1tbyvfYurbrU+jQKDP8AjwoKnVxWnepLOe2YJ9L5R2FtBsK4J3iRZUViBXpdO5p+Qrl3YVkMKUokhsIA+EQekJJt2AsdNjaRD4rXNdHQrwqSU/j9CfxG1ZlkMv2waZpbvP8AFdpMV/OhCOYyjNlSAE69zYAAX7DbtPgxZTXxWutHzZsyfX8ree14861K4f8Af/18/rfz89h6svyqXxHf7PJm/u5bj9h/4/sgniD8maUv2ow5hKvMe/mUSmH2HUrYdR1KQq11JtqlQ75tR5EWJIz/AIS3+UuqUZzn6StD6JGXixWsiHkkmxLaiopIBTcDsdL99pO9ebWZ+LW8URcQsMRaW0vJHdaKMySeqyxp2ATqADfU+ghgKj4XqjTjtUZfpaFu8XmGupL17kZkdrgm4IIB7W01HjeNuJrNpc1DMbWFd5FLw47HxbRokWVN6mkNPtdfUbhtXnlJ7272trbbOu8ysYorOMp0rFrz8KbKdXI4SUfCcub5k5bpUB2ABNu3lbb7x3iafz7cCLTskFHg6hmcTfQqBsSbW1Hbte/e9pWIqo1Qf6epy62hj7w01N+bKOwXYqSoiwzC5+hJ2Z02marhYRAal2IZp3+TSxZiijY3kYIrNQWjDVbQv7u6gZeYASEqQe4J7X7fmdfUGJRo0V1t1pxfwc2RP90+W3g5Scb1mjYtYxbu+qL6IrC0SEQ19EiPlN7HKSHQLCywb2tdKb6+r/sx+2HhLe/hmJBxG97vxCwhLT4X1IeUANQQNCfMEDXbWv05NIsT49j/ANxfGGnb2hMUOu1hyjRZa20IQlPR+/8AftlSv09rmn2pTLb+dKuhfhVs4959bqlexvPlO0l/ksyktOp+bUi9remv+ROykxQIrXNtOvIbf+TqCVa+djrbQ/vt6bYFj7iVM1KcBcCJCsRospp9prIxkzZP1k/6/gfT9myzm4hdgRXIDTy8ngdmaKVrcHvqVeqrE6/W+xHvLnutNONRXkIfWvr79SfpY9+/cWHodlM3DlVl193m0IfQlSlR5DuVLibXNleG+nYgeQHe2w66N3MBbhvGeoMPGuF942F+LAdQvo6k5wtKVi3pqLm9uxF7bJ7HmKp+F3W2sL1BaJra0ozePL/cWlRupJJsO/e97XO2dWMNV7c3WeLQcQ1SiSuritIXnjyk6C+U3Qr19QQO1rbGH85Uqf8Aeqo0w+/09eTLmUNNO+X10sds3uVEZQ7h+fzPKWVbHjlZxbi3EdLY9/S0I6Pi98ma3mNSBoTrf8dNqR8V52V91Zp03xZ0R3UL87XFxbS/hsSD5W2Vg3i17n+f+IhHy5EBStLd7jW/p22nSUysZT2Mb4Nz05bEpKa3Fy5mFJAzB4C90gkWI076G99sjU6i9bP/AKwqVh42qZgGqYjit8rwKRUerKiRdKHPrmAsnXuLGwHYd9ucz2dN9zsV+LAlsIRKzZ5EeZ4lEansCSe4J17WPlsz932H8L4ywuw7zcqFNQjqdiyMq/obG4trpoL/AF2vGati3BrvKtY3izYqEKWhL7A4uX/dve3nYH1sNtTpthRd8Om6o+Exk/gfehuWd91yqjUWFra4TXOoK0OIuCptXEBC2zbwjtclOU3OxnuyrEqU0/S3oiOtSszSfAm/kAq9h2AufzJuTqmHjNrFvEpdUl4aq7D+bPHkJQpSlC48CrpVaxGljoe+uwFL3ZUFqqP17DmGJVLR/a+7ViQw2oXIPCJCwn1CSbX8JF7bS6xn4mlRqXzteZmxhQ2qXWXIsqJ0LUqQlSelSVq6gQQOwPlqD+IB2omI7s939Fn/APNfx+wH/LZq+0I7KoMBus+72H+nhOrQooy6aLspNxbUkEA2GvrshKPjDleJVPcb/NMIUtS48g5XGvNZQSUm1r3BGl9BYEq6jTuTOs051DQ9FGqjTX3VpHy/+Va1z56+Z2tsOYBwbWXW5WI6fNYlI/2TvFacVe2mbKASLXSQL6gE9xZ4XxPS8UUbmmmUU6Uvo4Erwq9OoEhNz5G3bz8rSGzwnXOLE8CM3gzZk9wUn5tNfL9u2LqDfUcKJl3rZp2xiH2H91W7l371S2YudHX1oHiIPiBAKFDy8iL2Oo2KI+7LDkqjP0GvU+FUaQ+jIuLKTmTlv5Em4IIBFiCDqPPagwSy666390yZEp8Xi87jvpf8f8wNjetTfdcBzhO/rcVpfUnXzTpe47gC99dDsIWMBvJ5i/es3ZzMy1b2YmqXiiXAo0thdEXm4SpHxeg6lpfymx1voSLHuCdpOH9wWI8LxXIDWIYtRoL+fJAkXSttCgbhKzmzaaWIv5EkXOzoYZpdZlfCqDbEpfU0tp0LQ5oT4O3bvaxFtRtzjPNQJXIV5ptxjJ403Vm7C4IAIsO/mBqdCDsL/UtRuhj1G84iMnezlVOK3Pwa05CWjozsT1sKyDvYJKwSNflTe+oULbc8e7mML0GjNyt4OJ+dQtKUNP8AK8rIZXoUtrSlSs6jbSwGpPSe2zkrNTwlA48B3E6FxV/CW0uR1a9gFpIWhwaEakkWIJ12TeI2cUQOJ9nMTv1ulo6XUrsuVHTrbiMptzDVxqQCRe5B1I3dFqu/w/ubWi151Pg/uVeAMAT6pXnMJYclxVxX3VIRIf6Ft6eBIFgV2sMtwPK1r7abYw3hfc3hJ+Bi2k+9ItRT8X5ltqtYG2iswJuCASCQbbZURW8eQJXKyoiGWX2lphSGklKM+oK0DRSHBa4zAalHT5EaxbvM3jQJ7dUr2JqjNR0scKQgJS4lPkTlKHF2GqVC/mO+2nXXWp9R/YvqaBiYzgQKM+7F97rpD7qkL4Vn1NpHZSmCMov5KsD3IIAIBzVd/GA93OF4nK1bIucpLSU5DxUrsm5ICSbC+otoPPz2znu0xRPrzs9rlJsWK+whSGMpWlSToVN6rGUkklIJCfQWA2VWLKm7XuPS3ait/lXVpQmUjL4SRqQNNABrYadz32OTLAKkeFXxFVN9NUiV73sxS5sKVwHXUX5OZHULgOAXCDposhelwSBcbRcX4MqmF57fvRnO5naR1tZ0PIPZlzLYKTYHKsWKT3zajZE7t8Sz8OOuNNS8kXOpiQ0vqQpB7ntpY+o1Gax2dGH8S4oalfY3FEvnWEZFwH83FQpjXL1ak28JuAdNSRbZe71DAhhOFVddarMCVS3v0CcyUyEZ8qr2sdBmAvYHvodfRj1feRKrODX8L4owF0QnUyqXNgO52mX+oKslQJaKhe6SktkL7Ei+w0/heA7Xm4E+orpa1tJQxIy5uG7clKu+qToTa57/AIiRhas1nDnv3C9Ze5KvQlJW7FlJPCUghRQ8w5lsWnrG17gKSUkghQCmj8WMzz4vA2g7xncRuxHaXSact9aEtNKnpMOYzl7I46dTYnRBKgCSAEdtp2Mm3seYcco2IsJoXKoLqZnJSnXFO5j3kxXwUqCTqMpJuUqsL9oGAcVT69iOXQa9hNfvFGZbsiKhtKo7oNwpxCgM176WGt7jvq5MP1vAeF5Tk/EdJYXNi/CalNIKkK73uwTkT6ZtTroddnDV575axRndAjdBgvFsCVEr1Lw8iiRUIS1z78orU4gkgtlFitSTa9wcpuCSTbZob35eA+QYlYj51c1hK+E1AkHK8ggWsAegjU3WSL2ta19hGvbxp+8H4WHMlLpGdXNKiurU62rs2tDiLWGhCmjluLixsdv2nUnBuI4r+76e9FhSpudUCoxVBDSZF7JSfl6/NJAudNDY7Ta+wS4O6VGCKlugdafd41ei9WZTEjlZiU+twtoLv5gFVj5EW1lVR/d9ysuVhzexRKIuUhSP6UobsVrMdClwhS21JPmkouL3IIA2VkTBmI6NVKlFrOHpSJVOlKY52KvOht1HkUmxSCbWzBJIN9B3D8dynapKbd93NsPoT8VSEZFOK7jiJByK9QqwNvqSNhjLL5RS20heY/cNRqzg1px2fg6kYhpz6lT1xaRUkTY7iSbc3EClgoNjZQAAIOUqJsS8cE72N3zrTEV3dxwELQnhOxVhaco1sUrAUmwv0201B8icwbv8TtUHcZLqk+ksSm6RKflRUqQEOtrSsKORVwDcKWBqCbgZrdjLd77SHIQG2vsRS3/n5jirQpXb5VJJFyL+I+Vie+3l+pUPpG71ZwP8zC1lfbG9Y/ca0Dd9iiKxKo2Hq3Tlod4rTsBbjCm1n1R4bEdwDYi9wSNgmrYTpcqgy6XP5Wbk60IqMI527m48wpJOuVYuL2BuLDa0wd7QErFsp+lwKJTmJreVDUVUgoVKUdShgkBClgahskLI1SlZ02rsQb+eLK4UDxoWtLsWewOEqyyhbKllJAVobG6bEWVluQAHV2tVlGitdtpT3xIFIp9Uo0D7rLQwtGVHCdjodV2sACsA3NhYFRJsQCewIcAb4sURXWGsUe56jRPBzjTSoU2OoX6VxlgGyQLFIFwTYeg/JOMJ8CK3VJVJ4FOy52F5Q7w7jUBWqvLVKwbgagjXbpJxJg2s8pFlVBFOm1RpS4rExrLDqCbC6c6SEE+ECy7X0BJ02FpE1/vdkZ5z+ITt2WCOOm1+g15px2jVZiVkzZmmlZlZh3SUdyoeaSMw9BptOp+LJUWU261ERKQvL8XItKk/3VgjioT+KVpFrlI0JzjTPaUw5g2VIw5FwQxzUJ1UeRHju8VWVOqRlCeLcJINshAB00sdjXBXtCwd43NNYcZpbzEb4T60z0rVBXqcshF87RNjZVik+ZSQRt6JQw8pQ0WL5YmkoGLXZ8XhNMyoq/CtClBXT+KSULHoQb+oBGwhMqOI4sp+VFZflMIdUhSo7WfKoDQKSLqCrC9rWNxbatwHXnay6+1Xoi6dNhOqRlSsLaeR8qwexBH+u19WsOSvfLlZwHUGKdW1scLirupDltUtyGbhL7emiSUuIGYtrBJGzZ81nEMfulC3vbaad/s15Ol1GqFp9bpNiLj1Fj+B0E8UbvqDjfDk+fubdp2HsQ5VKS0qOlEdxV8xaeQkFPCUTa4Bykk5dduU7fVhKsz3ML748KMYRxXCVwH2JSkzYEhWh40WSkBQQSq4DqW1g3uBqdreiiBzXP4cqyJTCMv6J3mEZfIcQEqT6WIV5H1AGrvU0mp7aHypnmpind5i3BuMqt7+wbyLD6slewvPd4S6fnWoB1tw3SuKsgqakNlSAbpOoADg3d7u94O76LEr2A948XDSEf1qBVmOYYmNZQPioSpAJuB8ZognsLAkDWe87dJF3vyojsqorQuK0vlXYS0JlMpKDmbLbqVJcQfmTqFAC4t2zRXvZv3g7v5TlCg4hlVTCLjqXac60kodpL47srYWVBto2sFtEJF1AoSALvparfdPQ6TWU6nws4MtMV7xtxlZdY/nQp8VzENOQrhSIvDmIkR1WKgzIKClSCeotOj6WJ12taZi7dViifE/m+3urwhXuFyuWRTW0x6gxkslp5K7BRQQMpBBAuBYKsRp3c7AxHFcn1mIxCXS0qS6joQpxVuq6Bp3AJIA73tqdsyb46/An1lyBQYmSLCUtC1ptkeUlViEHwm1yFAaXAB1vsTftE0u0KV8TNK172Yd4NLgVKfhzGUJ+oynVSuTjx0xWnF+RbQbJKdbkJKV6f2lyNmJ7NlLqlLxvSXZTMViqUhS+YiuoS06pS0WcygAaBIBNgOwvobDLW4zeLiN12JQYtWmxYUrK0v7x8BvuGzw3DZJOoCQSDYADy2ddTwjvVgV6Ji2ly+a91tK4/KzSpSkBskrCfElQPpciwNgLnayce4Oqx84czQftx7w69hxqiu0arVGFFlNPyH3aX/XG0tlolaUpupaAHBmCQTa9wQSNsKYjx/WcUYcYpbtRp1Rpy31SIEqFbis3tnuyvKUEG9lN6EWAsALbX35YVlYjwRgTEbtORVJXQlpPOohyErVGIISpwcMrJTlCVkA3AJHkk8Nbuftk1Uvc2GYUKVFlKiz4s1rl1qWR4kpSSGnh5pAAUL9gdjGElzuB3u48lQIm6WsxKW/UWGs1NrOuWQ0i1mpCLZkuAHxoB7EkDxE5r2B69S2p7ruE6ctyqZlPtR3wpLjoJNxZAC1aaqISsjUZhcgXkezVWcOe7cUYIxYunVFjKpEeVxEJSodlsON9OhykpIuD2JGmx3Hp28t1r3Xi2uRa2xNRwpEV1IS6lNzdxlxuyioG3dJB1OXsBlaikvMK9B3s1H+0Tz8HhOuNVTD0WosL6nY77uR1u+ikZyFXbIAtcEA6XIsBbUjBm6WqOsVndpiGo0tcLJ7xwlNR8WOu4s7DUtRCfTIlZaNgUlJBBPcc4EoPFgRZ/NU5a0/FRzQdabXYBJQpXXqO6RdBN75TcFVVqqYcwHihulz6j8yv0rQ4uXMEkIWVJCkmxNiSb6XPckpTYJrUU+nPBjQ3YbkfZaxHWXMUSsTLm1pbq3VKmTHadNTIBUnPIi9CS53QXQFZwLla9Ts1cYSNyO6+A3jevYeYfWw0lh1qQ01IdU1e6ShVrugqPSq5CiSAQbgoiVPwQ7P9wuy6RK47CpTTsp1bCnGvM9XSVJANwQD5kWJtNjxsLz8OOYSr3u7FeF0OqdYprvU7BWR+kivAHhLt3ABQod0km4NHgIut6G9Dd9vLxkw1A3e+6KRlUmRKjv8m+rQ927aLQO6TcGywADYk5YwO7ijd9SYFGaolep1LWmPHqnFbf6ENlPCeyELacJIzJIAVYGx27PbqsOV7BDlLr2LKdW8Lv5vdsitwC1UaO6NEN8yLoUpJ0BccCr6iwFgssIq3X7pay47iPENLRUX18u/KiwxFj1BFzkLzjJWUuAHRw2QSblV7gDsT/dLeLQ/ZDtGgOYcdwRUWJVLyuxZkBfNNM3vcXFlpsPCojXW4BsSRbu93P28o0veDP4C/dalsOod+OtLA9FIOcdPiGQLBTbKu1wthvIoLu8ZiBhKrVREpfwHVz5QStlpY/XSpKnAAQQLHMLkBR1LGq27/FuA6NLnz8Q0FaJrSlvranraVIjnKc9wlBX2uQCknTpve9cbVlLDs9SpnYcwRiOU3heqYyQuiVFpSYsqO018F0HRpK0jKtRIWkpUhOYaGxFiNY03eO4ca5WjY8lVFEWUl2PCdaGRzLotkZklSBr2bATpqO21ROpmHPs5VqXghmLCmsIVKmNKkKS/HVp96CyAClsAdPEUSNSkjUs/CECfWaC3S8W0N+bRaiwppFSi2QrmO56dcgIGYKvlVc3Skm5JXtccSiYUZEX9Uh1SjcpijFry4vKpS0hCFBLqWiARwySkOWTdRQCCBci9trCl7ymqy7Pw5Aq0WKuE0l2LPhQnFZULISc7YSSkEk5iCvKbEZgQBf4hwZS4tLYgO1uVV6dFa4HCm34uQlIS28lSTdJtdJUCBdQBAPVT4J3VUvDk9x3BHApbEpefl1JCcqzZJKCmwABunS4N8pSbkAiVmLNqgjbTLim4aqmN2uagYhYX8JXOR1vtcnUtQEOp+Q3y5SSkk6EZVAEL7ejhygtQKlPdwRNizWMj7TDVn4cp8G4LJSTl4l7W6VEAlJIBG10vAmKJWI5eDYst+g1FbCneKiRkYeaVdOdAKChbRvZRzIWghIUnKQnbnhtU/CWMv5vsbxFzZU3joa5dhbSlKGqxa5GYjqU2BqAFgHVW3Odq8wxKgbooMP7mMOYon8/KZYXClNcVTCHyjKlVgbLT4FgrGVRFiUkE3BG1lB3d70Ny0WrYkwliGLW8LvsLYqOH8RtcwxOgFIJCSq6Hk5TqoKBsCMumUNCpQsONNOUvCXOomxZC81IkLDEhzUaxXlpy8YItw0rKAQEgFFri6hN4jo2EuVlVunSqDK+PCkO2RIjrBzLbcFrLBy2USStN1EqWBfaiupEJX5jdATCWGqpKrMDeNgOk0So06qQ0odpE18SH4rShoI61lKpcdV7pSVlaCFJDqrBO02Xhis7wd6GCMOSqizCpHvFMqo01p/qVFYJdAYW4E2uWQChZunNooEAm2nbnKDPrK4uHJaGPeKUzJFBp1SEN/OSCp6OwuyVBagFEsklVgcpsBtKm708JYclNu0Hdk+it0vNFnz5khxSVKt1IcuHHk6J6gUIFzcAgG0y48ZB3kbw8eYC3yVLBuCGWKuxQY8PM7Kh8SR8RpDx+EtSDIbTxQlaUKBBSQACCD94SexlvGiz+VZhRZVOyolQHcyX0o8gELQHFtFNiCSvKLW8rRJWHoG9qK5XuM/Cr0Keuer4p+M0+VKshYsi46AlXYhGhVZQF1h6v/ZKguUuVE99oYzI4U+OOOy0pZPQ811JRcG1gUg5gkpII2gywg5jndvS5TU+suy5VEqM1hMOpO0uqOoakKQLMOLCCLqTcgqU2SArpJBIKEpsTeruhegVmLL98QvA7MlXmR2Ug2JdeBKWkg65nLJAve1ttiUvFEWs8u1Kai8BDSfhO9LuUG5SlwXQoC9gm1vUC5Il4aRS4uI25UV5inVFbX3Cby6EJezCwZkNqUAsEm2i1JJIyL1OYbS22UcbejPxHhJ/+dXCcWKwiOpqRMpaVv8FHQBJQE3ztBd1FSCCAm4A1BHsQYagT4vIV7FlOYfiralNRXcjqZjRspDzCiQFIWnVKkkAm6SAbja9logQHXK9XqIxTqOuUpM+FTWnEqZfSVELY1RkJGpSoIJvYqJsDR4gRQXcLuQMJS2K3REK+AxPYXkbUu920F0fDKvNNw2Tc3uRe26RidK3TKXijAdCxbu+xlztOp0rJKitPhT9PfUFI5gMOEOJQpbKknKSFG4KQoLvA3h1OBQaXL3gtPU6LKp0f7w0joW8jIVrb0slaSkAlNgQSCNRYilGhwHWuFRoiGESn052JCCthSrkBOVQzZSq6k3ssHS6iNrabh2L70YgReSiyqjwo62pCzwnFAXuk5gpD4BygpICgT0nsTg7hBkbYi8Qbzv5y5UR3BFJYm8dCUzI605lNrtqhQUOpI1OYAgCxBGuzq3Jbsd32EqDUmt7VEYQublkMSIsoxZDKQcymytBTnavqEuZhdRGgJTtHpW65vC+IpeMYFEfi11hai/7tQ0uO40NFJcQkBDzagCSVBCtVZS2ewxjWZhLeNQX4ruLPddRhO/8AnLUk5203v0FWUrSCoC6SVJzJvbQkLhvidt3DmOjdlh/dzS8RuUbAfvuLFfQp2OvipSrj5isltxshtwHRSk+Y0IUCQD3fVvC+y+7R+LVKjwOOjhZJHgSo9PoDwzfVNiAm5BFiDnH2bt3+I8B1SpT6DT0VSahpM1EV11bXNI1uhtSrDigI6c9rk2JNhaz32NY39ofEcDDmHKc5RWENJkc0+0eElRBSApKeu/i87XBsQbjbNJC34MxbbRVZlzgCZ33n0Ss0as8KVEmoRUUKnw1yECQh5oGyXmXh0PItYKKTmBULjW+wlSufrM9yA69wH1/OlS0ozenUTa51te1/IabbY3Wex6zRsJsYcxtjeqTWOY5pEBhLaojLp0Vw0qSSgEkmwWCSbkG+0PE3sE4clSn5WCMeVSlsSnVLkQJDTbuW+p4bls6fMlK0rA0sQBbbUV0EV/1fS7tuf+JiauR2qDKcgNePInP/ANQPPa0wh9iJTUuVijEMph7pQmO01lV565iDm7DtqDa4AsTqquewHhylxWJ8Sq1rEPER1xXZSWZDav8AwsoQl1J802ChqRe9gpqphzcRhOunClYwnVKXUFJ4raKy1ISl6wN7f2iCLWCikJI1BOpArNQPSgzh1Gm3OzMgYdnbuWuXlNYIqM1/+ym8ILWq9wLqFl5u+pBPoTY7GuHoFUrPE4WCG6IwvozrdGZXchRCSAb3ubi4uTc7TsH0rd/hL+kKPSZXKzcrSeVdMiOlWoGZGoSnuSU9u50udm7SaNVJ8VuU7TutaM8dLSF5snksgG4t+sLE+mmuJqt3xM6y3eciALu7uA1hyfKxRUFoioSl111DWbKmxV2A6gbWJABIGnfbMeK38J0feFxKVUGXKK/1R5jTpUyrQXF1E2SL2OptrcGxG2y8a0WVPwbVqW1VpTE1+K7lyoKkJV6Lskgj1UAAASVAWJOedwGBd2m9oN4Jr0uiLxLxVvxabUakqAzVo4Fn2W5YBS3KaPW0VZkrTcEd3EudLXgzS6eNwPMKd3ns54XrMpjmuVWuV8VqOvoRkOoLZBAINwe4Fr2FrbH+O93e8HdLS4kCBRIq6ctpKWlrmZ2Eo/USpdjoLgd7C3exsnMJ7xqp7OmPatgiDSpUqFTKi5DdpNZuzKZaBCko7rSl1AIAUm7bh6kkhSVB8M+1Zu5xHS+FVOaYRn62n2uptXaxSCUqsCepIsRfU+ZNVoFuJdif/UR6gmo35XJH7RSTcVYXn8d3FtRqLFRRH+BwneKhlafkSbWTYAW6U3vYXtsOU3GdZxQ17h/sOrhZUcJaXTe7iLA5SQVZhY5r3Oup/N5dZ3dV/GzErBrNPp4nq4UhbSEtNPruLOWuAVG5KlAXOlySNGdhv2Z5TrXNT6tyq+ElSEcIqQrMLgixChfSxJFvoe2euk7LeES7x03I4MVlEfo1L/ovm8i4q1J4WTqSn0GpuBrYgkWPfW55s1Sl4jrLdGo1WyTep1h1+O4lClebRKQo5VJGqSkkWuACAdjPHu4j7LusVmqS2Kcviq++cU8rMT5Zu1nBcAZik3SR1jULd+BVKC7xYEuE/wA6tKmuFldVlGW6km4BNtCAbJ+Ug3BivQoLO7k5j+mqS89wE5kjETOKMOSuQ+OwxKzPwpSHUPxZSNSSy4DlUbjUGyxbqSAQTUU2DvLxvK9w0aJKqK319CVWQj8CTZB8yAQVamwOxVFpmI5TUuLQa5CXSKo/x36bPdVwG3ybrKEq1bVfqBSQbq1KgTs3vZ0XS92mI5cWvYxoj9Iq+V3+tBhMV/QXUSCGlEJCcwui9gUpBChtV2KoxNOyw015Uczvhz2Sa9RsJNz6pUWIs1zM6hC0LQtlQ7JzJvcg3BBFz6bK9ug1TCXPQKNLWwt5/M6iLdTDjvYuIAIyKJGtrAm9xfXbU++Lfj7hiuUujOxVvvozNcV1taHvOyVoUUhRBCiLkk6AnsVjhWJhLFDTc+BXGM7/AI2s+Vbb90+JGhI6rg27akDUbCvdl5WZh12oSskjP9vUU1IxBijlfddZiQqihDquFKRn4qc2pGVRJSq+uhGouDcaMjDtTxHyDlLd5JhGdTrEx1DbUiO+o2JS+keBSALpUkgqIJuRfaX9gXWqy41KiLz5lcJSfmSPIHQWI7XBBFrDa2feo0CK5yrq87C+FNRkCeGoDwvJIKdbAAmwPa4NrjqtcmF0HUtRZZtABHz8QAxJU8b0aA//AEe/Uc6FZpEdZadU1c2yLaNzbQ9yb6gaWIhNrDuKHW5XumqP1RbXCkKdslTiRqWnEWKHCLEggpJ8xfs65WGKXKlMO0unLiofSnirYuhUV/yzalDiSAbEEkC4ta5HzXZmEsOUHlYtbhVSorzR0tSlhKk9hwirKLgaqFwbHTMRoG+5tnpt26Jpvde1hxpjEc/mpXHaUqRDhuqQnqIzIUUHtcWCiUgFN7i+pWqr7qqpQWKDQdyNLizeXVxZEquPNOyNBlyJcKyXfVSXUg9gDqNiGpYQ+0fDqlUlv06awxkXmazocv4cziDcaZwFAEEEghRBSAJz7OOtOUGvVadCfYWqRClMLbdRnymwUhzUXF7qQ6kEkXBFhtIs/wB0KK4CYYxTgODUH3apRKoFxVqQt2jVRapbdiRYNvdN76FSVtnyJANy3sKVeqO8P+aXG+TjuqdXAmMGO1KvYLHAWnK0o3JKUOJOYZk3urMMpwb75pb/ABfdEqajKp2Qm0J2QnLotSAFoKhqQoAHQ2zkWDP3T7rIFGdbxRVGV8dhCeVddfbd4jRFwC60AlYHkexAv2AAtx7Ez9f+nSTD2HGdait800v9fI66VpTfUpvYKtr28r6EbAu+KJ9qGm3aNW36DNhK6ZXFVmcT8zZsRn9RmJsUp1HfYgxrjCBS4D8CBUYsWory8vnUOE50XH07W8yDmvbzObcfRMb1Slse+XaO/Cqj6WuFFnuJSpYVqHkFOlikJNiQRm0IuBCJzmef0eme5t/xP6u4a98uuVSLiyFit9hSVOz6bKyPx0KSUgyGFWdYX5XspCv1h22gGp1SfAYoMqoRX1wv0Sc4S7kPkR56ny7Hy89jhH9A0umwItPYpy1tJR12d4Kigi19SEKIKuGCAABlAvbZNVnAE/FuLeQo2T9LldlK/RN+tj56ahN7k97bXusVBkx+2wqcCXlBpVZdrzdLw5EcqNUz8VqO0gKdSlIGa4uLp7A38yADrbaNXaJjJ2sy6NWaTNhTen4XKuLVHVfx5UgqSgjTMNDcedttm+yX7NWDfdc+s4c3u0tuvRU5X2mn0rlM2BUA4ldlIHnoCnS4J7i9rPtPbjMB4yotGgU6bjLGX/nGflUt1KluZLEOu5lJC0iygpQXcnQWsdsOvrLXXdmpCf8AiM0g7MmYc3b7qsZbxsUP4XaabYySE+8pS05kpSrxAaAZyL5QdADe2ljuWuwt3UHdhE3TRnlyqphSlu/ZqfKa51DLSGyXaepYBcQ0sIBSokozoAsBs4d9++PCVUoNGrPuSLT6uwwrq6OOm40bBHp3tc2NiPU5JqlagV6sy5UXeEjCmL5X3inOtNZU8VIIQSpIBWCBZRSbgqtlWCQdTV34THzF7LRv98S7wjOoMDDjdZrNWfXChPpzcJritR81sirIBIa1FlC4SNSQAbHfvejSqW/KpcuKtD61I4rSgpKlDQaD5r6kdyfW99lLhSFPxRiOe7i2rIpfvTPImxWHQ01zWe75QpKQnKSCUqAGjigR3Gzg3XYYwlhevf0pUahKpDz6+FKlcPNFS4SBlsAnhhVk5SAVJubpIA2y36hXUu0HJ/8Acpaak+0z9fprVBwu5WZTK0cPozZxmUk6WvYg+WgGmo9Tth7fbiie7jerQItRWuEjLwkrtl87Ei1gSbeva17WA1H7SGP3YvP7ucJVCnTeBK6pkdpxCWVAqNksk2AJNyMxBFiBc6Zuw1QYFUx45P3g4eRXotRaySorT7sdSbDxNuIOZCwRmSRcDUFJvYd08kqbLx5QWnKZ3H3FVJLsCBwv12v+Q2c3shRpTu8uBwmuOhDS1+PKpNwQCn630PlYnYUx5gGBS2n6pFqD+TmlMMNSkjiqYuotlZRpxMo6sotfUAagEnsiqdpe8FysymeOww7y/Sspy9rkEDQ3skA2ufra+1W4ccTQscMhm9mpbXCbad6FoT1505VZQf8AT6bT4z7UVr4TORxfhX/d8/Lv+Fx6bVMlh13+tMoyf3vF/B8iCQe+01tjiuttNZ3PEpHzK89Rb0/btc17phuZyTNaddfdd+OtfhX4VJV+BHb/AKeW1W69KdlN8Jnwfh+/6fv1O1hNlNcJxp2Ihf7c2b/j+IP4bQoTErleLxUIzrVmSpBzeg/g+e0O20YlRKvElTxRFlRGqDEp0ph/+tIfkFpade6TlIPlpYk/v2G8a7z6DhzlMGtPIXiXEMhMWBHU60jNIVYIQFuKCNVWSLkC6gNCQNiTGNZpeF6C5PlO8RaEJ+75sqsqtQsd/wAtDfvpqds/bx6bug3q0ui0vEdWp1LraFK5KfPTwuYXayYTiwrItRWVKzJNicqra22iqrf9009FRv5MJ/bB3b71aDuRw9FxazW/clOmtTH2nZS1x2XchQM7BvkvnWNLhJUAFG9xmYVOv7r8bOS5TUrhrixZ7sORdD/UgpuEqF9UJyAi4ITa9hbbS9e3vVSvexliHCW8H3jVJsHi0SGqbMU7IiyGSEMFS75ytCxfvZQToDsvsdRWt78DBFeaqC31xcPrgZ5WbM2viX4anjc5LkkFd8oJ1KezFgCTcxtWI6sYZi4c3gt+62ueoNbioqlLyIKU8Jzu1cCwLarpsCbDISLnZ37kMOz8LxXKp0Mc6lbUhh9rOmQwru28nKQtNrnVJAuDrtBwluqxvQaXSYG8vD0qnMOSnfck9XDXwXV5SuKsg5bKAKxYkEoSQSANjKmTWsOYD5DG9RXSH8n3KUq61pyr7pNtewN9QRew7k52pdxjZ+YvqSVQYl/SqvS8ZVR+jYNri4VXyutRaM+lCkyL9RchOG4dFkpu0Tnsm6SbbaI3KbgKXiig1JqqVukVF+oR1sOsKjuMLbX1A3JvZQJ7EAixBt2GOKfW8OQKWj3XEbrfAWl9p135XQEq0IAWk5tOwNrEnbSm4/2rcOQKW5Xt40RGdbSWmp6F51trQLAP9itB0SHD1Aa2UO3VWhnw0zO5uaITHG5vGWF68xgN2nPwqouoqjodlWYazg5v018mo1SSRckW77aFqGFd7+HMGuVSVUaWxyrCeLClTQrpHfKrSxsPXU6WJ2Cfa39rXBuI8U4TpbuE0UXknecmVHiiU1Ka4dkFHCJDrYWQQu2cDQAajZdHfdg3EbTlLgVZEV+U6qLKYWpT8NxVwM7bndIUOoX0BVa+h20tq7YyqBuI16zjaLhygwK80yxW2JUdLrvu50pdZSQD1NrF/wAgQfp57TaXvCwHjel8KKzOm8f4TrCFhC2/KxUQcgOouQU/5bD1Ww7RnaMxKlVaLCixYrSsumRxOQHRQv37aWt699gzGdJoM+VScUYNqFLpD7MdfHfhdK3lJA1VkOVabnU2zkgAA5tAmqU7AzmNSLV/YZ+yUSBjLBGNUSorWRrn1uZ86dOlba0oWQe1xcgXIPfaX7OW+f2KcOUFdBxRgh9iqIlOLS/VICJ6XEFZyFLoTZHTbptpfUkm+2cqbPgV7EbFG3oS1wlrdzMJfa+BIaKwkk2spKiMqhYgA3v5Hbvj3AGDYGPIlBway+ww/F4+dWfKpWlgCensdVDQmwuTsZGRfGENvGwTXe87f37CkVqC07g2nSoXNNLlOwsP/wBXSOoOHKjrHayRcknUWvsYse2B7FEWKxysRjwpQ1kw0UqVbt8g9NPLbFuHaDuvqlBfgRZbCJUVCmnUPx8/UCb97aDsUkeYsex2+WN0rWLYESVFw8hFOzqSpUeRlS26P7wOdN7k2ygg272G2jXXWw5/8wimbMZ9uL2KZTvKuxFsL8fxcMrT6XvZJ9f2X9Dsa4ZxduH3of0pu5pMLP0r5pqmhj/zQAuRcgg6g3281MRbvML4IxlyruHn1toTmdanvl9ClG9lIVY9Nha2hBuD2ttuj2eqJRqDu+Yn0aJySJvxUJ/HXudT37m52rYqKvhmVcmMrFEGLAiuOtZMiPm8X8a7Yk36VeB7+96c2vP+iVlV+JH7vI6C9/w1VvRrDtLwlLlT5bHAWnKnIrrSry/gdr7YN3j1KBVHeLPefQxnz58ub93+dr6bZFoVmjFWQN0e+7PcHuW3tYSYlVnE70Wr+B3l5reZNx2yrv8AXUW/Hy264h/k4aDxefwvvNWtedSuBPijL9OpsgaettfT0xjX8bNNO81Al/1VakpXly5k3+vfTtbT67S8H7+N4NLlNyqDiGqQuvqQiQtSc1x9beVu3ns/p2TZiByx5jWp2I8dz6N7h3ybops6lrQnLVKWpt9SdP0lkKC0rt+qAo3Oiri6/wAXUf8Am+4dUpeer4emr+6yml9Tau5afQbKbdFyCki+lzrfZ3YL3z0avO+5qpEfo9RR8LIrqYcUDbQ6WufMgWvb67EGM4dGqlLn+9IkXO/8J3pHxEgXGYi2gtoe4NiCCL7eOGgXSsWqGB+PiYbBqmw4mf6NjzBrsD71ElfH+TL4fqbHqHbsQSPTTYu3WYnapeLWHaNLzsPZmsmT9Ig9woGw1vqLaX17bKiTTYEWe+1AezsIV09ldPe1/P6fT67EGEnJVLxHTZVLycdDqfu6/G4jscgPfuPI7U1G2ykp+0ZQrZxHrBqEqjYtqVLpcvlYr7SVNLaWU8O99PUC/bWw0HbTYGp0yfKxa/Ar2LKpnW7kdQt8rQ3qQHkgWuAbkkXBOlwTsZLnNSqo5PdicDPFQh9KkHM2oE27dvK5vfU/TbNWLJs93EfvSgvLYlIlfIs+G50PqOwPn2HlcB6e+E2RvTDy9R5Yzw3WcLuuNV74b7CErjykrCOJm1C0lQuL5de48rk6hbYN33Y3peLX2oGIaiwhClJ/Tryua21vft5aHzttf7wd5VZ/m5gNSnuPyqcqOKgL6VWzNrCr3b0vY6gi4IsDsnMEmlz6yw7S2VsLWrqjuqzpSq2hQq9yBbQG5HY3Gp3NMDjJjjUAuDNwSa/K3l4Il0HFESLWEPx1ZY81pCu40KVpstCrdlJItofIbYnxlgGl4cqjjVLrcqEtC3/u8qQcnSVdIf0sryOcC/e+h20Ju3q8Cgz+Vn1yLCyeDmFqaTmNtBoQLm9iLan1Oi3374Zdi4y9/UuoMPsTU50x0OhSFLOp8NiCQABpYW7nUHU4aG7apzFNPrGN6M7wubfY/XSuykufh3BuD3SSDe/nswd229fG8B1uBxVvsLV+izZlJ/whXbW1he1+4tcFcScQxWmuLS3uSz5fu6khbSk31BSQUm/c6X+t9ulOxrAiututROVfQvPna6mtO10m5/YdfpsC5FZeYO0I68z0RwRWnZ9GbnuvI8KetPQvzGo7jXQkgD/M/FerPFdbgO/PmyZl5kuW0tbuFeYI1Fx+YLuxxJKrOEoE9rJnYaQjoTlV6HMBYKBN9bdvP054/r0CBS36y70Ii9bqI/Utu9/igaHvbte3ex8vIWks+xfzPKOu6zbKTF9IrNUdYlUvxsKS7HmxfGlQ/XCSACDpmuDe1r6nanc3r4tw47yuKGkSkI+E71lKlJGgWNE5FeR7i9z212X2FcV16fVJ1ZariH4q+uLNYXwlOW0+Ikf2g1J8vMWuQPn+c77USn4GMomRCPhLmsIC+He/WtOhIJ7kXJN9Dps8ujDjaR6m7Xoq3rxjmGmP4NBxvFYn0F5+qQpWZp+G+ltS2VEXIPVmKRrqgKtcFJtewZCwXiie19nP6Xi8DMikVTRTsVXm2VJVZ1oixBBFrWISRc3O7FcqBiPkObizad+lYdaXxWHEGwzoOhTY2uk2KToR5lqyMWu0GssRWoiOVlIyK75066lJ+a3mk3J7gix2PW/06bFEDa/0o2oOZS4b3d43i0FuBiOuZ30K+L2VxFC1lBWtwNQLgHTvpbaZUNx0+e65/Ta2ESsvFWhLalpdHZ1IUC05YHwqSCB3UQQD913HfISm2oFcYebX+iYV1KUrtkSoalJNwO5HcEAm1bVN+mKMONcVqnolRenOnOFKSoga3FrpuPT63GoMfU3k8Rb63Vuf/wB0K8Obn4tGoNSntZOaR8VSIscpT0Aq4obTfIb9ynU9yCe+OsRUmvVme5Kiurfzu/2HWpSdSTlTqruAQAVXNspsDtsWPvgr0/BrGLYGE3JSOlLvLtF1KVKUEpCsnUjRQOYgpOo1Om3zUaNjyvO/0puRpy+On7vPRw3Uq72zBIK+50OpFtU6kbaKaixV8xHq9dYg/VExLT0SoEpxqUy/kfRkUhaOvS9ikmx01ABtfZ57tU0bEcqmynasv3vSEKS6hfSmdHJAuD5OJCUkpWB8xSpViNtH172YXcZYSbxbu+dYw1ihCfvVOqKlv06QqwzI4hQXGrkZQoAo0uUDUbL/AHRbg95dLxG+7jzD1Op3AXkaWw7nUymx7WOUoP8AdJuPIEW2M1odI3XrqT8wN9pevNQKNAitU/jvr+FHlNO5F5isdNzZOUAnzuCbgg3vMhQKzjzcs3jKl0SqMYvwGh1bsB3rVOgKAU4EgAqUChKlJsArOhIIV3GkKt7PlLxQ6375lo5XN8eG602/HeTa3ZScyTc9wfXTzBng7dZgjBrTcWlsv8DwIaddW6htN75BmUSEHXp7C5sRe21anRRgwVuvp9Tz7kVvn4rdewlVsi5Sc0J1268qu+VfcEAdrE30Nhe5E8KYgxRXsec/i3EKEIWvhT3cxStSTfRK0gEAk5RmuASdFAlJ3pV/Zr3I0vjtfYOtsMPu8XPClHLmvfQ5wSBpYHUCwvYjZdVz2HMJVmV7+3aY9XCf6uLArMXKlz+6laLAfQlBPqTsY2jHuBHUEZcHiKrE+KXYE+JQcEURuowkZWn5kVXVDSQMoeABzOKJNlEBJ1GhATt91mlSotBc5XOt9CFfpepWoJ1vpp6fsOzYwV7IVewlPbqnNoYfQnIpDEjO0pNrEpJJVYgapJI7WPfax3mez7XsR0tyBAxCxCfy9HFQcjn4kEEW+nf6bJWWBjkwi6+lB7iFwbiWfWWnJVe94sVeKwmLz6ZHFUphFrBRPxTYWvYq0HUOxAZiZpp2U+796ffzK4q0JQtKk9r9AyZNRe4uOx1uNiZW73FG6/FDf2jqKERZScnvKLMLqW3dMpWlKQpI/vkWB7m1yWhu83T+/nffM/dvRN4dOivq5pqBPQiox81yFZVEJFvIi6Vdj2zBjdvTiUtsV698Vb1QrMXdy/hygs+9EVRHL5Y6krU2tRGYpT3FgBZJuNBoLgGooBn0uK5FnxH2Fo8bTqClSVDyIOv4Wv67bFrHsb7kcWxfemHGcSYeffaS06wp9xK2++imnbgKBOihcKABBOigDYk9k7G8CluNYc3hLqL6EK4XvbOtSv8Aw1PC6ig6dRSogWBCvEcvqWlOorAH5mRqbRamJnPC28yVhfHjHNc0inPupYlOpaKkJQoa5rJILYunMSCCL3AttrdjBWEpU+JF3gxG+BXsi6NiiGjNxLoGVmUgKyvm3hUClVtEWsGVZhk0PeDubrKJWPMELRx+jmGrvwpCT3Ql5J0V3AQsBVrkAjvrDczUqDvG3cv4S6Pdb/woq+KFobWNSy5mAW04kjMlRAJ0IJsQIp0dSIARDolYQYhDifDsrDmHGHYuSLNQhSEOxXQpqQgCwdRmAQ8kZbFKhmTmIIBuAoKFvR3gyqC/Axlu9i1GFzTseauHFKEJX1Bt3IVnKSkJKk3Ck3sc4CbMlmfPo0CXgPG/NVHgP5UOtOhh9y46HAVDIh0pB8QUlYBsVg2C6fg17BuI32sOVz3vhqqSsyVZCh/++3lJIDiFFN2+m1hYkEHayWLTlRD1FViK301jBG8GVUqDFwdKpeMmMvAmylhpiU+kAoabmJA4atBlDyAkqCU8QXCjXbr8T48wHhOfPx5SRV5VOzR+Vrce8+I1rmZDirO5FEAhJUtIskgAC5bNYxhhKjYy4tUwz9qKDNSwmYlr7vMjqKQOIg5SkOjLbKcoUBqQRcnlSpu7mvcOVFodLxXhNDSUTIEprl6jHQCAh1KFpOfIT1gEEGxB1vs2x8AsNYBiFfsx4vrOMd38HEcmKuE3NWpSIvPmYltKjfLdaQpIANikAgG9u9gyU4vdgYoc4UR99a2ko5XNl5pAJK0I10dQBmTYi4730IRmCsZUuje9sOYNwz7rpcJfFiutK+7vJ+YoQDkV63BABzagknanrGMapVKo47VHVsIfUhaF5suVSL5VpUOpDiT5gkWJsO+yVuo2PsmBdvFuyHO97fbuCxHVPc28FpFUp3A65TsIrkRVgkFL7YGcKT3CkXJGqSdgzd3ugwnhef8Azl7nN5r9QpGZKYsyk1kuoZ+Usv5SQ4ACel5JJN7kEHZJbxY1BxRVHKpWZb82LNdS1Md4QQrhW6iCkd79RUCCTc3BuTBw5uwxvu+r0uqez7jdDKJqMkyLPWUpca8QDmVK0uIAIF1AKT3ub322a6AF3Gem0+iSlQzfjkGbepPtCbvpUpvC+Mq5S2Kj4E55CWlKUD3ScwSVeYUhXftbS5TI3t7pWneVr28Klv8AAWlDU12Q3x46SDYPHuUG3iWAkkAZlE228rt4GB8eNYtbgbwaSiryqglK0SIrWdLyfRK0J7X7Ai/mPPZmYb9jafWaM37mpKIvHQl1pdZazL+tlZUgWOuUAG/cDaTUi8wNum0ytvXj+8f3tebqMT1mjI3l7qqu5VKKhrLVIFLdClcHUl+OU6mwulTJusi5QdMpxPTKDhyVPboMB6ahiarNF4WV9GbVRuzcLSrL3Ulau4sk631FuLwjjfcPXp8WLz2SElT8qBFQEIcSVFIIZUotuXsTcEXCbE3Gnfee7T8Uc3jfdLh7D1XosG6q9QX6GFVShupv94bQ2kLcjE3upu6m1WuLZsta8scH18RqgOMZOR8GK7DyKXgiKxRpVO57OtKWuEspWlaiB0FXSogXPDcSUklICkdzT7o99U/df7Q7GLftC+xS0Pqi1SnK4qkyotjcLbUCM1znKVIIuVWIJB2KsKyp+La9H9zM0tiorUjlfjqUw4oG+YDKbAZbk2J0FxptM3i1Ks4jdf8AtHhmkUvGXCRFalQ3UctVu+RxRUE5H7GwzFQUEpAJNgHgNs0AizaXthu4Sr24yhVmgy0SqXKqkN+E7CqXCTlXe2V9Fy2oZri4Vc3SUkEjbM2Ft4eKMGyuaxREi15h+OqGuqcJKpvL3GRia3HBTJZ1VZWRtSNCjUqWG9j2oyqXuWw9Ki4TWxVGGkpnx4Ckx30qQ02ni8ushDwBTqCCq3Y9wc2bxnp/FiYyw5SVomzUKSrgJa4Di9dFx0lOdJBIIFyLKyqSbnbi6rOlmrHuLcEYyfxHu+xviiKw8tPO4fnyhKi5RY2AcStCgb6LOW4CcpABBYlO390GBwMZY3rlRivoUhrknYvASq68oUlxpRBBUpIANtVagDUIvD6N5dUqjcprCdb5V/O7FamUF2QjUDOGQpAW8jVRKepOupCtS0qlhyqYNwuxvBrONnqLhrp+LFohkUjjnKngym3yt2OoLOjTgZUCoC6wBsjy1kS+k3WdyN/CeLN1+LcUP4SxbiZ+kYrlNcenMVZLLTVUaIupUVxJ4TywelTTnDcBSbJUCkle46rm4yBFrWHK9/2iWtC0sRcpdUl0BWVlI1WhRUdSSRbvYXO37h72i6XPo0TkMPUGVClJ4E1pppKE6/8AeEMuJAczJ6gQQbaBBAB2BMR4OwlQaNUqzVMPMRUZlzFw5k/4SUnULZXmyoBGuSwvroDsciOY2jiJjE8r7OYjoVUw5UXOShZ3WmlLUlUV9QAUEKC1J4ZygZQslIGUhSddi6gbz8B4IpcifS3YtLfmqSvlYrqWk57eNvKAhu5FylsAeIpAvYBz+9CjVSVwoGHqQwhClIjuq4alqsgEt3KcptbsMpsbm2p2vKLinfJVKy/RmqhS4XAaUpTXu3MtSB+shwg6aA2H1BIsduB2zhLSk7zd6u8aTLw7S8ZVPDTcpPwkT6O4mBOSoHVMhIyNrIsAXAlJJsCTYGgxhSmoEpgY3lomvsKySmnVHK4oXFnAggFNha5GltQlQFmtueh4yx5XvcNZxY/UUQupXwkpUlIuDYFOe1yASlQtY3B2e1V3Bbm8JOv43n0l+VNyZnUVJ0zI7mmoyuXymxINgSQQCDYWy9f1OvTMAeT+BJ7gT3MdRo0DlffOEsEfZ6E/18VMocupWgBypTmShRGiygpuBYXsTc4Q314jw5FcoMrla9S0LVy/MP8Ax4qs1zwXACLFRJUhSSgnUBBJO0qs0mVvBxRL/mgwzKwvS2HVIT8UNUtx8dJCVOEJAFrZW9Bcki9zt8VXdNijmlu4twHCQ/0olVTD8xtDqb6Jcks/oykmwD9rG/UUjUMVWG1MkYzLZ3y5o28TG9er0CBS6dS1sVFSWISmo55inuqBClBaVBZa6lLUQStIQoAEKILfxdiPGUWfh7BGHGlxYSEqkT3YsjKngXIbPTZSHXHFLcC0DQtquAVA7JXdphbGW7SqOYo94wptLRmhzIU1hceqU9KnAlJUgm6A4dAoApUixSSToS4kr2KKDQcS4y99olSpS1yIcpiPl5VKWzw2yDfpSmwKrEEJuQnZqhAonbds01Dqvv7C7DWMuVfWt1UVEp1pCJDbqioNlY0Q7mGUEAtkkk6i4FO9SeQlchS/gLldPKz/AAOLsbt9aSm5SCUqNiRcG3c4/wAA7z8ZYoaqWCMW1HnWa9FUmG+xeO/DmostGrRsb9JS62R21Sq9g5dyO8jFuLZUSjY83hMTUIkZGocyEhNSj5RlsSAFLWFCxUCUqsAQFA3Pv2nbM3U0FuRHTNOKPcLcCs4eYmwqWvmmmnWHFymWtQTGeCg4HQkkAhTgINlKI6wAuUyLiiU/i3C8t/FEJhDC3YCVOQ5tNkNhTiXmFpIUUmwISAtsFKikuFTgQ1a6rFFLqjfNPIqNOQ6lDqUK4SZDRt8RKwA4w6kaixsrqBCgCAKLwjKwljzi0bENElRX1807FnrNOqjjC7HiocaPBkOBSLFQCSSlJKSQBtLruhdM+5NsUHvKA7jxyqYop78KqSo6c7T6lK55CBcKW2iyeKNCHWSgkGxSClIDCw1UeaiuSqM7Ffpb7+WVClJExp5WvxGVOluyxplUF5xoDl1BkbyFfbKssYXpdWi1ebFUmaxM5Jri5rEkuWHC4o1UVNFAcBALICgvazqOC6zheBxZWDX5tLqOZqV7rqLSmnFKt8GzibkkqJQCW3QRlTxAbbKMm0zRTbjEsfdO76ezAgNYx63F8DkJVJU005m+Uoki6LEG4IIGtz57feNcKbtKM03Ar2JpvHW0pEOalpOeOnUJaUspKuFmNk8Qi1uhSQFJNFQay1WeJS4tWq/wEJQ1DrPEizMpGVKAc1nrAKSnoKrg2zEEhZzathyfij3zFpNXfqKHVxXVIazri8PoVGlR+50JAULoXqF5SUqNQZfEKsPTsWtVT3DFzzYuVbUqGqzEhm4GV5lLoBbSr509aQTcoF8wg13CWLaXy8qfQ6ixS6dNdWuRHdEhhxhWbMU/OweylNKBKcqspKblTyp24/CTtBYxG7UF4XqLGWZCTHmrVFj3FhwMwzNXSAFNAlBGhQdbj2KMTVTBs9igz2eVRV8kdqV0vw1OqIyZVpUlbRXawUlRTcWKBbSxM4D8QMlmjV7hxaDXITC8ieKibIDXRYZVhYBCUdtTZIuCCLnb7hUSfAgT2nWs8qEn9FKSM+UdxqQMwPmCQbggk3O3aqF2jcN3gop0pDuda1xT8N8+ZyJ0UTcEkAnNc31Jm4+lSmqNErNL4cV/JwpjUdQSlSexsLALsVaC1yDYDWxFmE2yAWsOOxYlZqjsql1R9rhSHYTrmVVgdFJUepPa1gQOxHcbRqgzVOE5PoMSFW/hcKU0qKhC5TBsShaAoZlgDMlxAJTpcFIJHRmgNO0HmsRy5SKRx/hTY8UuKjrubtvW6mgTqlRAQbWzA2G3zXadwuQapcv3vx8q4qnYvA5pPkldiEkk9lI72tcGxNpGJHp1HpkqBErMBnkkPyOE60pZU1xdAUG+rawdFJIJSb3FjfYB3lIpdZxQ/wC9K4ikNxeXQtaFJ/RLAFzcBKkqHYkWukAXI1MKsqqO+7YtLZ5WrzZCeYizZS0IlKRa+ZRSooWkkJbXYkABICkjLt8YqplG3jSn5TWHn4uIqI0hqbCd+5yswRYPNOIUWVpUnpDoOUg5VhNwBfOwRV7FVvKdpmCaNRmmK9/OQh/IlDqmmkDhKaCb28RWEWuR1ktm5BIsnYYxLW9w+HKy/VMOc0vmms7sKarmEtyvJSeMT0q17k30upJ6dlq3uS33VR2fPpbVUi05CvuqHWkI4dvEhSUKSUq8gUgJJN7EWGwZVqM7S8UOUvHm72oZ2FIaW7AUt9HUMoVwXUtqGUCxSg5gL2SQQTTfuPuCNtbHgx80Oo4olUvEOKKzh5GHpsWGpCUQHVpS8hKF5iE3JbSEBN0grIK7X7KMfczvXxa1S26N9jmH5rCOO1MmOuIVnIUtTboAJWnMoALSgKF7lIIJMGsvwHWokqBiaowpVOpzsdVOkRyliVF8AAUuyrtpNggqzozEWIIGw23XGqpVIkCl0ldIqMXKnrXl4iT4fFcOJIFhY3AJI0uCCytS2+KX6Wm1S1nIj9Z9oOqUuL/T2DosXxNNLi1ZD8dx1K8pbClJFrq0So2uQQQkg2D8Te1VQZ/EpdGpNboOL1tLXATN4aUPOot8LMohh2/cAkjVQJSQbg2KcFV6sz36X1vrXmdkI/WWO/fVRsNU63tfXzoTglqlxXJVUicRhGZfAkI6VZfFZKgQSBbWwsbel9gd47uJ5Nq9PbdtqUx/7qvaPou9mL7ixhSvspjWl5feNEkOjgyE9uNGWuxyk62CitB0OZNnNvzefvcwvRp7+HKphNjFcJGbN8VtD8N0H9KUPWSAAQoLbdCwb3TbU54xPjTGUqLEpdBiMRVoVmQ1wm0OpTr8Rgm6Boeq9wQFaDW31RcN0uA63ElfaGqVFafirRUVIj5LhSAtoHIElQ6QlI00BsdGX8vUft6XXV+oM4/H4jTgGqVlpyfS6fS860qdYjx5GZakG9ibdJJFrgkDzFxoROOxXouI/tbjKuV5jks0iLCQpWVuwF82TqKTaxAzD6HzuaVT2qNAbitNMYUQt3hNT2lhaEvqUcpWFdIzrOoNrlVgbkHahqe8qJPxP/NDvkpUqg1TwwKzAXmiyrnpF7ApCwMuoIB0IJyqUHtb4nWjWNhYxMPYmo1UrL7sWXKYXKSiQthdl8PNokkg6JNjlJyg/QjZV79txGEqzFfr1GokKl1Ti8eUphOWHMSSTxrJAyODUkgC+oNyQoOHdjgbd9QaN7rwu9KXNYR91W7NCkuJIAU02oHKhQUm2UBAUfl89lXvtxniOVP+xtBZfhPsfFadyhCHmiVJIB0W2rvmbUCAbWykE7VVeweJppUdOwOeJl3H+Bsb4Xqjn2tpK+O//V5/NcdDyQLJs8DmuEpCQCAQEgW02oocjFDvDi/11hDqHUR5HWhSgfLUKANyFJSQFAkkHvs1MbYun4ydYgVmnrRKp3Rwl2afbVZQta+Vxs+XZV7kKI0FBS3ovFbpcqnIYXF61oWn8Lagep0NyCdO+2h3PGa5RWWaVwFvh3BRKCxQsT0R7ClTW0hEqHPpypUJS7AcRt1KVJ4fmCuxAJvbZq4bx5hOTTGGcE06o1SkNtZGHaNFD8JkDu2glQDaR8qSQnyTbRO2GazUos93hcF9iUwhSGs2fKpCb9/z7K1Prp264IxDjfC9URWcEVuqUGqI6lyoD+RLyALAOI8LyLHwqChY3t32CFVmmHf0gWNuQ/5mx98DGKMeYXcoNLwHiHgLfadVKYjhLrdlAqUmyiMwAvlVYkBQCVEZSBVvdBRqXS4Eqs4efffRkU1VOVMXKpWUC6hlSknQFKwLlNgBoB84Q9rzepS4q2sW/ZeruNozpd4RiyFJ0B4iUHKsXtqEJGvmdjVj284tHaR9qd1NQeQ9+lkUyeytpSfM/GCbaHUa6Gxtfazaf8RMafUaXgD1+8T1R3e4Dlc/FlYszozJVIzv8KRDWLhLzawAFtG5StDgUkmxCknqAFT8B4Xakvt0unVCtPMJVzTtEnl2ZHUkjqcp0i6i0pVxmZLiQL2cA1Lr3j7sN12/2iyN4u5LD1RwbiuKniyqTUYXKwKo0b5+GpGZtl70IIQsnKoAkKA9hT2Y4sqlwKpXsZcCosZZUeHHi9Takm6SlWbOlQULJWCO1xbyWLio7SZp1a2oV/qHn8RPR5VBrNZbpdLpy0QpX/eFsLRlXceLQBRvcHQXH7A3qRhXcthegsfbKiYrlVSS+lbrFLYkraUqwugKCgEXB6SopJta5BA2eTWCqDPabarLzlUWjxzZjXCf/wASlpAzpAI1UVkG5toCLBWEaXRnXIErItjxtIUsLzIPaytb27XsD2ta9tjVgssXfqP+wRNY0918q3K3VS8arhdKOVqiCrhptbOhxyzoAI0BLhFzZQGgj4Zg1lrEcefVHqpFfqKeFKdRIzokWTYhxBupCvMhNj20INtnOisYSw5WW6DPZiohVR1PFafQjIlZ8LgCvCCbJukgeutjsT1/d7gOvOt1TDkuFzsLItTHHCsvbsLhQNgMpJPbS3lXslTkTNfU3K29OP6RK1tj3DxGqXLRFY4WRGdoK4fay7CxyX6bXSbgjXTYcjSpWKOHhyfUKdQVryrRI+KrmkWJyHMBlWCLpzEIvoVJ77EG8Le9u5pdUcgV6IiU/CVlR8I50r75CUkKCrai97DU+WypxR7RGI+Q4VLokKKwwrK0iQnO+2n5ShWhzDva4Btb0suVKvkGG0V+qWzeOf6xn1mh7xqXQX4uF8WU9/4SeBIkRVKacTc3GdJzouFW1BAJuCoHRbU3AmN8RxeLWd281yajMl3kl8dCracVHUQEqNzlJOljmBBAAVbyMeYj4btU3jyuSXmQprKlKleZFiOo9+5uQLAnsGJulxhWcGtVKVRsQzlsSkqS7xc3CzEWDtlHKFeQAV2B12OtgY7Z6HSa27f+p6nGLhXEdBdbiyqHFYYzJWlqegoS2onxhxu6QCbXsEqFgSbbGeH8WV6K65Rna3KpcXIrO666hcOOvsFLXlIQ2bkZgQDrqBrstcU4oxbhzj4olRJXvFeVTHNIzoeSVhaEOIUMqwTolaQb/W239Px47jKjcWA6/RKo+j4tL4qo6FLAPUw8bqSFGwUlZC05bEkBN3V27eJoPYlvB5lxUGIsV1ys4tlrlPwlp+6u2Ux4zcoABVYkEgklJ07gnZcYq3g4Xnz2Puk1jI/xXXYvxUp+qhpew+UG9tPQH+ZwhKadflSmZS6dTlpW/HkSEcdtBIJzBN7pFwb2AtoVa7fGKpWCOLEiysPSkMLQlCZ9Lfbad/321goVYd+xF9Lm+1gnlK5StMD1DnEWGaNiOlt43dx5Fep68q2lQJAV0hFlXTcKuDmBFrptcggE7U2NMQUujYNpuHN3NQelImtKVMmJazPs5QLrUlIK0qKydQCcibgm9tlvXcEO0vju4c5qqU59CX+FIYMeQmx0uAcjlidFJJIta2lyzd1ns143x47Ta86y/QaQhfFzOrUh/MmwsbgKT3NgdTe2nnFunFvuIX7MRfUrB2KMRcOjUtpFQmuKSpLrS8yUqPSHAuwUFDW9hmGul9tAbqNzEXdzPbxRWZfHrfjyJQMqext3FgTYm4uSBfsNnKzQqDgiByFBaQuV80hKetS/MnKB6nysL/ltVtUef/51KzLYYi/M667ky+XVc5Uj63sB3sNQnY60fbM2x3PHqRpdNn4ylOT59RX83WnxZT6Afs/EfltXSsK0altNyqXEWvq638mfhqv5XB7WJ1t2vc6ja2lOT4s9+A1LYQ/4eBlzLSk6g6HQG+l73uDe3eJgbCOPOalyvca8QsZOakRYCFcVNuyx3AGhOUgAm+u2Rddty7mZlljN6hnQMBV73D7+wbSXsQxZTHJ1mHIpqlNJYsrK4yoKIIBFrkhV+yRe4PsHbnceYtwk3FqlRi06l05SUoyMfHzDRF7pCVNC97gk37kDUn27jehi2LFpsCXgjFdIgoir++roZUpLSCE3cS1fMAkWKW03A1N9bn+KcZtSsBy8UYcahVRaGFZnYDuZMhogkKGQajuFJIBGugNxti7K9Vn6dgT+xziNCosoJzMp+0O1S6phymxWsPMVGVQULj8dHWvQBJZQ5bMtpQ6w0RZKkqCFAC5x5gGpUGs1mfxWajx4XxYr7TvQ4gnwrQdUKFlEKAJJBBIuANI7nfbD3SwKW41vL3e1el1dhasnCtKYzpPSgAZVtkG97pIB0ubarfetiLcji2s13eVu0pNeoM2vPrj1aiT4rSGVPhvpmR1NKOVKyLKaJvmyqFrqB19Dfetx091RAA4b4Jmhoq8/fFHjHE3wuVapyH1v/FdjyulCvQgalJAubCxvqDqLX2HN6OI90vuJrDjMKLNWrirS6nOlSEWzIUrW4JVYEA2Kb2vpsCzmpVexkw1Plvr4GVr9VSUN3V+ZzE3Op/EADaPjNUCqYtfiu8dDcJKYqMsfMnTVX49RUb6X29FTWFXMfNSbZ6lQ8VxcZYNps+VRIqFvx0SmltLy5UmxIBHdJ7aaa3FtTtaw0xYHDnxWuG/05M/V9D/1FjsgvZMxZQfsGxghqoPyl0tGfhSL8XgKtYjP4rE62JAJtp22dsGP/atOr5VDqkIz/L+Ivpf1Pf67XewLMW9NpkXEzbrspufK4COa/vdGnl2vp+3aFdpqUxS/eEL46koRzUgNJbXbRN1aJvcdzY+R02/qtUIrTr7TrOfwp8WZHf07gnS1v3bZx3/Y3gcL3DRqjKRNfzIkNI60ZSALL8xfUDUaA3vfZdn+ZRKy3qQPahYx5Rt4NFgY3iVenvxUragR+AhaJSFJJJC0EcQEaBaS4AAQQerbOaak1FqlSpdZZ52kPzHUo5hgtSKepThW2bXCwBoTa4tcWINiaxN6mPHcL/zdV6rTa3hpx1LseBPVzSYb+cWdjKcBcjqGoIbWlBSpQKdRb5j7sYE+swK9Pq0pCM6UOx5WZ3MnQeIArFtbXBt5XsATUaoHxxNPTXbOMRvbu93k93d9z+LXoU1ibIad5dCT0rb8DnlZdr3NkkgpOp7ltNapbtU4UBphHAkJ4rTSwlSV31umwIJSAM1rEJPcjZX1PeBjHBuI3KDS6SzNw9CaU07FfSM8XupBZdTZQyg3KVpUP3nYNdxBPrOI5eMotWW3KYaV4GjlShBVY5bEC4sD5X7WvsbtO5zNYHcs0nvlw/zWA/svzb6EOKQhLWQrRHUb2cAzAoUD6GwHyg6hK70dz+8GXu0pOIqXh+tYhhUuoqhyplLacqKG1KB6ylu7qLAJSQtAsVaEgG5vvkxJKoO6Cg4jpcuauVW1oiypsWZmQlBF3G1IuHGXTYp1ANr6g2upajiDeDhyBUsR4cxNW4WHsUIjplcnPKWnn0FKUhaSdFgspIULK1te1wRX17DLbAySDuqolUiz/czUSKitrdzNQKityG/IR3U2gLAIdAAIbUE5rHXS2x85hn7R4ogYS5taOIw+p1paAjh38Oo17A6EC1wT30r6dvRx5PdgUbFuJ35VOypXklR25HDuCErClpK0lOtikgA3GtrbV2IqliNqvc/F4D9XyJkNPxUKQ6lANkZ8qgACAAbgXI0A1sv/APYzO2+U5YS3dUFzd++3iKI3VKQ9Kfh8qvoehupKsrsZ212XLhWoug63SQTstXt3krAlebqlPdlVHDa56IqaohrqjrKgngykDVly5sD4HDYoJuUpN6fW6pKiuYc901Rhh99S33UWypdsq+YLsb6k+puNTpt1gO0vCVZci/adc2bNyx1o4WVLiASMiyk5VDU6kXtbW9tmK2aHordmz8T6xrUqzhys1aV77RCpa48VS4638qHLITayTpmCriwsb3SfMGzw9Ei1R2k1RqWvJKdRIdSl1pbDyfJ0BOmb1SbEWuATcbaYou6zdLvpwk5g3CWN2MNbzadHQ7FgVRaOFK6AQlBWSoXBsVAm5AJTa42z5WcPYowRXpeA97W62ke/oWV1K6bH92zEoJ8YU0A24fmSsoWkkHUagFDiGsx6E71aoz69jKXg2fEhTVsNJdhOuo6chaStJHpfNqq5sQTYWA2B6VvkdwvK9zV5pa6ciQtpCHXeuOtByHhuC6kkdgb62Fx2A0Jgvc7Anyom8HBtRqlXRS4vCnw56EqmxY6nUnqQkkLya3cb6CkqJCCMu2PqhMnyp/K0aWjgP5+Lx2gtDl13HcHX6+Xa42G43N4xVqh8Q8rNAqkrm8UYDri8QsSkqdfjoUEVRtJAFyhNkSABe6kgKNgMhO1FT8ab0MERefd3hTWIspWbk2Hc3awU2pCgVJsSbWt4fLUbUP2sdoPAagREc0jKjixVlpKk3Hy3KTb8tmdFxjhzG8VijY8p6ESloQlqotIGdNu2e1rnTzubdu+jFdliHEk+PuVG77EWKN8m8Gm0GVLlP8eQnokXV8K4Kr+t/M/suTbb1SRSYGF8GxIrvwEMNdeW3itc7Zl9iT2emmsRv4tqkuLUYsJOSBNi2SlxKrHqHe/kRc6eZ7nWe9Nlp2jPxf7ikZtmtQ3hKg72xMgb6sYNT+PAgS+OjJ868qkpve1jp2FzY6dzpfbMuIKrzTvKynfgZv1fm7eoP7/+Tb3xtNQJ/K82haP+uh/C3n9PzWzWFIteac/pD70j4uXOOq2uo72+v7tsdfumlgKmBErjqO7Fd5Xr6Fq6/wC739L/ALddrfde1zXN/roaUpC/1fK/4jN/02Z83dBKqjrcqU8xFi5E/eH/ABJ0/wAtDY3G0KNhCLhxqXFpdQivzUZkKdaXlSnXT/lpbz9NjokTxNLYqwjuvlT/AH9ApyKdKfzKdy9KVLvr9NSSbi1/PU32FKxQqXVPusWrIz5cvCz/AKRJ8te+1hCite4fdfGzrYzLa/w9yNbj6XFhaw02AKjhTEdZlOfCRBR+tIQUpy/QaG50Oo1117E+fYWPWcHmZFw49y9pFH3S0Z33XiinLi1FHhW6j9IkdydbkX7WB10Gxi43uloMWBWZ9DlRYsp1rhTVQnFR+o2QQsjKkk2trcn8RsIKTS4sCJ7+e52bFSrhOutcVavUW/CwzG/lrc7cHN/28vCU9ijUunolYemqajyEvtcxlzLAUFNm6Am2gINjm1JsLJLSbEPcPMiqrPzHdWGt30qKxVIstj4CFNKadQE8RGl7E2C7aix11trfbNOPN22A589yqbtMeQn5XVKdprrv6TrGYMKSLhQzXLSxe9rG2uz2rtMgVmgt8hh5hD7jC/ubScqXEkjNYE9KtToDb0KbWOeYuBMOYcn8/wDeqRx1K8fVw1eQJUBbUhPcHz01sDpAFyllb1xH9PVznMVeN6zPlRXKNKefYXFSlrqQE5r2uDfXUWI8iD+O1DgOlRXZXCaeXn+Xv0+V9P8AiNjrHIw47WX4FeqEpHH60So7QfSq/wA57KIOl7XI72O3Gm4dawvAcnwJaJqOrhOtfq+WncE+fcDtt6xBtTE0wMykq9crzsqRRp9R6MuTivozNK8xmUBmbOlgv17+uwfPNZa47XN8BefqjrX83re9ldtFeezow/VcOSordUxRQ2JUXwcw01ldZTfzIuq1z2IIv5egVj1jd87VG4tBqC30P9bWSyVJSerO2u5SQSdUElJ1IynZhMSHgrgPAte3l1n7OUF6EioLRnaRKUtCHFDuMyUqKTa+tiCe5A1H1i/dBva3aSm/tlg6bCYW7lamIQHYql3AA4iLpSSSAEqsVEiwOzA3QUCqUveDTZ9LaW98XO060s5HEC+a9tUrF8xSQSCPCQdfRVVKgYspfLVSnoehVRjgSmJTCXWnkEZVBSDdKx3v2/AX28v1n+ID0m8IwBUj+/8AaC2bpmbcE7Kd3aNynaStHA/SraQtKdDqToR63todfO+wNjKru48xk3hKLkQwhOd1Dq1IVwCbltK0WuFA/Qggkgkkbeie6HAmHMB7vnMJNREP0tGfK06nPw8xudVG5Iv3vc+ZO3nXvVdo26/HmIaXS/vSETF8utK+vqspKFa9WXNYnubA3v2p0q2vX2mxP6/5iKaEd7eZbbyjgOg4X9zYXofKzYqEodaydLKQL5SpPn2IP17A9s3UKVz9Z4UV7Pnd+fpfbsdRcaKSb+uunmCNj2k1x3EcWfPd+PNXmU6jLmUrTUa3BuPKxve9tgqj0F12qOT4rKPmW0hXSnN56+X+hG3oaxtJjudhjFwzL+xs9yU7xGPC7mQnMpKtLEgHUEAgggHTuRpsz94NQo1eoMB2fLXCz9C5kdoLSlRtZwgEdHYm3UD2J0GyKiVSVVKow67T5XNQnUtfFa6dNMqzogp9L217KJJu66dSpVeqkSBi3BtXoMLgc0hE+GUxZCRb9G+q6F6XyqSsk2GoIAMGhWOTBsFdhvi4xPhtqgyvi55q/wBLzUOaUK76FKV9KiTqLWJ7G1wQf4Dq1GxbwKNih6L70ipTHSt9Ihre+Wy8ysilGw7LFySCDodh/F0qg0Ge/QaNLXUYTCnWn6RVGilbKlEXDbg8SQQbWWTpoSLbWGC6Pg2fykprDM1bC8yc6+K6hKjchJK1EkAW0yjKRoqw26ylSMS2oqR08ZpzB+D8R0tpt3DmDX34S15FJTKay/3gOojt8pts8YMXhQG2nWlsL6czTqMq0/jqbn6gkH12xHCkf0p7roOIavQavC+KxlmvIjzGrXSDkUDmA7EaEa2F7bGVX3z7waNRm4FZafRNQ0nhSo8jjtPdxn7hQOnhve4NwO4TtB0ybzzPP30nGczUEuTPo3xaXnXn6OhfSr6G/f8AD125LqsV2LxXYiEP/wBq0vpTmt3B/LWx0/AbYme9qDehQaoh1rELFRp/SmRAnxeKjKSPAQQpKtbBQNxodPPSW5/e7gPeXQXKz7w46GXUtPq4oW7DWACUvDQ39FEXIsdb7dXZ3U3iBGnsxlYQnEFUgfpeSioQvP8AFdGRxHrmUR+P0732nNbycJQJSIFZxPS0LfXkQpboQnPqbE6ZdPIix79tdlpvHlyqy6xK3fVGLKXS3UOyGo74StKL3603vY9rDQ2sL30W+8LdHuv3jOMVOs4IXh7EKMueVAfUiE4sA2D8ZSy2ElRBzILJBCbrAuCvXqAH22cSlabn2ucTX9QkxeV4UplhaFo+ZQyq/A9vw19CNgyJUqNVOPFgVbwKyLS1KzOs29Qq/ncaggDTyvtmyub369hKAxgOs1x9DEVPCQ1KYS66lryyvBRC0Zeyla20v6LBjFkCBi1yfhfGNQhTZWZDUpWfK4m+jZKr5hc2yrIFtb3Bse3dxt9Q1ujsTmbXlRa9RneadlrfitrS7zTSylTfpnHy/wCLVJPmCQDOclxa9A5CqU6FUcn6/wAybHQ2Njp3+vlcbIPdfvpr2KJTlBr2Ifd1epa1c1HVZLUhjyUyVEqTfzSbg2Ouli8sK4Bozrv2to0vOuV41w5RfjqUQDoMy0g9rAEpPew7bV7bKPKKGtl9xH7yPZzw5iiU/KoLr9IWvNnhuynX4qlWB0CiVtEZbDKvL3ugnUB2H93W8bdBP9/QHZq32c+SVAkHiqSn5FWOdSbJHScwI01sDtrao0V3/Y5/9zKr9vr9CfK99LbClRb5X9L1/q5U/ut9Pp+NtoTUWVSyamwDZ8T53Lb4t6GPIDnP4OhVuLFVwlzIr4iyswHhWwoZMw1vq2b6W72Zz9ditNcWqUSo07p6+YilaE2/vNlQSB5E22pt3+DIEWV9o2oi4s19GV11Ky064m2gKkkZk28ifrprsxanPozUXiuuym30Jy+LNxPob2B/HQ289ng+5MyDhuYta1MwlXoDjTvAlRV5kKSvK604mxHi1B/AjQeWyfomAcOYNxHLrOEpcqExN6H4S15mlJBukpOi0qTcgdRFrACwtsb4sxZAwQ7LxG1SVv8AKrVzsVq2Rz9a2Wys1rEgi57i4uAN0HfduW3qxeawRXGIUpaPi02f8B1KrAm2YBKki41Qog9rDZC2wn7YIWOvqWOLKw1WYDbU+Ijjsoy8VCArvrdKbgWJAKmwpIJ6hkVqQp3Dn2jqjn3TgZ2kpd4UgKRIyg2KXiAA6kDKlS0oWR0rSoEK2I1sT3XXGnWW1sI6+Yz9Kbd8x+UX+v8AqdrmLhWfAa4sXh9bXF4S/C556KFwCdbEmxHmO2yagu26Nae6xfuGRM5bxabWcG1mBKqjy63Fm5o8KophZlqU3otp5Jupt1s6OIN/IgkG4mYQjSt40r7L0vEz1ElMNJWhbC23UPNHQoSlV1INrkpBItawGzUxdTKNKgS3Z9RlMQpuVM1aWBKabWkhLTymyQtCh2DiSU2zBQBsdkHTces7m8bt4N3gUPBWJKXKySmKtAiuQ320q1D62NQLrBPEbKkki4UVBQ20tOGtb+k1Fbur4CPBG6z3Xhd+qYcrbFUlUtWSU000I8plKe4QjRKgLEhN9RoCbkFa4vkVn3XxaW8jjv8AUjOjpzX8CtCUKtcggW7g2tcH8GpbqsZT6lWaDW6jhTFEJpK5SGnUPwK0xkukPCwIXZWUKIBBJBIIsBrE9ban7r8Q1SLERkpCn3Wl5OtKktDLlKvIAkX1uNDcXvd9Gbbw5+IOvRPdqA7fEUGG8eVSBS5bXwKjKQpa+Ej4DriQQC04nMQHACQCLBQAta2zr3GU+qY8rLkqjS5TEVCEoUtbSFLiq0uyUqCkKSVXCgbFIvZQJuc+4YwBjzGWLeawI1FzylqXKamR3WkRVkXJdASRwyrKSpsKsF3yoFgdpezJHx5u0dq1G3oYChUha1pyT4DvFaUspBJzWIWgjwkkLsbAECw1WsCrNPWWslJjB900aK63xaTCXNYT1qy+JI762JIB7AkkX7naBX8TtRYrcV1noWrJ8LpW2o6XFu/p5nXttXYvr3uaqP1Sl5JrD+Z1a2EZ1NquACu3cBJNgSFjsCbW2T2IfaGwu1Kciu0lc6EvKiVmspSVE6rSDbUaHLofQpNr5hse18Cea0+mu1dmB6/ME95GJ5X2jbn0urPrYYzNKVFyqdbvf4q275ii2gUBcG1r9gqaQ7jKjYyiVndpEr1Um8VbsiHApct2Q2sg3dAZQVtrPzCwB0JJJILBpe9H7L4jbxHVKTBlYNqK15JXHTPjuI7KeYkAcVp5OqXm3gQcllhJIWdWbj8X0ufXuLRpbHujKnhcmkcJKVap0sC0POxJQbdkEEq1ak2pPZ01ilAn4mQ8Ibtd4OPMeP1n7Bv4NnIlJkKqT8JdOQ273W6GyELakErXmIQCrNqCCdtTYk3J7kYrTlZ3oU7CFXcqLSOdfW6ppalto6XgElAYcAsSQnKo62GpNb7ZD2MqDQXMb0beRNQx0NPxWEtIfUhROVba8o6gOoJWsAgEAE2BxzhP7UVl34VOm16ot5pEDFFEdWqUpq4SpS2TdLqkL6V9JF+lbYBBVJMINomr6ZjvctS4rG7nDmMpWP8AP/5yKbzDcx1t0ArDKRZA1CNEoUi4buCbEFZYt9onGVBlOQN1W6ekUtefJKjyEBh3i6grSxlShZKgSUhQUSkHKCc2w9XsKUtqVh7GUBqnRcUUt9p2a0xxIeZaUgh1bKSFpSVJ1W2FhKrglPct7ElOwvv9w45ijgrYrcLJCrzCXUKkKVkHxFlJAWsDsV2zAJJuQFER8oURd4U9o3fnjyU3gOvYni0iqTXUoi/cOTVHdT2WlS7rbvewUFEE3BAGxFjfep7V+4d2XWd6FW53DVXQlrn6XTY0xEdR7F+OUoWSO5GdIIByKWRlFXivd5WcG8hWaNEpGK6XCyOuwKu0vO2kHRxBzAtWOgcCg2VZU3SbE1OLaY7vVnsUFqn4r/pRrhNU6LVi+wrW5KFLCk9GqgkqUjKnu3a6qoPKKW9xXG318xr71d7dB3aUGA7WcEQpr+JYHNQP6LCWJCikEOMvoAQLhQKrZVpJN0m4JQsSoSsUT4EWl4IhVekVFS3aa6mnOVKFTZQNzElNWVw2zpZxJbcSSLJULAP7EW7qg+68NNV6k1SqLw9n4tLgSEqhyl8JtNwyrrafCUi4UpvODmFwRsETd5UrDjU9rd9hOo4KYXmS6qvQ+EnPayilKCsrUAE2uogiwCjYp2OfFYVfKE+H8GSsebvpFBrOCML4eq8VaWlLixSmRD1BLajbLIaNyUOKSNDdJ1JApV91+I4tUpNLle7qw/CUnkKk0wGFNpz3KFKN0psbAKCz3KSlFwohNa3qVSVQatyuIX8UVunOpVx6S18eDnIzZkMqOVslJBCiDbVaVdhdYKxFvQapcufjd2VFhQmkuuqU0h12O1YWdvr8O1wriBYR5kDZUZ3QIqsWzdnj8YhNScISsOV5x3EctFBlI60zI7vx1J061BR4ZFyAQVEjN3ToDzxxjnBEVpiBXsWYhmsVHM01KjpztcVN7gO6tJcABUpIBUALkAa7Dy8VfaiqN17C+St8qpaeai1RCnUqSCkhSHQgBQ1SAU2sSm4BIP5g2uQJWI3KXKwaxCivpQ7zEVATHUlP/glQF0JuRwSTa6cibAGG0NNr9xhz+YQoM5lfFxFFd5vC/wBrOPFlNKaj8/FMOQ2/oR94SlGh8idFaEC5vteblMIuz4rlediVGlsIkLjpmcU5VO5yA0sK1ezHUk5VW1AUFW2v8WY63LYNlMNRWWMUV59CYUKFDilbry1qCUtcAWygrIy8Q2SSTcEm9zvPqVeou5edB4sWne8HUMTEQHyjh5nmw4cwKMqQFBAWkJUFKFlA67MdrbLboqKtvTwRQcZN4XxRRIteySOVRCjqyr8eXixLaoygm7ZBSMt0J8zZ4GxfgOLPrUCU7VKdFYTxWpviyoVmAKw3coWgAE3Qbg3ANyNl1gvBfvTFD7UDCdLRFQ1lW660266p8k3BACFGyQVZiQrquAoAqNxQMYVmg4jcgVRlt+l1HNFRIda478NabJTdSxmcaKQSCc1gFZ1A2BNjbIzuhjijAlUlQG8ZV7B1FxRBYdRKi4jwlI5Kfwr5kPKLIUxItcXC2wAb3uLnal3pbv5WI6DSd4O76uMU7PMakSqNiNhMBceo2P8AVpQK2EuukC1nG0rVnGfUIAXup35YjwRiifgiVSZUKl8VfxaXFzR46rkcRLLudIvcFQb7hRsg3vsdvY+lUas8q69BqOHsQr5PEFBXFcjtPNEqCpUY6tqcQuxKQG1oOUqS2MqjTAnEbo78M7zd4O9rAdToNewRVKXivD0VpfOtIClzk2JOZtYKJNgkAqbXZVxYi19hbeLg2fjf7IYogVGUw+hCH2nYbSJUeU0q2Zp9hQJUy5mIsnPbUEgAnYa3U0nFG7ne1Lwlu+x4/KQy1znuSe6EPvQ12s62NUocJzNrQQWlKTmDiCo5nEnDtL4T89qo1SkSkO8VCUx+hL9h4mQBlUdASALkXIPfa3cWI2sNP6k7dm1hKBihvCUXBCMPVSa1ni8q1mYckJBKg3qVtXsrpUMo7Agggi8nEMXeXXqs1QaJUaXiGgyH4UqLnywqhlXleiyG7nhpWR03BbJBIsDc8cRQsR4oa984XxDS5WL6DwqpTWn3VxVzFMLzFvPkWGlkDKCSQTlupNwA+sN0zC+8aqRMR1Skse96jF52FKyt8dL6RlkRFPIN3UgjMASQdTa4Fl77dqb4ei3cm+JHDGLsCY3w6/gPFrWIcIVdh9SKdMmxedjx1aJXEkKstKmipGhcDaxcApAAAsaTU6Nu0x4xP3oZKpTlx0Lh1mLALS2dP+8LuEuNjNdBdCMpUsBdiUqLfaG3A++YEvehg1mVFr1OaS7MXFdKVSmEXJKr3JKe5So5SBcqQRnAduxqcrHmA/s5KqPJVunOrWpqowstOrTCQczT7KwtDa7KBRIZy5rJVmUCdh1WLcMiNq/4l3WsVUvFuLZ7VUxMxFpa/wDznR0KaQrPkF1KzEJC+9kkFJFwSDokPq0RqA6/Ar1Rp03DUrO1KafihEhKDe54a7JI7EEka2KVai82Pu4wbRnW58DPTnkO8q0tKnJ6OVzkpQtC1cfhAdnG3HCglICCOna6e3Ku1l1tpqJS6jFWjOp+LNzJZuRlUW1DMps62KkJUDcDuSSMgaER8QDiY6peEnW8EVTGP2yoi8kem1J2A5IlNtaZWnnkZlOBBISlwjjJskKKhcql4hquHMR0GI1AqyOOhHxXUxf0aQRfjJSVIW2e4VpY6WGo2dE/d5RsB4XprVUqFIXKfXwqRPWsJaedJzGK4py5buRYAlSb5QSlRBCKr+IMeQKzUoFewxNfpb6kplR5UXl5kN+wSmXHeQUOJWcoRmStSCOhaFEg7UNcsLITYHcnwKXWqW1UaQtaEJkQ2mlripeSLHh9RKGXbpsEkhKtALE3H4nFVBn0uW1XpaIr+XPFjzIqE5rhNwh5KghSgCSCCCdbC4IEOvUCfysSqcpUUU6KlWaeuOM2U9PDVdDaXtLZhdCkg+JXYhEhvehi2fLwlgit4ahU6VH+584w06p6wzPNocBSqyEgZFEG/VcCwJvsPxBu8scPs+9OJVK9LWxW+YUjmFIDrSk3NnEKCiFN5bJNrG4JKQSdo8/eNiOjSuQ5uE5VFozoaftlynzQ5qkt+VwSR2NyCTTPQJWCOUoOI8WLRKR1rS7FS1MbtawVbpfSSSSoJJsU3Wiw2v3MKyt4zsB3CUtE2nwpSXZ8WRTnWJUVdgQ5CfFwXNLFq5BCwoOiwCq2VgpzErVRx5jMscO7yGuQYlVlpuEtbv39LT44GZR6Vi5ygmwOYFKTcdr2MydUd0GPJTDTuLIq1voUlEeQ6WuMi/U0c4ASoGxFikgn622kTsWV3C8pDreH8PYxpDCFtPojqZgVqKqxDiQlwcvJF7BSVKbN7+I6BRYsoGA/fzFZwHh6o05fFVKlUtcfhMdQP3lkKshK9QlaSQVDVNxfMgNpOAP8TCNdd121crj5Ev8AEtQ3c0assUafLr2TJ91dQkrYSkEktiQlGUJIJsl66CAoApFyaGo4X3fT6M5RqNSX6IuKvJHdyBLSmlnpDakAIyK7jJYpVawO1bIxG7Kac59qD7uWhTS/hHM2oG5b1ILK790m1iew0IpoWJvdbrlBlVZEphcdXFakMFKHkG5K0K+axBSQCbFQBSQQdqFihzNLsmoA5JjvwXOoMHC7FMr1WlVGUyxxY82e7xnm2ispCFOaLWgBOUOElQOilKO3zSK7g3EcV+lyolLq9IqnFadQuy0qWi2dtQ0ssG5B0UCNPLbL9FptZxs1I3cuy1xW4WafhypcdSODIAyyGeP5NuDRaTcEjMQCAQOYSqM/dzVJbU+WuFFQ/mfdR1scVJyh1SgSkHyubEjQkW0ZRB9whqdNSh7gUZmmMA4Dxvg3Hj7uDYlExfSKW191pFUfK5CWCtJMbObLHg+G4QokGxUu5AbeJt1O6DG7tFxvQcM/Z6qPtZJEVCuB5C7agkhBV+qod/MA9szYL3gz6zi3iwKjNhV6nZHYueKVtSmiQSg5CVpvYnMEkAa9INzoVreBPpcBufjfD0qFFRlakcrHU67HSRYOOR7Z+GSb5kAkDUg2J2IMbuZm9XexE/T9H3BreXu4914XfagRJS2OFy+VK+KpxJ04awsFLiT2KVkEgghVwDtm2oboseY3pcCvYopNURCpCVx1qylS0tAixOvEUkAdyAQAL3N7a/xZvMwbhejN1mqVxaKd0JTISwrqzWCLE2uT6aHT8tkrvH9pCjOtcrRqg+hhGb5DkcSf7NxBGcE6EAAHsRpYmly8eBwZhaMWn/t/5hVuhi4NxlRmJ/NxZvK5UT8//ekg/pDlFwvTquVgnW1iQafelupxG7jxifg3JNwu41mS+viuyIbvzJWhtK1EadKhcGxvksAc01LerVMGtLlbuaeiivylcVTrCQHXlki5XlVqoi5IWVAjQjz2+MP7596EqK3P97Yr+5O5lPwGinh+t0ITlUmwN0lJte+hsQCyux0xPT9o3Vdtv8w9xLQMBwHZZlb3YtRrzKsqIsOKE5vMNaFZCwCdXCi58gBbYbOH6XysvGUV6U5KyqiqakNZEqUDpY3N0lQI73BTe51AJ6fvIwRjyvU3n6cxKqlRRybsqVF5eUl21wPCEvNqtfKTmSc3cGwMalRHaNF5BrgIZf8A6w0x4FZbjROo73I7anN31Oddrn0jBHBMG1p0gCHmZ4lJapdL4TtRWwtasi3UI4qM/dJsCVNOeihYG4Nu52sKhQKNVKNAn0HeEw/VF/Cn0F2KtiQ8rKLuMHQPDW5U2B5m2hO39vboDUWe3VKC6tErq5jIkrzeZPT2HqDYA3NtSdudHl4yw463AxRTq3FfXHTKgc1H6HkEaLQSMpBHcam/6pBB29Ie6gb8xmmzfzC3cvuad3jYofarOIZXK0TJIU1IazqeR2KHCb2T3TYiyu1jYjbalFwRgPCVB4UCk06FF+RpTQS0nzsgK0AsLgaHuPptiuPiaoRZ8SsxXkMVpC1OtTFNZH0x1EXAcSoB0X6S2b3CQog2BBs9irerWZ/NNYsbWxwuElphJazLSfEri5iFptbRQBuokXIGzFnjENbobtQ+5W4/E0DjHE0WltNxaDUIVOWjO793U31W81JA0vr3BBHcgX2zrj/ebX8OvVbG2G3XKehnMh2SqF93ZkKunrGqSla7EKSq4zEC5Njwj12ve/nJ9ercVa8qeFCkU5CWnFBKgVqsSUuqJBGUoOiT2NlCmMN6e/NqBPi0unSotLlPr+8NU7joyLsC2XLKQUrvYtuhdzprYWQ7atZkwNehFP8A3MTSFD347tKpgiBKqmN6QxV5TClrYRmi8ZYKhdsKUoakWCc5tcAgXtsj8X+0RiiLVIjWHIi5VOhP/qlh/JqCE50lJ1JIPhNvQghWYawVVYEB/FNQpM6EhmQtM2AuKGENoOYkKYNlhsJICVgdIsSBa+1Q9WZX3uLS86FxXVZGlqz5k9wAfMgaC2p1vqNmMD4hadBSp3+4xMT7xKpWazBdrNPoteoj6nXYfFa5WVH0GcNHMpUV0GwUlBU2spKijq1/ZUCfKizsZYXxjKqkWjoTzEJaS1VKahWVKs2S6XGSqx4rZAvotKCLbLPDU6qT5T7VUicdC+vhKRlUlYGXiXtocvSVaG1hfQDbrhmv/ZfEf2idl8DguutSmpTHGbcjqJDjDiALqQsaEDsbEA2AIjuaMGlW+JNpmLncRyn2naGxUZTH68PMpSb9yoA2UPMEAm5Nzrt+1OkVSsu/CiLR4UZdcqdNB6i/kDrs6KFT6X7+iNYXZ4FOlMceHVor7j8XhaWTnWModSegpvZVkqCQDp0xBvOoMDm8G16IxXkcVTDrvHCH46rWIQ+lBU08P1VAtg2ulV9BMkE1RU+oiINPitUZ9qV19aVIyq8Nj2+oOxTh6rxZUVFLnu1GnrRmdYkQ+pp5Nv0TicqvqUqSM1wAdNr3EW6mvVSdDrO6pqFivClRlJitTWlcJ+LKzlSocxu4UzJSkXAIUh1OVbalAkIk1ektYXiuQMZYem0ubFT8dhrqUlVtFIJAzWPl63F77WqrzzL01E8iflcp+76fhxilu4yfmwmF54qUSkKTHUdNAoHKk2BIAIJAJFwSV7V3qDyER1qWtEriqadaTZaXNQEqSm9wbC4HqSPwhwZdGqlU+9PZPiqzqdR0vJPnYgKSo+mpJIuRqdpeAMKNO7xm+EyubTsqlJzpOVKu3kSLG/iuRYkeep0DrLOHoUuTP2nbu8R4onuS58uUiKtrhIkOrKFONG4yEKGqSABbUEabG9BwPhyBw6W00ua/n+Eld1KSo6HJ52PmLgft2bsLDzuI3WIHuledeXhcJBQptPbtbw9r6X9L9i78A7u93O6WluVnFrLEqrvoVwnXbKVl78NIUNBpewFybXIsLFDn5mbXZdrn44EF91vs2RaNAbxbjLJwEdcdhpQyM3voAbXuD4rWva3qT2tSIrrTcCl5IsJHT0Iy9vX9nnqdqnGO9d3EfDo2F/vSFqSlaHU5OGo9hfXNbzI7W1IAANSqJKa+LXpaH15fC0opT5aW7An8wbak7DfU7eBDXdvTeJMGN41do1GgPz2si5TCejJ1KUryBAN7nQCw8/Q7JCp7/cZVDDjECXh8LXxPjtQMyX2ba5057oyd0k6qHY3uFbParYPgYtlcg7kRkRkQrin4if1c98yCSdLKANgNLBW1LVtz2F2qC5FpdPRzq8q5C0IzLbT3spKeoNdFilFri9yb2OabCzZaIWalXbBlQzi6BFwvExG6zCblIjpjxZWZCXeAq9kDKtVwDmABJIOYX1ts1txOHqzXoE/FEB7nURVpzLiykx5rdgOtCbKUpBBymyb3BsSRbbNO7LdBRp+Mat7+delPxZHVFUoKYzkX4iQdRc+RCbCwIvptrSHVmt3OA6ZT/d1bi06K6lXvKiUlE9UOwK1tSGhnWtty+q0IKknLqLX289/EGnvuq7en+eP7QKKne5PE7b7t/bO6+BTN1e7Vqrv4oxIlh2FMdlCQhlbj4QhzjBZDshSulpaDr4XU2sDpD2TNx2I91+Fp9Z3gy5TmJMSVSZVqhFddQtpmQ+8XFrSEXQkqUSqyOkXFreXm67i2g17eqxi3DnHmue+6dKp01cDk3UuMyG9X21EXKVJClLIQSk2KSQSfZGi1pqqUWJVzkQH2EvqCVhSU3F+4JFvqCR9T322f4X6PT0vSYUeR9k+zNxL1t4PxA3evuD3T75MLVLC+O8HU6azUGlfeuAlMiO7Y5XmnAApDiTqFAg328gZW7qfFlVOgyncnuuUqO7xWihbyW15SdLJ6gAoWuCFJIIBBPoj7VHtaUugYXn4N3Z1CLNq85CosiZxcrTKDdK0Nnupw9rjQC9iToMgCl+5oDE+svSnIq0IkNR5Sci0o0PDKsx0HbMDYggDL2Gt1PWVaFAbTjPqCv1SVDwifwpuwgNV5+qRatKlRUIWpceahLqo6ibqCVpAJTcaXSD3BvqdvlG66LzTkqBUJUVa1qdUjIHUqWv0Bsbn0ufMAjQbaZ3fYVwRjKBLawRTqow+h1CJlNdkMvvqi3CZDsZIGdzhoJUUdZULAJuMuxXi7cNRt2mLWJ8Wrc1hqVFQ+0t9ocwzmNijMmyCCAFJUBexIy6Ztsl/4g0dICsxyfXBgT9S9e8RH7n/Z8r2F8Tt7wazjzgU9hpS0sNJ4TqbhQIWDdK0nzAAsQLnUjZx1ev1mlwG8UQKc+/RFu8JFRaaytKWnpIUUqISrNoAbX/dsCb5K9AlV6JQd3LtXrcWVARKafQw4vhqKiA3kKTnUA2VGwA1QRfXZfoxljel0vkJUuL7hqKltSGITq48qPMQDo42QEuIIsbELSSSbpIAFj9Q9m4ng+hBlLs5tjbXPn4yrMSjUZ1j3jUfhMZ1BKeKQbD8CewHn2F9ryH7BGMpTr8rEct9E1/rQ7HjpWlKrW4a7rULX1CgTppb0RU1yfWXaa1Flo5KUvlecQ0tSoubvxm0JUsd73CSCD+17bt657aW7mvN8rvCpeNaQhKUIgVKe0+wpq3SWHgkOpURawWSBYjS1w/pq3/mMa0zLthPu2/k8sG4Xdlz8b1vGsqbKWnixWosfkm9R1tqaQtdja5utNrk2HbZ0Un2FPZ8H3p7D1Qmrz5kKkVST8NQ9AFApI8iLEaWtsPRPb4gYW4kXfbuSxzg3g9PvGPFbqUBXoS4wslsW81gC+gJttoLdpve3a74qCjEm7TGNOr0Lp4pivhTkdRAOR5vxtLsQcqgDY37a7aYq28x3xMVuOPYp3NY2aj81SJUWVGa4KJUee6l5KB2AUb3tqRcEi5sddkDWf5OfEWCHalP3fYmi4kivpW61FqiQxKbXY9OdACHAfUhBH18vQPaO5LjNfpnW0a5epQ797fjbW2x67SnqFWwrPLLeXu5lO4Sn0uVg2LzUJpHNRZXQ7FdTcFWUpHY65gLka2IJ2zVLj4ygYXqW751pCEc+xKR/4PxATkWCboWCLoN7lVxYg7euftLboRvKwa/iLBz5RXoTXQ7GXpOjg9bC8t8wtcptqDoO9tvPuPOwbAaYa/oFdRQtTSnWsjshSSPkJ0cynugkLABI1BG0XqLV3x6na6xP0/DeI6pAcdapPNSs3KtJYt06JCSdRdAsuytLAa3FiWxutwdS8B8TFGMsWSn6jChqTKpzDCJTTkU6rzs2LqgDbrTlA7+ROwSuu4NalVaBiPG1ew9NpcpSIrVJht8vIUCQbhTZctfuq4KTa6VAkbQKLvA3N4XxG5Xqy7iXGT77SmJHP8ulLyey0Ao4ZSDrqCNbkdxssKgRg8yDSEHEZeL/AGe8b4yxaxhfd9XKRSPekX3pDaqL6oTU6GdLxn0oUkuCwCkEgAqTdQCgRmrEmAsZbucb+4cZRH2KpS5SeajyGgl9vW/fTNcC4VfKoWIJBBOj6d7aO7Sg4SptBpe7Korfw1KVKobrs8K5dBBBbUq5IUEEJFgrMAbn1osfe2bRt7XEi1ncthSVKfjojxZTqSqRHsRbKsZVd7nQpBNrjWwoptX7wP8AMqrn5is321l2fjKi1mA7KY+4IW1NaUUOpULC2Ya3FjY3uOoi42c+4H2h8ZY3r0Dd9vBiUjeTS+Fy8VrEMhEWox1XH9UmrIUF/wB0nXtbvemom/nG+5bEdNdo1PhIYlQPv9OmRQ/DmZbC/DNspFirQggqBBtfak3sb1Gt6rUSqUHc5hqkSkPpUuVQ6cY61K1u2sJXlcST1AkBQI7m5uZglo2ycpjLR4YlGF8JYogT91WN6oxNXKVCqOEsRu8vNpql6lceWlIC0XTlKXCCQsG+pvAc9iqBiOA+7i3FlUhVeavmOdpdLb4Tij4+I3coUVG6syCLk6jW+xtgDHG7Te1ulbwHvfw99jcS06KmPDxVFhNqU4pAASuQlIzL/vAgg3uCkk7LvAbmMsLynIEXHi0MIdUnLCWVR3LXAPCWAix8WgSq3ob7I66vV1KPpmGf3HuKPan8hlLi/wBhvBsXge5t9OHoq15syZUJbS0rBI7FYN76G576W9ROZ7NGMsL1SJKn7yMKTaXmShfCfGdSLgCyVJIta4tc3t3FrlhYx3SQN6HEdrOIapFlLVm5qnT3Upy/3mHitBv5hJQQL2OwRgf2QMeQMZU2V9p6XiGiMP5nWl8WPISnyswoqSe+pDp1GgOpDumst7Y7mM/OPUXyWb3PQv2dsCUvd9u0iNUv/vTXFUr9ZRA1/wBPM6dztF3h1Z1pp9p3wf49rai1N3CVBYpfF+AhpLWVfibsPX+Bsk94e86A67Lai587GZP+JX4drC/fS/79i2X7hth0qaILfLTGqpVG2oGRa31paU0hYV1q8+/+dgLd/QMlYQwHgOfErOLcQrflMfFahR7Zk9xca207BRsL6iwItAl1Dn8buT+NnY4uf4vRm1zHvpr62H+u3zizcvRt41Ufn4crkql1daErdptSWVpVoB0K72I7ZSpNgkiwtsilyI/MLbaE8ZbYjx1u+qlGbd+00rItaeE14ks+Vv1uwN73uTpsuFVvdfFn+9GqjVFrfSpLqVvlSEq8ii/axJOUk20AvtYOezTiOg0tuqT5dLcRxci0rkdKdPmSq2vle9vQ30Fa5hHBrrrnNU6LTn2P/PeQVoc+mW5tc2FwbC+otc7NpevsCB7nyBNN4cpeHKM1z8+osPr6VoW6rKnzsEpJIJ9CL37jvbaHWsaxZVU5XhcBha+h135rDtm7J9Qex9R5B+Ht1+9Ws8N2LRJWTpWjj9KPPsb6eXa+p2vXsFY3oLvIYoonAzpT15s6FJ7jLpqR5gG49NsdFZRzMvcrNLmZSKNwuK1EQh/JnUtFsyraXFwQbDTz1t5bTKLg+jYyoz9Zw40j7S0RXFlRdMtQYGvESO3FH07nuCSDtDgqlRYv3r4jPz/rJ1/Zb1/I7F2FEtYcrzFei5GF9K2n0ozIUmwt28iO/cedts3qOnNyeBwZO3mRves+L7tlQMjHA+K0trpzK0Pa/kRfytppqdo+8LDlG3oOtymqShiqITklMf2UhP6xRa1xfWxv5+QGxZvEVS5TvvSlxMnhffaaR0pWb5lpAtdJ76XI1Hpsr07zcJUGqNuz5eRHUvPnzJ/EG9wRbz7eZGu3nOh03UXN+DDV5B4gniH2fpUWA201g6l4hioT+iafciyG0i/gUCCFDyNyD6abLjHVMaw5FbgRadUYsV/KjPKtnjqsQUOFNri/ZVgD6DQnXtD3yYDntcX+uto8aFo68vqNRm1HkbkEEX1Gy/3l4fwljee5VKNVs/Qr4Ei6em2o1sQdLXAFwNdbk+3W7bw00dNZ8NMhYbZdanv0uVVlws6/hZf0TitTa+uW9u4vrpbz241Cj4ci4j4s+n58isi1x1+FXn30B/EC41BOz2o+6ilxYr/KurYX/ZSEdaFX7JWNApN7C2h177DcLBc+vV73NijD1OXwFqSiUhZUpSLpAQnsogXvpqAdCNLn+srrHuEa+vnn1C/cnuoo2I6oxiPDlbRFfiqSqRAV4nkDsTkURcWuFCxB9RcHa8BTVGozfNZM7DX/AJX77Hz1sDc9yTsmNx+AMEYSnsSsLxOVqKP/AD1QVKUk2zXzG6wT3uCNbX7DbQOIoFUlQPekCn06aj50JWWFKVp3BuNTp5d+42+e/wAR6O/qb9+k5A+IqutrzKGp4ygUbC789p5CEPtZ0rR1ZU/3tQRr376+eu3lJvI3lO4y3g1qfPZbX96W00tK+rKkhPfsoXBI7EApFwQdt8b7d029XFGF5DW76oxeAvPxabPdcizI+hvwXkhSHBm7A2IBNidAckV7cFvuwvQX69PiU6byuZUqEpoLUlOubqKbfQ9jcjUXvtt/wroG0CF7jy3ofiX+pRm4gJgOrf8AaPlaWyvml9aUpSVKV5eG9z3tp5kabP2k+zlvBxbPbqkCn+64s3rddUhSkZhoenTKTe972Nu5N07JbCsug1nh1T3HCbc/28VBaV5DKcpt+R7H0Ozn3W70MUUas+5vtZiGEwt3PFWlSH1pVoSkpVlLqT3Kc2e2guSBt6VyRbkQVzvniObDfsVtNNcWs43qLD/TkfiobaU3bzSUgaE65Vg3/WPbb4qePd93s54oiYDxlEi4vwvVM3uurNMcJLi06ll9BByPhIKgQTcAlPa2zl3dY0lVmBwncWRa30dLq4vAfT3zBaClJHpYgEdjc7XOLadKr1LXS3fdz8VeXiw5rRUhSh2cQtJCm1juDY2NiCLbXNgb3M46l1bzMyxWsd7m96tefadpNOoOJUSFZcixTprjoy9bZ1afPTcJIKyL9IItsfYBxxPpcr3M7hil15tjK1IVy6Wn9OwcSB0Lt3Kkak6kEjYY3k+zDu+xlXvfM+XNp019GR/hOpyPZbWU4nLcqtZJUDY2GlzfaRRd3FLpbTFGgVuo1GVFaywpSppTKipHYIezFWQEjpJIAtYAkWzrODkMf6GTbqFfhDG9W17tKzw3Xad7rXlzLRIQlaWVf+GdbDTtc+Vj6B9Z3dYXntfcKtCfR0ryZwpWa1h3OtxpbzAItssd4uC97/vSA7Rpc2Kh9auYlZQpGXukqQkjvrr0HSwI0G1fiFErCVL5CU1Kq9Uf6kIS6ELcVbsbkEA9gRcm5Hnsdqu6m5jxADTb+cwspO7ug0ue+7KwdS38+biqajoyqWF3VmR4VG/e4BBGt9QPuj0PBuA8Rv1SjYCYpC5qFIfVA+Fxu5HESgEKGpsop0JGvfav3GbxXZVUiYXxlzrHNZ+VU+11x1/7Nd+pafS9/M6C22gsSbrGq9S/hdC/kdaWEqb9FIPkPUHQ9u2ymnBLcSiE1P7mHq7jiV/OhxcB4nfoj6H1tOxZrDb6nLWSEIWhRGQ2FwQDYkdzcNup4g3jO0Zzi4Y52Vws6FwOlTn4JJKVKB8gQbHRJFryMQ7r3aXVGPt57rq/AUrgT1wg1MZVfpXxE2BASbHztfUi42aiIzVUozDUWWh9hGXhOx1ZVKSk3vcH6WOt/p32Z1CVvjjmMW3IcHExGjGM+qSnJWMqe+8wwvO0h/odj2WTl1Ov4G9vI202jQZWCPtb70r1JYxDRJScrsVLq48iOqxIWnXKpQ01CkA3Bum2uk9827PBGKHWJUpmVFq6PBNipU0h5RsMjyAMqtRfMQFDWx1saSJ7NuEq9S22pTL7D+TodQ6tC0q/FJFxfUg38/w2sliJ7hPrK2HMs8Nb4vZagQG3QyxT+D4FVSEUKZvp+kAP0BUFW9b99i4S90teacqmHKjCYcqKEr95UmeYrrlzcEuNLQsgntckE/XZVT/ZkxvhxpyVg3lap/vJTKzfUKshYtc2BFzpa5N4u7TdZhKluuNbwXotOqPF/qakGKlK1dkW6bKIt30PlfYjILFyhi99VbpvrOf2mm8I4UntRW3ZWN63UWMiciZkgOqSnyBUUhSyB8yio+pPnzxYpql8B1rx+D4rvQpXoVaBN+wv39dpcWuQKNS2Ivx/gISlOdHWpNu9+yh+Fz9NgLEuM2p7rnFiZ0L6cnyuJOmoIt3Gmmne5voq6cTLM0lRKlAaw4w7yiIq8nXl6Uf+SdAdbm1r+myq3ibwIsCK+1S5aEVHwtJdspOvksXFgf1gQNLXGwvVt+cCl4ciUuLT35XhRwtMzaQLXVcgEEdgPwvcHZO1bG+EuaflOy5tOfXmUnPdTCteykm9hre4Ngb6DYvcXbtlS+6VmJN5WPIHH597mvEhHyux0gnQLtmUBe4BB720FxtSbrcA4SxbKqWKMRvRYr+ZT7q4a+VWyq5PEKASkKJ7kaG+uYdzKdCaxRAblNZFry5+q3xE9rXBIJHkoH6fgpsR4XnwIrk+BLWw+hPyLKVZvqBY6fSx876bLumPUvXw2I7k40peF5USqe/M66cpSZDUd3LzkVR7ZFEIUQAohGhBzAWBILRjY/wlAoP9A1Zh+lrQqQhri+FpQBVYHqQUnUp7pN7WsBthmNGdn8o66zkXmyLzX8Xl9LX2YNGw1F91vz/faGJtIyyuXS+c6UJGjqUjxoy3BsFEC9woG2w08BiaSbV+2O+K770xQ/Adl/AQ6p1bSk5lx1KCVFbKlfpGHE2JTckLRewIJEnGG57CWN4DEWlxKW/KhO8WGtDqGnYq1G6ktuGymAqwKkKKkKNiACCFAWAqq7Kdcd4yOPFaShCeKFd726hrlsbi50FwLWsC2mQq9Wap8WnoXNQpPAyoHxPVJPmgjyItp5ECzOkDEblMF33R+DF5i7cjXovEoPx6XVJrCVQkVHLF+OnS5WCWXWlEgBSCCklN0pOmzX3JYLrOHMEVbDm9CWiUxlyOxVOpmR1JLVnGlBxPE4fqpJJudLjTZmfYWBXqM370oj7PQrj0uepWTMQQSnWwuOyrAkEgm17puv7qZVLrz8qjUSvRYS0cBEiBP46EtW1aDa1EoNtCBdJv4Bcknt1VlQ8vc0aOrbF2WDn8xxYW3s7r6DA+zm7nBGSaiLmajw8jT6ki1w31ZnSNbJsVi1gD22G396FUo1GqXvnENO5p/PyvNNfCSkgjlnOGBZYI75E66dOuyqpO5HAdLdYxvP3vPvrpzv3iPIa4UqOnxKbeZX/aAEAKAsALgDQhj1Mbr8ZV6BQYGLH6pUV9TEWsxSpTyT1EMScou4RqE3uRoEq0svZZaQHXmC1zWuN4OV/AlBuagNb2ncQ7vsR4spHHlR0rpbUrNFmRZHEUkGNIIDqcxyqAHEaOW4Sq5Uc5U+j4j5qpQJUuFW2KdKdp1eTy6pEiLIQtSFccIGdo5knK4LAHW9hbbQO8/BsXdBS4mN6NzXAiq4uXgF3gq7ZBoQQT2QSde3rsLw99lUr1Z5rC9Ww1S6pKSrk3+VKUzlgdTRcSfhOC56F3N7gBQJVtp6U92sHGDNjpzCykHGInqLSouEpUugu0+U/CqKEqlU2pRcsWrIvYWzpDapCE3sUlKyAADcBOz69lqBA3S4jrvCrj0Kg1GOldOhVG62o6BdTo4hJVkPSAFXIvckk3Io3vf3qtcefvLxDCRhf5XWqW1ITHUSEkvx7grQSbdBTp5m4SCObiWjT6X/2Sq1Iebi5eE0p9zLDSSfhdSA600TcpSoqS2bAGxIDgBUR9oab7BWcUbqqTiOl0OqVHgTMy0Ut0qkNoSh1BLaW1BbpAzKCClRKdbE2GwTuApNGoM9uqV52LNw9UXUrdW1NLDtPkWN3LgIWy6LZVWABCyFJsLbWW6HG9ZawliGjNUl+VUUZ6k000tHU6hOfInhkouVJtpoc9ze9yksXYoxbWa85KpeE6owiV1SHUxQp1tWhVnZVl4vmCBmUQbi2mwiZXbNzY29kvC9Zd+0dGq1RqORPFapsxbala63jOJAQSU6BLiSCMoCkC5OfqVT8UYSr0t2l4eqMLIhTXPx6ap1amj8kpgArW34gULTdJ7AG52B9zntyY33QcDCWMolRr1BiryMKyqfW2g3Nkr8dgTYBQJGuultndjv2hsG7xp8Cs4cp1eRkaVxfuDnUmwAC8ozWN7BQ0GpNjYbD3yBuWU9CpX2oalxXagwuqMKUhTVLmZkZlEpS+hLoKrgKynIoqtdK02sBP3eRKDgOLVq9P/o6o8JcdbvFKUpy5lqbeYJUUKcOWxAWmw0IOgl0mqwK9FptegU5c2l9SUyKkoOyG8qihTRcFysgpVZSyFptpcEjYD3lMRcR4cntV7GVRokWavhNVJMPn32VFxCUZihYUtxPdLgzLtl6jYXup8pBO6RJ2NpTU+fVN5cT3cuor65tOmuZoqSbJXDdTmugDQJCQDdQVmFwZWCcQYXxHPYw5A3x70IVRWpMV1hqlwpDUy4BBWOGpGXzJCG7akAWJBluw9l/BrTrcr+eio4ypC0IyqmSkqdjqBCsjjIAzXsf0oBAuLHUnSmJcZbvsG4I4XuSFNYhNdbVNgB1TNu5CEArQbfqgnz0FyGCJwMzDjLHu6/ctKpv2ork2VNXnaYqn2cYkLeaHibeQhtCnGR2BAve3USTYPpeMfZpx5WYDVLrdURUTnRFdw47PpEmOlVgW3IUtTsZ9o6gpsFAdgu+k/fBuvo29B1vGVBiTajT6wthppTXxYvCuD8BahZq2bMUkAZiQQCdpeE/Yh3VYXnsV7FHHlP8AS6iKt8pipWCMhuDqtJ8h03Ha4uaGsS++FVd3HYSx5QXN3zVQ+z1Lpa0OtcWByExlKDcco4lS2wFnQrCkkgqSACSBnOpYpwbQXatuMw5XFxZSPhc+7xVsSFjpLiFKJKnUkWK7372Jsbaf3mQqNS4tNo1exZW8PPv5Y8KfrIYkIAvlXlOYW0PcEjNfNbZXwfZCxlWZ77vCw1W6QhKJFJxXQ55irU/34clvMUm+bqcTZSCUkoUSQJDfEru3GUvs87rd3NLxbTXcURGF4hpGd2BNddc+Mrhq+IFHpzNoJ0ISQSCDcAbVu+2qV6vY8rsqlxKvNpyIqaWujKs6w9AACuNHWkZsyivM6QFEAAEdKSGDhrCc/CVUlz6p77i1SloW07AqjQdaSkXBczI/szYpS6gDU9l3ymqrVXdxbVPtRAw9S4U1934vMXakN62QVlICViwAS4UnQWKgelM79skDLSkwPDw5RsGvysWvMMMZVcBEhooSlJulKHwmyj5hOTKQCCQSdat/FGG6pAbn0zdPSJsVDoSp1UxyFVIbhtqHm0uJ0GYgOBaFWF1A2IuVYVxHFrPIYod+9Sk9LTDrn0PERbpUgdIKkEgdQJuCDZ07d07AaYrMpma2ta+XXFfYGZXWQnI4LofQTY5SQpGYeA9hPZultgn7Tt02Esb0aW7hfGSF1eUwrLAdyc5DdPYmMs8OS2bFSgyptywJQkkX2Tk+i4jo2KPsRPpy5T7b+RUee066lSAQciFlSFqJSSpOZy5C7kJBttpmnbqKDWYtSxRPe+z1epcdS+KhAS68whFxJSpAzEXKQoJvcjUHuRjH7OKK9AiRceUSl4lpy1padffaLUqOj5ZMSWwsLaAVlukEtgm4SDcmwM7bB7FmGnazFwvjKBhhjEtUwuwvgL4XOMVKnK/TMOtlAdQtsgKS4glSSFAlIUVk3w17SmCKy03hx3dxiil546ltVFbpqMXJoCOMFKCmx6AqVa5sDcqWUCTP3cypcXBFWqMpD7/MLhVaUhbXMCwBTITohzyKrICswzAG6iG47oWKMEY3Y3ltYmq9LhYld5iPITkWwl0AB+NLQCErWgjR0EEpynOepQoPKCvoS33GPh32hN2EXflTaZVMWSoMGotcvFrkD71HiuKORPMpF1FlVsgdAUW1Is4gpzWLd8e8HehgPG8CBu090VdC5HvLJS3QrjIvdD0Ypu2h3KnKolaW3DZK203BCjqm5D7RxW681hOkVebKdTKS/FWth1y6wviJsUlSSBcpyk3JuVgG53gP2Ut7WF94FJddd4FBmsJdpcp93j8qsDMnlJIuYzwOpbcaUhYFuGRcizorLtaVSvYuJuPdDvko2PKXE5+WwxV346HVoWgsKUr1yK1Sr1HhUQSgqHYE3yU3BGA4FSrNGp9Opa2HVT0RUyHYrCnVKF8vCvwgpxeZawCL3JQ4CQBtG8P3NXmMGz8PIfqPVIfm06OEx1Pt8OynGVHKxLUVJ6W1ALBUqxsQAvFu8rDm8vdBvYpc+ItiVhpibF/S5vAz1O5SoFFnCs3ukdOpuDsrTphScgwiLtl5C3tUvGWF5+I6DunRKlUuVmq0WPVA1KbVqBMQkgsKunULJyKJKSAbgFuGN6mF2qNz/wBg6LNYlJXISpC3OpV+rLcKyqtopBvZVwCbBIxfuyx67u5nsY8oOJ30PsLUlbS0LUh5ooupt9IBKkm1joDe3bzdrLm5ve1Fl1nBDvuFdUze9qM1PMVSZBFg9CkpKUZidQkhpYOpOpBal9sJsUe0TAnxW3cG4eYhMSszqGH44msSFJzJUUBSSlZQelQWAUqOUlHSdvnC/tVYyxQ1Li0bEOF6I5FXy6qDPpEmLIbUbfoczgS62dQC2SewyggnauGHXaXhzhReaxDS35HMK4rrSJTMhPjILgCVLygixzFV9FJsCCDDjTtGit4yqmHvtXSH0r91yo7S48yOsC5iuJUVhKu9kgFpRSClQJKRBk5hZVt6lZwbS4m8afEYr1Hca/pSA0nPlRpclKUgBadbrKCCm4I1uOUfGe6+fVKLvL3LYIRClVRCeKuHFSiHIQogrbfYQCgKIuQ8yQsKSkLJBymnwjU6DvuoMTEeDatFRUJrvVQZl4cziozqW2E3RclFwtoFNx1JUCLG6k4xwlgiVzW9CIxQYqFoadW60jgcwNBnebACwjsHCBlSCXALE7XDyhEXO9vdxPxljym43i05iLwJDvHmQOhKWlAaKYSqwdFgA6ACNRqDbahG/XAeEosulz5dRYlQlpaUqAhtSHFE6BORIAUT3IQDc2ClagMH2rsftQN3L7tBpz/vhhGdqLxQ0uU0MpuysgoctcEgHte2pAON6njnd9WXabKi0R+iVt9rIhrxsSl9F23NFlCrg2ScyCblK03I2BeNwgra96Yh3jje1hfFDrdUlZ21xXVNKdkfd5qUHw3SQAsC4UA4BcXsRdQIlQ8TxapXpc+l4m52nIzNSGJ7WZDKSCUPoS6kLDZ+cB0FCh0FCSbVUeRg2Li3kKzQ2EZ2E9fFKkxUKsApFyVtkWUACoAdgnLpt8K3eT+a5qs1yK5C4qsilNBaFIKtMxsAbp0IuBe9he10q62X1EatJ2uBDaRFrMBp+f72oL9I6lKdpchyQrITZBcBstq4vmStBBJFlKtcqCr4xo0CsuO0akylolIU06600UISoXspC0mwGa1wbA66X1DPqu6PG8Vqk17BvNMU6U1xabV6NxH1ttLAzIKD8RbZ0GU57EC6SBt/VXBrtGlQJWI3YVRi1FK1++6NHZQ0pYBCkTIKlhAPmXGVt3OtjtJX4aOL/tMUNJerLuI2/wCjpqFsSGlyk5wh/L2U5YJCjZJ0IuSACSRbY2l7kK87PxC7S63RG8mWfC5iQ7HkOMOISoZSVkLSVFQJCVJBJ7i42alJwW7VPdtUrL1Ofo9Od4tNmR45fmNsa5Yy3FAKZsepCHMy0k5QQCRtCq2KoGMq9LwlFpNEmsMMLXAdxC0qKh51JylrilJ4RGnWGwLmwJN7GrEjPxM8UPd9jJqexVKNEhPrhKz8WjVd2HMgqKzcpCVAoI1ukoAI1Cjc2cZ3nYtpdeiQMUYTxrV5S2vu77SG1tJT8yTkyo4hSPEkXUcoIF77AMGoUujSq7givYImwuaj54bseQULipIOUhRK0rbOozhRTopIBIKQF0rE+Ld01ViTzVqvWqO2/mXAlPufGaOhydRyrAJCVIIBVcEAEpFynMDqNOL0wZonEm+PDmI6DVsOcpN462lJkNSoS2HW0/MHEkBQIJvc2KTqCRYmrwVuIwvvpozdGrPvukVtjI7DmtIjO02qNC5SW3kBfDdHzJsgkm9wCLMCnYEwvvVpbEqg4eqNUYlNJlRVOvutSmfMoy3zJcSLpIA07djYz4WIN3O69pyjOxH4tUcWlCENOtsOqWLDIsEgLIChYg5gFWNgbbCI2ndFatImlGFiBn7iJ+EsWv0GqREVRcXIpqPVnW46HkXJIzJUNRbxElNrkk2IDm3WYVdlRZeF8UUOFgNiawtDS6W02tWYoNn0Kbsh0agqAClmxs4dDsZSKt/OXS+QxRuyqLDDCE/fFrKnVJt4wEkKykkkJtcm+lrE1TdNwvRuBhzCWeE2wn9E6wVLTqDnQkkBSh5Zdb2Fydu3huIeq9WOz5lKzu1dwu1Pa4sLFHHztOvx1Rn2HrXu6pOVC0rCbIuUFQJuVX7qap493q4Nr0/C8/D0Wqc1mdh/dc620kqHDzpsbBFgL2I7lZF9nO9Q8R1SU5Kd4fAfWl1qrtUsKiyFdhfMSUlWUg2Nyb31Nyxa/Qa9QaM3WXaGw+xNjqzSOTMhpSxoR051agElOUG4vpqQu6oW5GZXUNW3jjJiUwBu0a91uV6qYeqj6K8tM2RS1utykMr6Eq4awEqTYJULnJqs3vpf89oCs7vv5uaFheLEqNOqlLlZ6M0pYyKURlU0m+iUFNyppFrEIUEga7HsnfNKo1GbozWGOior4seswFBXu+RrYqClDM2UpAKUqGvSQO2y9gYa+0bsv3o8jFby5XFfdlReTmQ1ns5G4yQjQk6IdIOaxtodmavDmTWvYXLRKHAmMseRYnuvCcrJnUhLuiEZh+qQoKzX7i3107l2Yc3K48oOF4kp2ne9+lK3UNSsinEA9xYjOE+lysnQj0OKjXpWCJ8SjYyxZCmrf6GuFenT3kahDmS+R4i5uRYgA389lkrehXqDjLENHoNbfQ9FWl91hb4fiyGlhxxD7afqlPVYkXCj6DaHdrjFfqLrOEEXGL8dYXw5jLkK9hOttsMLSvhc42pSl5LlbarhJJvokm1+xFr7NiPvUoNLpb9ZdwxN915Wk8VGRea5CUh9F9L5kgOEEkpUDbLfavwaxQd42MpcXeNhOnU9iqIyu1enKCGpDoNwtyK6OGo3Ny6ytskg38jtdY73FyuFyuEok2ooYaU0vkH20tTo5uRbOQULFtAbggrGumwbiFIBjLAOALIIVvHmCN5dB9w16nVelxYKEoTPpNSZSpTQymzjEjOhV/UKSb3vY67DrPsqwK81LqeCN8dEXzXxWGMQQnaSvUkgKcHEQb+RIFtARrszd3e5TBsBr3zXmpsV9H3eQ0+sKWlYukFSAm9vMkABJsCe1mDXt1dZdpbdBw49TorHFS6wvIFsOJsoBQKbhKuo3uAe4ItY7SlqquBAWaivTHZiZeqPs/77sG/emsBrxFFfaycelz481LK7H9RRUPXtY6drGwnDodZw5WYFUr2HkRVysqH6dXqcEtKfCtLCQnhqJFgASlZ7ozX2e9Wk4NwRjd/Bsqk1F+VxUyHYFNmuR5CUqUPiR3CoJsepQAISSLaEHYzw4nG+MmpcXdfvjqlRojDqo64tXpwnv09VgTHksPJPEQQSOnKpJ1y/Ntbd/NCnU1qMxNTsT16qRZeEsOVZigzfiP0uPFa4C0vjVbCkOa2cQmwACCCAQNdkLKqjU9pvmoiG/wBZaEFC1KPe4Pn6g6377b4oO6TDlUaYpdew9heov05PMNLpDEmm8NDehKEJWpKSD8yEpKQBobbV9Z9iXdpjd2XVKNLxdSJS5HMLdgPsymuKdbltxHhKuo2IuQTYX1stwH3yq6xHiC9n2sY8oLrGI3aHV8UYXrSFUupcgwZUeVaxS3JygqbdQofDd+GpJsQSSFBn7waBAqlGYn1SJi6r0XKv3bWXZXOzaHIAV/RlTQlZU6i2VKHWysrCQSVEZgf4Ewpvf3aV5vBGEsb4arzHjfptUpzsCQ4kL8Qcb6AogBJSMuUpScoIzFmV7AU+fVPtHRqHCpcqa1ytbiykIfRUmCCC05w1BLp1ulQym4zA5gQFDqUFmfiKPqWqfPxMgTdwVG3jRabWWnavSJvSt1pacyJSDbRRUAsHpN1C3lcAm5OcFbgcOYIrLbtLq1UqHUVMNPupUttRP6POkC6NT3ANtCTqNtNQaDPdge5oH3qF4UMTWkKkM/TOooK7dkruCoZb2PeuqGH2sEQH6pyk2VNyqa4Smsq83oNO394DXsO+r1Vu8RZ+/rXwPUq0Io27mBxXZaOdleBK7dKrdiB5AG5NyAT311WUfDdexHiNyvYtdlLp3F+A7KWYsdNxdIzOWRr2Cri50JvY7MfAGAINUxH9qN9MStSqe/lS1HhrCUQ1g3SXUJupSdNEiwt3ubAH9cke/mn6DRs9OpC05GoqkjO4jUkhJ1AVcEgEn6i19ktRqHU4jthGjq7dUQOK8QxcJYcrXuHDP9IwlqSlPFCFqdRopsi5SsAJUQQRrpchQsD7tcQ7wazVJ/2tiIioW0qVFSlQV9Cg9IF9fDewAOpA0bc3DeHGuJFn4YflMML4UhqLH5d1NhcWAUEOIta1iFHy102+plFpdBgRHYDNIXQeYSuLNlOrQ7DzD9GSpN28xVZQ0ubE67LDUMPiYzVmxsuZDw5KdqjTlUi0N9jIrhO8WOerQ3IUOnvpY6WBI8jt2rTNZlT2OQacivoaSpC8gSpSblKiLjW2twPIm489raVS69KrLcWg1b3dREZXXV5syXOwsCLlItc6HqPmB3va5LixXW4rTvHRlRnV+sv9Yp9T3uBqO99mKke34gHqSLNrBWKJ+KG680zFR0KQ+7xQ0l5JIIKvpmAudO/r3PORrLVGqWHJ+IWKQiUhLSFwrKW3r3TmGqbAAAgkXJBB12gOzZX9kyhGfqVld8X5a3J/G/a1xtH47X/kIy5V32O2mHzO4T1K0bscG4X+68FiU+vM6uQ6oq4l9SsnvmJ6jcjXysANiFFQdi0tylxa3KRTnGuXdiomO8JSLeApzZSnTVJFvUbVq5U/i8KLSf76V/Ll7/gfPy1IvfaI+p3hff8AgI+fI0183qfyuPz2KmU9SVdp8Ro1LpdUYr0CnQkSorvFQtNlJzAW+ovbTUflpsR72MFRfagpcSjUvGLmEKgwlWdp2kh1pSiAAVqaUApIy+IAL9RYEGvwzRvtG791aQiKheZc3heFOmnex/HsNbnZv0isYXwa1yGEqSuo1HP8V9pPiv6rIsSb3FzYfvI760t+/mNUK+c4mecPeyFv43VUt+l0uowqvUecadp1UptRCeXQHAriKJKXmyMqRexGpBNjbbSVE3UY3lOwHd5cuFVJUXK7HjutIfabX3IDZSEG5OoKRoAQu4tsGbzqA7jKVExk1iao4UlUtKkyo6Z/AW9cmxSrwIWbEJJ6FEgKCSbgBlb18WxXeVgY8qM1hGVLEqQkIW4m3oerS58rXvYEWOwG0VVrh3UZHqaz3rUozNJVut0aguvypTNIhLYXm4UWKU5b9yps3UCbXBtYWuAdlzirHu6/FDXCrPu6o8dXWp2lokJzDsVWAUPW47/QjRQSa9Kxb96ny6pV6ihKmnXV515UjUaBIGTUqIsMtzY312EHa27+iaiLQj9f/h2IP07/AIdtnigVYrZrFaFON6lhzDjr8XBFPpbDD+V1C4bpyJV0/KuxSe9gCDYm47kitB3gY8n4jj8V16Uj5siQleX0zJIJ17ZswB1AG3zC3f4jxa0/PpdOXNYi/pU5k8fKPFlb8Rt52Fh9NmNg/D27nCTrcDGWJ8S4Nq8qOp2KqbHyRXFgA8JXEbKSFXulaSoHUgki21EsG7aIKvc7cepHrOK8UfEixXZU3/z1dV0qTchJbWk3GUjuASNNB5bAu4x6qUberVsUYIZi4UXCVkmNQEcBSXyQVIKU2CkG9ylQsT3B0s24OCazjKK3KoMug4oz9aIC4qIdRyWKk5SFlt0kpJFlpvlVY3AG3KgzOVxa/hevYT911RbHwn3WHGn3Eo7svBfVxEjUXJuk3SSDsw1j1KSI55KpIjvrntQYo+y78U0plmatrhc8wpSC2r/aBP8ApoPLXZFLxRXpU9yqe8X+PxeKt1c11Ks973PUNQexOunc+VxNgOz5TjTufJ/Fv2XP5najRRHYsr4X6/yIPi7i3/LS5t5W289repahcbDgftM59RY3zNl7mcdub0MBvxXqg/FqkL7u6+wpAd7dLo0KbnzuCCdba7Z8q/8AJ4UCDVJDsWrPzadUZD78h9pIanR3V5iHUmxSohRuT5nyAvt/bvN67u6qe/WZURa4q2ktPseFSkg+QJAzaG30/ZtPxH7ZOI8RRefwQ0xS6f4U8VAdkKsfPMMov6WPpptv6LU/V0b/APP9ZsaPWFUBmR95Hs+bucObxqnRsb4hq6KjzS2JTrtskiwDbcgPJA6SAlS0kBbZzElaSCczY3wI7QcZVLC9LiTX1059TC0O/q3ORV9AUqRZQVpcanz23DiifF3lz5+I8Wy11Ga/1r4qEpQ5okHpSAPCAO19BtCfewbPaicWiRWJsJhTCZHLnM5H1+FdPpc2SNABoO+x1yrQ1uvDGZ0XDwlijc25hx3dZFpeNaXIadi1aAnLz0UOAuNrSFBSlcMqsQF20N+4EOhzqNXqNAgYXwyunYvpy0/0tAVwkTGvLmWVXQp1OpS4nKerUGxJaVQ3Bb7qpS51ewlhOo1TCGdSlT4sph1KUXGYFpKitRT5EouLAjzO35SqFFozTbtLp7FO6E8VeQeKwvqb2Ot/Qa2A7CL6BdjJ9SGuAGfcP6WjBsClx69iOnxcS16VFyyEutBHKugAZ0ZAUlKlXUQLEkEnuLCMqqc07wvd6PAlKEaZs3lfzWR2uSTpb6bQ6xNao0ViV4+azLirWgpQ4rW4CtRcDy7geuwSMYYtlT22qNT20PsOpRx2poStNyBfRQI79u57fTYHZSp8/MVYPcc+oT1HFFLo3/nUeXFRlyL/AFst9dLg2B09L6d9CQUjFuA6XymI6zXIs1jMhS6aiQY77yL9QQSLhVrDtYX1sLEc94O6vG7UVjFtZeoNUzpQ6t1qLm4zBORDqRo2pWhSoEpUPO97lf0RGHJ9BrX/AK8hiiVSlrUuPCTRHOVmJAuUJIJWhZvYApAv306jW3ewyDGa9JWvkxzNj0Jndfjegt17dBw6oxwM0qHNlJamwb/7RCrBTfcB1BIJ0NjsZ7tcBSmp7mI6o7FQjqRwI7pWnMLWXqLg2762OpAG2BcMUTFFU5R2l4yfzry5+V+A62lVhqkpSsAjuLDQ2tbtvTd6Gt3OA2KXKl5/u6VLdWsr4mg1v5+vrY/ntmaXp1ya46kWnaQcqeRn9pUojP4So3u7wWqC65FaZfWtaciMnzafs76a7Zf3i4xiu0Z9pr+tLQpKkaeE9/M6eWv4X2eGOsZUuqQJbrr0V9CMy/APXvp3/Hz2yZV6o1WcRuc1+g4uReVOXoBt+3922kFAYzUQ+E5U7CmKJVBcrLVPYfi/PIdvkSoa9RSlWXtoSALi1we9FIl4olQG5TtWZ+5NZ4vCUV5kC5slVgdNSBcA2NttHUDCGHKXA+1G6DHkqLKyNc1Rqosx18U9PwZCLNOg6nKtNyCAAL32p8VwKXVKo3QcW4efw9iF/wCO0tLDcLmFeZyEcB25N8yMpVYa3BG3W1bh4RG0ra3HuKKgb84s9pzDm8GIxVGMqc0rwvpR+vf1sPUG4uFHUbNRpdL/AJvnGt1USl1T/vDSZSOKttV05ym/UFFAVaxsdBqDbZfVTdxWaW7zX2NYr0WL8VcilxfvrLBuDmYHU5YXBABB739IamJ+76qNz4tQR7rqDCpVLqUBotIcQD1haT4VpUbKQbkdwbG+xFG2Veo4np0KphyjRf7FCEI+VA/02W+KpWHN4zUuLRnYVX5JaeYjsSMr8dXfUJOZBtqCQAfUgjadUcH4Sxa05AdlzafKy5MqFFCk+d8i9FDU9Q8rAGwFso+0L7Nm+nBHDx5u5iTav7r+KipYclOMVGOx3UFsBQW4jQXDZczaXRpoDAfjMylTcYVYoh+4XXGmnkTc/girfQxKSq/ZJICHvwOVQHmrvsP7tMSysRu13DjTNRQxTlJzwprSkLhqI8aSUjpJ8tUk2INiCVDu83qVTehAqWEt41Q94yltcKLKU0hEqO+m4z20AWDqdASRYi97s32c5OI+Vq1ZqkvJKp0pcXodObIm/me6T3ykaAjaopwfL1NKvS4G4z+xNjGfAoLc/jZH6XKS0t9dsvSvKokZtNPIa+ve2yU3ww681i1uqOtRVwqivio/zKyO4uD3FhYE37jY1YqjVZ+2E93rhVGU7HfYjtBPDURa5b1TYk3JNhfU2ubSMJUl3eNu5kYXxHTpSKpSGlKpsxpJSpxIA07nU2N0k6g6j1xkVabzj1mXrCofUE5OPvsvRojtL5Va+lDrS09WW+q/K9gLgDX9u11Sd48DEcphqs0ngMTcvCnwnc6GVjyPzD63Fx3JOyCqVQ+/vwOMhaGHVNeEpUlQuFBQ11B7j9219u+XVIFU+F/VX+lakeBSu/bUft1H0217dOjIXHudqKwRvWavpmE+Qpb8+K70NpTnU0jPm1skqToRe1rgeRvfYerrPvlrixYiOdR8Ja49lJc+oKb/ADdgbHy7gjZW4i32Y3w5PYgQGUcDwK6ehTWgIte1/PW4vY+V9jHdFv8AGoGI24uI8Ee9IUpWZ12G6Wlxb+eXUFHrcgW/f52/S6rHEzBQ+czXXs+QnYGHG2p9PyLQhC+vNnza3KkqsUk97i4v6WF2pivFcWjUF+f0dCFdebKlSrefl/y89giLVqpKpbc/C9JfRnaS6006sJS4m10gOAlIJHa6vzvst657RcWK6/Qcb7vapCyZmpsVSUdSNLOMqvZQNzYgkXBG1e4+nr8hO+nz8zlTfaMdxRWW8OUuk9b7uTrUfLU6DufIAd9SDpfaZjrclP3gxefdxZW8LzfGl2EvjoUk3+G4lVlKQPQkEehF75r3h0KjSqp/2Dq2SK+j4TuQodbuAbLurQgG1wQNNBfZ6ez3vkr0CKxhzeDiF+qZ3UtNPyEBS2baCzlgop9Qok/XvedLrBuyX/tF/wDtHg8wOmezniPiuOysQ0Gt/wC1d91rS+pPlm4SgSSeysoOlhfYcqWEGsJNcrzcJcVtSkLVx0OqZVqChQWMxtbXMDYHXbRG8vGMDdy65XsOU5b60fFlQPD4v7VPVYIJ7kApuTcA3vljf3jF3ehylew5wKRNYX8V9p8pdcVoQhYbAIIv81xb18zk3au7tgwyPdqDiaB3Q06LKntutOsP/qradOXy8J9RqO4PnbUHZ2VxXCac8fQn/Er8/L0/jXbEfsZ4prLuPKlArLLHHYSlLrqEI+IoagqCdNblRIta50BJtojfZvai0H+hqNUEIq76PuvWE8ZWvkrxJBtcaEfTQ7ayUNUuzMXtqbfsk+pOUtp1z3pnyfOtHUlN9Rc65dRpci5GhuNlJjGlUGLVGK9S6hV2OVUnhO5lLab/AAcNloSexBJHfuLbc93ONcZYjlP0as8D3ohalNNI+EtSSAo8BJ10uCSFqBBuUgEXPZ1Wao0CQ19jV1tEpKeagJUFpcSP1QsizhuQbFKjmNjayTm2mxm2D/MvVQQcStwrvTnz2mItZyN8dr7k+6vMmRbvlB6VW80gggG5B2JoQ3S7y2nItU5L7Qoy5GpHwJCtdSw4CC4NCSkEkAAkC4stZdc3Xu4Ic+yWCJsphfxZWHpjRU+ysLzWyOAkqSRe/iFtBYC8GjYco1egNyv5t0MQn1p4UqFUjlSrv8ROUgEGxzEJI7gnYmGqrwTmEOmdZo+k7psL8g21VKGxNRlyokIWVOt2tZaXPGlQPhUCFAgEdtL+hV73DK9w1SuIqOTLyrrtkvqR2yOeSlDsHBbNoCL6lLU7c3iOU6xwsb1eFk62o/OlpSb6mxBCVJNybpN7m5AO0+fu/r1Gd5WViyUtHVlXNdU+ltfexKlZwTcgKBA1sUnTbjY9Sb6xk/iLHxjRx5RKNXqW5xYi1/4GipSb/raHT1B0t+zZS1ynSsGxXOQpz64q8q08vFcW0q3fptodbf5eoKqNjXG+HHW4FZpKKjC6UontLC+HpfrAAunyzGwANyQNAbvz/fMByK67wG5Sf7JQV+CknsQO9jcEeuxa9SuoHIwfxKE8RDVXfHgOvYc/rfuuvLzNNRaolyPzDtiqza1JyrNgo2BsAnUjU7DGB/aZw5VJ7GEsb0mbQauh3hJVKaLsd7S4s42o2NgdQVpAANwCNrHeHux9pF2LUsLtYmwVV6RNdVyvvJrgKyE2CLXOVdyDqVJJuQRcJSG0TcHiPC9BflVmI+/UWGsi08w2trN2CQQo5b6WVbU2vfts7TVW3uaGn01LLkx5zscQKDAbnxXl1SE/0IkQ3Qt+OvSwKSUhaPMLCwoGwyLvrn/G+EN6u9qsuVRpqLKojLqXYXO51JcTr8PiZdE2NhooXGpJsQrcG718R4NrNWi16k87TqinKqE6sodiq+VTC+xI0JSRYkDtcna6wv7QVZgVnlZUSo0HmpSUpmU5SVNSrqCQZEdYUy4ogJSXAErI+YEbXqr7bn8RM1mlzsmoYdW914ciUaVSVt5GuEtp1efhqAOmqjceehH4A7BdVqUri8JqJx2P8fUlOv0Hb0PlrqRt2xJvD91wIkqVEXUX32kqdagIQlau1ylsqJP+EE/Q9iauj43w5i3+oU+rxX/mYmU51p/yJslSbqAJ1ULi/nsCxC0RdGldNlcV34rK0eFSs6MqVKF+1++ttT+/aok4YantNyuj9XJ/d+nr9Re5tsyXo1Gitc1KZfyfOt1haUp/vZuwB89bA+d9NvmFuo96f0zAlymIUpGbjtWUj0AN72A+ul7X2AamWVFbe4qcJ0TGVBrzjUCWx7k6lLgSmv0KjfrQq+ZFzqU2sbeRvsa/Zdqe65KqlPQvifqdSVK07f6pNwL3Fr22adB3Zu0Z1tqfUV5M2Tjuo+Fra2cj9H3sFaCw7i5udo3UNNcTmms7GTOnspWUnvoOr8Rp57EGfRhApiAOGaC61yvu5hHzcJacye/lm8idfW+wljDdtQay7xeU5VaMmVUdWVXT2vexIt6g2toNnzjLCjtLacn0vgLQxmXldStScoBBF0EED8Qo6eVydkg5v4wR759wu0maxK/RLXHdRIabWLjU2ByEiwNgdRpfYFtbTgLB6lFLRQd31LYrzVOmyn8yWnVMLKHc1wkaA5SL3OVQItrcWGzGwHvLgc0xWaC6xKfp2VbrTqMy2VdrqTopIPY6EXAsb91pinGG7SvOuUGqNPoXKSpOVKlNK/xpcSQUW0IPYHQ9rAfouCcLwaXExbRt5r9XXClJShSFNx5repJjSEgkFQT2KbBwZlJIuAD6as7OOJp6fRvqF3PwZsmoe0LRq9/53qTUacjL8KRH+8NJUBqFJCS4Um2ikg27lJAJGY95W8/GUrFDFUi1abFoKFpztR/GpQuqwOtiANU2CgQTc+Qfjb2joDsWBAoPHi1vO0rPwuiV5lWRVgh5KiBcEhWlwRfYoqHtBwMZUHla9u9p1Um8DJIkcIIdcdSQDxCCCSU3spBQoHUC2mx3q7qHuxmrQrjFkMsLzmsZfevh1RC0cJDspopU4om4SFi4vrpcjtoL32IIWHqNWXWMOV6kyqPUYq0yorq18JKkpWOtCjoQk5SSQLEixF7FTYGrjWF2omLcGtSoWHqotTDrvNB1VNfBP3dx5NyR6cUAg6HiA3Dgc3rY8qjXubEeHoS6jS3UymKlAUH4cyP0jiOI8bLliUmwKCRooagxpqQvqHOiY/8AbMPMZ74t6GCIHuaK1FqKHmsv3ynJkNTEm9xlFkO3BAJTcjUFIJBOZsZQouI5/v77B0WbTpSlKlMUtS4s+Ood7Mq0WhJOtiq3Ym3gflOrHwuFPZqM2iTVpySFtdUVOlwopuVIBOinEgpAJKgQLX8+iO1l1uLRsY8eosIzNMTHW1rkJHZxuQq61kWtlcUokaBQ1O2uh2xuh206hLBEDVN1ODd6uEm5WHKjKqPwuEp2FmUpKtCOMxYhwG4GhANxa5udotGj77sB0FvDlewbFxRCpaloYdmtZJjbSj+jTIbusJ7AAh5GliFEHZs0HDtewbih/GVe49BqMppKGpTrDaEuL1BSVgBCSqwJJK0KBsVg6GZRN9kXEdUntSqitE1hamJELlXcmU2vw7klzsSRl72AIICSRzmPod3Iisp1DqjrTk9qW3QV5lSGoUq2ZSha+WyyMyQnKVAg2HhAsNgabScUYolS3fck19hef+koT7yU5tScyLjUHupNyD4kquVBrY3qFUgfCdpNLxFBfkJQlqKnI+lKtEEAKKCoEgAgtqTp06bcZW7rHm76sxMR4Sx43T6e+6lUxiqcxIjptYqZfSRfNZRIWFtuaCxUMydl2TiF3CZprWDaphKvf0NvSYpz81aVNNVd9S2FPjUBLhBKVnQFIFwVCwIACbuFP3v0HgYoaq02nSqc7kU/D4S4qldlBZSD0nyzI1uDYG22tMW4QwHXosSvVTE1Ep1RYyri1KO62+05nsOGVZcr2YDKARmIuNToFtvFi4XwbKgT58T3JUZrWeHIokpcWPUkAG+RK1cB0gXKkLSVAXCkgG+0JVkZgyVU4lK37SUrHlBcwvi3Dz9Oq/FaXHxVTobqWkvoIKRMLVlJCv0ZWniEhRzIUAVJ/MG1KLFgVal16oTYsHiomMVakusvyIvWLPM8RJZkslSFKUhaCRcnMCSoS3cdYIntMO0blWJXC4T+VHKreaGpzMqATmBGpFgnNcdJKj2wKifu+ny6pKiL90Sl51c6s8BxIBPDzJ6W3SCi2pCr2KTY7AvsK2AJE7bNjjbNGUXdZK3l0tuVRt9OFK2hvMhpTFJ5V1tPdIcYLyk5xocwBSe4FiBt3o3s7bwWqpz+I6tFqiIqlcKBClOR2HE6hLouQou2UbocJbAtlCTe+TceSJ9GakYo3N0+UvgNIXPgQFcCfTU9y/wE9LzBuDmZu2klWZDeuVr4B3ve1pS90FF3jbvqtB3k059SGqpTpDAXKp6l/wBt0qPEaBsCWySCq9iARsta+tV8jBEaVt44mnMUfa2A1TYH2IfXRH3eFUneKjisoKSA5dkWABsQnLcEXKiNNltjZ9rdpPbdo0RjESEdDSuaKZkdq18w7gpAJSpQCiLAFs3KwL0v2/8ACVeo3uHFGHpVBxrnVFXTmmlPtOP3y9OgUk5gbpIuLKJAAJ264ZwxPqn3rHktCMS1H+p8BXAfSi5KUIzd0gXJAva50F9n0sdky/uUPjFbjbHe8aVKl0trdZCqMWopWqAqkym15UHKbLiLWkNqNsxW2VAkXSATl2Hd2e+Wg4DwvVqDi2XiXClXq7qkokUZpxcVTrhGZpbDp6HQAAVDhrtexBvZ3v7pt31GrzFUxvVq3Km+JPxQlLatSbZACLHyNwPQC52M1brdzeLeHVPd0WorWnl3ZS3cr6UnQBYUMqgPK/lY622sHgfqkX2D/iK/DMyfPgN4cnuyoX6Ll6khrKxIYVmyhxAAcZXfUlxoJUDdKnNQHhSd1OA4FGcadpK5TE1OWbHm9fUe9lDUJPcZbW8vop8Uezc1PlMRcEb41sRYvxYtJqTSH+Dl8kONqStIFwQpICgcoUV9w3sOVCfhzDjdGrNWXUX2EcLiu2UvQeZABPn3BsPM2vsGyyZ+v1QOO2cRJbzt2sDd9ylL94yqjRH3Vrpcx19xL8FZF+Etaex7hKgALa5CbgxcPVV33NLpdU48Vhav6lPUJEOYjQnLe+oAKgq5UFWssAFIYNcew5iOqORcR1tj3c41n4XFKFpUMpuFpI0zCwB1BHc3I2mUdW5uBxKXFeRUcmVams3FV3SkLIuFX7C/mAAbjtAO6N06xgg3gkzNGOI1Udi+4YHOzYUWQqPH5qsyM8VJsoITJBLrdwoWSVlR6SEkAKDWgYV3lwMERJWKGaXVEQnVdVIqR5plpRCSVMuhCX0jMtSkpKHDYgJeJtsT4se3GRaoxWazuhixVzUpitVuPHLCHOqwacW3awKvJwDUXAPY8XqlgOVRpc92n1SnMQk5FRWphdTwvCHGz3AGnUAQADmRYXF87Yytxb+UxcMCjYorL9Bn0SkcebCS7FmusFPMJB6M5yoWm4NgVDMkpKSSRtZbiqZAxH9qNxlZpL7EWvJ52k8794Yi1RtuxaUFgpCVhNgtux6VXBK+r4wfJwHFrMSqNe9JXAqKkuonryKjqkWClHs0oKNiTayiSQLkkGtYxi1gOvYlpcDB1Ep3AQmUiVHshTjS2y5fyBBN09RXYhViNjiH+6DO7P2WsRwYDdL4tRpFI4+ZUDilbtPmJczKY5dwhXANsyXQsBCkhSLWGz2aiVTC+EnML/beEiisqycrW/vqFWJUpsPLUlQWdCFN5wO4F7LCLxFvurOKMOPtVTG66cuV8J11qzTTl1dN23rt8TTtmKVK1sLkEM3TYtnV6ut4I3l4tlOVRc1ym0udNaKI8p0DNybufqhScvUGV3QpJSppSkmwkYaVIhhWsY4clYjbi7vsPVebSP8A7I31SnlphpRfK82t9KlOLCrAIctqTZRAUTZ4K3b4N5+tT8L1xc1unQ08Va1nipSo5ltLBunOSLrSLW7EJ2Id4A/m0wv7mo2GeNNqLqUPzWmgpDepCnnACcpQNEA9zc2ICiFXufh4j3X4jnwOUqMqjys0r3lKS3PaSkkBSXiVZ1Z8xGYnS1yUkJO3EbZZIncOubtKpiP7LwMPRUcdfFQijPlhfAJCswYUFNOBFxmAULpIIBT2ZblLo1BlNxcJVb3cvL09TaY7yBcWWhxJCGzrYXASdQddTKuwsBtOuYXwlT38GrQhDqoa47k2m9XUXIywOK2Ab3KtU30WB24xsASua4vvaFUX1pzuo8C3E6AdJHa17KFx2GmwIUQTolcn7m69LqeIwh/AdedaRiakTEZVU1ZGUTmCboIzAFxIKwQMxKSDdzMVB3dLPl0bDlEi1eiV5rnZFN58NImJUc3MxyskNOpN7ouUE2UlTdyNhORQf6Lci8KFUWFoXFdiyEcVp5FrEG2nrdJBAI/HaRupxVVK865uMrNOlMVfDyFT8NTeOFcSLchcZDzhJKAk5Qlwg2Nsxyg7XHlxIInGt1qjSqz7+oNJhU6r8Vp9bUqUYs15KNRoQW31oUL5bgi5AUm+xZD3pVnEeMnJWN8JsIpyGExalUo/x4rzqQVJU8lV1sIKVJAUsXaUk3UUKJ2UWLcVNQMRuYcr1Pivv87wn4c+KGGnFnLpY6tLuUqCkXSSoE5gQoW83C9egOtz3eNCpz7SYSnWpDsN1Njo2t+OSG1AahwBAFrgWvlr9sj7oVYowjFxRPf3fO7nMa1HDa/6q/AlckiGqwVdClLCQkm1sgyECxSUkXEI3sPO0uluVSVuX53gKS+lcqqNuzO9+IWStbSTaxJbIBI8ibhu0bF1UpdBj0ZquVTjykpdQl/LzSdM5dKWjw3kKFit1k3OdKxYnrP5Vewvu5wk3iPEeJ51U5r4rTS30SEsrWAChAQQFtqXbsSLkk2NzsUDdK4/lmJd4VI4U+m0usxEU5hClR47syHy6JCSDePmeKUqWSCQG3Cq4uCSQR1pWDMJYcwRUnaCzSHIq+tj3k04115SVNFZUSVI1UGFEuAaBVrW0dQN/eA58+f9t6JS2ESlqyw0Q86nkp7BXTZVvQpv9LjYipsXctjKLLdi7p4tLiv5eK6iPySpCR2zIRYOJH6q0ka2tfTbhWIUpMCUDffvG3c1TkJ9Ji/Z6ooVMgIgTM8NxViFOsGwQi6h1oBAB1Um6ipZON6GEseQJ9ex5TqjCqOZHH5eE4pDigOlxxAC2A+L24oAWUBPWSBfYeLvZ29m7EmHGKM1hSNS4tRfW7CqlJdDSY809JUpABQlxVylRKOoEhWhuUZL9mus7uYr7tBxvV8lOkKQ0pTTSWsht8Ah25Te5ypKyi+Wyj2TzIrRY0+XMF8H1eBi2jS4FBp9XmxX1ZoU+jNI4Ta1mwcyLUVMrtmSTmSCNCASAm+wFuswvvLo0/7ZVyo0HGTEj7vPQ7IYdZkJBSEPpbUguDKMpSoKUCVXSTdGzAwbRK87hKXPivcCqPqWj7xAbS1KSDkU06m4VnzXSFpWAoCxToU7VtPjz8L8dqV1zkZeYQ6sry9kpAUQFhBsADYgAAX0A2WsftDMoQlQJMyXjnC++Si4jc3fYswnkbYd5qPPjKzRXFKKQXY0pCUIQleUXbSlJUblbdyRsyafudrzuDW3aXLRNqi2lO8qt0NSkryC7jSFEXy3AUgFBF+x1BfkPErTtZfoLrK0c1F4q8ywtjLexBzAJUm/ZWmo7X7BmPt2cqLS6S1QXvfb8JSnYEd2zSnlBIu23IQq6X8ozJSsEHsmwCikC3bzxM863c+xIBUJ3GW5Gg0nDlZqy5UqqKU60+0hC0x1HqcIKChSU9kggA30JBte+VgyfvBr0TFGPKHFxKjOngTOK6xMZtdQJtZKyAdNFkgqB7kmjibtqzjJ37RxXquuooWnJAqVlKioBSOtsqbXcG6ikEEnzO2hsM4cagUFiltRGG8iM3CaWprqGpIBPSu5PnY31IGxLTxK6y1Ur/cyoqr2HJVLbgfdVsRcqHYrUhbEhtNiEoCCpOVy/YGxJsQQQBtn2sbxN32HHZ9GdrmKK8tDquVSvMpTKrlPCzrQFBObQJuUhQFibg7E+OMVNRcZS8L0vFkqr86pWenT2GkSqLIAB+EvKFcNwJUcqiQTYoJB1tcB7o8Luyn69Fx4tivIUvixZrGaHMaUcobUQAG9BYJJyq8x3ImpNq5hNDUiV9z5M77pMdu1mA/AoMTFcKnIkKfdi1l3PmWbBSm3CFKDZsVKQ4k3JJBF03v4u+XG8DEc+BVKTh5GFIrSeFUWp/W4oAEFxCLpShsnNmVlUCBZNrqEfeVjeBu+ix8OUunsRZuTrhoQVKy28SU6EpGgCkGxBvZR12X1QwNK3gtMYtdp32rRCdQ1KhoQlNSo67i7QdUA4WSbrSXCEJJ1V2O0CsMcxlaUdt8FP5y8eYy3g1Jqgy2F4URNUqLPitNJdZSP7R4XKz1A9KU3IKQSCSdtIUB6VPaltNS4UVfC4TuWGMylanOClSgVEdRacIJBNjYaBOGaHuq+1HuHEdPi4lqD7HCgTF8FqrR2rAcspSwku5eohLtyRcJIHiJm6Zu+3fQGMOVnEz8KnOI4TFUixXZDUVK1WSHkpvIjt5rhLqFLbSAQooGu1zXyIO6sO4i1wtK3oUHEdSwbiPgVulvZZtOTNgfcnEnMLMZyHELJIBCHMqSgFIsSVH1SptZqkBh2g8rV0Sk5JUCemLMVFug3yggLUkgBJCcpAsoJtcn6qVXi4XrPK0HeExVETUqdd4SmZUCYlR/SKby8IqsMpslKz2z3AOwLVMX4Si0tx13dxW88Welpa6RIfSplSlBAIZUo3bKexsCm9ynQnbj4+oTthPUsqjhWs1l1v3Xh6FCWxman8rK4SMgIBAZKlBChqSm6QTY3HlaPQcJbr4rEqVjxFbpE39EtbvAlR065kpzqyL4eigkkmwUlJIsnYpw9jaLXp9N5/BFU94oTniyKyw4rLp0h95KSrhHUcUEhJPUMt1Chxdjes4olOYNxv7OFehIizU8DmEuLQlegS4xMbJWfFmAIIUDbsQSpdWX9wLozf0lbhDBc/G8VjHmHHpVepEV91CkpdCGnmkqJUnI4oBJsCShVrEkoJBJN7U95uDYHMRWokpCGOhK2lusJzkZuHnSCG3LXslaSkm9l21NrgqHRqDS6s7hyhuYUryMqlNMU15fNZUWTxm0JCn0ZLpzWK0juFEZdhSgzN41UqkuLQd3sKiImo48iQhgojquVFwXITdV/lygqSQQgEEjKvqZH4iF9flzO+7Gn4X3g4y96St2VU94xUZUT35gU0813LZbCiknvrYZb3AAJO2haNg7DmHHXPddEi05+Un7xwmsqlJt2ITbML6XsR6HzK9nR6pQYrc+BT0Ylq7EdPHao2RLqladfLkhYKUnqJBUQCTe+qrmb9sR1SU/heqYelQpTD/RKVMWlLOiTdQVZ5LuUqJacCU2JFlAi43vdeDFra88xt1nF27nDmI+FVGUQqoh9S48pa5MfK72zhQSbd9V3Bt3JBJ2pjvji0aVLdozTEKa+7k/rXMQ5l7WOdi+UXtZJAUQdCNAQ2BvhqlBgN0vEeGH6pSJrSZTXvJOePIRobIeBJbWBdSSbLB7BSQRslt7VIqmMqW5vk3Ny0VvD1BkcxXqQ6xwKvSUq+d5LYyvM37SG7jvcAhQ20Ka2trBY+4zRUiruminMcRcZVlyjSomIqRiHIpDTVOnx3UuNDMlLiA/ayCM5AFlEXvqANqmbgCe7x/svvNfXUUKXnpeJVuQ3VWOrRKVXSbm4zDKOwAOyv3eYO3tbwazHxlPei/ZqnZOSqi6ch2ZDXYKIfGUWsT5Ai1iDrcaJwhgisu15x2VVotXYlISt13lcilW8N+sggd0k3UBpmtoZ+hJxAsyPZ2pebo5GI4tG5reNSfdb8Xohux6pzkeQkWCcizcKJ1FvGB5pvlFniXGlBdrLkWvPMQlxY6nY/FdHxkj0STqM1kgdwVC41G0l1DuHOI7FiLRCfSnmmsnwHFfrqaHTf+8Bf0I2y17Re7bEe9CUxijd88ipyqK0vNhd11KZSfGFvRVkgOqKFJSWl2UQFWUs3B0e3sTaJpA10r214MJaXvQrO8tqtYtxHXIWF8PUuQ6il1dpBUltLKylS12UClIWMutjfTMSQDH3e76Y2O6y+7/OPS0OUtKkyIENpxTUxINkvtpIIdQUi+ZAAuTcJsQMvwMA7wd5UafhzC/veEua6j3pAd6I7cptBCRKZNnW1LR0kgXIsFhQAA0r7NPsv/zVces4yqEKo1FfWlpEUZoulrIUq6rEZr2IvfsNQVzUjj95n6n1yeY5ZdSaxRF+6xOtClNLlR3cq2U2uHEtKSUrTfUpukgEWVYW2GJWB5VUiyGp9b99sfM0j4SnEi/SttV0lY8lBShYXBF7A9m1HDlLgP8AFZQvI0pP6XKlOlh629O/7PIAhY8wvAdbdpbuSU+pTrrCFhaFIBN1XubEJFwdbgWNwdJSpFitabxJ8GnOxWuQapy2GEdHXfpt6nzJv3N9dduqadwvhSsjDCF+L5m1H0FxfvoAfy0tsB1v2oYHNS8OcFxzItLSZSGgpUdZt3ykZmrakEkjuAbAGhRvZ+Kw1VInNLlIStCor+dCr3GdOgBBIv3Fh3N9mlO2As0+wZMaNVXQYDvCddYm/wCG+ZSR63Fwe2o72tpbajk4lgQPhdDHT4XV5VedtL3/AHC3cHbM28Xf3vG59+l4ciRaW2x08xqtWewuk5MpBAsQSSNe3lsqaFUN9u8Gsr5XFdXQtv8ASqU7kQlGpJTZISoa91Ad9VHa/bdoROnvYN02XXd58CBF/TLfRnV8Ji6evy8Vu/VpYjQkkDXanpe9GjOxW6p91zodyIYnx86FL7JDiTYhKz0hQ0BIOo7oN6qRcENNwJVbfqmIX0qadd4p8Wg+XQpv6DXzNuw2KtKn0ZtqVUULflKWpWVJQ7FWP1fLxHUdtOxvoM1ke43Xoa0++aon/wApDvGoMX3NQcHYNpEVj4XMOxXFq79yhJQkehABv3Oum1hTt8/tLYtwlExRPl0GFQa1+gkU6EM2RVyiwzEgrFyAL2A1IvYZo3bYNoNelOVneXLfRCpaV84lh1P3hBsA482QDkBvdTagVeaSScxBgSU7QcZS3cJcf7NRZi5DUd3oalKICeKtIJQXMoypcsFgGxJBIFCFXkxt0VUO2Plb0/4bVZq0qoysiUrkSOrMqwHYeh0GgPkR3v0bw1VJTXCdlrRnUhaOSdzLSnXzCVkn6AWBBBPltFwHj3C+8FqW7RuaizacnizIU1AStlJuL5kkhQ0IJB0IsRsPYm9o+BF5ug0ZlE19taep1Aytq7GytDmBv2NwR3HbaveRBkzHqG9+Y6cR1mLQYDDtGrnBWhrIuQ1wlNOdrhSDZTSx6LF9DoQQRnvGm9Clxao5Falom1F93NxVLytK1/XAskeV728vUgOxDirEeMorjtZxYhGdOVhbTpShy1gG1A6o6vO4HqBsHxZLTrsTmoj6GGJSeaW00FOto8KiBmF7AnQkC9jptnvrfqDtSMfT7jgwqbxVi2BWfust+K/NR1NMO5Y7yr9hYhJVcaAEG4uNdnPuX9rafgiVwsb05FX5JCmFsT0Z+Yj5ypxohy5adBUVBQ0UQEuJJKVpXMGl0bn6l7m94vsMIadafitLTH1F1OFJBSmwypUQEhKkk2AJswsC7napPnue/pdRm0uqZZC2qa62rkVZz8UBaRZsnpNnAM2h722rUr1PuJjqaYos2FJ3b7gt5eEom9rcvjdjBMrodjzYawmPFesVcF6MVBLSjqClJRc9s1wCH7y5G9+qYNps/HkTDVUm0Se0mPjDD7q3VJaJORE2HlSrhuCxDjYUgeIWHURyLuAwRg11uLAelOQpvCdXNaQeYZfKxkRJYBGa6xYXBAIsFagjUFKxpF3fUKDhf7MykVNbSY8dSmsjDyrdytVrDurLf1GhudtrupehhR+DEKILTTXFd4HWhLquE7mTr+Gv11H5eQq222nXm5TudHXn/wB4W/L/ADv+7Zt463E4txHiik7xsJVxhcpaUx6pAXHDTEhoLJINjZKxcpCgm4JzEqtYj+Ot2kqgtNymqTVPd3CU7xeEFpZVqC08WyQm3iDlgkjzvcbed1nT7gm5eZnanSEcp6i7xjhmLi2l8WBUclRYTnTwln4n91YOlvQ9+3rspIdMdadcdayIzr+O1lypV21sBfN2Fwdfrs94kNrhNutZMi+tKtFJcSRoQex9dD9dgLEkCLRqo41VM7CJWZ2K7ws6cxPUD5gHytexPltPR9UwJoeCR9vjKJqI07ykV2oxcjngV4V5gjVPYA2H7LEHTYVKeQrLkCeyxKQtGVWR3LxE+oAvlI8rXIvqbbFDNSd4rkV2kolRfArMg50q0II0BIsO9+yjppcVGIxFgRXKo1nRyqFdC/1e/c9x3HkfXTb0Becx3Q+w6reXgiAxiPdzLqPIzV8vK4Epp1hStLFxsqzBVjaxAJGouNQB453eSsRusO1nmqXFQpPNRYtmkqULGySARqrqIvp9QLFODftXoGKOLS6gwilwpCWpTSXVoS4jTRxs9BIJJCjfXS4Its6q7iOVXnWGubRyq0pdy5hlUlWoPnpr+F/M+bNY4yY2WNKCCtYw5RqNhxul4cZmrpbDvFU1KUHUpuTpe2qSSkhVgbki/qETKfRneG001F+ArPxU9Lul+51Nhrb/AEtbY8rdfddqjcVrO2wjx5UnqVbW/wBLWOwnXYHCd5ppnOwtCcvzZfpfUj8LevpsrqIjZqLGPuVlfrWKJ/3qg1yVCfQ1wltMOq4TyRrdSAoAk+K4vrfTsBxwdErNZqjbtZaYf/W+KcqvTNdIPrYX73Hnc8XWOE7/AL6siPm8/rtY0Cqe4Z7c9prj8Pxp8OZPmPoT5HW317bK1tlhn1JTWWfaY6N2FHgSnXIrTUr7l4U+JKVaaAEX1HofO/ptc40xK7Fafiu9DHhT1HpTbvex7eVwR2v6bTMFVqlz8JOY3wk0vmltKStqQnIrML6HuDY3GYHX07bAeL8e4jpfElV7BqFxf9qjqT29D/mD6aC19lera59PYtdY9z03TqA1e94r8U4vddd5D3h0ML8S0BOa/YH1IHa2mp+u3xgDAU/Hk99qB0ZOvPkzJ7d7ef1/yOwviWb75rLk+K0iKwv5Ufq+p+pvr+3bSnsvYen8q/PalscBfz5evt69/wAtBbz22On1G/Bccy2ps2DxirrMPeXuvxG5VMOZ+VXH+8IYSX0qte+ZOU3TbQ6EDXXUjaXRt7MDeXRuVrLzHu6K6lS2kNCRFiruRnLK7hpBAKSpGUkgjQ2tp1umUuLiOXhx3JzT6OYhOu3ySE3N2iBbKsG9lDW2hJHcHrm5rBGI685WaD/2TxrFWp1bsdoZZnQAUPoFkyG1ABJVYKyjv3B0b+n5Xw4Mx3b5HuZ/lb2azu5rPIQIjEKLF+KuFxVzadIQvVEiOSeYYUQPkWUgqULEgHY8TvP3S76aM5hfG7Pu5c3/ALwl/hKS/YpDiJSUhN7d+O2LgAFVu45vd3KyqM1zTtDX7uXmTIYj3faj5h1KRpfhnuUqFxp+StpWCa9RovNNPUuUiE6l1TshYW08jUjMk2sFDz/YfIY9W9bDVaMGH0uoZuHm8t4uEt6E+A/P3TY3iwZvUpMCsx+PHc8wlLietkki2YhYsdR2ITlB9oP2r930+RFxju9oL4hL+LDdmFC3mxfrjuJSQpJAuCdLGxsQQJ24/wBsCg72qW3RqpUUYaxlFSpOR23LzFDutGYWue5RqR5eoAPak3t4jqFBl4cr27Koe8WEKXArdBWp5hVh84RdSAexBJToSbaXVKMj7D/mKKrhtsOsY+0J7N28Gly94P2Ip1IxzS2s9SpFXhttSJCU+LgykJyOrAGZIve2thtxp29LAc/CUvEeHMJ0tiUtClux2lZFPJCNSbCyidAT9B27DzxodfqrM992hSpbErMeKhLRdUk31zJGosRrpe48iBtrbB0CfWd0DbU9mEt99rod4WXruNFaApVbQ2AHew9GzpUPzz/Wa9KrtxmfeA96GDYDT9eo2DmIT61OuuoR1okI88wUm1iL6W7/AJHadhr2q91UWVwqzuyfioYUrL7rlBHDUT+qohKvFfLb11OyLxU/VKNFcpf2eX19DqEtHy1uO9vXT9/mKw8I17FHEagUObx0eBC2DlcV6AkC5tr6/Q7KtoKTnn/mS4qSObelR9xuPKzL3gYNqNbpEKb/AOdZ/wB3cRhl8aFTjWiml2AuCUpNgQQSSYmFNxMCV8XDm+jCFeZf8LS+LTpjKh+s0srSRf62Hr6LjB+LMebqqz70n4Zq/utCeFMRKgO8JTWl8yikJIykaknyGl7bN2n7mmsSH+dXdfLi1HC81C3ZVOQrPIprpNzlFwpTJPkL5T2GWwCpFunPb3cfBIz/AGgq/M4zBTG24veDz7bTsTOwwnMiRFkIfzXtfKBqoel7G3lbbhh7DtewbVIlUgU+qe9GMyWpDV/iK80EDpP1SRf1HltUYirdeoNel/ZynVFb7GX9E0v4areO2gSBrroP3bUM/efvfozrlZaq02F1da1tLTlUo2GbiAjU6AjQnse+1bE1Fwxkf+IC4EnAmjsOe07vVw5PbpeI8HPRactfTK4SUtd/MpORJN7aHU6W2La1Xv5wXWHWnmP9qph1XSlR08Kjpexva4uO22T6d7R28usymIFUlsVBDnwlKTH68g7i4NrC1iCLD6d9moxiOg0aK3Pnu1SgrfazO5LT6dm0spTagVN2OhKFWHl5EZOu0t+MEf45i1lL7Y4Z2Cp7UDixcJxauhfQ60mQWnUoH6lyBf8AAg20Gp2pqZjrBtBd9w1Rp+E+hfwmJqfjpUSejUAkE2t3uOxPfYJpOIsbtSv+y9WlI6syXYHU1qFFJKF9SRayrG4v2Plsw4u7/GWPJ9NqmMojHOoT0SnWgnMm+iVZdL66HTzJNtTTR01Km5hzE02hvKWdZ3h0bEfAi0t199+KvhKaUrNw7CxB9R6p7jS42TW+3D+HMOUv7R0anzUdGTitJLqW7nwPJ7BA8lW0FgQQAdtJ4X3BRcRyn/6Qi06cx4OEgLSpNvnF8x8vmHlYeW1BW/ZwxRS6p96qy+VWtOd2PMcUwq5sMyHCQhR8ybA3Av3BNWLU1HeX1+I1XqK0MW25Dd9vLwH/ANqPcbcqLV0qdizID6HWHGrAjUWAUP1TYd7E9wxcSbp+LVH8b4teoNUirT1xZU12GuPbs4Hk/o1gdyLpsOwtfbjV5W8vc3Afw47hh+t4em53WJTDozx7I7KCbrTqPFZSDa5y6DbFe8bEu9/GVe5CvRMQ/MpiHyrqkZO4SlKAULIBA0zEHS/ltu6fN+S3EcqWl/M8mamkYIwb7+4TVWxlRMjqlMImTI89ptWhStt4LUpSSfU3uQT3IDXkUWqe625TtcRKR0q5xd0KTp3WLEC9tTfvpp5edkGJvBitfGpOIWGGM3Sph5rKnTXIoA219CNmjuw397xsGte66XEm1eEtX9VS0qR56gJsbaA3GgI7iw2C+mKv90Zq067twM0ljSkSpVL96RXZqJsXMtEiA1zSHkjUEBsFQ8gQbH6HU7BDm+mlxcGv1mqYem86wlXOsMOrSiQgHLfLmBQ6bG4IOtwbG9q7CUD/ANGCqnvTd9iaVheahakzaat08VOpuYriVDOnuC0SFpOYJz+EMnGlQgYSit4cxHUVrlLWnO1VIaXcyEiws5opV9LEm41v3J2C6B2Ak6jD4UQa3f7yvekBt2gxMQ8l1cJCp5Wtn0CAsnTyCVADzBt3L63jb7bym8L/AGnyVfpU0060EqcsQcqkA5ArtZbZAOuij2SVZ3qu0uV7rlVGiQs/6J1UVxC8vn840Ga1gSB0jTaTQmKziifExG1iyiVTkk9cV2K4hWUd+G4VKBOpuoEWvYnXS7UePEz7qKwDmO2PIqlGa4Up5CPDzEdWbMlQ1CwhWoIzK7CxNjYGx2tIO9SfQeBS/sxNRCWrK1PjrMiH62JTdTJt/tEhJJte+grGsbxao1Eiz5aP/ktlLzaD1uSPob973BN+Axf9knefaZZfQhCuK0peVpSQLkG1+4v+64t2zRW62TJz/LGmmDK3l4Xcai1ZaH19CmnVdCvPKLapP4adjYd9kTjDdvjKjVNFdxRu9xIhdPUtrn8NVMu5mBfNxY2ZPFRa/koi40Fzsw8Ce0thLFE+W1QaJNpdUY/Sw5DQUlzzOW5IUBrayk6AkAgjar/nXa3jV2dBgc8h6np+/wAWnSg66yNBxFMOgKSO9iF5dCAoHtF1LUfqKSD+xMvhl+2UWHMJ7uapF4tLiRUSn/0seajl1qV5oUHLAHU2CiLXsAOwGcQ7qMJQJTjUrB02Ev8AStcJKkpT82ZBAKFJ8wQSB5W83lgSPugpfKe9MZRZUp/LyvvZ9aPLRriPlWotpZaiB3JGpIMfbtKC663PpdExrgqUvKvncNKZm015R8LiohUFNk3CipsNg+p7bOaW+y5AQ2RKFHb5mb8EbnftliKJiiA7KmopyeE61mzZkkhV7agnyuRYgEXFztqCgYUiwGm2nWciEfrp8Onf/pta7r938rDjvNVmrQavNf6+dahOQFvJv/asquQvsCb6nuAbkltUTFi/Ca+fMnr8TavL8QO1/wB22tWOIMhl+6VzrsB2A5A5SK+haOtKmhl12UEPGcXcFjzkKpnlYGxCvPkaRnkUl8m5KUXu6wQblAGZJOgI7H2J8Q+4YvvRplh9cVaUPx1Ly8RJ8rgEj1BsR9NNsrb38YNbxpTcDlF+7kLS6hqVl4sd0E3yqSTp5HUg2BABuAF3/M5LNv3Tbgo9LqlGiVnBtQYqNImtcWKuO7xUOIPmyrW6f7hNx2FtBsA4yr2N93NLcrOF3Ys2Ex1v0uejM19ch0U0r1ykA+aSddsybvMf4t3X8R3CVWXFZXmXIiu9cNxRvcqbJCf94WVoNdj1/wBtvBDrv2c3jYOlMc6nKqfQXQ+hXkSqOshafmsElQIT3B6TUDcu4S6pv8khHB9pndfi11uBWYlRwvUX0K6X2jIiuLAuoB5vW3pnQCQdba7Zy3q7uqXA3jRKzg2XCm0+vKTwnWHeOht0EE5FJOZKgLqIJIJFrJ7CHIqGHPf0t3DlQYlUtcjixXeEpHQvWxSpCSki9iCAfO5vc8JcPmqy3Kae6+nwdSVZdB2tqRexve4GptstZcMYkowRstBjEcOVRsWwOLTkc7Fd4rWXMleUAnMiwNx6pKVC19LEnbpEk0GjVmXi2VRIr8KqKQie00hMiPxRYpK2U2U2DqTYAE3IUTa1riuNXqo79/4GdCUZecSH0OZSCkg3CwoEkhbagtJHewANHA+K6/A5TPUX2lZmktcXiKHcpebspzTu2tCgRqDe42b09gAxPQ6a1GTiMmrfZKe0xVGt1q4SFsKdlNcIvwnEgAiVHfIytrsblp1TSzckFwi5F8Q7rYs9pvFGCGZUpjhJWuO1fjsoAubd1k27psq4sNdqjD+NMW0HiNNYmqNL4C1ZZENXFRnGhska2BskpIunW6dLbH2BcT7y8OUZzG9LpNExlFiur96QFxf0kcg3dSw0lC9b3zNpKkqJOQAgi1gLvxK279/hACns0HCU/wDpTE/NUHFcXlXZUWOWpEVYWqy1gm9kquCk5kquCLWJLZ3SYVw5XsLuQMW1tFEqNIlKai4ohtOZI7pI4TryAoBcZwFKuIhwFBISu4B2MMN7ut0u9+jP1R2iIXTn5CpDUd2VxX4Kwq6m0yGzmW2F5gUqJOpSQbG5sxu0w5S6XLlUZn3cvhKQ6610oeQe+dIshRsNbAEgakjQ69OjG3MerO0CIrGeCd6GF8UN0uLvTi0ta0I/pJiruR0OJV2K0rSpBSbGzgsk65shBAoJ+GPabwlWearOLKpS+SVmWp+LHmIUgm/FQpsBtTSgc2YAm1s6QQbHP2co1enxMB17E0Gr0SdnYpL+rTuoN4a1ZkqKkouUi5zAdwRYv+lbrZ/uuk0uLVpsqlxU8Jp13KtLKTlCUuaZiPLMAbem0EbfcMSjDygZD3u0ufheJQd8lQi8rNaTlqkW6o7iSbAuAgqQP1lWKEjUqSLkSX92uHIFZYai1b3chHx4spLQaXlVfKtl5olKwRoVAkG1rnUEyk+zruvxvAl4Nqjs2kTYq+aa5eUOLFdJUOMypCiLEEnhuFSDcEX8gKgbmcb4IpdTwG7UUYyw0tS36W60kOxVMKH9mgn4Dt8wUEKKCdbEGwlGiwZEPB4hSjBUqqV6I1Fra5XSmVnVHbf4lj0OJfTa5uBdKgSAO57iqdqOLYuPPfMWrP56Q0qm8uhQyuJOqrFQzKb1tlVcXAtlIBNPHkSty2F58+jU6o80taVuxXWnk/HOiQpLt8jYsSV3su9wVEi4Bu/qMrFFZqVUxbidh+UtaVykNPqaSlZ1QQgnM2kDsk30uLnvtckfMN3FYZkXejuvi1mvORXatVMPP1T4vL0lgI42c9S+DrZWlyW1BDgKio3IOx1hadK3I4DRhfeBvSYxlzWZ2LAlQ21old8oYYWCrMB3yrJJJIUO2zGopnz93LlUo3AfqNEd5eU6/kW0pjsHFAAAgCylAJCwEk3N7hWV/D8X3pEdaefq81/M6iLwjlSomyuDqeXSRcXQSVg9QN7DkI9iVI3xbYm3ZUZqLLxu1SYtIivykymmoF1IZuNUpSuxQSu903IBUQRpYRN6FTxv9jaK1Rns8KaxwHXWmuEpzMAchCrozgJNgSAdfMDY2xHCrOI6zwmveNOpaMqXY78VSUJVe3DFgUoSABdV1A2tYEkH4FNnuxWKD7jqL6H3UqakUtBdacVc2BF8iVaWs4E6kAEg6Ztu/vZAgNjb8tFbusxXRsOT26XXsJrflcVSIr8V3lV5zp8Mk/Bdt2Ukgnscw02LsVY/lYXpcus7vq4ukYhQ7wqtCTenLnIWQlLz0RQDQkhRAU4yUpX4rG4SD3Fns9Razhz7RwKcuqP05WWQ7HX94bQNC04jVZUhKgSh1KlgCxKgdKOr7lff1GiO1TDNXchcvk5jK66xkIsFoWLqQCNcova1wCO58NGK7Fg3Wt8legO/aPEe6eFKxrKaRDdxCv4T8pTaAlIlGy1JfTmyiyiHEptmPZJjhPF2MoFLouPKpUWH5XLpWiBNiiRAiulm7gCcuZCSCskqzDzCkkbHNN3ZwN6GCKbS58SnVTF9FaTFTznDSnFFOy34YeFmjMQE5kLIAcyZVA2JQKVvA2HKNA5Cg80xVKd94jxXXXEvspHc8JRJzINgXUWzdinMQDbayrGECucQjdrM/fnK5WU8uiVHNxabIirPhtbhpfVnbkJtqkKTmINiTYjb6nxYu7SLzWKMQo94xUfClJRwlOIAvw1BBHnYlJSAdCCCACg3cYb7qzXn6C1VqRSIqHVKkIyF1Td+xUw8hCm3DodCgm4IIVptVzotexRi33XWcYrrT8XLnQ6tSUOaHQPBKk8Q2ulJKQoZhnJF9hHfiH2UrxHbSsV81Wf5y5WHqjFyJQvLFdyoeWkm60II0zCySSTokHTWxDiXfZhzGVL4uEnpXNZUuqaSsJdT5lOQqBJHY9Wo1AWL2TVWqHuv/s469K+XhRVuljiJtqGFBXUe90g3NrgEaC9wDXaNAnsRYFJfXNQr+1Sc3exQlXdJB7pskggghWhC4G7lonqaKHYPjkS8kPUaqOsT6XVn6RVH2uKw66hUhpStQStvwuozHVTS029U2O3XD0nEbUrn6y1RM8V34VSpcjqZUT2URZYTcapUmx8wLC7qhY/w57rcalUOKuK/0SMzSFIz2soLQRdsjUKJAufO51TlewXQXZ7kqlsoQ/KzLpbrrrjqMhBPCDiLqUi56RY5R2tYnYqylVm/4xJcjCU/GTrk+jVF+LKbQlciEl08KdkHYZLJWQnUJIJAKgNLAfWGMR0ajVn3DVGX+Vf6OXdQpLSkkZVNEWFiU3KSdTawUAQNguK5jLBs9us82xFfzpS66h0rWpKSAlSgRxOn/a2WoA9RIGzCxLMarOHIGLWpcJbEp3lZsd1/K0zMVYJWysgBtKzbt5kdKc5RsTMYxJmIKHF3aSuQisyq3SK20l2EhEVEh1UVZSAqO/pxEIPSpDoWpJ0K0CxE807n5TkCs1GUubKgKhNLlQCwpVs+VtWewSo5rJC7AkmylixNJhve3RnaX9iMec0ukLWpWdpOSZS5Hh5lhSRlCgD1gAtu91JbFybquQd40WL75+2X2hoL6clOr0DhvxXkd8rmVRShQ8yVsqvpYpCSTbpA+6Vre7PBrTUdpqo+7pXS0tLSFoS8vwlspNiSf1VZrm1gCBsbRsL7vqXS23cZVGnIlPtJpuSb05miSRGVnzJWm5vlXcIvaydL/W7lbsqe3KqmSUthCFtKf60OKVfJrYEqGUqSbA9OhUQb1ePsPSsR177UVn77hdDS4/KsLD78FAOXmuj9Mg2GYKQVoGiswFk13bZYifNV3t0bC+KIFLdZQwwtaGluzEOZUrt0tjNdJskJspN1JFsySLWt6kustSm6zRqHS1ws33iRTlJS6pF7HiINkr1ubApWNRYnTYZThPleO7S6hz1EQhLUqnT4QXwbG6XErQogJA1uQcp9AVDa/O8D7LtMRa9hmoopy8jCKoqK5wmUkBKeM8lCktoGiSp4JTrYggE7UL7p22X9dnwKNS4FZawnFlIhISjmFo5VTKVDL16ZAvyC7JKs2VQJAJo6zFlNQHMUe8Yr+Hn0KdkRehfJ+hQLZkEfOkEG+ot2P9UMbVmjT22oD0qLFz8BeW6sucA2UhwFK0KT2UklsgqILg1FhRp7WHOG7S/dy11H4CoDSxDUppdyWU5rsrQdSEkoSNU9Ivt06U1Pw7QazFlu0HG9OldPFzrWc7KRa+f5wkKGpuVINrgJIJG28JO4Ddn43qkuUuqU5ClQ5EV3K/FUi2qbAElSikC4IWD2IJBIqdu5w5heU/FoOLMS0ur05SpDUN2KMrkVZJUylIA6QLgZFqCR5KSSg/0vAztedY4VRyUhCeLFn011tUfONENKRlC0hPUUqCEC/iy2CT2ds6A8TeLP9qXd9Ldn4eRTsZUtSWqpF5Vt1EpaDZPSbLZdUAeG6OlRKm1gEoG0o4ulQMJMSsG1ZirrR93RUmrZm0IcIXGlo1WFNqzJy2skoBIFido+Nt2sWA65XmqtNYlcJbSp8JbrTuoyDOEZyVFJJIILfmQjpCh6lt1RrAcvFFBiMYllP5oc2U+027MVKQg/BlFhSFu5hbhugqKgDZSFgg3+6VJKyLvYxu61ApNLny1rWiVwnalTXSxyLrgAS6tSOlsAA2N0lRWUk3PVb7jJdLn48bwvvBxD7+lLUr3TPmKSiQ2lxAKmHUoCQW1JSkocKSQdCogmy9j7t4rtBnz8JYsqlInSmneapc1/juxUqKisocIKZcRRUlF1NJkM9nCSokVwlV7BEWBP3fOv1t+l5JC47TodWlKMuqWcq7tnKq6UoSL2BTcg7X3hZVH3T0Lpe7LBE9pv+hIrEqLmaz8JPVY6XFrXHrb9nfah3qRJ9Bwk47KZqMpjmER0OwoS3eHnVYBeUFSW9dVkEDuVAbKaje3Nurb3ffbySzUYr7CEJnwn4S0qjvEhIvlzBbayRkWklKicuhBSM1Vb2kt6vtD48qTWF8TysDo5LJSWHZWRqY7oS1JcTmQhajonUgjxXIA2uD4wu/mairGFMZQIr7tGoeHptLnR1ZlKmORZDybG6SLFJcFxlUTrr+OyCpm/j2kY1YiYNqeK6ZT8PPTH4ESqOwBKLvDTrFdSbAuICVlQsFKR1JBCVHa23N483lz3a1A3jYyYQxS1p95QJ7SJCeXGq3UZFE5Ei4BAJuNEkEkk+NMNxaDWX8OUbBEKqUuqIju1SBIdKodSaUUqQ/GWV8SPJaWsKbdBF1dJGYJUmuZ1hhJDqbtBw59ja9UIr6FzUT6bNpqM8NuzgUpkpSMzaT3vawzAKFwlRg4lgO17gO0Z1C+AtPqtGourLe6kkW1AJHmNDbawodKa+HAi0nmor7WXiur+8Mq6VWWbAlYtY50BR8RV3TsUsYWgOxXIrXBfRmV05SlSVEdrCx+oIIPoT32zdYd/Anmup60D9NPfzM2b2Kpvfw41EgUaiUur4Xq/wor6+l2HNGYrbUsELZUAbgmxIJAJBCdrmq4UxRQYuG69VOOhcWOtEpEWUv4nQ0UuKBsopSpFwc17lWgJF+1VxTi3Ee9pjdpiN6kIYi/FhVGE78WVHTbK083lSHMqr98pSQk5dcxLd9WIWsOYXb5pla1sZcrrSVqU3cgDRs5rWN1XGXLpca2HQMNiI6O1jYBiXWFcWSsWutz/AOi3IVOWqPKRNa4Eht9PctuEBKgRZQtYEWuBpsvN6Htb4c3X4n+y+I8KLrdFmtKdi1GnOhp9tSTZaXG3SMriFEEKSsHzsNDsjcR4xwHFiyHaXXKi/FqiGotUpcN1asqhfLobpU0pQCQeEhaToU66/wAzDgNUv3zKpNX91sIS+nnWlqay2HcKJRpom4KQRcA3ABZYbXmudKO5vPr8TRmGKrA3ltT69hzDMWorQlMhqbW4DXMKQq986VAJdshRGYkG2gUL3J5QaBS6NRnKzAlo4FRzPoTHiqyMqV3yZtQnQ2uQfK+l9s+YI3y4opdGiT8B4epGIaDmQxKp3MCPIbUbkKQE+BajmykABRBBAPc+oW+ajYtlT+fwdW4sVhrmpUCLVG+dSrpCiY01AZWReykh1NxYpVqATEbxHnTKYX1AHehRMR1msx/tbLhVGiIX9ylId5OfBWDn0cN23WzYA5wlSfInxbMHdNWGsLz+VpeHqvTpXLo65kcNJkNaqzsrSShSQkpsSQDfyN9tC7patubxlu+l4y3X1HC9bp0X4UpbtJVCmw3wNW5KE2Laha2rettFKI2AmarKrNefrLVRXTqWwhaUwMja48hOe2dC8qSRcBNlgDUm52koFEVuurrrwZ945kxapQW6pWcMImsIdTHqjSoYXKjqNlBxPktJzBRSFocSdQFXvsP0DDGA681Ldd5pDiEKQ6j3blfzWFhZQSp0ZbApOa/bMFAgUWLt4Eql1RiL7uffp3F5VTE1GZDybkBpK73SuxOUBQIsCARfa1w5Hx5jLDlSw5hLEMqKhtH3V+UxkdZUCFJQ4bLSrKem9lBQSCSCDYQLN9sFp2ZxvSd8Jbp92lZdfi82+iU+pXCdi8SOlxQIT4HBdBN7BWcE9rjQmwTU8JYXi/Y1qnTUVRC+V++K4CXrLsW86rqbWkdk3AVpbzAtmN41Lwlghh2vVCl++4rqIrqproip4t0JKFLTceFQKSQb5ki5OgBsb4uxvKlN1R3GVEoNOfyNNJlZn2nFahJbKo4urQJ4adbC4sCRtAzmM19wnznTF9Ww5VJ8T3DTq8xVITuWQ1Fju8CQrQZ0pt8NxNglViUKvcWNjtHlYk3ySoDdLgM1FE2K6j3NXlQHEoUi91QKi2uyS2U6NP3Cm1WAugkD53WVms4o4+HP50sL1TEKFKWqPCaVFypHoASCg2uFDsbgpBBA7Nb4oG4yLWoGPN5FXr2dKVqShTK3YqfAC0VWb9TlWUKVYAEHXaLbFQiWN6p4wrwpiDe1WapzW9qk0GlsQszTS5WeFIVpdOZzMUIVfKASSlVri9wRA3hb18W0afXcJUvDFUp0pEDnYrsxJS1IypN+C8oWcF9VKBWASBoDtS4VqlLx279qMb1yLiWgrWpFJlIS6IEpCgDwJkV8cSNMF1AIXopBulTguUj2DvelG3gz6XQYnAwNKzZcNOyuajtq0CywHFAoWnVQSlaVBKrBRABALNOt3lFiq2nMzpS528Gl4yiY893VF9E3O7NzpC0NpsBZK2llSE+hBStB7ggm7hYx79vGnKXvLp79Xp3SwmamUWqjFSBccOWBnyg3OVziIPYpAOl/iPdxVIErmsBxEVSnLQp1MJpZVVGVAXsgBKVykkAgpsH09lt2uoiO6qr15p1/BrVP5qorlcBqLIjhDvFPdFl5cirEDWxAJvYC+yvUHXxRBmVvYYCKIO708DYylYDQ1g3ePWsa4XoK1v5mkpRVKWuwRy89gEqKRlJS4Apo6lJT0jZveyvgRqgwKTih33jFq8JjIp1XQvhKCcyHgdFoWAkFJBBAII9KTC/s07+KXXpdZns/Y1/iqkNLTNCZDPWLONcJRQtsjRSeIEqAKSlQIu62m8W0ajMO4SiQsUV6K18WnNfcn5yEFOfgpSMheCSpSUt9KyAnKi5I09P9mGEBbRqLUwg9Q+psKjOyuao1WYpEJ/NFlMJ/RJdJGUJN7pSb21IIBscwsTDl1FrDjrcCL1sMLV1NIHSm/YH9VR7Hy8tLWV2HMX16sxZdUlYOXTkLUuLIRKVwpTLqPE1IRYAqsblJBI7gqBCjfYkxhFgUv3M09wH38y8615ktpsc2vcBKRbNc2JuR32s1gUYSH6dpGybLRz6lRi7fVPn1SXhyLRKihEXpdd4QQpVxcFOfpUn0ubHU27HbL+I9+FGoNU+1FGwxCr1XQtbXNSFraSnKf/Lbt2IAsTr5G5JiTfq7Qao/Rp8tbfJZ4eR1ZUnOk5bg63R2IUbg6EE6Xz5WqdS5TtWxH77X/WlSEpRbMlKrk37AqOmgAFvLU7TUe790bfRVh9/zHZu+9oeqYtxu5iOqU+FClcqtp9qKvK+8g9tVAIcya5VdxfVKQQBPHtVVSfVJdL4KM8V1XAafu0qU0CczZyEpKwLELTcg30IuNhfcdgOl8hPxG7Tlucq0hSpS+lGoNurVIUb3AuCSbC1iNhSs7rmmt4LdUo3x4sp1MpUdKMis6rG2l0qOa5vlB17eZUcCm4p+RkQY0tbvhxNCzcaV6LPcpc+nL9yVGKiU1KU7nWykEhy6ikAgACyukj0I1I5jmp4S3c8pVGnWOaW0pC15/EkgFPSNfIDXuLkWsRsG0/GEqjT58Xiylwn18D3dMWrhJUAMwSAehRVe4AAJ1IJ12XO+jELTtLptLa8fU0rO7n4fzaEW7g2Jt+wjQlR+DDGirT5VIwsFUbC+PJ78qLiyE+/nU7KSuyFqTY5iE+dlaAgkkaWOh2tqxjbBu7T7hzaJXHQqRFdaazoUsoAVY30IABINhr3ubDNWCKDKrM/lYD0phD+ZritIKkNqtcZ8vZP5ehAPY6mwN7PlBlUGkz97WN4uHYtISrmE6KdV0ISFLWsFtAuDewcJNhYHQUtcBwJj26ffZ5HicN1vs1u71dzc72m6NiaVKRTqjMareH1MZ1NsMO3bdbUmyrBopWptaVEpVmSdAkrTEO973C7yG7lnks/jXkzIVfxEn5gRqQSL+g2eW7/f3hfdfvLl0HdVievP0GVmaqMxdGD8VXlZ9gFtTyCL2caQSkk5QsEgZ4m4Qo+E6rUosCWxKhMvupYfaXnaSwFKCEpKrKUAmwBUAogAkA3G1KtTejstg49j+katuSmvavuDqKHKdlOSqpkXKfVmV+o2km4AHYJB6QkaAWG19CorvNcWf8BhCVKUtXSpStb3uNEixJV5nQX1tWCXKrNUbpcV7gMIWlbruiU5R+r9beVhbvt+71q1PaixKXFeW/FQwlK30oOZxIKsuovcaquDqSbm+zqLu83i1FZc77JVVGvSsR4jbiwP6qwrpWn6H9J6gW1/A7Hc7EEqLVIEWA0hDcVSeOhPzIItY/iDe4v67AOFGoFLdbqk93rf/RNaZc2hAGo79yNSL/sOY1IadnolO9edfFzpWPxB/j0+ltk9dhcbZOtbYo2z8juT6XXpdUo1QlRX+YddakR3ShaUrJJGZNjaxsR2PntBj0WfPqnFixFvrfUpfiCVOKABVYrIClWN7XufXa6qTfFdc4X+9+QA/G34/wDUa3gy59LoMTkKithb7uXp+guDcdiNCSLHtsjUvdOIho13WQpclYcawu+077rlfJnyGPUYMhOoKkrsVAiwKSACPO4sRylSHWnW5TXW/wBS2kftH/HXvsVQ8ESp+7RvFFZZf5pbSVNKaspOW5GoHa51NwRra4sdhOLC/R/IjxJ/jt+87ZNbotrLWc4OJpWpsaNHd9jbEdLnuRXXfckVhSVtSI+RKnEWKcpGiVEJURmsgqBsq5AOzKnYw+xs+JWaDVmJT+fPHqkBZayoWdUqb+XWwUi9iDqVA22QzciVKdbaa61ryoRkvmV5eWv0v22Y9B3e4orLvxae/FYX41KR9NO17X9beXcHbQy+oXAhcs44m0vZ2epdLlOVSsy/eLFRR7yhLdyKyrTbNkWmxQoZc2U6X8kgW2vd4u/rCWKIsh12U9x6etaaWmK6UvpWDlUHm9EqBPiSdUlIIAIBOUoMLFFBgNxYFWzoi9SevL2N7edjqT2sASPpsp6fjfe1AxbWqpRqshbD7ud1ie03IaeVqpXcEanzTYn1Fxtpaah1QAxqvTnbzPWDBO/TBEXd3Ta1jLEUWlvstNNSOYdb8Zyp6cgAVe4OUAKAOqRY7Jafv1rO9XeDL/8AReMWQosWgupdq0ie6HUqaN860QyQt1qwBPW3qrpsQb+atcxni3FtZfqkpliEtheXI0o5MoOY9yR3F7W+lyNdi7dOzyv9Kc3kcm5kuurWU9JtmTfMNDfUHQ6drDbRufYm1Pcb02nTPnNFb8KZWdwTv86EDePFxWirz1O1lqk2jtM8ZZ+KiKCtLVlCxANio6puSSUU7HuEt42DYlUdlorDErwPwk8CVDd0uhTaiUqGliLpB8iNLIfHVWqm6/CT9ZgROdpz7/CkQpUcSIalK7C9gUheoKjrc+egARun3hbvnceN1Sgy0YKpcpj77A5gOwnHRe9kmxAGoyoOlhYWukoV6NXfeo5ivUenqfNOD/5mpBFqlGa5r3TKXFWjK1KX0q9U3HYXuCb637HuCjd/+9Sl0ZpzCcXiQq3OazcJaCkpvfqUlQByKKVZTfUp0uLnZ4YmarMrBsuqYcq3vRjl1ymo8WR1KaCLqUhF7OJsDdIBIFlW0I2SUvDUr2jN1X832I+VXvGwgh+fg2ehYUqrQxq/TCq+bN3KAb2UhJBOo2aNZTkzK0ukLtlpkKNJn0afzTvWxKzJV19SvqD9P2dxptpXdBjdqfRokWVUOafioUhCsmVeS9wCL20JPa2hGmlznyoUaVwuFKiVTmvn+EUJUq2udCgChY7Hsb9xfaRhX7R/EdpcR9j3W6h1TvCKVfRF9LixzEaggC+h2dU5XiO6jT702zTjjrvNP8J7rzqQhX62th/p+/aVUG2mmmGmns760daMuXhq9fyuB+R2ocFV9qvQG57XQ+hHxUeHL2tb6G179rm19ANrRXF5pzi5/wDyT+/Sw/bshZn5nnGRq22tKSVDdadcadz8TwJy9WbXQ/mf2/hsU4Wo8CqSm6C1Tuafm5UZnUZVpVqNCLXAGpHY/s2raow1wm3eMhfy5EXT9R6/n+PlbZjbgENT8eRGp/XwOrMv9nfz/wAtq1VhnENQvlNGTMDRcEbvmOEyheRrirR8ylW7ed9spbxMV1nFsp+jO0/lachX+JTybEWOmn4g38rDW+1cdVaBKpbkXo6Ef7vbbGOMcRUt2svtRYj+dGbwJ+a5+hFwe/oLfXaNZo6ntW1/Y9T0+nd0TZFfTITUqs+63WcjC1pzryfKe/5HXbXO6yN9l4rlL4WRHCTwv72g89b9r39Ttl2LBarM9/hS0Qc+bK670pza2v5pt9L+ezL3JbynZ8+XgjGWT33ROtqQ06FImRz2IPbT6dxqQD32emEZMV1b7uIxt5j0rhN4j4yOPFUl2KtN0qTY6o7j8rW/G979qDiSjbxoDHNS1sVFjNwn0KyutrHobC487EC/17bR6/Ji4jnt0tr9B1eLpzJP8Hzv5jYBp02gu1mRAqnHhPsOq5WqMLCJDaQdAsjpcAAGixf0sNBrZmczbYdYgqte5VzC+I3loleKFUYqsinLeEg6pJt3SdPIgg22zDjPEbUqqe5sZYeiyn2XcseoxU8q64kW/SJByX11FrA2Om2mxV+aabwljd5h9b/xabVGk5WpFvMWJyuDS6b3P1vtlv2j6RVKDiNt111DfHRlWrTxpsARqbgp09bW9L7ZnUqty70+IWiznETcCRAlUvmpVPQt9CP07VmpGYDQ57dVuwvrY9xsJzcf4yiz+ai4sqnQvL+lKFZR2Ch2UbaX1uPPb7h1F2LxIvGXk+ZHy/s7j921mxhBqqfeorqFoX+r1Ze/lti1ndw80U23Qr3Z72cUT8UQPfLsKqLYdTk52E2t1Kb65HrBaCRpe/11sNvSfDuE8OYjwu267SYS2H2kcVrhBPleyhpYgnuDbuR328t6VRYFLr0Br5+OhOdK/r+Z/j89txVPFdZwbheA7RsYrWheVrhSLJfSrKdO9nE9gbgHXW5O1b6wqF1lNRp/DK+5e4xwdu+gSuFAehRaj4EtSlhKVWF7JUrpGpAvcG+lr6bEtApTXKo5+iLiykIydbCOpN/lWm4/bYn699s+SsSe/uJ75dXzS/7VaenMCSNPltci6ddfS4LD3U78IuHJUTCWPKjkpz6skCe7ZSU30DalX7Zr6k3Fxth6WwW2zFfdDfEjNZlNOQKNScjD6FJXIS0FZVG9ukEfS5Nxa+umy23fblN4O7nEdWxHFrcJ9E11Tq2oaeTQpFtcyLlHEOl1i1ze4t31G1yrsXiteBaPH+/+AdkdvW3tO7pa827PqMXlZTqWkJlNFKFK1GTMDdNz2Ve17D0G2u9G5MGW0z2b/D3FlvSlYxwlWWMZUvd9SMSUR93+lIs+E3Fn09R9XmwQ42ALBYFx0lRIJIuaG/gjG9Lbn0bCbEVfVxY8i2ZP6wBbIOnhJGYKHcg3u3KFvKwljyLwnYnJSsifgSFDLlVYBbTgslaDcWsb+oHkuN42EK9gNp/Fu7TDK6uz1Ovw4f8AWm7jUoSAQ7pYFNr+gJJ2RagJ7jHc3OQ/Bgq/gTBLU9udFwdT0TUZcj6eh/T5SRYrT3sCSBrpstsfUXCbOLYjWIsHc1T3+pTSM9s4t1ZMwUlQ/WSCO2hGm1NK9raBJnuRfsmtErqS6lbvAU272IKVHpWFeR7H07bEOH96zWN57btep7GSnO8XO+hKkPXB+Gsm5B8sybX9DYbSaXHLZh6kZnw/qGzG8vDmEqWxAoMTgMRetDrrWbh30sUKTbKfqBbubG52tJm9eqYjaiRaDLhMcfK1IaRmaUlXrbW5vpZKjp522ZtLnbqsW7ufelL+AjJkW1KaztNuiwsVD69iD30IGh2yzUqnVKNXm5VGZ+BxciMlsqrHQXBvYaeZtfvsC3SbBuSHt6cgXwmlMCGvUuU3VJ9Wf46PGjIFfsVYad7ixFhseVTeQ18NpqooQ/1ITxUZkOKNxkUCBoe19O/n22zpTfaEdgUtyjV5mLNioQlPAldEyP31S+2MjjeoASpCFJsepV9OKMbxcR8OVAloXnSn/FmKtLnzuBYKAPrfsdl2tOmHMxr9O6NHjUKs1WWvusTkkZvixdFMJXa10EJFr+WgtoALWssN5MSstUtz3DUc81C08KA6htStLg8HNYmxv0i5JHYdtriVPxRApfNUuJCqi8nhkKVHXlHYZhnSoXuASBa2pIOwzR69RsZOuNYyp02jrYzfCm2U04kG5KXEqKLgaggjzI9BrJWGUGGVTUciKc1neNjyguO+6auxNiqW0r7rwl5+xuLBYtpcdJHobC11uOwHgj7WsSsUS8S4TxKw6l1UV9Y5WYntxG3svESrNrlUVC+hGuz1d3nbr8OReK1Vor+RrpdS7nU5YaDMfERa3me9tkDvX39Tnfv+DsKU7FdEY/rCUX4sW1ushN3WyfJWVSbAXPkWbamdNtY5mlp9Q/4m3KtR8B0ZpzeDhyksVeqLYSuY7FjtImTMoCQtxIAS8oDstICrWGU2AGZ9/wBvs3S4ow4xXsOYhlQqjKzR3WFxTmSpsZiHEWKgR2BIUm9hcEgFZ7iN/mLao7LdpbqGFsOpfYhSHTIaca1u0rQXT2SFCx17+gtvbouEsZVRzFuHGvcKKopTtSpfHzoiyr2UptatFNOHqymxSrNcnNcK6ehqm/UlzaF8orUf9o5X3p7IjOpaMnhbufIbar9n+RhzCWA3J8+o9DCv61wihWYk3zBAspI8lEHQXudbZof3eVml/wBQ+OwvqzI8Sf36j0t+zYjo1NqkWA5Aaez8dCWpSGncisnor6G1tbfjtoMVKxXUWpakZ+PKpS5TsufRqsxKYfyyEKYsnMq1yTlOq76lRF73N9dinCzsWVhf/wBeDLW/05kyvny2ukOZTm7dOYDWwJJJJ2We73CXP1lulymX0RUNKddzo6VJFgBfUakjtckD89nJW8LtVSl8hFZlIqMJ1K0KSkJVmtpqSLgg2IuNbeljkijaxcxGvTj7jBWgYA3c0ae5WcJYhfQ+5/58SsyspN7dd0uD0JGcG91EE7QHd38qBjxjeBhzE60VeKv4SmHckhKB+q4kgqse41NtDexBX28fDleo3AlT6HNi8fKlKXUFCVO69iLgg+R1B0Gm0HDNHrLUpie7npa0K4qeazoacV6cQdIVbtfQmwuCdjWV76yPyJ2PwYYb9sfVmvT5dBqkSKvjpRK/q6GnUv5gvmEqR03JvmTlsrUnUlRbvsne1W7RoFN3Vby4j8rDU1CYsCfF6X6SsgBICQOtknukaoPa40CNx1jijT4DlLxRTmJTkVpPKympAzpURrZQ0IHmQSFHQg6bLmm4jpc+K5QYD3u59a+LClPulpPFHhzK/s7/AKxsAe9tDsTQ6UU1AYjaVbkwZ7EsOz8OUv7riZE1hjKpC5rQkIU1bpvchXawuCFeuvZR1Xeo1Pr0ujNe6+aQjOtiFNKlt6d0hQzaeZIPmLm1z5+Vn2j/AGjHaM3u+rNbmxVwkZGnZDQRKS14dFCwcRbQK6gb3Cj5gMGj4lZqbGMYtXcqNQZWl1b/ADC+NH8wQrRSfPQWAuQO+1Oo6Ky6v9Cwo3wRyP7iCGid/c0r7TeLN+9Lqfv9wofw8h1OWowEdWW1gmS2OpoG5BI6DYG6SQNh/CWMqDihqJAn1ZinVt9CUpaddWhMhQHyuK6CrS4SSFHUC9rAp3de0NFlNN4c3oZFsSkcDn+EFZb6ZJKAnrQf9oACBqpKjdRD9/u5eg4NgN4oorrjlBm5eXU0vjsJzmyUhy5BQomwJIF1Aa7YOk6jqO79H1BcP8Eem/8AwZQ6b/8AZ2DH4P5n3jNXIOuRXa2hHV8Vh3pUlPkULBGRV7GxFiDYkAg7LjDeFp7uI3HebRUWH/6lKR/bKuOk69LgvlKTcg21sRerYqXCi/0zLfWx4OpWZbPYXRc9rCxT2Oml9tb+xi/7PuEuPKrOMeBXqohLq0VRrJHlI7hUdYSWykaApJzpNgoAkbehqGxcQ9ailMQHoO53HkX+lJ9OlQor/Qh1TGdLbvkHEKsfxt2Gt+205WC8RwGvi0+LxEK6+E6VI+h16kgnUX7HS5Aud7ScQYIrNLci0arUiVFyfompTak5fK1lfXTzHlY7K04Tadlc1AyPxX/0TumZN73QrvfvoQTc3uBsF9OG9TN1EzHPojtU4FLqkRcVedLqFKT1ZtfCr6jTQ/T02IKLu6i0uexVKWytiUwpK0fMnMLXuCNb28++gIOuzuxTuvdnwOagNI4jHxeEvp6gNcp1AJ9QAP8AM/FKozTsVt115H6iuyVZgNb2J12KqduLJfZV9pmc97O72vYorL+KKNQ4XHXH+9RWmilchYTbii2iVm/cFIuAdDrtRYbx3jLdU05QXcPU6twpSciotUQvKnoIVwX0pKmiScpULoBvdOpI1jU4tLpbXFn5EZ/CtXT37WPqfxt+7Zfb0MCUHEeEpeI6NEXKqlIaU6hcCyn29NfhnpdSdLg97d72BlSS+Y/peoPu2vFBhXE+7nFuJ+RwvW63usxk/wDFlR2p5fps61gl02SVBeXpK2xdKQLoKBcsde63e1S8R0nEdZ3sVTgdCZCHWmFQ6kwoAF1qUwktPoKtQgBK7hN202ttn2nV7B1YozE/eNuyolUYiv5GqpRphpdXgrQT4XW7JUUqvZtxIsb6ixAe+5ve1yvPYcwHvC4i32uLyGJY/CQ8ogJStxTKVNgk2CnUIKCTqhJzLOwljqs9YgVl5jDxNVNxm6CgtxcUYnXFpdedSiah2K5NiuOqPjSEZltWIKszeotmASdT8VLEuN8WtRGt0GPKdiWkRcjr9eoL7cqfHinRa3GCPjpASUlWQKvYLbuCoi7+8Pdzijn8Jb5NyNXwbKWhLEybRmk1SkqWHAA4lsBYsVapLYBANiEHv13M0V3dVvLYawbibDVboMpH3eVTc7EptRB61xnQHWFW0KMykkdgNTtDYeL6hQq7pB3gN17C9eoWI69Uffa2FpVTsS05p2HlTc5m3HGCGlLGuaO8Lgm6SDcDRO5GRFr0qfwnqdUYr+WbIkQllhalFABccQAClw9iopBIsSDYbLfffhOs1mvMT8BxOPUZuREyG1M5dE5o30JBSTYdlEKKf1FC4MbdXgTeDu5qjmKPdMqowsyuLFztMVSO1qDZbSuXki+oR0Ei4Goy7C7JzvESWoXJmOPedUMOYXa/oGXNff8AAtqQvjpUk9wFKOoOosCQfQ9tslYhxVu0+3jDU+X9nkTc0WRkUuOhu4FrosWlKJABJCSLi5VpZ24zpmI69Flu4SxZTovA6nUzcyHYdyfhvxlgOstnVOcDJa5Chodsb7+8B16VP4uMpcJhCFKQwxTail+H63S5YKDlyCQoHyCexvezG394xXWq+ImvsJwqNu+xREwlWajFqNLxRHTHjutL4T6V5SUg5VWUCSRdPa9iBqTnLeRu53yUHG8uLhetzYVLhTUupmtSghanQM4W5mQttGa9ilZCVDyINh87mcS0bFsCJu53oUl+kYhpDqXcOV5pRRxnUi4ZNyW3VlOa7aiSoXKFIPSNK40ocXFGDW941LqK4sp+LyFWa8Se9g4NL5QonMHB0hVyABt1fjG6xsGImMGb3t7UWsuUvFGeFKQ1wKlCmQkrSlRAKH2zmuppXa2dRBuM97AXVbx/vBxRRn4tLwnQYs2K++xIiurQ6lLralIS8zxGwVIUBmFrFIUkEqII2s5b+F4s+m0uvNSuPlW1FraE8VDK1acu53SppSRcpc0sLAmxAj0/CVLlSpbsV5+E/wA0qU7FjyC0h5Vx8SKpy7ZUoJzFskKBzAZxY7EIPxK5bMrIW8HfJVIrDWI8MUivTYTCYqodWjrdzMC2XgVFP3lgEklCs7wSbAFHbapl78cW7lsMS8W7tKjV4KIUhUis4LxH1Ox2lK61RXweDIbJvdJPEA6rmxQW26YH2ciRaDLY5KK7kdalX4sVXZYSQc2fMDcgqQCDc30IfWMH7r8UO8hi2uLYqPFTytR94hUV53J+hlIcuEtuAZFKSAbkagEARkrJFcKMBbwIG/Oqt4twRScL5Ko07K4vNOwnXnwcqwbAJ4gF86HEKvYHUG+xTUaU1S3WKzWaTkf4v3qPPdyPsrGpcbcJyFRPZSVoSoG5yAhak3RG6NBdqeCcHbraWw5FUrnKM+p2jT4ckXSHoS0AodSSAEqbypIKrOKsUmtVWncORX4FU3j16bCfkJiyMPVtbaVNyCboLDzmWz5JADZWlLgBIJOu0m1MeUthlllvDhNVSqOSmqtFRFYQpHHioSlUWwOvGRbgXT4mnk8LUhDyQesLawhS92nHxG7LW3x1pXKdazpYUnLcOKZUBwyO/QAkjq1F1bFOKomEsZcg1RsMP4Kq8HwyneJDYkXB0SskLjLX2CVktk3GdVwT/YFwbiOjSn6NRqgibUUIXMagLlDOrMcziUsO3bJKlHpBBBJsCDspY+fRhFn6rH+6V2A5K3oYTW+/Fa4S58NBWw80rsXo97KuQOq+psSTbMJGFcVbuWqpzTXK0RC8vxUqcXHeaTcJWUKBUm18pUkAi1lCxzAYxNXKW1WWGp+DV0tC+OiU1AT93bUbCyUKTZIN+psWQSCQAdQEtJgVnFCOVlo5KLK4XHir6eKDbI42q62xmuADYXB1ta67yLACk0BjLCzVeiv16gxIsqqIYSn7moPoqDAAPBUnsvzCCoBSSogEAqur5+KoruHHIEqXNRyvTIW7DkMSorpN7PMqUFoVcC6kFBUF3B0BFzW4nualz5VUqEqkMIaUtFRTnUhm39otaAQkdiSqwIuCR327USi4oxvhz7L1nFnveLwkyIdUSwJT6WDqoEi3EbB0KCUkAWSSQlG01ciK6LIBz+ZY0Cg4jlUZt2qcTEsLOrhOrutTiLgdLpTfMRr1WB7dRAJtMJ4jwbiOjYs3fSmVoyNJdlQJUAodbdyqWglAIDjajHTlU2pQulWqSCnYfpu5vHmF6XLgYS3sLZiyk50RU8OVD4pNxpdEiO55AKQBckFKiRsT4DxXKd/7JYow8xKrbDSWo9eaUVIqCAUpLMplzraeGY2KVEKANwCBsSaMGFIwbxeFheXytbpCUPpipdUlamgSkOAKAS80QcqkuN3SVEEoNiCvdDVsOY8gVaqbr5b+Gq3C+FijDMJHx4awD97jMuAh+OQoqVHWlxKSDkSSCkL9Ux2fKjtSsPU5dRpcNMiEtqaETEtdjeK+lC3QkE9grMkGxJ0KwxFirEc/G+Ht427nDK8IbwqQvJzUWYVwK1HTawJsQAsADhk9JNgSQki6P8Gc443CbvwwPcOA6tWayzCgrQta1yorBXAmMKCEtyEhsLUgXcBJQFkG90iwWAh2E1K4E+g0l+t0R9fUqlympjCknXiNnMtKV/UhCyNCoAAEzwdjSg+0X7L9axHhenPwq9FlKTVKciOlTsGqMvMOONqb1Ckk2cIFioKuCCTsjaDJqkp1yfApM2lymFZpSUJLC0oTcFxtRJS8i4N0qKFt2IFgcgMVgg8abGIorUXhc3VFsQvhJmph5nY6Rf4chkaoA8lDKADcqQLnYYmbxsZYXaiRYrUWrwpXSuBKd6HkHU8BzItWYjNlbWHAoaAgWAs/5xt33x/tHVpUWoxY/FjzVtdbzQ1yMviyJaQrpU04UODXKpGgI9UsS4cxQ1TaDheJx318VUWqZTy8qPmsttSynKtIUdWiOIgjrANrjAl8zhPxBVKW7P5/EMJdOlJU1Fpr6s6koUL8MpUpTa1cT+yKUqA1bcQbIJnuikUbHkVzC+Ld3HKsU53PHnxZTnwVg5g4wvuhWgBQBp2JPbYNoW66jQKzzXvuLNlP9PK8frZWQbNpQbhSSTfK4FEdxpYCiqlB3l0vEcuBgiXKiwqipUd9prJxWVWAvy6lfEHoUgOJOayVA6RmTiNPHjM+fXuFKqEVa6X/AFea0hTCpTRsDmKCS2sEC6coUFgFCwCbdKnhTEcqjOT3euKwhKHZWcNOqQAAFF5shBsALKWlB0sHLi5GsGYZxRhyltyotWqMqoodUmRzTS5TUhQ0s+lS8+YDqzIW2u3YaEKvVYqxHRuBWaXgio05crKl9hClrivNKuFZXG7oUgEkjMAoG10AEqMY3SsEaY/9kqXLi48xBUJWHmJSY6JDrWeRS0qtlIWlOd6Gu6SUrSVsqUSLIIIscKxcL4Xafn4cdpGL6DV0cCqQ0Sg/HnRSvM4lbdylZATcLGZaSApJIvetqSKXhx2rRXWajOw9Xl/FTFlNvphpWbHK274ADclJKh5oV2SI2NcDez7uHlN4yrMuqVt+U0lLqmM7VSbST0BxAUEyEgmwChcAE5jYjYgO2QRulXvSwm1ul/pnC7tUqOF6plkMOzHVSHYeYFGSQgqVmI1TxmyAoEdje6+elz6y1z9LpyIq3MiJC8oXHkXvay8voBlWChRIBKiTfZkDehFr3/Zyl4Oz4eqKuLRpUpbjHLzbHKUIcSOhwDKtOZChqpNyDtUKmz931Zf96Ye91v1SOnixXX8zClAWuFEBKrqJBuAdASSddg2P5QezYcwJw7u8i4oal4Ir2IVyptUhvsSms7auNcH7y2CStDiVKPEbUpQICVJURcCnXu7o2DYDEXm6dS6uwhUWbTX0Jju5km3EZKlWcbJIVmQoWCwClJNtrgUqg4ox5BqkDCcrnYTqXWkNNZXWXU3A4DgIJVYlQSSVWBI1skubeXuSwvjLC7lexHXIVIf/AK6xNf62HmiMqgsXShJJBCrFFiQopJCgGq7BtljB3D2FJWI92lMn1Skwn32IuaLKaa+8JSBrlWLFSDqCm5FjqBa+xnTTWaNg2kuysQwnF077u01PYDqVRTfNHWogpdCLm2frAUoBRJFrzBo3fYD3aRKXPq0Vb9BUjOhbq0LSiwCV6W0IA1AKSDpcdxHGW/igxZ8+VRpbC4UWFmW0+hDqHEhNyb6EFPlYgHsQbaBtfaIHU2YrJk3Ee9fCW7nC9SlRZcVFU4SnY8dHFfQ2klRS1dIUpLYslIUQT5H12D93u+bhbtKtjLEcuEibmdWhpKzkyEqSggKCu69blOqtQkeWP8Wbwp9UrxxHOZZhWUuLAX4FKYPZpStFZtL2JBAVYEgaj1UxlXp9B5CVUUP0tDqXUtKXm4dtEjMDqgeQ1ANiOwsNKVYTD+jqsXPzHRh7HuI5+PImN/eC0LiylqQmQji8ZABCGV6qNyopJUCSSk6m2vbHW+uvYjr1d9zOrYpyMzC0cULay2Pxk3AUiy1EC5IOVJJNwAlMOVyVyr8WKzKm8dGdDDWfOq3fIUpNza4sLkdyCNjalbjsR4tdiYtoOJ6vSH/BwqtRlRZDaraglJShYUPQZSLgi9xtyqlTcyy2UaQ5PEULyKzAxb96dWwtbvUl3wOJOmVQ7FJB8+/rfXY7cxJjfhfYiBidcLml52IcxfwnE2yjguKSUhwXsFEgkAAq2qsR0ys4Ix4xhevVCLNhMKQ6nPbIyhRIGVZspCRbRJNgAAABbaDjOn4iqmLeQ4zC4rCkcqtKh8wSbGxukm/rYjUE+V259R0EW+SwrwhBqmEq8/givYTQtiUlK2lvoyrZdNrLSpCvAQCCoGwNtTbRlQ8NSmp7dZwbjLEsWoxVp47TshbqmewztvqBVYgEFKsyFBVlFQJSVfQcK48lVSPKalsSm4SU5eK+ciVaAMryjMEmxAWE2HfUg3vK7jaVz8tr3hVKJNpy+LwlRS+qOr6lCgpTRt3BAJ07XAGC27iMru2zTuBcDyqW6xPi1ZE2bNzR0TIsUQqklDh/qz5ZycZoAJAuVAhCcwsLhp1bAGLcL0aO1VKfNfpb6c7XCkIdXnHlnUQSrucqiSRrdQ02yr7Pu+qvV7G/CaeizeVaQ61wOIlSXUkAEAixB1uLgjUi/bbaMvfbRsW0FygyqGv3iwlOTJI4SkrSBfLfQm4sEm2a9ha+tbnbaR8zEv0dj5Z4jnm4GI+JhzeCy/FQ8vhdcUqWphQNgWfmBI1AtcC4KfEDPc3iKLuvxRLwlKxvCrdLfzcvPW0WltrSRdmQlV8pTcWWSbjNdV7jZk4O3S4Ix5FYxliOnMSsieFkm2WpOvhUFaJSSNAbG9tLi5Su+Wt4Nw5WalRsOUlFOXBWlErjpKmnklaetsLsVJGozIJAKbXIukK6Z7N8vog6JtnX2m3MOVTDlWo1BwzS6pV6vIj8dh+PmSq9szwITY2bSACTYHQ2BNlZuro0rBtBco0qtzYMWooStVNU/wAWK2lV/wBCy6VgtnMCpogJ0uALgGVvKxPKqjsCswKiinc01wkuoaVwnO5CjY50qIyg6EC2lgCdhKnYXrLtZpLtexZx4tRkMZFtKDvQsixstQSsWNjoR5Ei19hai3Wo54G38wt1uoT0OJpbAWGapheBEqlG9yTao+tKqWqltBHEaIB4aULTYWAzKSQNNACAABzfVuNpc+fPxR77cpdXqmWRVIrUXPFUvKEh0MquoeEC2bQi4FiEnkreZ7r354bwHKpMWnVSlqRKh1aGowpCZDjZCULZWMjyVNFSRnGcE9KlXFnZWJUrFFeqVZqjTHOoy9DXwsyUixCUkegvYqvfUA2ym+nUWplvczbLWYbpixR3l7uayxiOe9VITHCTH5+OwFwKggXNpAKeG82SVEJdSSk6hKD2P4GPPt5S/f2Dacwitwn0JqlGz9LiQf6zGUSQCNVcNwGx8JBsgt7EO8CgxYDjUqoRcmfqpshAS6pfbVCrAg9s2nY9vDspq3ivDlGrNNxHAw8/Tm33VNNVJpCcmZPdvMkC90jVp3Qi9iBqKAPSxAPBg9DfZvx8H3CDfBiV2BQaFiOqRIsqVFdQprKnI7lJCchURZR1SoA6AgWA8mPuM3pNYji1bFtUiTZsVD6o8BbqgqZHQlASWwT3QFpUMhVcC1iLWCB3p7wJWMoDFLisoYZW7nalcLM1nTqW84ukE3GhF7dwQCdqbdrvQr26DjtfYiViTD0qQ0ufSeaDD8PXKqTFeVZQcsQotLUW1ZQAUG52jSnF2H/tN3TuEsw83are7Rq9Qfc1ZiIlIX4Eu+JvvYpNtCOxBGtuwPcMquPqXyEilyqexNQwpKkSkdDragSEnTssDsoGxBtcgkbDFJm4XxbAYr2F6gt9h9KnWlLQWndDYhxs2KVjwqA7HvpsFbw6tAa4fCdWiUvpWnRWW3979Q+hNgb6Dz1iZuKq/wAstZjMWqVlysu4hmvolNJ4qJDpWlSknMnpJ7g/idTqSSTnzFdUqmKMZVKqUZ1ioo4S2IUqLIUl1l1OYLuBY5bkAocTqACCNCHS5h92vUFultZ2FraycXN82t7kHqTmJGhvoPLYMqW7LCWA+Uo1GzwsUPrUmB8VKFSHU3PD7hK8wGqLkkfgNl7PFS7epRvGJqXu4an8eU1Ef6/E0peZGa3ke4t6a7fFE3H4txlAqWF6Dh6oylvR1LSpjhIUm2l0hxSeKn1AvYW7E322PhDcZXufYxRjKnsQor7SUTaWtfWlfSQsKBsQCVApt21BNjY/xNT6XheK27xeVcz5WlpUUq00F73Cu+uoIFtD2Pnf/wBZaCrVLoq2DMfxzMbX67sfaMzLW5Hd7jLdzhd+BjKiTYtUXmiux5F8rjXEy2uCUqBIBKSSR03ANtmVgzE8Xd9VJ8WBLRS32EKdgLSvpZ7ZmRe4AKurKbpN9bCw2IcSVms1mA5A4yOVfy5ZS7rXHWkXBIGq0etjcAXAPba2xdQsUUajYadxvh6kVSVFlR+QrPHSrmIrjgTwnHLALQlSmSlRsoAEEDMTtPVdewcW59fEzTc2sYFT8QchV7dfi2g12LvBwFR6diValyqXWYtOUjqsDw1toBWk2SFBSElJuLINgDgfFGFapWW2K9jHlYTz/UpphQKkpP8Ae7m1tTYn6nb0Y9t7dHjzFuDcIYtwRiFlGIeKqjSmsjcfmuMgONlSxZIKSxlQVDpD18wvc+duId3OKMORX/tu9Ni1dDqo78V+6XWVakXSbgpsNbEXukgkEEk0Wqt1dYsBAH/MbSuxRy3E+KTvEGA5cBrAlEQt5mQhTrTqigStblu4IIzajMSSCb2NrHWu+T2bMOY4i4XxbRt8dERCxCpDEClylNNOqmlCUKhiSpXD4odWGwFNNklYBAJB2xfTMN0t2U3Fdl9a1+FCzm/Mf8PP02M8RYTaicNus1abKyNKaQl/4yUoskWUFd7psCb3ISLkgDbQ9HP/ADLjVaek7LPf5jx3e7oIvP1rBsp5GHn6I6tiQ7VIqkv8VPfMyohQSDYZgSCOoFQtdaYto2HJ9Gq2DaozFhYyokxPK1elzS7Dq0NSwFNKSbIUsBeZLiQlwBOUpOU7fbGOJWLaX7hxHLm1FDDCWGpEiQVSm0pFkgPKBU4kCycjhUkAJCCi2sBELhRXIEXozpyIWm+ZPpca3sRfuCLaHZKj6t7me18r8DHr+8x7XUWEg5z/AMS1pGFcJRaMxS2q4uKxlzq4tNK8q++QqQsEC99cvfU21O11R8MYco3EdddXK6FZUpaLScpF+k+Vz2JBB0NiBfaJElxaDQW5VelsP1HPwnYuQoXnFjcaAKSb3uNO4uDcAJre8esxWuag4eZeYQpPFaU6UZfUhViNT5EfmO4I41LtwZT9Zz7kfeDgqU1WWKzS3lzaWw7zC0qYQ1Iio7kqKelQPzKTbyJSLAjsziCL7+ci0tpb8VDSVzY6v08V3LdRToApHY3NgbG4BBKvjEmO58+LwosTlcjXFadR0Ly2sNB2PYGxI/EakTiS+FS3MR8VbEp91CUuoXlUrsCUkHQhAIH1Vtqaeuxq8XzbopZ68XxtYcodGxlAqcqg1xh+VFa48iK70SG0m5Bsfl+UEXF7i9wdk3jp1qVK/S/AQpTS0K6VNqBsQQR+W3fCrE93FD9e4ziOA0vhOoWE8NKh4fwI79wbG+wdWai67x2vHnlZ8/i/W/4/89ijTojZEqmnWltyx7brPadnbtKM5hKfhOnYvpy2FIa5xXCdbST+jWsA50gE2UBmAsLmwIEYmIoDrVS4tOf5XKtcVTTvxYqhnKcoVcOA9KSFakAEEEEkXwmxS6W05iOvU7nYqEq+BnyqcT4ek3AvewF9O+o7izjGBFlchS864T+ZKEuq6squ1/Xv53PYEk3OyidN09drWouC3v8AeMZ3+5f7gMQVR3eXTZTsvOw2rKpr5FJ8wfK/obW9dt2M1jn4rfwetH949Ke3qbfTW23mrgXG0rdpjKk4tap/OrpEriyIfHMfmEWKVtFaQSi4PexAIFwRcH0d3K4hwHv9nuT8DvVGn06VnyNSmm0vw3+5ZUkKyqtc2Uk2UBcAXsNAItQzGq03NtWCW9yuUug0GRPdeRx15UoSpJ6la6adjb8wBcWtrnHE2KHaXhxuA1+nlK5hX6yb+n+7p/oDptoDHSKXQvaGpOF8UYDY3jU9hpbVRpzTuTKw6sDmQlwiziABZIUL5jY2sSofa0wPh2g70KTA3VRHn4VUhGRFiu3U62sEAtKB+YCwIvr5epAl4Z9izQbSuleTFiib/wBnHHWvHm6v717E/wCVj/F27umk4Xr2F3IsrPCmoVy6OEoKTIVaybXSddSDckEDTvYJ7DdRwbVMRtwKzQ5VO+Khqo0hp11pMpYcIUhBuFx3CkhI1ICtbW0GmkboN0FGr0Sqbvolei4alR0Oz4FZf5hLL4CTbPm4lupQJVpci1hYC7Kc5Mymvao4jt3c4QoM+g8LEbKH4qI6GJUKY1lQpCTmbXqLfrAk9zYC1tiijYmoLuMoGF6NEYRQaItK/hWzMrGlkqINk+umt7EkbJHGW8vC+F6NUoECW/zUWEuRFQiUVrSlIJKALXyi3hsQAQbjuRb2fd5buI4EustZ0NsK+K61ZSnk97lK7hX4AhROgv2JafDmUstsuxmegMnGe752ByFewHCmwkO8VC2mI2XNfR5GUgjW5uLEEeW2YvaB3R7r3azE3l7h8TLw9W0TUyJUVKFKaZfGofRe+RV/EASk+YFydkHVfaZdxRjeJhyU1V4tIYqKUolRXckhtQQQpD0dacyBmzApzgpt2J02aNEwpF+0aJ9GxvUeAh1DqGs5yqYUElaLE5VJzEkJUmwOgtpsw5DDEF3NnEV3tBysRuz295eF2YrFUWjNXoseLlhSn7n72yDq04ru41cpJ6kkEquhKhvirMqLPiyqdCQiqNKjyOEnIpWbudNQe3YgHW4tttnenP3fYN5+VKqLDEKVHzq4vgZUbghWUHS472uL9vPbAOJ4HuuU/wAq1ClQnJCuFIYUFpTe6gM6elYsbhQ7ix0NxsNBs4h67N45h3u9xs1FrMSB7uYXnaVwlfN28BvrY+Qvb89dmKd4WF3ZTdLqjqIVR+RDvg7W0WScptpY6/j5qPd1iLBtBntysUYO948DK7FdalOxX2V+udBspNiTlWCCQL277Td5DFGxHiNFeo2eLFleDmFjKzr85Snvrc2HfyGmy9lZazMW1GkS47o8mY7U+LwmnW1rX1JWjq7+h8/y0/0cfs803hSpFZaa4a4qEpV/eSAf417+W2X6ThvG+A+BWaDiekV6lryrlQI834qf7+RQCgUg90km51BABGy92IapeA3KzS2c6KijjpQu2dN+4J2sidvkxanRmqwZlVvR3kO8VyBA6M+b5Onvr/wA9Nds9VxufKlPz3ZfXn/Rfst2F/8AMnXvfZhYglRXXZbs9rPwFZ3evKtOtu3cjzJHkPXZdVeZVGpXCaaQ+w/+i75k6/QE6fx67LM5sabxARZZYQobtepb7sWoQkSkeOLKWEq0NiUa2VYagEgk3tqdlnXW6zgPeg3XqDXKc+jodkI5rKrzzIOlgSND5dj5gkoc+K1+iWxKYV1Lz9Ln43tr22S2PMPYtlYjfdap61o/uqR59RNrjTX937NTS+B4mKv6thzNoYbxBFqjrlUi5EIlRelC1+FVtRc3A7ka/utcCNcb+9OT5TL/AMy0JiryupT2PqFW9CO4JvoNlXuHxnXqDKcwbXqc+hHiirdvkSo26Ta/SbCxuLG1tCbPekUhqqOy69KeyPxUfd+E7lTpr59x5m9wR9NtZH3cxS6sq2JKwlXotUge4ao97xhZ0rSrwvx1Ds4Bbqt5kXPe4IuRa1qlUGqReQxu1CmoY6FrkRQtDiNQFZSCAbH07nXTTaLDwi7iP+lMLtIhTUZUSmk/onFea06nJ6lPbzuNpW8Pd7i2fhxtql1CKia2hWdDqilKkd7Zk3tr+O3WWJtw8EHRTgxD71NyeI8W8Cfg3BzC+Pm4vWhHBdHi8IJsRZQ0sb+Vr7Z3xNhOvYSlOQKzh6qUuosIVldQgqS56EKSMuvpe9vIa7b03dYplUvm6M09zUpHWppa+vMb3KLaWJ0sLADS3YAdxPhmvYtnuT/caFrRmysOrGbUa5Sbpv2t/pbbAGF5mkbO02RMgboaJVMW48prU91fwF5lur8SbWtdNwST+7QnTbS28ONS94zrG6+sssMVGK0iZTak10qSoH9G8n0vbqBBHe40JuKZu8nwHeaapLCFozdLqMrqbm+igO/p5afW+x9R8B0H7RxMUT4iH5TDSk8XLmXl00uNTqNO9rm1r7d3FbxhxqRsiYw9u03g8hyFUoa1vxej9OFKUkGxuFaEEdlA3PodSGZh7djFqmHHKDXmV5F+Jp22ZK7aEaeIX8797G+o2a1TlxYrvCgNZ0ZU/wB3uPQ/XT8fPYVq1arP6VqnLz9WT9bt62Fr/ja2oO2OaEqu7izJsPnOOCMTYjwRF+yVedW+xFSrlZS75Xmr3A1JKVgEXSCQRqLDQL/ftiLDlUpfvSeyiU/FVxY+fqU2v1AJF7dxe/5bRsY1mU7AfqkquVSluRfG1Pj8VhXqC4npFtbEkLA1F+xnYbp1BxHRuagMsPolIUh3r4qcx0NySbg9vQDyGmzXfbEJXYlPIHMWu53eI7ijjxWonKoi5ltJyfFza66A2B8/zv57G2OMe4ji4clu0arTadNYVnjyI/Why17XTY9+1gAQOwHfYZwzuolYIxHLqlLlvsMZv6rIQFoym2YjTtf66eR77Tsav8KLLlRXVo+EpKsivoe41Cte4ufQG1wUbj5xW+3fbviVkb88B7xnW6f7QO76LVHlp4SMS0ZIYqDYFwF52wOKkakBQUDmPSdSCbDe6B2BAl4j3QYxYxfRF5lxUKSET49gVZHmT4rAWzN2JsSWwNkPImUuVVJ8Ceyj47qlpWm/Sq5Og9b9/wA7WGxzg8u4XwlLnxXcj6EPutSGnShebXLqD2voAbi2hvs69OE/TP8AY8ibA4XdLvdH7TWMtzWMpdLlU5D9LlP8Ks0SosKQXkeS0pUAtp0aKBAsexSdLNreDMwHXoreLcEfdUSkcfhIXl4aunoeSQMix2zAa3T+aIgb9ZVU4EDeDTqXiWKzlyJqUVKnW1frIct0qF+4A7akAkbGFQw79rcL+/t2lQQ+wx/Wqdqp9m9wclrkiwvlAJ0uL99pufAAYYjVdpxtMC8YYslVmf8AFZz5EpaWpPiV59/T6/QG3ntZbtMetUGqN0ue0tcKU6nKr5mV30IHfLc3PmLE+egGtz/1b/h+0diNrrC0Np2VxXfkyrR15cqh/wAfW2nfvsJtNXaMMIXtBm5m1axX5VBwaxiOLE5qKhGZ1rwqykeJJFwLfUEa9vPZeYY340ujVSW7VKdx6JK60Pp6lMrvoCgjUam9je/ra2xlg11rFuCOQa60ZOXdQnxJSB5A6K0IuCLkd/XbLG+R6qYDnuYXlUNbCJqVLhTWrpakIGhyg9lDspJuQfUEHZzt+IVYS7S1Fd5EMN+kXdVjJp/Fu7l73XV+rmmmEFLUpPiUrIBYOaG5TqrUKF7HbPtDq89qqNuwJa4q2FZUOoWUqT+BGo/LTaijRpXNfCzoX/c6VftGzBw3hqBwm5U9rIv5F69Kj6kXv6m+xR+kvMz2GwQ6wTNlUvEceqSvhyn/ANKtCRlcUexNrXufmtrbUm99rSqGqNV5/kIkWoxX1/Fj/ol5VaqKT4VfVJsT3JGtpm6XdnKxHVOQpbS0MLyqQ6h0rjpXf1BKmyb97AH0NttCYc3JxcOYoYn7y6IjgLQlLWdZyqSLqzocSoIJtfpWLgWvbsVLL1HJmbdZt5MzdKw67RnYDsD3pSGJTXHjtKsuFIT3JAN0oUBoSCkjS49bLdlheqbwcZe5vAhhf9faj9SewyFBOVVgewUQbD109D8Dv7uZUpul0GJTs7GVXCdaGVxQ0FxYAEW79z6+WxfWcA7tGuJiNrB1Bp1X8a5UOOiKpz1zlAAUPUqBt3vptQX70ykX7m5eJnTdV7MmN8BtT2p7MKvQZXxY7sW6FpR3KShfUCTawC1p00toNp8WP7hdfpc+nSoT/MKVysq6Ftp8gMwJCb3toRbUXBttoTCuNsJRYDfCqHJdCfhSFjIr8CDkUCex01076bX0iPgPfJS36NKiI5qEtScq09bKv12VaEj1AIvqCCDfbksW33O3s4wDMc4pqnNUtyLKaYXCQtK1MSLLRm8iD8p00KSk3F73I2BoGLd3Mrj0Z2XKRKY6HYSoS1J7CxFr5r6EKHa2vmCSb6KFWd32KH8JVTo/tYrrSjleYzEBRTYKv63TYm5BIFws6zQYFUgfpeBVIqPu8pHS+zY36HBrYeaCCn6drAssFT4gN208zhi7crg3eM7z9B4FLm/roaCOYT2JWkeJQ0IJN76XAJG2fd5u7es4Ddbiymlo6/hSMhSh5P8AlfXUXNu4JGuzwwXvBrFGnjDmO2kdebk6sx0syE9wlYv8JZFjfRJAFranZh4iwVQd4NGciys62MnQ60+UrbV3BvlNyL31CgRoQO2zdV/5jVNjowJ9TH+EahvB4TdLi1b+i+lC2pCEPx0p87JWDkI8rWPnY22uMT1qVhd2O1RnWOOvqVwmv23F7W9B3+ve5pXsBysJUZ+LFdQt/PkzLUE5s3Sk6eh1I8vQC4AC1gOVS/vVUlrW/mz8JToVxL63SU6eYsO+o762Z8Wm6nkMiWGFm2nZ7btZeW/nSp1p1CBl/DT8e3/PY23cbzsZYbr06hRInv7DFQStqfh+qReYhSkHvoR8FZB1UjvcXSrTatwRht2su8WKy3khOo5hri5Xch7lOvhA8vP8NNifEeN8OUbh/YLgIffaU678UpW2oEEDUEFPi6dPIgHvslZpa9Q21xkf/wBevxOesPw0+sbez3ExRSl17dAJTCG0hdSwvWXc8ql38S48hNxKYHkDZ1OUk5gemJgvc3jeg4cnOz+AwhjPIRCW7mzJCblxuxKfDe9hqAAdex5uolz4FGXjL7QsvzVpUjJoljOL2FgTksAdARcaEAE3FcYT6pWePXpVczr6/hR3cuZOgLg7aWOWwuBe3YnZlqQlWPePzINSohnHAlXgRa9Adrz3AgofS6p34icttRYpIUNQNdbXvtvPD+KcBtQGGoGJqWtC2kLQtMhtSnE2uF6HqOvcAH6dht5uw3pXC+K10Zsuba7osNpr+yyeFedLRz6kgEdrg2sFAnUkfTbOW0pMK9N/M35R95eF8R4jkYSpdbZfm5M/C0SrL6DUgn01/f2rqxgFr3970i8eKtfXxYTpQpXa+ZPhcFtCki4GoIO2P8K0iLS57crm+BnUl2PMaQVOw1jUKGXqIvoQNR5X77a4wzvB980H3XjKWtiaxHTIaq9JdEhLzWpS7kAzXFhmASe+vnZuv9UZMX+nyMiUNWxxvawbVPdc/D1OqlIfaUuO7Pi9LybXLZcbUElQFwUqSkgaEG1ypsWb6qzhKUxi3C+E0UGUhfClR4754DyeyhYoKSPMXBFtfSxxizHGMp8+JRqziGg4lpedEil1mA0WpTabFORakkpebKToFJzJOYhxSSUgf3kM4Saw4uLWYkph99OdpbSkKzegSVmxVcaJUQb31AuRFg/2R/SJRvG8RD77MTfa2fExRAw9S1xao1944rSOE26eoo8WdIUO4S7wz3KU3I2m7usPYcoLsDeN/TeHqcxI4XFRHVKiwZmVJ4aFaKKVA6N3UrvYqA0uZWBouI4rcWBjGkTWIvxeTdirhSFJta3iOYjzU2ojsCDqTf8As6V3C9GxHiHdBXqgtGF8eQnabIYkJztc1kKOw1CiglOYX1SgkG2j+m1G9cNNzuBfsErn67R94+8tGHZ2Jqe/CkoS7AyVRcCZnA1EOSEoQ8ixUTHeClJJOVYGU7V+PsHYjwHWV1nBGN6jW6QwnO61KfbdkU13PpZxHW32sLAIPYKWbnYAxtujlYRbfwdvKiLXKpE11hqQFpVzjSXFJS6lViLOJKXACL6gEAggF+5DAsV2st0v3HKYRySuXW6sp4jVrkBYIB/VtfLewNrHazHmEJ7i7Wh17PHtVV7eriNGDceU9io1eC1malR1cq7MYSbKUoAFHFSLEgJAVmJ6e+z8w3v/AIFBlVajVnBtUlMeJiet9KUyFdwRmsjQkAKC7XJF9NsVYj3SUvdzi1yfS6evO++rl1odyKS6Fk2byqBQu9gU2tcdhcbar3eYfwbijdy5VGqS+uov8X3ow7Iyym37gqBz6OqAN0JJGYFIBVpdis44nV1BRxAHfDvbxHQapScW43ZYlUiUpcXmGoCH3cpuS3ICFtrDoSBZTa0qHcgC9y7d/wDzfYtapOMqNSYuIWMvQ7Nipi1uPYkJaC30tonNXslLbxzjMQl4m2ZXYs3dQKNKcqk96ozcKPq463Yr/MRcpOhUy6vM0q/dAIAVexJJuy8FzMGxYrbuF3WG4S3VZ0rjlpKlhFk2C0hLTgT2BuFJJSV+WwrK8wmxYQb46RhfeXhd+VAwnRH4tEShcifCadhTaf5huoxFpQ/FFhch5sovYpIOop6RjjFFGw45FgS6XOoNUaW1Piz4RWlzTKSS3ay9D1oWi+aykkkkHEbEVGqkWI7PqL6JsJKk02t0h0oXHTkFgLZuECRZaP0agAFJWCSQem0rCVZxQ5S3afComIcyltTYEdUWnVJabgB9hglll05rhxCA24LhTYNiQ7Ck5BA6lxXYspuVFie/qKtPKqkUue6mfBQNeEprs6kEkjIS4kAkpc7bGfvt2lte64DrFRhVHLyrUhfCWl1OoDMhoEtOheuUhSFWCVpbJO1XFG8aqVSXhxrCcWLyTqEOpivlLqkJOa7IKQnXsSSFJ6vHoUdcWYd3q0usxK9Rt2VIxfFQlKajCkTGmqilAUMuZDigh5QBI6upIAsqxN7h2liJb02JjJ2K3KgUNb9UhO/Fj8BLXNX1GVSem6gRdJCwSbEg2I+4VCxHvQn8VrdlS4vutOSbFlNDmGVXssmO5cvNGwspKgpJ6SElOzAh7xWqNKiV52JKiwpUfLV6HPaUxNZQQBxG8+ZD+UnKVNqCSmySm4zbcMVqwk66xjfAeLJqH3PitOsPupaetbTpJTfTKUFJAscqwLAEPlJWLMYR3g8++1hekzcQ0uK6p3kITpXIiqsc3LLKrlPh+GDdNiCRoNomLo9ZlQPdc/DNb97oT4KzSXEpmNA9uKEdJCrizgTrqEka7aCp2/zAeHMJOY3n0SatCEKXNq8CKt9hK0AlfMKseFlsoEk5QdCUkgkarntp4XxHF9wxaj9mn6owl2nTKpTnJEKUlQ0W24wsnQ2uCgAC1x3Aoa93uTmZvquLqzKpbEB2n1SloYStMdp1hSH21oFlZUuoHGRew0DiFA6AkHYj3T0n39x8R0bD0WauFlW67TWCpbeVC1FxLLZzIuTa7ZIVlJB7Db9j4ji4oi1Kg71Zeda31Lm+5kFdJqCVWLT7aFJWWnALXUkpNwTYAnaPXaju0wlFpNeo2IcX4XlIdWwxWYsUzGJSr6tvKZsptdkjLfIbDQG1wuU28SJ8bxJdegVlyqcFb7FRQqVFq7CMvGUFZVjjJAS8pKulYKUOJIAcCFEEjjtQdxbQXKpA4C6ojMwpUeKFIeVqoAqTqhy1wCsFJA6lAgAkdG3343ar0uA7j2kbycLzXUO1HD9ew05ncULWUl+/EbcFiUuEKKbHuBdJ0iHgOqQH8W7r6T1oSl2VF5UtVKGkEAiQlIJeabzFQeKXEaElSCAD2ydFXu03xVR3kaNiOrMRaihpcVaFxwnmGrpBEhtwdSSVBKVAgKuCFdiWBVq3hzC/Dn4cw9UWGH1KXKh0HPmbVoRLhNkKykd1oaWRqo9iSYWIKV9sqzEqnulhEpcdEh+Ou0dFQQboD7DwStHEAbGcWKjfMQL227IpkDDk9zhe8YTE34qHYqCvLYg8OTCdDjK0Jto60o2NjoVZdrAbZwXb9s+MMVnGWMqC3VMOVGtylsLWhE9iKw+1I67KQ9HWCEgiwUhK7FV1BIII2IKEnCVGafqmPHZSOaRxVOtKyJZSTfOoaJSkeEKF7hI0t0gXdlUGLXnItUlriyqv/wB8oN2uYSkpUHSzny6kgHKASbgnTWbjOZhyVg2BwmajVKpSKijK6+qQ07FdUXEquopzoBQtSrkEWA7HtEsJbSIWDa9KgUaLE+B44S5jvNMJkdxlK1B1pZ8ltgAkgZSSQYMvBzvCcixaHCiscVSI8pDra2o6x2bkJUht1lWhCkOJIsb8QHTYWx9u3alYcie+atKRKbWhT7TEdDS5Ec9RWlTSSl1IJKikIW2SDohRJDZ3Jx4tZlOYIr1Qi15D8L+jZS31sSnFhsJDJVmztuZCmyQtdwCbOA6dJ3SnwdMr3s8u4sxPR4q35U2OqrT8P6L95NtMNB1uOCbOktNN2KSSCvQKF7St7nFxbhyi483c1Z9vClb++wpqOiVTX8hL0RxK+ykJBKUOFBIzJGoF0/WKpPw5X67u0xbh2qIwa9IdXTqpzWaXTV5Vo5mOlSSkOoVdLjJKUrKVXbQVAlr7naLVMLtOYXr2LIVXwbi/rgTYTqktMygemQ2CSG1FVgpskKbXrcgghgGRif1I3QO1Sg02fXqj77izcvxYVskhRFuu6Q6hYvYEBQuCCBYWoncJwMG16fQYtbqlLflITITFqjSFRZWtkOBwHKl0eELCgQCQCBdAL4FDlYDn1LDmHK5KQ4+6vi0uYhPA4oSSS3qOlffMF3y5TYWttWx6k1xWGsWuriykZuLHdkB9LLpuLNuWClNq0UArve1hawqRLAyjpWFcZVSe27vB+zs3lUZIrs1IRIyEABBkAJvaxCVE21IJIGpHSpG9WgzpFLr1QwvjLBq0KSqk4rdcj1Smo7p4E1poqWgG1swUka5Vm2UQsR4giz4rcDrYYir+A+0ofERcaJQR1X7lIJJAuAQTalcedgcOLK52LROElTEqOvippq1HpebS5/3dRtxGgooPiASsagxtltsZVNkz6XWX3ZVbq8WL0tLTN5R/hpzXCeO2pKJDXyp4jSFgC+YkAAVxpQ8R0GA/jLdzvI5Kb1Ou0ufUeYpdQt40pQVKUw4dLKSVHW5SdBsHT6bAaqkSs1TD1XqLDavjw6WnmkPIUV5gI+YJcbICVBKk2va5TYWvqPuN3VT8Rt17d86tFIqi2pHuus05eXskqbBcSlzNYXCVhRSBbNbLYibpBiP3o75cd4RxG3A3i4DRTHlrXKYdgVEuocUki7rKgEqVYKSlSSgG5BIIsRa0TfnS687En4twFKxKw2xkiqdQ06tLV8xWy74lIvZSki6EkA5U21Z/tB7smsbz2KNFwbCqj9IiqdazcTmIaVlJLzLgGqLAZkEEAZCVotsIUzdHQcJRWKzi2ncNhGR/kGH3GmlOjULBQErOYdNu1rheZJIBuFgvKMzCNdw5vBozn2XzxaWtSmlNT2MsXOPkC0lSbgDQAEg+Sb2PXeBMdwbRqbWcW4hRWPcjqULjxc7D8iLolJUgnK642nuru4gWLayElINi3fBFxHghyLFwz7ow9wlNO/ItTQAzFtbVlRdL2yA6XspVrGpxfgz3XuvpOF932IZq6c/HRIYaqLpfRwCVrIJ6kKUBYpdRZVvMag0s2MItqLXrAxC+Ti6jbwcJP4owvTn6XRIv/f4TTc2A46m4U08ygF2E6QCA4kKFlKuiwCkke7XeDQcb4In0ZurRZsKoNKlUuUm8hhxJ6XminVSS25cZQCLagqNwME7q98uPN1+LaszTIjNYYrDS4tWojq8qKwxqLpLZul4JuQtAKrXBSoDKO1S324XpTsSJu5olboNLQ6h2VDfnhS476CBdtxP6W1rfFSFEXSSQSBCjiXFm5I2MYb8sZbvqDUt0EqJRa9FgqU1Tl1SGH3aawb2ZQ+2UF+KE6oDnUntoAUpF8C4egYtnvyqzT1sU9bSFvsZsyHr+p0Ck3FgNde+l7BOMJlZxvRomPGnWJT7DvJ8Xi5HXGM5slSdQkpVcixI1V2KjerpTu8bDlGfdpcSUunPoc4/KpK1xVEalaE3Ug5T4gCgixzei9lLOMExR6+6hQmaup+8/dNgmgxKLU6GhmiuLS01UVIS7Czf7NZAzMEE3BUgA5tFG4uTYtwjuDx/R22q87QZUKrJTyUpiS2iQy4pN08J9o310sCSD2IIsNsaYL3g0ulutuvVaoxeGnpfhvjMn00NwpHe6SCDc3BGh0LSseNYnwU/R8I0rDdWckpUlUOtxW2EEG97OZXWgD2SFBKALAqJ7JWaV1x285/rMjU9MZMNp8/vzOGA8Ibvty7Uv3pERUOSmKVFqPCDUpWpORZ6Qo5dLEjtYaGwbeE/a/wBxk9pyjVTGKIS+r7vVIDkdCkn5cxSWzf8AVuNL27E7Z23lbyd4srAaMES8Bs0Wb/UKk1KQpbSbA2VmJWFIAHSc6gBax00R1J3Z1me6261izDzC15fivz1ZUqPYK6Dr6djfQ22vpq3OTceYGrpp1GXvyDNB+0Fuiw45Wf5yt32IItdw/XUhRisTUvuw12HVHUCUvMnUlN8yDfQg9KtwdhKl0alz8W4j4mRha2oHTlQ5lVkOVR8LhUQlIIAGupvbZsYZ9lrEU/Brkp7HkKLV8wd6mOLDkWB1SprI6w6LgZiF6ajS9vur7t6zzVMwHi3Dz7EKrpV/SUd1CmlPsC7bqFpshy6yoqaVlJBFkgg2eG31NfRsmO2DnHEA9z9ZlT6zU4s+iLlI46Pu+UodjtG3TqL5QDmVcWVYEp12f1T9mbC9elN1SLiGt06K+pLrXAUhSoqu+W6kkhBJuLaA3BAuAYHssUPd9z8+BiOrLhV6gurgLgSmMimUg5S0lWudo6KSLXspJSEg66jVGpbVBlz3aev3d1/eEdPUPPzSQPqACe3ns3Wi43R8DbM8T8HYc3X4yw97rpKODNQqLKntNBGVYSTmVlBub97ka9iLgEhVi+s4NqldrNLlwpVRiws0BqagojysiCtDfOi4iOqVohTwCSSlKlJCkKMqvUrEe8ajc/RqghiVRJqZTTC2h94YSdQTayVcPMSEkHQEhQFigd8W9yvcrLw5S6cx0Zms+iVpR1cRrOg9Gtgb5r63AOmyVibnyJB8oaYP9oHHjUr3zvpqMWl1da0/Aaihhhx1PSQ8ASl45LpKnCtJGUgA2XsH+0LvAxHjxr7R+7lwmF5I7rEpoLWnKfhutyW1KS6ytIUAFkLSRYpIIOwFivDLsqBhrCVUzoq81PFhrfdCUOLyABlSzYJUerKokAkgDuNjSqYPr2Etw7mKJ9OqKJVIXxc2ZbEiKjNYocFylxIzFRBAIGoJAseSsb9x9wZq2nMFd1M9reDhKpbucR1BcKUh1TsKUl3KtlemRaVeYCikEHTXXuDt80T7UYXanxcWy2Ku/QX1K5KQkJUytKQpRRZIcShzp6kLIJSCU3BOw7ui4tZxa5VKDLirmufFnwMoQrKFJ+KEAAKTc5ipItckEXJJYW/3Dn2ywuxXqC6w/VKCj4qMpU7IjhebhpIGbMFWUAPTsDqGGXcNs6X28XEMTf7hFGMsJRHOewvA/pvD76wufSUIVdNQhLtmkwyLJdaIJbUEKsDdW1JL9r7ehQWqZ97ivsPwlIVImQhITIykDiMvghSx4QblViDcm42n4ApNGp+BKbiiVSXsN4rg/eqJiCBV/hrWUlKHUO2tr4VBSVJVmyrBSSCL4qwHJ3q0arYjwxh5GHcURVKn1vDSo493VZSTZyXBCLobfKUAuNAZVApKFpN0FWvTismJ/RKcyIrfTjLeDVIFZrPJSorD6UdDWRLaxcXSo9vUptlsNANLFOKMVT6pPl4D5TgMTWI8hiVDSt1pSgBw3uDZVwFeKxGmYG4soq3CnuGVA91tRGGJXTKivoTmYkLTZRZeSu6CF2slQtcEAg3AOxNyOM9xmLXYEqBRKdh6vUhKlLpqYqmkqvotyOpPSb2zFLSgQVXWi5BMmsQ1OjrqTAEVWH5rVBozHPssPsSkNc+0wtK0qRcWeYULi6L3BNri6Ta99mBFpVLgRfvVPp1XhLaUrirYCV5CCQtB8Wt/De/oRa2zvxhus3c7wZTk+VSYtLXNyuqlOtcrmWqwQ8SgFDlx2dCQTeylHttR4U3YYcoNe/mlxRW+PCq6OFRqo74ocoAFLa1jRSF+HMhQSQEqASUqJB2M/b7+IM6dv5YjcOyaXhyfP+zkut0iLUV/eIseaiQw4sHpcCH0rKFgE2UhSSb2UVWBDOacwu7Qefiu81UelXFWgJUlX95BJykAjW9iO1wduFW3c4I3c15ul48okqlzeKtpC56yuE46LAjPfIm49QBZQIBBzG4x7GozU+kwItJQwxKdSnOlOZ1NrryqtcqBTqDYjQag22JXXcv/AHDHtJ3vTmcJ9IiyqC5A94VGnTeFxWnaa/wHW1gnK42SCkrCurKpJB7WNiBkn2jcXVSsVqmQa9VpvvSnOp5Wsrgcm62rTK4rLZJUFAFKgUquDa2oPoIrDNLdo0SVFdQtHCTmWtYT+3yt9De97+myk3h1bd81S3KW0zBqMp/MngNOpW1msRqheZOpFspCgD39QwUyu2ONG65vsgNbgqFvVlYenV6VNhMRZTVOsviSCjqzJJSACUm5sCBqRa+ytg72/wCdCLwpVJ5FEVSlx0OrzLUi9khdhlJT4cwPVYXBPch3aN0vDG5GrUYtRWYTLSprtOhxUqYZUj4isjCNErFio5fCdQkXuVXg7e5hzGVZ9w4XaQjksi2Jq3c7CVEWyqWUlSUqFwU6j01AO3zL+H/4Q0ei1F9zDNiscH8A+uJi9Q0ndqOPYjZgmA7QXIs9njrXl6EL8VzfyIWk37KScwNu3fZcb7d8eN6pQabu0rNQXUIUWVxWlvoCpXSClKXV91W8iQSR3JIBNzXsWyqC6w67SX1rzJztZeOlKiSAQUAqUAbWUALjUgdtgHE0ql4tlc/xUIlMLU07HkJWhSbdgO5Sb9VjrYggEaj0es06MhBmHo6mrMnS/aMqkrcjUtzeKMEolSmOX911aLMcadj8F5tbfESLZiAkkAEJJVYpsDfM+LGt5eMsRuVSqMrlcfL8VbuboSAkd7E2SlKfwA020ezhrAc/iSqzzrb77Xwn4rodS26keNTagMwOgICgRa9r32qBhZpriNNVFCP9k6peZOX0vc5de1zr5G1tu6XT2Ux8fiHtvsQ7fiJCh7qZTVUbnz5eRaF50p/VUNe/+ev7dbG8yjwOVblT3ePKQlKelo53PLObW1110ItpbzF/X8JNUue3KlS+JNioStKOKpriJI0uNQQe4UBqL69xtT1SryvhxfA/nStKU3/EAG34+h8x2G3o0qRx5RBi1p8pYRMKRXYDE+e7yqH8y0R9Eq0HcFXqPz76eoLWMdQKXVF0bDlDlPvt9LrrqMnVex1sdR3APf6bEu8jFUrEdGpsXhLp62EpVKUtYf4ihr30UTYgkkDUnU6jajw/HgOxXPhZGH8vFdUsqzKPmFEkm51BJuOxPfY9dVLvsQR/SacZyRJUSsbqq9hKXFr3veiY1hK4sKVmL8KqMX1YcYJUY7qEqUUqbORQSQoElOwwwqK7xPg/40ZPwA+nrf8AHYorOB6C7F/oZpbD7fgkZ/ErW2YHuLnW1jcDWwsQelTZ8WU5wvgPsLyOpy5k66ai1ik3ABIt+HbZbVaVqG3L6hNVQVwUloqkRapFYpbWdHARwuK7dWVgqBtcDS1so76W89oGPN3uKKNS4nP0lfKrQl1qQw62/HlINrOoUlViBcJNyCCLEaWFs+/8L7q7k+ZWW2VKvO3497eXlp2ON1W9+fu5gVrDkrCdExRhqvNL4tLqkfNwZBGkhhabrQT8yRYKIBFlXJENRj3Kp1B0XYYN7vt2P2jw5PaarkWK/Kj5UNOrGdKiCNBoFDQnVSSNbZu2yr3j7qsb7r6oxS8ZURDPO/1OfFVxYcy1r8N2w6gDqhQSsDUpsQSzOG1AdfqkXPTn4uZ1LWqk6HVsqOoUNAFEWJBva99jAbz6XijDjmF8ZNLm0h9SOY+68XgpGvEbTmCUOI8SVA3BSQNCQZr1B3cya9azNz6mbcbSOQi02gxXfkS67+WgH7cxP4j67d3pPK8o7+ohP+XlsSb+t1Ff3Vbxm8MYoZQ+3NYaqNJntX5eoQljoebJ10tlUki6VAi5GVShGuvtRXeFyiH0ZfB+Wn1Fu+zuJrIN3kJzq1Liu4tiNSnlohVRaMzrVlKTmNlEXuLg2Ot+/wCO2xPZ6o3/AKL7KfnwKsuVCm5eaWuPlSlQ7Em+W1lHS2lrg7ZNptG980vmubQhcX4/CVfPp3WkEWUPWxJHp5baUVXaXFwuxAgVBhC5tOT8VTuZp5IKkEpeSDnsBcpJJBsDa5JFY/xNTT1Mo3wLmY4xvjLe/Xt4NBxP7oqNLlLXFVr8RAOrSiQUrQUgXSoEE+Q0I475qpPnu0LHmF5eeroRmqKcmdTbqSgocTcC6LhXSQCnpFrEWjbvaHF/pbmnUPrW+pS+FZae5ugnQ99DcdgCL30scR1aBS3eV+zy1oyeNbvy/kAde4uQL+XlsiAUfImhZbvTYZXYQp387+8b7eVmJCp1R4TTs92EhSkSHUJyl5SPlzJSkKyXAVmVlNzZ7VzFcqLw/BNfQjI0uPZS8iQOnsFHQ6pIAvewHYLTBr9Lo1BflUuItjmsqMq3Qpbau9xe+hHlra+hHnIpMOBKqjEqVUXIvUn4rSipTNjfN3BBB1Ngb207DZgkvPH6q39YgQWjYg3X7xsb01qqNVtiVKWqHIYT/VerpDiCkhba75QRqCRewIN+1frk/d87Lwvhd3j+7nVx5XCul1SdbcQJN9AbBVrW1v2sQYneiu4jcdaqNI51h3mEz48dt1Ly++clIHUdCoAAk3v1a7A29WgRapjdjEdGqHKyqo03xeF1R3H0IynKbBQUUgDKRfS2uzqEHiN02o42xjUDfDhLGX9KVnd7TmMcwmvdbtRhxRkr0I2KGpLCLZJTaU5UuJBzA2JPZNdN3nYjwHWXMOVmnTqXV+Fx+Vmx3I7uQ3CVZVBJsTcBQFlAaEi9k5KxHiOgz3GnYkWoofQn4vCCXVJ+psF6G/qb+fbZlTvaQp+9DC9C3ab/AGnyqozQcqKDiqOkLr9DToC2oqtz0YpslTaylZABBUsJULsNvIg3q3PDCkb2d3O9WK3gPfTT6dFzv5GMTZhHqMG1tVLCSh9oaA8RAygXuAARO37exjiPcPhL+dTBGMoOOd3kpCXVysjedtpQuFryEtOoBzdaClQ6SEmxUFfRBgOqT3IuI6dzSEP8JqqU2PkdcRqAt6O4pKXkWsoEFt5IsCpzROx07ibHm76K5gjC+IUYhwbVGlKmwmEl1hxpJTduVGcAWnKQlV8txrqRpt1dyMMP7lq6mQ/tEZGwviOsxX6zQYkV9iLlQ6006OK3ftmSbK1Go0AI7XIIFondvjJ3CU/EbVOm5PkU0ha0OJ87gDS2upBAt+NnLhmgYX3l0F+VgN5FBr1Omu8JKXyngx1kENBaepTdgAQQRYWKSL2bO8llrC+5Gm4Xw58Z9C48ieqPPbYdytLC1ON5xlC1LGXKopBCjZQvqYVQ4KmYx3cYWxHiPEdJpcCWv71KaQrIsLypv49DqPwOltSLaenMWgysB4SiUue1nbbaShfdP46+X522THsu4bwvjLeh9qKNEfWhhrO/KlRxHfUs2zBxAGUrGVJKk2BBFgQL7aY3off+PS+Cvo8K0W/y/wCG03VjZJB8plveanDkV3itS/GlWRCljN37jz0va+uwdgOjfbLEfCdeyRWF9K+LlUn/AENj62FvMa2+95zDUWqOQJTS2Fxfm+VXe3lfTyGxbugmwIGEpcV1n71n+E607m6u2qSNQQB27fU7Z2nr3vzC6mzYkHN6lCdwG1Lqk+oomscL4Dumbso5V2uL287WPoOxzTK3r4clT25TuE4q+v4rSnXMik/3bKzIPe1jb6WJG2ud/tQpbtBptUitU746Mq+X8LiSNEqBB6tO5Glu2umM63h+gtVSR90Wx150pyISjL6aWtb1Fj9LHZ03or9se4lSo5YQmg45wb8OU1SVsLR4UInrWlPbXWxvfv3Gt9tXbj61Ax5RnHWmlsIW7kkdk9SSfTuki1iAPPzG2bd0/s8fzl1Rt1ppcWloy8V3Kersek3tY/mfr57bWwjgig7vqCxRqM1ysVhGTp8SrDTTtb9gv+W1vqWTgTN6jqAp2L7hPTYlLoMXlaWz4/GvTq/5/wDXbhNkNNfFlO9H97aldrjrXwmvAjpz5cqtqmbKdn/C8aP8f+ewNtlvuYhJeBMCS01XnGmoiM6FK/SoCVpX+I8Q1Fldj6DsKbGG9aqUaqOUGVEWhfSr9x17X9R6E3sfLb7pmKYFUr0hprgIqKM6HWs+VTnX09PkfImwJ8r20/d5WF/ta1Tay00xniqUhbvzpSe6CRqRcaXJH4abJ9xp6ztf7oIU/eZijmuLAl52PClOisv+IWv+enqbeTn3VVuqYyalypTKGFxcrXwunrOt/wBmtvI+fltlXeJR8W4NdcxHAw9UZUJhGea7DQpfBTpqoAEgAa3ItbUkAHZsbjd6rVKwb7zsuVFlJU+lXicSk+vfS4uSNPIbNVV7vOQ1G5vCG9b3vu0uvT4HBZWuE7wlfIpVh+qfU9ldv2HYZrXtL4cadbalU+ajIvK6lTWbKnt0kEg+et9Ldtk5Tsc0bGWKH4sp59h+VIW660teZOVRJNknsdTa1rXPfYl3gYWpfuHmqXxM6Mq+LkzpbRa9lW1T6DMPM6+qtqJuw0qdGvtzGrR8Wbqsbtc/S8TRePKa+PDkdClJN7pWhQ72tf6fQ32rFbqpVLgORd0uMnKFxF8w1Ada5iArXslNwtAv2CFEAE9J0tkalxeFiNh3wfF/sl5VZhY3BHc6fs9e223t27bX2cb/AEj+RGfOu6l6ak9+4/HU7KEdtv2iWoqFR4lbhHEdZ5VFG3lUT3RWkL4XPtddOmWtqh2wyHUDI4EknQX12q94NAagf0pFiMcDq4qdUpV3y9Sb2Bvf6WOhGmxuzVqXi2K+7FezrR8J1XzJUPkV/B9Nq+oYYo0+K5AlcdGdKvix1hCu1h5WULG4vcfTaGAf3FNoZphHH2GYsXGT7sVpbDD6+L1oC0NqJ8lp6SD+APqLnU091OtYNbaaZQ50I+KlZTmSSO/pe3iHn3A8yTeXuurOHJ7krm2JsJ9fQvLlUpIRfKtBJsR2CgbG3l22rMSw2ouDWIrTzkXPwkpd1ypUrXU9x+/sdO+ze8EBRNyvayCKvGeEGvgSoDSGJX9q1nCc3bUalJI87d/rsP0WoYjwlPbrNBqL8KUx87S+rL5gj5knS4OnY6WB2MqlGqjX3Wsy0LY8aVa5VeYJvpf0P7DtCi0me7K5V2J/8l+ZP49wR+emxx5rtaMlA0Z1KfwJvki8Wv5MN4re/wDZjFSEw5ywLDmW7dKjYAKBCvDqRpsI1Kgz8L15yg1mnvxZsXKvOhXQ8jQpcQR4kEWsoG3cEAggSsLwMOUaqMNYjq3JRVqSh1aUBKPrmJJsLX8hfyI7ba/wPTMEVSlsUaVQ5tX4CEvxVvobmNJv5ofBJCb3Gtrdhe1tkHD6Y8cj/wAQdmo+niv3AYo91z3KW68taP71urXsf2Gyhoe1tL7Nfelh3Dm8rCUugz4rD3HQHWuKnqjui+VQVrqNLEa99mFSt3GDZX/2Eckv/a8qlOX80nQHvbT9+1XiDctz7rjuHKjKQtH6VpLoWn01SsZkaXHmnzAOxq9UmPKWTqdbja4M83q1hivYXxG5hyfh59c1hWTwlSXknwqT3NiDp530IB2t8FXlYi9xcnUWJpsh1jJ1t+udBsoAanUX9L+e1q7uXwvWapAaxRUX6dXoS/u8113hcTTw59UEEi2U2N/IXAJ1ivd3u+apcSVvGolIlcqhPCmKSGpDdxbMh5JzINrdQVcDsdpNwvG0RLUX7uAOIutydFpdLit8rSUe8erPldHF7DVINlWuT5G/mfMG29R3Ec+g/f6ethCFIzravlyghV7Wt/wubXF75g3n06jO4obr27TeDV6owv4XIOyA6ltf9x5ASsm4PSvMok3z3BGxDgbHHtD0bnoGMnqi/QerLHn5X3Y6APIqSSQQLhJOovYnSyFmidkPMUs0Tum+MrdTiGK1XojsWJV4UpClZs6eLmSVHsu5GW1jl0sBpYjXUmI6pK9zcV17PnQledFk/tBFv8v2bef1N9o6VRpXIUbBHvFfF4SuBfIlV7aEr6D52JIBuBbU7aZw1vxpePMG8q7zUKsQkIzsPrzp1BJIWkmw0Jsq3nbyGw60fT1HfFvp3QcyFXqnRsLwOLVGX0U6U6vi8kgrjqVc5lcPXhq7lQTcHU6G42o28ZSsOYXcx5ubxktiqUjK7HXqlp5rS7T7JGVSLAA5hoCogpOxBT8Qc1Kci83CeqMpKssN2e3HdlJ7DIl8BpzzAIdCvLKoWG1FinEEDBFLcrNewxNoLKP61xWkLS2k+auGVaXItqCfw745NxZbKs+//wChJqpfOQIRve1duv8AaHwG3S97+71cWoMNfCqlEdTxYb50KkIdsoJPmkkpI0IOlkq5CitOvtUuoc0whSktO5CjiI8lZDcpNu6SdLdza+1BJxZgjFHxcL06Lx2P9g6hSVIPmMpNx63AIIse4J+oVH4U/wB6RZb7HT8VrNma87XB7eV9bWsbC19mdbqSrfqDBl7KG+RIWIoPPwH4rTqM7iFKRxUZ06DsbdQ7eRBH5nZSUfHOLaXK5CLLfivsLytLaXm6v1Em2o9ARrqLDUbOOTSK9KlPtRadkfyZ8qHcqHFHsUL8IJTonMQCDa+uyjnYQqlZr09qLEWxUWH8j8B9PAkKWPNKF6qPYixNxqm4IG2t05u7Xz6jehqZgVI4lZiDeJi2sxfddUiNrWwtK0O8LIpKhe+g+h19NdpmEcM1nFspiU7LWuKhXxcjuZWXzGtintb1uR+OxY3TvdcByfWfgSmE/F4qShTiL97lOixrob3AsR6XWApdBlOvu0anoreTMuRFad5OYpNjfKEiy1g6hIBJAJAI20/FRNunT/E/MXVOjQKzSYGHKgv3iwhTS1rtlUi1sqyDfudL6juDa42tMF4fapfElT6GhbC8z/wlcVpS0+SCoWKvMpNiPK/cg9ZTgN12X7rZq8Kro+K1z9lcbS2TMCbkHTUAG+hGo2n0Kc7Apb7ruIeSzo6lJWcjnmBY6JVcWvp+Ow8Mz5WUtT/bGxRqtuvr0p+BS4mHl1GV0yIUpfuuVIVexJI6HVC1s6RcA2JJvsvcaUiLhyqSKXApNRpef9LDmOh9KddMrgUc507kn8T5L5Ran1T9MhEpDudqboppSr36zqQBa97KB0FtLbEtXGI3XWPfLqH/AIWWPIYd4sVxNz4ValNu2U2IA0SBYnrgyoYnbW6AnMsKIIrVU5B2Jn46OhK1BSHlCyjY62IPlYHTzvtKcrLrTvFisrirQtSFtL8SVWAsb+Rt+ZGwq770adY4sRfh+EpXhUm/YG9iNe4O0+H70qnE+Etb6Op1C1/FUny72JNh+e2a+JmujN8Qmo+NpTtZ5WfTkZF+POjIpKraG40t6pt28xteVqpz6NPiO8pKixUOpkR5kXqWyo38rgrQc1im4v5ajWhwlDlc0+7KdfYWwjoSpopUpFsyr5kkEjuUrABAuFA2Iv6JvDdaabitYZi1thalfc3VhhOW50Qsr6NewuRrYXBvsfHjlZB0r4yk+Ym82fhJpx1qJCqkWKvNy+cqQrXulVgQbEECxIJNwddqLenvtwvvBpcSfS+dp2d3hTYEpGbhrT2KSNCCddCCdSQPOViikUavRX6phyh1SiPozc7SZq/isqHcpuATfuLixBBuL6hj27WViPgSqXUURXELStTTqCnjISe99Uk+d7E/W2m0B/zG6NHtwWh3gTC1ZaixJ8BliUhbSej5FJJzFBvbKbeYKSLkXF9qbEJgRXXJTWGH4tR5j4qF3Qtl9DnStK2+ki4BCgEki2hOpMq1jKLu5wlEnwIj7+RHClIjuhSFW7rT2I+qbmx17dgGbime07Axbhx1yo0Sr5WpEeU0UKZd1JjkgFCTocp7khRCVWUdqrYyNlZq1Isbe8zkN7VGw867Lf5WdHQ1IQ+vOqK6gpISV6BxBspIUb6pAuSbbEe7OhwMB+7YrVRQhaFra48eRmy5gbcRm/UCLJvYnWwIOm2cKBiGfQa9wqXW5T9EqKlOrgTWgpbar+VrpJFtFtkAg6gWtsxaPHgRcUYexvK991FiFIUl3kH86ZSFAg52wdXWyRYWPSDoewdpcueZfZ5Q+3rYFpf2tbx5WcGwqjSJUpLVSlMSjy7Lq9EvE5kpRclKQoGwOUZk6g2lOm1nc3i1jn4j/wBg8Q5YqHUKCuXdyXTlcRYJIJ0AABAJHneDx4uF941axRQd5q6RCmx2mnYb6meVc6LkrYWChalaJNknw2sDtOxDVN3NUoz8DiooiKo0qGt/DyAuApZBCRIpq1BtSAqyszJbcSRoVAkF9HhwNs5wN6VLwli2tYIrPA4E1SprDrqEJYc4huVIIASAolRUkhPUTprct+kezB9suHXqXSadh6FNaVzsWOs8CUnuAUoIBB1vfNa9wQRsn04H/nVwRApc+txX63hF1P32KnMqZD821ggKF02GYoJuCCk67WK6C1gOgufzfbyMWUFCFIS/DhT80NlQ06oyxkbSTYkpA1N7XvtztJ2xj7w93NBwHFci0GoSqXVEZHc+jqFLSNHEqsFLSPNIKVAX0UBpS0afi2vYcc3g0t6nIqMWPllR/hLjylIbzcVtxBzNuWAuCACDqDYEVdKj48agN16U7KrUWUlK5keVdL7KtRxmHEEpKTbugAgmy0ajZTQsA0HFu9CfAn++6QiU1zSZ9D6GJSU6ralMIKVKBKiqwIF7kJUOnbgd3uRjbL6re0Bi12vOSq9giKir5FKhzY6+BzVrWaX8iioE2UrKSdBmAJ2c+AcCYc3l4NcxHWWZTDFRazZGJi+LDftZTdypSc6DoDYFJFrDUbKfFe6WBQaX7+wbTmMQ4eQjJM5CRzHKqBsoLbF1MJIvdVjbKQrJYDYRw1TapAqjc/BtRrzC5WZ9K6dKCUylJWAWHm1XZeUEpylLllWJyqBsQI+MkCfe9ij/AGIiuRZ9crb9OQ/ngVdE95rhupNkoeSc7aTYC6ha4OpSCQYe6fHm8HdpPfqmKMG1Gt4Qq6kc+xVIDOdPTYPIWgXU3ltZ8gkEkKKhcBzYVr7WMsLy2oFJ5V+KnJMhys2XLqQpIWM6CdcySF5TewO10as1jf2eKlS5+fJRWlpyraQqVHaQCFNhSCjiNWF0qBQRoDlIsC7dsrndOTVBn1mBPxHubpNBXx0dbsCU9Rp7a1X+HLQ2SytWoAUEBlwXICdAc3wN3rVGrLcDFtOxDh6VS6lzqU6KYSo3F21xwMqddU5SALXsLA3GDMVbwcB0uBvp3aYhYxLQYqOFKaaWUPtsFKM0aShYBCT5FYKAO673G2g8O1HAe+SBH3oYXxD/AEchrLWaNP6H6bfQtvJWlVo5VcBZuhNgQSCSKZ3epIEUVew5VKpKbr2F6dKm8NCWpXCaSnmEWOvRdsqNxZVgT2JJA2I4+HYs/CVdwbvLZXTn5UdEr4sUpyyGwSmay4hRQ40VpSFJFlIIJUALkHkLDlLoM9zCWEokKKhaVOsQJ6+EmY11FfLqSShToIJIbKStOpJIsI9Yw7FlRYn9IzV8FaY7qZHx0Mp7KUSASUDzsQbFJFgEnYZEmZ3ptLagVSJXsJVubx0IWliYpLchGVWhB6kZ2wr1UFAp7KIC9iKjneDVK8+7Fp82FUYUpK1cg6pLsF3KQHUEgPtA3vcg3CrEam7Lm7t8B4NrLDruMURV1RPNJQm0qFMRpd5lSTcWKrkFJ8V1E3vsRuYRxlRp8eqUuo0HENE4XFgcJ9SH20En9G540jXVsBxAI1QQb7VkYixpe+ZpqU/hfe1hOaxUc+dNboLTbD8hHzPLjEcu+QSm6gEKOo1JB2kzMV1SBFfnxWadV6WxkkRak0tbSJCD/t47ic0Z4dilQsOxURY7Ta1gml4yrL8p3EzFLlLkJdhNTI+ZLi7gAoBKcqigdLjbnDcTcKbbNiCGkUD3NPXRp7yETcmZ1pUcqS4m1gVJyg5D9UFNjbMRrteEgjDkRcWtOOysPZEPtJkJRIQ2pcd3vxGXAbEE97qGpsVG+Xavpz3ClN1TjN8Ra+V6H3GFq72bUhfSq4JsDqm5trcEkmYUw41FblYSlzqJ87Xu2RmYjrFwSzfOlKddW1jJbQaGxrGY9eo0r3zWaJFXTsyWqo7SGilCUK8Ly417JB1vZSha5C1W0oRLQ+iMwJVBbd97PvxWHU52lsZlRVaG1gLoNwCT2ItoAdR/EeFpU+U3VHcT8BxjL94hRQpeYeFSgb6X1KRYjuLabXWHsUuyuI1g2rUuV4mpTD8UqW3YABaToopIIsVZjqbKJ720mluuwOK66hE5xHwlI6cqv1b6EC/lb8AexIBB4gZU8Nuuu+/qpVkSm5XXxXU/Czk3WsBwHVRJKgSQSToCdf2OjDmA6zEw5PeolOi15SXWE8xkpdQVYdQcBKoM1ObKFXLaxbUWUkWjbkWfS5EWqcdha8yHWlRzkc7i5y2Re+qVADS4vqdlhjjdBhzEdGbpcWnSmH6clXuufCzZFIUNY8pgdKxoCl1sFxITYkjQ2kbZonHtDqjWEm8UO4NRih+j8JL/AN6TFm8Ds24vUNKcBISXAoNqAzBVgUhc07evS+K+1P3WrYm5OEl1SWnUvX/sXkOJSVAetyQNdRbav9lbFFUwu1Pwa7LqNRhI4rT8CYorU2m2VbacxtrpYG2YXNr7EFJ3S0bEe+P7EfzhPo48V+fHo09rhKqkIlIDkaS2UkFvNlW0pBUFZTmGmYF1lwx2wIlqHdGGyLvETU9p3laXh6r0tFUQpC6bDspGW1+LGCwttxHnwrrNh0pAGxJgdUCBS/dbtOqk1C0q4sV1DeRXcFbZGXhqFjdr4dyScq9QZtS3K1TctvGl0FqrVut4am5p8DPPHP09KT1FF02fSgq1JKFpBBKlAkpsqKzhefXnJ9LxPzVbczrRAadCnZCkDMotxyPiKCRmU22VrtqlKgCRCl8eccpLMvM+cFysG8/7rw58RcVas9LqkUtLTlsALWCCevRTZGhuE21M2i0mqRa9UvfNWQxRIvxYENWfjs5gARxFXS6kdSrCxSF+gI2ibvaxKn1SrNT6dF5XMl2O7HWcuZRupxOq2y2qxUOGoG6r5Tck8sRN0uVS3GnXX4VUfQpa4Trq0IeUSczrJFilQTZIUnMRqCDqQwhliJ8UuTiOs+8q9herTUSqdPddhKYdCVN5SU6trukdKbGwAPYEka1ddl1TEcX7W4oiOQmGFrdaadUEoyqX1AtqGZKlGxBCiASRlFgTT4iw9vLixYEWl4hpy8GylIdfUiQFVGk5DcttkAcXiLOU5VJ01IVqCuN5+8yBvBxbH3X0Gov8lS2kqqMpp39G75NEglOgJJPymw73At90p6ltXcH/AM43Pz6CzFhU5tCnVRXVFKXLdVxpp1HS+lzfQW26xJsXCWA24sqnykcq0t1LSc2RSMpzEAaggqAuLggq1Jtf9qEuqUF2k0uLEYySmkoRNyl2PMTfMG3uGsFBJFisWNrEgk5j23x4ar2LaDAi0ah1GLToTXFdno6mo6yrKUrVlKktGwPEU2UAAhdxc7Q1Zid3nEpS93e7XG/DlViuOMMsR80NbqeE+2U68st5NrLBylCnLXJvck3IyrdNu0xHWZ7X2xlPr60tfJKStPdCgoHr72JKkrBSUqJNtmmnd1FixfsviOn1FitvpTIiyoq21u8I9lpUglDjVjqQCkC17Ag7BCVRYDtSw5Flse94v/d5EVaFOX7FF/0azcGygUKBBIAUVbDxtjKooXEUNSRWcJRZeF4FW974efkJd4D6cqm1pXmOUpN2V30JScqvMHttY4Qx1iOBw/s5idEWahXwET+jN/4YeHTra2VQAPa477Mylbqa9ij71Kiclx/iqU6g/GSTq4ls3I89AQPQKuCOyfZcdnuvuyq4xSOBlUt1DQdS81YfEFlC3mASCbixudAVBugimIu8S4++/wDC3l7sqcibL6+YVDDXG/8AEaWg5VfVSCQexudizBeB/ejXv7DjNeojC82eO71oUkgkkBVlAEXt1XAGgHbZlVCg0vCVGYo0WJKxetbSU866ptTEhB7Z0L+Gqw+ZI4wBAJPcU9T3j16jUZtr337oyLSrhRUhTTiOm6FJX13BJIVnChlGh7bdZnHEDYHUcSlrtexlheBAnxSuvI/RO/FTmygE2INlADUC1xc2vptPoO+3d9Acifajd7Np01filcALYcV5nT6ZhYEkaEgjUdd4lO3c4ow4xVMG4hWutzUJdd4XSlT4SSeIyknIVBFwpAyE5iBqbAkbBe9+LxIsCkvrWhGdSJCDkUn95SoWJFxqL6eRzhUztyIm1bXexNSQN7e6+s0aJ7hxvVMNSlu8JLUqlpmU2V4QQSMrgJHZSVpPnlVY3BKzuk3q4onuYywHiGFV6dK6uXhVfqbdTYpKo7mRQcTcAKAUbGxHlt13E+z5vF3vykUHHmCIvuuUlL/vRKlsKcQm5DjSmVJcdQCbhRyIBKrm5IO592fs/wDs8eznS2J/vBnnVrUjn5VS48jOe4QVaiw0IaSTpqo2J20kpQeozp6EoHiJmjdv7K+9+vbwG97UrDLFOp79LjtVmmuvoYqTj7fSlSWDcWDYQklxSLhPTcEEGVTlz8UVSXhKjVB+FS0I4U1qOgqYlLBuLqFslstrjRRJ9BtK9oDHON8RxXGt2lbyImuraoj8qQ1Dh1JIylxkLKg1zhSHPhuuBSQkKIbzWH97L28OsUrmsL+0DgWZguvRVcBpdRhrahVRBFwY8oXZcXbukOKIIVa4BsRxxtjWN0eG4LCeF4FBq3vTDEpirxWPvTDscrS9F7h2MBe97ZSEWVonQEgq8td4kuBFxRWp8qJKhTZtXlTH4EhBaW3xHS4Ep0BIAUlIV5jKSSdT6K7zd4ruCJ8CVhKoPsU5b6VMVRLpRyuZYBBWQW1p0sUK0IN7gg2VW8x3d/QaDLpe+7DLGKMPYkmLaaqSKchc+gz1Z3UFCFpKX2SVXS0QVpT0oLgIQmoCrxJ7R+JjzfpvKw5VKzhoxeChinU5aH2smV1tSlJsFtq0A6CdCQoEEE+RRjve3vLrO6WmxZVRY91zUcD75FHFlMAaglR6tBr5kC1wb7HYwngiqO0WBVIiPjsKdpbqYRYacQNcjbiSApo3Cm1tm2pBAIIF/V8F70IsqkxaM1Cm4XW7kmQJ7QStKwRlPgCCR2DoAJASCkgg7Qa9vlKuGmJafgvEbs/3pQedQ/FzPxZkBTiVtqtfpUjrQR2IGo7HS+zKwhj7eM67xcW0n3vCy5Vz1ZY8hV7i6siQl1NyOpSQe/Ue22v3KHRsOOv1T7GoYWtKumRFSnieSkcRJ6x69j5WIsdheL7P277e00/PpeIcQ4elMO8eVQ1ISqO8wVJAVHcCQvIDcFKgPOygRZVd4+Ym9nayXHEUz+Ja9iPBDeEqNEojGdDsiBHlNFKZTQsVcFaCUFaSSkpuCnpuCNTR7osV4jo2KIkVr+jpq/8AubvwmpFulSNU2uQTYgFQ8swB21Wn2Yd31BoLbWA8QzaQtC8z9LqSlTWEukkF1vOoLLawSHEZzYZSEpKcxAahgbDmEp/K4tqzEqUheZphCCleQg2QlZBzov4VKCcpFjqLkA1CPwJNGsru4T3FVv8A921B3fSuaw5TlxYteQqbA4Sk8JxClZltAjpKULICbG6RlB0FtlPuvxjKwRiiJVJVORNQh1PFadv66EFKkqIHmAoEi4BBsQ+MPVDCW8aqT91UXD02a/xXZVE95Tzy7c1KD8FCwsvsKcRdJAztqsCEoIN0dXMRbvQ7LgS8Erw9W6e67Fm06qZ3UJfQvKpsSG7OMuCxFy0SlWuZSSVGwEvY7TTuO/bZwbXsGsUHd9uyqmHqih1XF5iUmVAZdOhdjpUoucM5QrIoJsSOg6nbnuW3uUverWfsRvBqMXC9QYWlMCpQHXEQpHnaQypRU0rOrpebIAJ1SSATjzDs+LPpb/C6OvpS6vrb1vbNbqv21sTbsdRtcbu5buHMbwKpPdblU593JK4qB8PuNdQBa+igR66ajbsBTmTWyj7p6c7yaq3XsGwcL71Xor9Xi/AarKWkuxK1HSLIW4QCGZKEm5UQEKTnIIF0hO4bw/QaZWYlCgZ6cxCT8BhiQtUdtNtCwkqKmkkWskEp1NtDbYvoe6Le1iPDjbWCKst/Dy8k2EiqXadgu2CghtR1NlXAsQCLDsTt9YN3WwMR4jq0DFFWfoM2EhUda4bQTlkC5UvQWCwQTlsAom2pNjS3UJ+Y4r1opMrN9+CPtlhyO7F3hVSnTYX9YRHkZWpyLWutIspCgdSptQBuQUHQhS0rdlAawu/Ki4mYhTUKUhSpCc6lL/XKj3P4gk7aWxBu/o3CYaarjFUW2hSHc8csLTbTsCUWV3IuLadIFjtxXSqDKpblBdiMIY8DqMgza697fsPY+R2p9bV+Ym3VKF8cxZ7h8PYS5WpUafXK2xVKijJNanobW04jtnYkMJQRbPcJcGZJuQRfNsLP7tsOezJRqlFgcCvc0tfCdV+lUwSEpCkqOigClJIKge5Ivs167Dw5g3gVlqIhjItDXMLaK/oArJddtbBQvYkkgjQr7edOi8VuLFzv8BWdLqkL809gSAFJN9CLi97EDQZPhVY1ifzYz++Jm6jV7nyPtMC8D736XFlUmVPpPO0Fh1KH6XKkF/KkDKQ24q68gT2Sokg31Gh2cO8Ol7vsZQPtRuvqHNSkMKU7TZi20SlMC/XY2zlsXGZJUFIVckFGuNK9QZ3v6JQaFLMF+VMU600/dLEod1obcSDkcA1CVm3bqToCbTKBXp+N6S1AdmxV0VHFdS71NPJULAXGuib9idSQR3BDeisOD7gGAHkDxGvg6nu4jdYaap2eKw7wJXdPDVa9jYHU+eo01B2Ecbb4t0rUqXS6W9UYU2lqXHlR1RyppxQ16VAlP7rm97nQbRJ+8NrdVKrvKvLRzTSUNNdPUooISmy7oIFkqCVEC4IBBI2y/UazKlSpdZdZQjmnVO8JpJTluTqAVKOvc6nU9yLbX6RU+W3jj4hE0qajkxtyd8PvSK37hiZGEO5GlK8Td9RkBvbXulQIN7212o5uJZUCe3PrOdiUvwuo6WM1vMa2JNgDftoTrsLUaRKpcBt2VTkZFupUlSf1dNFJ80nyULWOnrtzr1Vn1SU5FivLyLUlMVhVviKJsEJJNlEnsNL3tbbb7fOI2NHSg9SxqmNcUcVifwWOJxeFldyLQpXceoNx2IvqPUbEGHJ0qsu8X7HIpy/E6ppeVCv1iB4T37E9tiHCNZdwHQX6NPwmhcqqJVxWn2s3DV2zpV3W2RmsggWIIJI02ragvhNc1F+AjL1tZAnL9AE/5AC3bZUapqW2VxCzVbD26xLyt1WBKpfKtS30cToytWT0kWsQb+Wg0J1uLa3X9OwhVKXVHKzS6i+/CydbUq2bL6aamw87AHUAA6bWDMuV8N2jU/mlrVkXxbqUnsPxHr3sexA7ksg0HeW7S35/2Yfm8TIjJDYMhbil26UoQOIvuelKCe1hY32nvWufM/2l6WsY+R/tK/EdYw5S6NSapAie8Zr6VplR1XTw8oTqpJsUklX0uNQTpZpez5U9wWLcWwML43wbW2K9VFpYpKsPVKQ1ITMIzW4BUEFWUZgrvbsdqqqbn4GLd3LFUaz0St4eWuLVqNVmHY8hKUgq4RS6kKSo3uhtxKTYJA0JJB6JVp+DeQrOEqtkXCf4sV1K+tl1Bz9JHgUki+lrdux1EL6t+1xLXdlT5CbixD7BFZxlVJ9Ui4xRT+ayuxechDL2AUlwNWCVE3USkEXJuSddszb1NxFZ3S15/Bs9n+lEIS7kYzuoeYV2dZIBKgbEHQEEEWuCBtX2VfbDgb84DeDd4zq6JiRj7qmbHSEw6l+qM1rMvkfIbBWpQTYgW3te+zPGxRgRePMJypTeJcMNKdzrdWpUiIDmW33sFA9YULHQi9jtqNp0ZfGDahCu5Jh7H+52Tjf2VqTvBalvzapupqLsWfDQ6teWly1ozOobKipHCVyxVY5AlDxygkk5kmYYlT+O7FpM2osMfpVtJPw9e9vmGh1FwO5sBfbSmI8Q7xqXgPENLny0Li1SA/TpiHU/po7wyKuoAZiAcwSSSRfUX2SmHjKiuuOwK2iKtC0qRmXlT+F7i1x3Pb8ddgh8+M0NC29NsCaq27S6X8LoR+lTl6lZh9Dax8vT8dny2zh3eNuGoOLcOSqd9pMIuoh1ZrhcCUqK6AhBcbNi42pQSpt0Z8pbUgrFyAo69Fiyq85KrzKEZ0pW6wlAaUpIAu4LEpWojqJAAJvoDcbEcvDWHIuFomI8GzM7EXMxPaSvI7HUcvyhR+E5ayk5im7aDlQbhcsm+bFNjINs4UjFFGwRhJ+V8811SkfNl87W+t7A6W1Gvkupm8KVPlfFdWj4ubMlX7rdjtayKXFlYcYgT6TUWKijMuO6pJS1IR52zgBZCv1SbWFz5AQditUvh1R2I4uCt1KPioWhDixqplRHUhdvTqA1tfayaZPZg7LX+JqDDLtBqmEo89p1+K4tpGVeUKaUsAXQQLEeSdLgHyG3fnIrVLfiu09C5XjakZMq0+Vwoa6fqkkfS+ux9jHdPhzAeF8Jz8Lsri0jEMDneFz/ADTHFyN3LKzZdiVWUFC4UNDbQLyWhpp3lXeOhaF/Tp9NdDrYg6WH7NrJVsnldVkXHMH3HHZXwpXXkWpaVfN9AdNbW/adui6XFaoM+U68/Ff6nWHUpzJzJB7pNu58wbgi9jtdMsNReI7PaWttHV8K2bTXt3Onf/K23PFe9GjVTC8TCVLwnKmvvrSlpLUdS38p80cPNfQHpsSdTYAm/bPKNdO05d95i3rbkrF0BzFsWholIovxa3Hiu5eCmwHN5BZSEn51AFKSAVEa3paxVsLuwHIrVOlNrRm6X1jOnv2UBlNjqTYGwtc7aCwLurawbRn8b0tlFRrzCFoaiuoSvjIINm1t5hmaWk2UAQsjpIAAJA99mCd0rtBpWN90zVRpfHdVDxBhSZd9FJdIUpLsdz9IlkqBSlLgskkAKBASSTbNe0ZihoWJ+Q4DXx1rWpSV9fiT3H102kfah33o3P5tbEplaktSErKVN9xcEEEXBI0PmRsPLadi8N1pnJkWr06fTb+lpaddblfI+vq/uq8/27D2Lug8x3wN4LWA8ORJXRKq77WVEhKApTiL9ipPdIIBsbjzt32saPvTwbiiVxa9UJqFysvFS1bMzp+kbJBSbaXbUMqgLfUr7D28is0aje5otPp01lasyWqpDbkIb9cpIBTfXz/y2YO7/d3Rt5eI4EWs4CpfHlLzf0W+7CdyfMQEqKVW1tcfjax20q8fEAa+Jtn2XMBtYXoK8R0vgIYm9SOSYLDCkkd0N3IbuBqkAAE2sLW2OMX12K1Kc8f6ykL/AH7XVHpUDAeCGKXAa4CIsdPSvxJTaw/E+W2c94OLZU+U4666tHUrJk+X/qPLXbP1t/wJQCLbfRPiyp/PtPL+bOjP8v1udf4H02qN2VXiz4st2K98BjMhSkeFKhcEHW+vofx9NhPePX4v9alUNdRir6Vqav09zplII1v3I12Ft2dZ+yUqpNUGnSmOdaU+tiVdSlJ76hQSu+gF+x9SCBsKs7AHhbKzbXgwsxFiaLKrLkB1rOwvM0r9VKj3FvPv+H+sUYKi4tlNwIryOOtaUIVp9LH6K/HQ9jpqFMitxfej89rE2T4q80V1o5dSbgKBJOp7EC3qe+zq3UVHn6zTZ7TyFscwlpWRfSlQHn5/X/ja22Zq6nrvF6H3BWjsJxNn7vsFwMJYIpsDhI46GE53Upyqc/H6/ltCrTfFd+fYpkSvuDHC8HCT/l/H+ew/OPwtvS0acbQzTy9h3tkwXKOE7+h2i1ZvhNfpcniz/wAfx/wsJtQaaa4uwjiCrRYDTlUn58iPAnL83oR9frYfj22m3CiRXWXOAIhIzeHKpXm6pVHvs1W8yk+9KQ0U06Qokf1uIVHh3AtxGVAXVdSDYEMhFdr1GiuUvEcToeQpaZUdYdYeTcZShQukg2vpcjzAOgU+IYLrtUf9zRJXQpWZCkFX5KQD0n1Oov3ttDpW8V2jQPcNeaflQkOpQh1pWZ+Gr0tcZ2/odQL2JsAMAbnGRPV1l3TMe27Gpuz5/Ie8VsPrSnI7Ht5+Xl2H4DS34hvtKYUawlF96UaoMU5+oyE8VcdrhJcVluVqRcpJJPUoEE6EpOp2mbu6vS4spustPIWw+jO0vVOVN7X1Ov1F9Bc30APHHMNre/ihiltVFaERVfCW07maeRYXv3KSBe2mpvoRrs5pnKpzKUhw/qLXDVPo3uH3y7T2PeOTiuoQkKS5qdcxHSSNRrcHz89r6jRMUT/6Zo1WYR/ZcJ13MhWngN9CCL+f5GxBs95FHoOA+Ui8VHAfQnoyZVdJ1X4rH0+p8tqej4qi1RrkMJU+LUX/AAuwmpA5hSLaqS2pQLgA7hOZXoO+2ZrEd7BiV1u5jiQscYRpbrXv73ciiV6KpK8sdZdhylC/cDqQo62VYX0vmtsd4bq2N8R4I/7Ly4UWUhOV2LMunjKHchabgHXsbf4tRtSQktcr+ujOrpdv0p80kHtb9UjTttwRiprC/wB1itIQvx5E/N3OgGoP0102GlhXg8zO7n8p5gBm354IqkuvRYlXzyvhSOEgracSCbXCboNtbX1ub/jIpeJd9zX/AGtpbU3joWpTsVcc5uEB1BTZF8tr6akdxbQ7fVV3+O8XlYvNQulWZaUcVP7iFD10vc7VjdT3tYt4juEt4VIqMVf9Yiod6svfIpC05godz56g37baCncMkRhF45EIsa7zvtvS2Is+krpEpa0odUq/LpV5OJUq5Av3CgLXIBI1H5iCJVPslAgT6HS6pFedaSri5k+oCgpBC0H0Ug+Yvc2AE0U3fnhd3itROdQvL8J1aH0pte4Gex7HUE3v5G2zNwfiGfPoL7WMsJrpD/hztRePFcVYgfD0sQe6QbkdjstYNp4kuQv2SsZwBu+i0Fx3EdPfYY+VpMrOptXnkUqx7am9tT32UWI5tGo3HawbL94wUfpenK7HtbxJ0OU30UBl0INiNmBj+nRcb8pPaq0ViKheVTsCQVMZdE3AVZbZvfoUDbSylDatiYU3SyorbTuN4sKosf8AeEoy5Vf3wAQbA69jbsddj0Ps9xjTuw+6KtFMlVR3iynVoz9aP/ET9D/0/Hbe3sLVbDjWDX4EqWta4Tq8jUhYVl0HhCuw+gsDrYE3JyziLddjKjRffODZdLxfS2MrspdJXmkR+5zljx2GtwklWvbU7Qt3OKJTVe5XhPsIfQpK5UBWRWtgfQBQPoL6C4OuzLlGTJl79jibs3j+2LulwlKfpcXO/VGF5Vx0tZl57Ei6dAU6W0NwfKwJ2TtU9sdrFEpjmqfVMPPoUlaJVOdDqlIt4FJUAFDS2hBHkrz2TG8D2ed5bsrmoFRi4rp8rqj1R1X31PkA9oSogd1A6+g2EZeB8ZUGU3S69SVsP+FPXnS4n1SrzsdCDYj9+y1ldbDwkaWuhuB7j7xVvFwviOU3Pi76Mk1DSuifTjmSqwBX0kKINuxCimybKIvcBxPjaLiiluYXqm/ml8l/566qQlVxbLmXnRY9wSCbm6jYbJzeFRJUCK390Ww/09X63qfUHz1IP7tgdmHK4vFdZWtef5vm2tp9Nt5zD2Y+2aEodCwlheLyrWMWJSFozIQ1kyJWfCe5KfrqOwIO1rUN6kp12k0tp6qLisOpzOtPlObXuhWbMAQblNrHsbjTYW3XQ4G8bgYcaxjSKRVFqyNQp7WRTywSEhtSjlVoLlIN/UC42ZtQ9kbe/wA1yrVWw715emVHdjp9Qoq1sQCB20t3toCmofJl+2zLFFvXruI6Xij4WSKiotJkcVLAQvN4VXA6FEG11AWN9fUn25WiYoa4mI6pVn6o2hCOXdQ7mU3ofh9PVlN9Em+o0FrbSd5GBMeUGjRGsR0OLKXCTkmxeK3IzIVf4qP1hcGy2yCL6gC9qvdi+7QaXVuV5pcVfxWkOrzZUgXIzdzY+Xn+O1TUjLtIlRQMYeRcd4h+0fErMqJKpyIS8rqFKyJ6fPMAAoG+gUkEad7A7D1WxLXncOcKBiebNok1rhOxedKuXt5hIUC1qRe4IuL3FgdptB3zT2or7XBirlLUv+sNcVDyM3hN9e1wRqLeXntSstRay641RsPU6nvrVmaaaWGmMxPZOYjLfUZL29LXNrV0VoNgHEIqoowBCnA0yl4cgcKfEpz7i+tp9rIh1KtDofAb2FwQATpe+zHgb06Nhd1t2VE468ifgOoyrVe9iM2tvrYg/t2T0bBOI3ZXFr0RdOio8bumVKvrcgW7jv8AgTsVVItYcge4a9h6o1GnL6ml5CpSVWBC2FDRFvIhQHYWHYpa3ptOsI3wvaR+THRS8W0Gs0Zys4Se90SmE53YsprMlKlWBBCScoPbUEXv6klf4iqlBnz2KpiNr3jFWn4qYDoWlxPpcWOlrgC1j5A2IAcPVas81yECX7xQxmRFRMsiQlI1DedOi/QAgHzvtXwoM+BVH3XaIv461Kda1zJV2KspJ1/Yfx02Yr0yadAiehL+Nf2wnr2NcL0Hh1nctvTrz+f+tUGvQuaRmsQpuzoWTqSLXUgjsqwI2gxMX7oMSFBxTui+y9YRly1LCCyzHzXT1mC4Sm17qKWyAfI3talxBRYDUpue07yq5S+tDvh8tb+X1PYaeY2osRO8g63KlPIYXlzJV8riR6a+fodCNR9LoN0nf8wpESgyubaaqzFRWhSnWH13QpxQuTcFRW2q+vdQBuDe99hqXKi0bhz+bfp3H+E61IaC47n+E2Cs3laxB2hwK7z8r7rwM605FIUgK6xrnBtmH1sRfTT1tMD1B2VXvcLrTmR9eRTXyq7m5Qek6+vkdCO+xkXbBk7pc4bDUX707TqQ/FmoTy6c+VClG5ORQuk9hZIIIJ0HY7MGPhmViOjIqkBljP4+LlQhakm9wojQkG4Fwn6/X+k0qg0Gnv1mBh6CxVKWv7/SUXjokNHUOBgksr0Uo8RstqvYqCrA7dXqjRpVLbrOF8TIiofy/dZF477Kv1b+BxI7ZgSbWJAvfYd/2ERPWv2q/wB4G1nDOI8OcSVPpyOVfX0KaX0Zvw0sfrbUbfESdK5Xius9CPxSpNtQbjUW8j9Pw2YG7yq4jlVlyjYoeXys3+rtSI44Dyuq+VQ6STawsbnXvfUsq+F6C67LgcpwJTDWdGVATmTcg2T2NtBp2B72G2YUnnzrLAeYlKbWp7TTjXFfWx40SEO9SVanxp1N72Gn0O12hfFgc1KZXKYWnK6tKMym76XsALgHubEDsSLgmgqVQoMCqOSqMy+hD6ssiOq2RKfP8T6puR6HuNrLAmIeQdcddZWuLmz5MxSpPfUH0sdbgHS1x3Blr3Ta0l/cGDGxus3Wz94MVxqBiebSFwsq0ylXSnLexCVEDhkaWIK0m4BCSQdvmt0GqYSqnCn4spFXWjr52EwEPqTfLd9tFiFjwklAzdwVXvtG3VYur32yptZwvUV0uFS5SWnZCZCEoeaIN2XkgEKbVcjwGwB7a3Zm+7c+61VHMZYIZhIp01PNTach0pXHfVYlyObZVNK8WUEFJ8IN7A9tGyviaFle1dwikqESg4jiy6W06h9DyVLd5LxNqIsVW0KVX1sdDrfS9r/2e/Zxw47WW3Xd6Up9h91WekNPoQlxpWa4W3Y5xbXKQbGxIuAdgKRuw3tNcPG+7TDFQraGP6wiBICei50UkrCrHt4Vd7/g2N3+7xrC+MqTjzeDh7EuHqjFVnjvux3OXStWW/Eca6VpN7AkAEgXtYHYdY2EOw4g6yynOODDvfZuj3X7tKpAd5T+i62rhZ3WilEeRa+V1SAcqVAEhRUkXuCRcKC5m4E9zOv8rUJr65SfhSEujiqSNQ3nIJWkG1ioldjoogA7auxrTmt91LiV7C7zCJsFKmpEfijLISdMhBAvcWIBJTY2vfXZM1jCU/C/9DVSncCLkUlUCU0VJSgdykE9I/vJuBY37bOVtW43V+v2jaFZm13dhWZVUcrOMq2/KWjr5OUgI4LV7Dg3OVTZ0GZF7k3JJBsWYbVugi15yLFw8uFUVpU0uVDStKXrotlV3CrpFilYsAbJI7bfOM8bV7d9XmKXJpyH6DNVlYVPd6VXNgGXydFklIFiQoaWBAIm4jqXutpysxeVfpD+dfW0lL7NyMq21gA9J0IBzDuCABtaWzDLDON8L4X3l0WLKpzEX33/AEdnVHKPgE9LQUkEqA1sFZrXJBGxFi7BEXBGKJf9IVd9ebPH+9L47aCBZGZdwpAHa5Ug5bKBFztlnFu8GvSpTDUrx091L6EOtFPbsoNqA4fa+gykn1udtvez5iul+0Fu0brLrzD9RpGZhSZDQafTlNihQuUntcEGxBv5k7WJgrHKQTiTPcLUuU7iZa6WhpK3U8DgKh2HdxIGVKD2DpAQSfK1yV7thFaiv4jqnNTUIaUuOhccc5FaPUuxN3FJAIISCu3lYWBuHIFGi4tcdlRGFymGvhMO2SlxYAJNlaGwNrAi9zcHvsuK9UKpi2qOO8Go0unRVqWum/opiVKOjqSVBaDpmQk50gXsTpbh4yQWeDtcp7Veny9427T3vRKpNkLdaXFvFVISpalAtrZUCl0Em6SkknMFI1uaaHvzxbFjPu70N1FIxkhHRKmwE+5q+3k7FD7IDckpNylK8hHmNNrte77lZ78r3jVK3SKvmdW+qVy8xl0WBzmwCiNDmIzXJuRck3tMwS7iOjONNOv1FbDXTKmtfHcR3yrN8rmh0Vc99CL7VhM7ZT0feJuRxRwK9hLe6/SKotSUv0bGEUQpkpVrqaL7d2nHcv6qACbXVck7SjDgYj3aYsawHL5XO0+tKoqSrK+WlZiEpPiGnY6gXuoEHYDxhuwoLsCR905KovtKalR/0seQk3Fltug5vUagjyNux9uHpkBrBsv4sKKhcXkp7WTpT02u4DdOWylWJuE2HVrfawsLcSu4QL3AbpcW0vde/Xq86/Fi1RTq/wCjo6FvtpslKCli6CpQUM3DzBQ7IB7A2psGg4XlQJW77ebRKdW0ZXUO+7XI6ZSSTe7fUhwqFw4kFJUO6CQCImGp+KItLcawvVuahLdyz6TNWpcVxaTplUoqXHXmGluI0o5SCgXB6YxoeLWoDFen4Iz0uV+irNG60x3Ta7NQiKsbEjRwBaCBopJsCLG2E+6Gdbw9S95dBfi+9mIS30cxysCUX4DchJul6NmQHmQVi4ukhJzBIIOyKjbut8m7nFHvmBVudYQpX3eQ6pjnOu6QmQi7LrhVrlcIXcqISrNYNrdZXqNRqo+1yj8qgykJdlNZVqfpsgm3ESk2ztODU2soGxsQek2mb8d3MCluRZVWyU5/Lwp7tOXIQypRIuQbKNzm0ClEC5AIBGzHiUg8tmLiDiqBVOJAqmGX4VRQvmHYDqQh9KwbrcSkjKq3YqOVd9DcEXs2a7F5Xn6XLYqNBlZUSnYC8vKu+YlxSq7LtzcgmygQU5ycoXO9asRao03PoNbYr1EfQpCJFIddQqnv6pC48iwcjOBJuEKISpNwALg7Ue7D3W7KclNPQptbYyrdzodiyO1ittYVnQSO4HEbVlIIGpID90MMbY2Z1BrMWL75itRajQUZve8BaM647RWAmU2pJORINiVgAAaLsQFGNLFLpc/msL7wq9KlMZFwqbV1tzUM3RYBlx5JVkNj0uLNydFHS06DR69KaYr1Lq0rlUIWt1hCEpW2m/6QpCSh1IuoKLeQi93ECyTt0jYInyuO77vfyMeJLHjyAFXEQ2SVEHW+Q6A3UkjUTmQBK5uo4txG627XqhQYspHXFlRY6obqrAjhPoWorCDfQgualQAQerY4w5Qp9ZiuSost+FNi5msqooWhlRsSMyCFhKhbUFJsbkEDZYP4olQJTlBdebldCkNInsJW7lA75tApHkCcpTp1AEbEeGanvQwbPbxHhynTX0ITwJ9JWj7vOj38bHEJ4UhB1CSQkjQKIIIlZLSU3gGfKanz8OUnlcUUtKnZlL4rjHNNdw7GXcJsbXCShKSTcKuSDR03GGLefYgYowxUYqH3cqZSlhqRHfFgGpCHOk37C5KVHsQSNvvFO9ys++YGKGpcqlzaRIU6060otNPQ1HqQ8haSnKfCQTa+hCDY7MbGtAaxbFYr275r33Tqi0qRKp0V9t1UN02Cw3mUAWnCoqyhSFAhVlKCgB0jMG6pVMUQHXJTWHqgxCbyonozMuoShV/ikBWbKenMsgBHclYAsJy95cCs1SXhLC8tEXFFOzOqpspHLylKKSoZUK8V/FdBOYai4B2jYgwvKped2LuyRWoSGujhSpSZEVWt8jd8yAPNOthqFC1zTYYj72pTsD3NgOgzaQwhTDTsxTkpTbV7pTZ1KXEqBGYXIWgnRTlgo33S2wtAaptb5MOVT+f2LUKdzSMrVWprSghqVHFgl4LzZUOAXIUCQqwuQLjZ7OyvtvS6LjdpqbS8Q4NkKqjXMRVplRYr1hISkgFRaWMqswJRdKTr0qNDvJquKKNS4DtZwzCRNXIS6mfS8yUqVqSlYUQCCCQSdXDqR5gqwDVXYGF4kWjRKpS5TD6pEDJHC4uZR+I03HfAU3cXCmmyUkEkIUDlNllLK8e43t8NQo2LcG0WVS89UqiJCJtNmQEodWyvIoKOU9RSUqUnM3r1Ag2N9lFVaNA91tutcBitwnUzUwHWChTyUlV3ozaldLrZUFFLaknvci5uM4txdi3d9iiBVKXhiVVMIVvP/wCcR0tcjPQSFx1NrBCNMyhnFgEqBCxZtJnGelYyo0vHlLe46GGkr5OU00qQ2sWslxkKLZVa9igtnvltcW5wsomVgtVMN1nFHExlQasjD1RlZXY8+gulCXFm6g6ElJbBc1LiS0ASpZABIOxWnDNB3jRabAal4lp9RipU1UYczIpDboCTzMdYBBbcJNklQIsLpBRcoPD293CWCMZc/XsJ4op0KU6roYlLTFTmFiWErUAEkC/CAIBJ0F77agwxiXBG8Fri7vsbomo4SVrS0/8AHyXOimlDQA9lJtbsRrtVSsL90T/tKT8R4IwQ3Qd32HqjNqM1XJe8UwnFNJUbkrcULgqyknzN7G4OuyY3b4Kd3fYDbdw5TpVUxLK+L0WXmUdSSq1iQQNDoTpceW1qBWsb4c4lLrOGX69FRm+/9CkyEeixqLgedhc6i2xG/G3X/Axa7hmnQVodS7IW7FCVx76FwLANhrYkmxBNxa+1wdkq6ZmMN3mI+Vr3FrO6eo5JSfvTXIJSuO+SbqUWCUqQ58yrgpNzZd1bMR3HGF8OSmGncJ1vD0Wo5UIVVJC2mm1kfo0yG1LGQk3y2WDcWJG0neniKvYI3lorOHMPP1TDz8phTsiA6laUpcZSpQ6jfMepYAKgo5bC6rBu02t4cxlhzi0vkq9S1+LoCsqv1VoVq24NQUqAINxbZiqxSMzB1uqfTOOMiKbEODcG8gxXqXiyr4XY4v3qFxUux4bq9eKhBWEOMOE3ulds57hRseEvdrhyfWear1ORV6oxmfhV6LC4EhOa5+M2tA/WKcoCwDYlKzZZPZy8GxYEujSsHPrYQlaFscgUKSixHSQQR6hVgPMHTSPhll2Bw6pS6tUfdD6MqWnetpmxv1IUkKIv81ioXOoBOyeptCDcBL0a59QhNa8j8xX4xof2Soz9LamVuVCmoX9yTSHMkdX65sk30GW3hIv0gAHZJYon0vd9S4kqjOsSmKi7k48We7xY7tr5HEOpDoFk+G4QfDmBsNtuN455pqXFrNOYYYY6XVoTxWlWNiQPGAe4FiQNb9tqSj4V3QYtd9/UGk0GrrX+lVHyO8RNzcqFvW4KiL+R7bUp1O8eov8A6pbV/wB9CJhzEMifFpbc91l9+a/0cJpAQtv9ZK2ASk3ubpJWm1lXvYgRpEWU1xItZwchaF5XerOh/wAeim9RnV8xSVWWAq17EbeitX3V7kazw3fsxQX34vWnobS6yod7ZTmSR+sCPLXYQxV7Pe7mqfF41RpyOKl3pn5UpVe4ALgNr6i4IIHYjZg+UInVan9giZ7wDg3GW8F1jDlLwzTq9SJTSealcuVIZ/VCXFW4DoNiCbWsQQTlQdT0bczu03S4cgSt7+Iea5JOePFlXdYZUB8vEJWs2Au5JUQSkZEJIvtDxDvUwHuMwR7r3X4The9OEritQHWWn21q1U9lVZLvmpTnU4bnQXB2x9vXmY33yUH3pWcTrfqNBnpkNNcVzIylY1SUKKlKI8SVKzLvexI0EKPiaaEOuRNDY09u+Bijh4D3QS4WHlypSYaJFZTIa4jvdJQttKlh29hmkobAIJAIAWFpV8Y4j3LYXn17eNUJtbx5iGUri87KQ+tyQo3DfEPwuA2CNRZtRKQkJCkgVe67dFFpdG/nfxvTn2KuhhC0R09So982V0JJJS47oAFE5EmxKQSAst6dLxHiivP17FHNcqhCGFR1tFKaai10Ai5SptXiKwSCVkkDXY+FqX95PucN2WMMRysW1aLA3gzaRUcUOp94w6k0JtNqTt9Uy4rqilbZFkpUBmaOXJYm21tVN9W+TdBVJGEncTIbivtZ3aa7IVUaTIaURpkezqSMyVDK6HFDWyxYDYWw1u+i17EbdGdloQthGbK0oKWpOU9QQqyiixAIsR537AlWIdwEqe05VIGJn3pqFfCdn2fSpCLANufMtISAAoEqta4Judg9zylwh+I1sEe3bAlUFyg7xtzlEqMHLlfdof3eRl7ZilKuGs2OuZP1Jubh07r8UbiN++E6tgijc1UaCwwiLNo1RSGpUePmzR346my2pIbcAKFZG1JKQLaE7ecuON2O8Gg/9qJVJYRCQtLT7tLfKm2VE6GxspKDpqbgHQkabOD2PN5dUwbvpoWHMR1bmsNV533W61ISnNHW6PhOIXopKisBu1yDnAt2ItndINhXiaSouFJWA8Rz93LtbXijC6JXNRWH5QVVKPIsoh5kqCQ+0sZCoHK4sakrULbNP7VRYsByBP8AusphpOdakJ4TzXm4Crtb5hoUkEHQgkW3p7mvtljf3NFlzadjXCmV2LIhryqq1EWu1yFggusKVcqt2WkEWJOyr3v1nHm6CVHqjtbpeKKCtSWpHFSWJkFZSbJeGY5FFNyDfKRYgnwhgAMJBfdGjiduBXq9ElUvEPHQthPMNNXQlX6pUjUAWJIOhPmNNqpS6pRpTdUw5x2FxVJ+K01xUa28SDfQ+diCdLW2We6zfVuq5qe67EfpC5uVb7TtuElXUbtLtl1J7GwOtrXtsxJGNMORWnJVGqPWjKv7wvLDcvYCz4BDWa2XI5YZuxuSCCyvEg7WXa0MajjGfPozkWfTuSqnVwJ8N3PFkeQsCcyTfukm472sQNkviXdFi3Ecp92VVpvHX4V8XLl1GiLWKbkXBFrnU97bH1E300ag8ejYtpPJIfX4+O06qOrzuCQsAgADKVAi4sLW2M4U7C9elMNYXxDFlc0hS4qml52HFC903PZRtYjsL9wdl66F9iBo0yU/YJn2Rg2l4jiy6Di3D3K4opbXTVISS07ISkZkLDiDcKuSEEqOVRVYglQANvdwhF3wcpVG6e8xj/hcLnV9DWJkIslDLjigEoqaEAZVGwfHSACAEv8AxXhyvV6vc1g2IteIaXnadgOrKPhLIvHcBPSCbFCiCDe4BvtBomAcUV7j0HFGCJtLmvqyuxZrSFsSkHvlUkZbi1ilQBBta+h2O22GuCqMmYPpdClRayx7rpy5XHkKhSor6+XdiyAbFK85GQ5rgZrAKFjYkDbfns2+z3g2g1RvFGN8HceahSFx4s/OpEV0ahbaV2StRvcKIKewA7EFz/sQYXrP/bLeg0/KqiGE5FvunPKjpAyiUhV0yFJSEp4ty4UgBd7ZtjaI37mgN0aLLfRFQjIlDrpWlKbWABUSQALADQAaADtshqfLgGeb6hrNvCQwr29KvNQH6NAiMRYrDXCaU1+qBYAK/wDVdLH1FjspsBypTVUrU+VLWtcp1S1qX0qzXJurQC5vftewBvrcMvG+KcLu7pZcrm6W5W4TScjX6KQpXYWP9obdwfK5HlenwZI3ffzc81WatKhTUK+L8DmvETdIGUqsbgFNifQpOoz+3iNacM+iJJ9mUlQpUCvO8We0jP4U5bpV3toRre3roRsK0umRaDihhqViyUtiatSIsepOla066sh5XUq17JQScvYACwJduuwljLFDVSn8FC4tOlO8KR1tKeYzkoKmXDxEkJ6SSLgpsSfFtU4mw5QaXvL+1tU6+OwjKqLKzozajrZWAErsQNQbgWCrgEFCU+z8TKqoCMXsPqQsX4hozXN0Z2ItaOF8VC0hSFa9vxFjfU2NtAdQssTsUvkG3eUfivrXnzZ1pTn7DMnNl8OnkSALHuCaY5itcVysxZb9RYndGThZkpTfKqwTciwsCk3I1OtwdqXekYtGo1JozWTj5FOoyOlK1NABIIHYpuD9dDa502CNtzECNVn6h8D1BSnQKDVPi1SIhC6cvOhEpKEozZATw1LtwjqFEXAUbG99dhZjek667z7uDZqEPzOXfU0pPhVnIcTqb2siwJBN7W0Fy7F0R13AfvmBLQ4urtJYdaUk5W7kJJum/TZJGoIBN7DUEPYbpeEotCw5RqdFYfqK0MSs6A+jJpmBsClaTbQEAi4HSQRtH0qKCxmkmhr2nMTmPxKn/aiBK5pCIXCkRWpSTlShQ4iigkG4udLG11KN/PZZwITrsXi8XPKz9EfT4if7nqoeY/cddtW4m3c16VWalS4FJfQhDSFOqWsJzJKLjKVakiwBI1BIv31k4R9n3CXutivYjdYlSurIuKgJ7FQtkTbUdjlJIOths3oSvqTZamnTiZhw3RseY8diYcoOGVyn1vpaYVqhKbkXKlfqAaqIBsBexO2pMQ+y/K3QUam4jxRj3CkqbUY6s8VqG46h5IF7hKlZjl81Ni1rkaaG+kqgRXW6NRnWGEZU9fCGZnT1UB5+ZAI0PqNoNccrLTUtqvVFFRYW0lXFkdT+bNlFj528Oa9uo32fvXKTJfqRfxIiSxrXd41ZlONcpTmHKc7yq+ArMjKm9uHa1myDcdjYg5Re21hhXDUCVFblYjZWiUtaciEq8Xe/1t9P3C2xBvRhtRZVBaw48ibCqOZfFTfOzZZCm3EHrTbMjKSSDr2tYUGId6OHMEUaXS4ER+VV309CHUFKmVXFiD5II11Fye30QoCesQmzugBOIVQavRqXXoGF2naRCmylcKH7xWhCVOm4S3mOgUbqCcxAKiBcEgEhWis4yxjRd1+KMTRcFP1Co8gqZKSppiKsISW+IoKSpOdVkpUCDcg3PYZklV3GWPKM/Fn5JtOQrpdkQgvl81hww4kZk3JuL3AJN7XOzixBVnYsCk+/nlzX4UBCWnZS8+ZAuEAk6qACRqbm1rk22depPujSU/Tj8kw29qTGO8/COKDuv3q8lNr9IhtwGsQR5S0vTIZHEZbfBTlktlK1BLhKXEnMCTc7IKmVF1r7hxfur6krWnxdXa4F9D5XBGmnbbhirGErHlebdr0t9+Kw0iO01IlLV0oTlCM5OYAeFIvYDKAbdzan4Ai4jo3vTCUSUwiKvKpqQ+haXEgd0KsOoG6SCSO2oJI2ztRp/wCdBLazTs6ApHn7NlMxHhyqVaLhKkwcQt4lp3AmUmY6GFyuHnKOUKrID6S4VDVJJSBmFr7ap3Hb/N4H2IRum9pFl/BuLKjFNLpdUrMUIakOuIWhvMoLKFhVhlUFquelRzWv55UuDjKLQZ8ql8eLNhLS07H4R46VDLZRA1A7WULgWv2A2NsT7z97VL9m7D0WvYhlVF9FZY4DFbtMW3cyFBxKnQeJdLabqJUlVze+YgtaDU4rKP8A2/Mto63NeGhF7QtExHhLBtSwbi2nIYqMWUliQhKs/UlxCwsHzSoAKCrAEKFxcX2QpwxPwluv/nB94Lfi1GUmG7FStDqHErUpKczaklJIQlToUTdJtoAbhpRfami7waN7m307p6XiiLCa4SeXnyYUqKhKEgBt5Kyvh5gSGlXDeYhKrDKF9vHrtBqkCBhegtYkoNEYdXMgNSpTU1CVFstkKN0rWgZjcE36ri5tfh5PwI7p6xVxBhKItUisQIrTEpjInhNdbSk31+CoqHDIGnSR6WNyCTUfBkqVhKW1Roj79R6kSGpFkut3FyhWgBWLC1kjMNRc2uT4F3eUHC+CPf1ew85VOazLalNKcS/T3Rcm9hmSg20JBQRe4I72FO3wNYIab+zlcYqMqa0qK+xKiodSlFu+ZJBBHkkk6WIsLJLezEcEUNbk4tlUaJQaXniyoS1NJa4uXMtGuQZtAq47Xte17efXdVvxn7ucZN1msxF8lKyxa9AXHCkSEA/pchuQ6jUgpsSCoa9j/JpMqK7LqjXAfRK/rTCrJSpF73F1BSMt763yixuLHaxx9u8nwIsRqs09aGH0cVh9VlpcQeym3k6KtpdJJt5gbWDrKEmavxhjzdfjfDjDuHKg+vgR1SIvKxwlhXEA1y2AsSBfwqFtR2GyUxNXmsOUtx2qZFo8bS1WSrMbHpUACLm10mxvYAAgjYf9nODFiz6tQWqiuUjl1SEtKXlW26kDTNYXTaxBF+xFwb7D293epPxHK+xDtOiyqXFkcWFMVHyTGVgrStkkCy2zcGxsQpCTrbWCeJkW6drryx9QYdxbWazKf+MtlC8vLozHMlQI1PoTobgkg+nYG0HdnPlYc96T6tFpzC0fClSmDws+mVCpLRUtlRPhzIIJIsR3ITQKTP5Bx2A8h+Uj4q2tFKyi+qgdQBpc2t312k4Fq1Udqkuje+1xc+bixepSNR3AvYdr2Oh+vnSv7prUotYmhN2zOI6o1yuLaJ9qIuRaVT2nQ/MjrSAOMl9rM4k5elWdKgSNEEkki2/igtUZ1x2e8t+UtpK4tRStpfvCGSeGsqQbmwTlJIKiU2IBuBxo8l3kF8KWhdbp2VbTrEpbSnLXHEbOikrHhNikkXGh02FUbzJ9Z5/3zXFolPrU07HkWWjMb3C0ugpWQe6tFg9lAk7XIhcmJaqu8V1zlXV8P5Mycqvz/g7Q4D3xeFwfBlV4PTa4qNFlUue+078ivFl6Velu/wDmdPM7WNEwvP4Uesz4nAhLkJazZfU+vkbagG1/K9jag9wBXcZaPyaNVOHVIsRdPfyITIa4WeO4vUEpKLqQo6XSUWv567bc/k/t33vSe/Xnci4UJaeXy9Sc4HUB5Cx0IBPobWGyFw3uer0Dhu4SeizYtRyOqgT4oUvuOph9tQSoW1KT5jQanb0X3RYXpe6/AbDrVPYivrYQt/IjJxFeZ/HZ6s7UzK2/7ZA384iawu1+hWvjoV4Pl79/p6d/y77Ym3iYynypXCa6GM/zJ6u+o01/DT17i22md7+OoGI5TkBrIvxLT+t5j8h+zy2yjiuJKqk9yBAa+OvoaakKCUuK8hm9fTzG2fZtsbMvXWF9yqgYlwbFgT6XXs+fxrQ61lUlOmqXGrOIV3PWhxIFtDewGIDmF6zVGPsbjFc1yKtXFpNWWEvtoVoSw8nocFwOgkEXJCQSRtHxVhrG8+fEi4owmugvsZ4vOTGitDjWoSQQRchR7XJAsTYbUNK3W+66y5zWJ4TE2E/1JyFSfUG6SSEn1ANrXsbaEsq8JJBaTXsKNSqy/wDCirzrVxWpjXMIy3se5JUnyAvb6312N8CtwMB1luL7jiohPuoXxYbpR5ju0vS2vkbgaXIsADVPB+KHZ78+BUKdKi+NGSUeKyoWHbRSfPUXB732FZeIapRqo3FqjL/wF9KkKKk9/ra59bgE32GiC0bGkWKNmDPTmHVefpcR1rwLaQtC/wCP+PltT12fwv8A3bYf3WYpar27mk1Tx54qev5cw/HW346jaixVitpp1ziy0IRl6e//AF/1/dtsb1qq5njnRu7sWQsbY2gUGA5z9R4C1oUlrKjMpKz2OW9ze9v37Zcer29rFFUnyqNW6ivgZlOx4qlZWUC/UWb3y97qKbX7kaAFuNV1mvT+a4Of+yT15UfgT2BtfU3Hll0BANVGsb4clMSsOS3GJtOzykrX8J1tJGUrbfbOXKRoUkovcgjsCmlgv5E9DotOlKbm9xtS8QOu8SqReGiV1Zlo8TnoCPU/tPe/nsvMU0b7ZT23YFOX70X1v8u0U9I73SB38vLy2mVNNU9/N0aKzKzrUla8jRyZb6HTQfj3GmmzKp8el4No3NVRphb6/i8VPjVa2g1IUPp2/ffHQFDC2ZrYY9RL1fE0/BEBuBFe4/H6UtO9Ssl9TYa6m4vrY377fdAx3PwlKYqnGXFWvLnRnzZkk3yE6XBFrjb4xVC+2VZcxQ7E4D/yJaWUpyDt0q0Bt6AXNyb32Aa7Manu+65XRFY/tWupSVC4sQNfz7H02dUbo9XZxGJvxq8WvOwMW+9lr53K0trwpb6Li31017d9NLbLWlIi80xKgVBaMi0r6F5VZh/kfQg7S3uL7h+zmKGpSEdPJysmZKVDUZtQQLX11AuLi2u1Uqhz4H9VZXKQhacjrSOlV7HyvtzV+MFYN3qaEh4uiu0th2qVbO/kT8V1R6raWubG9vX9umwnjt6LiiLxaM89FqkJfxUZsyVWPdKh2PexubWGwHUcS81S2IrsTwfI70qT+Z+g/D/PYowAXZ/6L/yVI6s34jT8fqb6eed2uyC7TOXTirNjCR61gt2swG6y1EX7xQn7whFk8xYdwDohz1ANlakAE22ohhZ2A63Kdp6+hfRKYXwpDKvRQIHn3GoNrg7OJ1qqRWvkQjqz/L9fpfy8iCL+m1fEpdZqjrjX6iPCpHTrp37a/hcefmSqeo9oefqRXq1z6gP/ADq43oMVuLFra38nyymArMnTRSex/EWte/4mmC97E/Frsulz6IhHSlWdh05VX01CgcvfvcjXy7bcpe7ulyviz4nAf+fhLKfobCxGpv6H8O20/DmH2t309yfKlrXFWj/vCAnhp7+JIF7nWxAIPnbay6ym8ePuSXrt9CL5VLgOuy6XS6hNi/FXnhSmvisqKyqySCEuIuTYaHsCL32uaXuWw5P4jsrG8VhfSvKtooWlX5EhXloQDa+nqT1x6g1SU/PpcT463c2R9IX3FhqCLK7d7+hve+3On4WrM/hu83FQjq+ElJy+QGiSO3lb6AW8jG3Ak9wLKYbnnaNWWHYtblPxXFpy1KgzEImR7galtZCii5ynKdR520JFP3H4opdd+1sCuUutsyk/FU7aFKcsLBRzXbf01N1JVobAkgCPUGKphJ1x33i/yq19MhGVfBdsCEKAsQm3a9zb1uTt9RPaXrOHIrlLqlJhVthxGVLqbtPq6vApCrosB2IJFvU3tyrZcvuHaruJuWGyqzi3C8XhQJa8mRKlRZ/V0nupC+5Tcdjfve484M2u1mvcCfWaJ9yQjIuVCUX0M66KUDqi/Ygeg077Lt7EWF8Rym59Lw9VKDKzKzogSlJYygk5+ADwwT3JCddSTc32YeDTQcRtORftDK4+VX3hhXClMq8j2yuJBOqVggmwIJtsbtGoCVNf04FgHMmVCke9IvIO0mFNYy/pWrOpUm3cG+axGovqL9tLbKvGO7yLRoD89prj5PEhrqy621FrixNiToPTQjZnfZfFtGlOSmnWavwP0T8J0IdlNWUT0ADI6ki5bVYEeAqJANPU6nKn/emnVryJ6c6Tmyi5NwVXvr2vodg2XHTnIMFblGDg+4ksLsbvsR1RyjY8qHuHjtZY89+OVMKV8ocUkdibDMe1/PybWFfa13x7r8+A3cTU7GVFi5Y8P3j94fZRbpDcoELLdjcJXmIvoQBbYaxJu6gV6B75gROA+hauLHR1MOK11y3+Go+diAT5dyV7X93jtGabqkXmmEIX1IW0FcNd7aKQQFA97WBt3Hnto13JcmZo1lmTIjbxfvLrO8aly69WWeVWjN8JpWdP/lAAnTS5APYG4G0bd7M4WCK1FdeXwOtbS1/4cun179rkD89gDDTs+fAlwOF18JSGltLKVZSO5F+4uNRYfTZk4eU7F3Ny4rr2R/KvhZ05uomx6gNfSw7lXmduEjLNExSVz3eJ90i5+rMvLmT+Q1vfysdrWJiSl0v4Upph/P0raW1xUZfQg3tp+J9PpTjClei/ooi5SEePLfN+RTor8tdrosRZ8VvmqdnfYRkQ7rxfwVbxAHtfUdr7GWcYV4S3rOtSnKM1UURYr6MiGn1Kda/80bpV5d7WAuDtNXjnFDtUcw467F93LV0R3UjhPKNgUIKrC+l9LG+ot3CcmI4U/i8o+hHTlU7Hyp/b4VfiD+Q265sWu8PkGl8DP0L+TT8dNO1v3bUIl0sbGIz1QWncUMReUz9OZKkvjI5rrropJBHZQvfUEi+3zvLxNijlY/C476IWVTTspBU6lKB/tEGxTfXWygBc/TlgZeI2uJPlRIr/AML4sdS/En9dAJulemtiARoRtUTariPEdZkQKCzKQvOn4SepOnzpKjYKHbt+fltWF9y0xjV/f2EqFXpUTjsSlIYlLjrClZi3r+JFrdgSLX2oI+HaNVKo3AlYmqL9EWhSuFIQUvx1X6SBYkp8tAPQZtDtIrtFqlG4DUqJKhLfWhbqEoKGnFjwrKbZSrzuPXv3vMwnSZ7tUbn1R1eRebItHUrN6HTsfMXHbv6QPGUM+KlCwlAa4VB/TwlZHZDXWlSh55blVu1x3BuO+gFmKtPgYoiT+KhC0Po62FBTStbZ0k6i47pOn0GxDV4tBlYofiz8Q8rkd/SrazJ8vGRdQH1IsBcEiwvZsYBoNU4bv3Waj5lNOhSFX8jY+f5aenfaO4oiVurWluY/qxHr1L904ygU9E2LKY4Upp3wqSRcA97An5tQDoRc3ByqgUus0Zx2VhjgZ09fFSnMlXaxNiCL9ObUeWltF1gTFdZpcCJhzEcv3jRGF/NZbrKCR0hWhULXtcm3+bQqu9vdLS6X7maq0pa0NJVkydTfY3SPPzCkkJ2Da+71M3W2DVc1xEV3CNUadcgRZb8JGZXQlZR1A3Fik6kf52NrC2xZUqW7PwvwsZYhfYfQhHCm5jx2VC2UpWBn8gNL3F/TYfxXvJ3c15pyjT5bkKdnTyshr4TT1zpZSramwBSSQb6FdyNqasY3xG1Qfsa7EYqMKUrK0qa6r4awE3OYEKSSbi4I9CCCBsvWjZ8oLT9Pa3BcwDVWaXS5T7U/lavkdUt3I6UpcSTcuIWhRNx376kEHTXY7wfgifWeA7gioxapCqLSVxfi51OJB8KknhrDguAU2CgVXAIAOwI5uxxHRnW5VZZ4CGPCvTMry+gVe/caa/ltYRt6cXC7vIUvIw/kzL6MnUBpoTbKfIgDW/4bMrVtm9Ro0qnTGlErOA3eV5SdRJq+h1p1a0pUk/OhRsogg9iCLA2JA2Nt1HtPVTdzQW6Xjek1Go0Fh3hIfhyg6tlR0As8rIQdSLLRc6EKOm1tgX2n8G1l1ijb5OGunZ8vMPw+aQ2k21KLFXqSU3Omo7DZzzMO7h/c3F3fU7D1UhVFjLlpDrS4c5oeJopBy5xqkJIBB0A8tmQd00u2u3gwAo3ti4NpeKOV3ctNwm5qOubUuLFgZjbxnhqUzYXuSnIDrnANtmRV99WLefbgYodfpC1pU791mJmwHmif6wAjMQk3sQLgA3KRe5zRvBoe7SlxXPsRu9q8KqMZuKpp1akJ17qCyoo18rAeVhsLboo+I6ziOW006iE+w18JEh1aGP0iLt6eAEkXUND5gm1qWV7hiL7d3E3Huz3g4IgT/fLUuUw2tHxV051L6GV3GuUE5mvRSRcaDKQNHTgmn7oN93Exb9t6vNRS+LHdgIlJYXFWdDIypSFKQR2JBTbyvoMSbs92E+sz59ZqlQpdLm5lyGlv2Q+lB7+C6H0Eg2WhYVY2KSNdq3EU1rBGKG59BxPFqMpC/vDUCRmfUki5sg2JBH9mTfsQSNka6rKbDsHjBW1up49TSlc3byoGLatgjDjMXFeHpUVcynSkraVxEf2sZ9BGULBt4gUqBHhAICoQ5QaNPcw5wn4TcV1cd2LKhFKo6BccJeSwUlIskKssWA1F77MDc3vs3V1mswYMXePQaDV1p5dqK+04xIUv5m1xnTlktqNj8NYWkjRRsUjviTBuHKziiuyoGMcPVeozn1TckCbn6iMgUlhfxGVEJKTlJuQTYa7PZl62JfbM+46wC1AivyvvT/JZlxegP8NpVzlKelamhcEKbJIFrjyP77MlZ3jbqsR1LEeF63RItLqnRUaJV86Is6ydHUPoSVMODUcQpVbKkFIAuHtDmT4EBuA7Q1rQj5XUJfaeSDqG1aggeSSQQdbC9zCiRKX70ba4VIhMSs2RHKnLlAOdBbILhULkFIBBB7G9hMI6BuDJOJaxvGxbw8W0ansYlpy8yZFLiyo3OcJRAztrzpQ8W/JSFg28ibA8l1GBKr0B12oyqdKfYXwos1haOMk+NCmHEixvYEDU9xewUBRqNi2g15+l0HlYr6FolR0R1pdh1CPc6tuBQ1toWyQRe4AJA2ZWLKphfG+HIHvlmFh6ah1jmkOuhXKyBo2424UoUoE9syG79rr0B6WRNo4lFNiUuVKYn0vFk2D/ALWAh3xdrKbzApcHpcAgECxGuzo3Z4do0qlsRXfjwprWdqZHyoWrQa9OiF38gPW/fZPw3MOT+PS8RxFr4GXiyEpK2sxPiVp0gi90nUX0UBptJwriHG+6Wvcq08vEOCaj8ViL4pVJf/2kdxWr7JvmLbigU2JSVXAEicRKPepgaqYcxbLo3vFx/oU7HdV0okIJ0csQeG4DooWU0bghSCSkBGEt92I93Mr3DXsPQqi+vKmLKjxcuVJc/RPBBCrKuSHATY9yQCC7Mb4mxHjee3KixKQtC0Zoq2nXGn3E2OpQRlCxYjuNNTr2Vdaw1Pnxefi09aKow7klNSkcVClX1BbOVS05b2U24kkWOtgdoPiZUJP2Lh+suynKzRuVoKKu6qUhpp3IqOtXUW02KUrQMpOZHcEgpBGtzh3GNepcB+LVIiKpFlLS1K4SnGkyLaBfSkJQ75hYAUbAKCwAR94cjVn3W47AahIYYzdK5BdVFdBIGYOpCnGjYglROXTUkXMZVdrODaXLnysGrfz51ux4q0Zkpv1OM/K4gCyikC4GuQE7VMKIVYdhwJXHrNBxZNpb7Cc0piYlCJCUH/z47okIOqQ6DmBFypJNtrFCaXKw43RmsQsPzaW6lfTw+LIYPk42sEPJOugJN/IkaK/DO8ms+9G59ZahQsjqkx3Vo/rDCh0gghSHApOhAICuq2vZmYaRu+diuVRrD0WbQX3csylyFrQqC6O7kRZVnYKb3CUnLbRIAAvG6TtnxhKhUGjOz4tL91v0uqKVxWmuhTbpPUU5glaT2+E4Ba5KCoEHbnVt2sCVK5ql0776wj4S6ckJfkJIIGVKgbKHiI1zAW7kWssT4M4uHHHcBy5VRyeFqY0hUplQ1CL3CivXQKuFdw4DYbVOEa407FcitNUtdb6eK1FnqjrU6Ac14r4SkOW7qbIJOhSALqnM6cafMxRAdlz6DLfyIWpTrSEDNnFwXG8xKVkAkKSbrSSU2ULX4v1PFrTXK0auLYX+lXFlRTkT2u42UqICTYlSekDUjUHYj96UbGTT9GxbRIVOq82Pkdf/AKu+8nQJcQ+i5UoEC4WADlAJsQTRO0h2jRY8DBuN+O/TsrTsWstZlt6dF7ggDQgFv8RxAMgiWkZNO5r/ALRyv6QRFR94i6SkNq/2icoOUX9QAdb+m0qfiSgyv6LrOHpVOlIXkiyELcaRIR3BbcBubXsRckXuBqQSzDeMKpheK/PlYOqMqUhH3rkICZS0qAJUW2w7zC7AXKEhy4Iy+YC39oHfY07g1EXBuGIteizVI4rTUBxp1lJvZ4MOJs6kKTbLZJAKusEWUdAsGTL2ktDEc+fhfC+GftRUYsdTsih9MWqNtApBXaQUIdtmuFBQX2BSdDsI0fGGPNzeMpdGpe6fEU33jHVIa+4PQ6jFUMwQuyklLiQoDN4kka3B6tuXsabwK87vpw01VKsuosPU6RFirfzcxD6SosrKytZRmT4VLXlNgFG9htX2na9i3CW7mXjyg0OkVf7PLTPW1K4iXW46QeMtspuVHL5CwIuCNL7E2eMAXKtiea2KN6PtD4cxlAxbP9/UhDa0tTeajlqK8sWJKXBdKUqBJN1Epsnq0FrGtb2PaRxvK4WDa5KYzpQ6v4Da8yCLnVSSFpPdKrJBGpvcWdOEvaurG9/DkvDm8vda5RaW+pLTFZgSuYi62IOtnI6h4rEKGoGYDTZhO4S3cysON4Iap6ItbW0qVS6lDQGEpVoTmCcoCb6nLcK8gTcbBxG0s2xAYBxzvz+JS59cpdUyfCn0ut0jLIbX2uh5CsmU9xmRa1gbXB2t6VjrBFBdn0HG+LH8IP1FSl8hNacTSXlAW4ba1gtJJt0glJJ0sLAHtvJwFXqXKiNNY3hMTelpS1urafbWBa5KSFJBOgVcoOoOQE7QI+7t3HmHHIG8Z5c16L43UcNHESCbcVKQQEnQhQslRFySRp2dss7bxCqkY8wvQYEt1qt06rws6FcVUgZ3Fapbzp0W2702CibKKTbMLoCk3nb6mnWm5VLocpC31/Cn0m7TrybqChdAKVKHYp0JVqAfMM324JxvFgN+4cM1GVhCK1ndkRXWnXY9idCBqtFkpUCLkAEKIABBtgdzDmEt3NNwljfDyMQ0591MpqowuFx4a1i4eQlyySlKbBSc9z2BIOxQhZYDPlKCv0TdzjfBDkqqYyqj65Sc3CqjSo60pIHxLqCbmwsSTdJFj5EqHdngHfnQcUS6pum/7rITlflL+B6jMskXGUjQm9iCBqDt6A4YwfF3qxW6Nhd2nTcNcXLPdyZVqQU3S5HKkqSVi+oukpJubkWDA3r4DpeDd1UvDm75lhE1iKpLHFT1uZU+Aqvdaja1yQfO40tArxKu8QlE9p7eVhKjoa3s/Zel1djNkdYdU81MaTqUrSvI6lw2NnGyseZQoagVp3tvxceY8ibvqXg6VVPeEpUXmmmijhptdw8ToUU2BsQgDUXJBA2Cf/Rb94O8afEr0Whrw1V8+SVxZ7ikOKB0dZKsymyf1FKUk2sSk6ls7mNwde3QbwYmPKozTqpFWlbVUhRWkMPqzAEuJBslTgUkE3Um4JOpuDc1Fl9RKzW1L4lxCfemzFwlhf7UYIlylyqIppNRpc+KJDSmlkAZjmCg3a90uFKSASFgArC9r+C8UUbEdJ3q4DokrDVOqjTU12VRKkuRTZycl3I77DgTIYJv+iUFhBIIOl9n5vmxZRnZTFewvT4tU5XM06ppQYkcqq2ZK0LtnbHe1iRqbW1FTg6twJ+A26XRuapc2FK5imrkOtoT1EhUNZUChSClR4ZXdINknhkXINkA9lTfdgic294FGr2DYFUaq0WqU6V935qFNHFp8wDMpl9JAUysXNw4hJBNyPm2H8LM43pbtZdxHjGK/QX18WGtMVDEplOQEpWCooUsqNgsKKCLEgHMDBwZudwljzeN75xbiH3XS31Z2oaUBpLj9jxG1LBJRYA2TfXObKB7vBND3S/01hLBERDyKcwh99rmi+lu2oKCq6gBYkkm5Ve9+5ixN4xAP26BvqiJxJLw5iOjfZeVLlImozxZD7TrkJ1SzYC5SRdZBvnQSBoQFAWCBxxQJ+Da9ScEYN94wpyPiwqlCdKZmQWSlHwVAuquSTltmAuASdtpNYTozTXNT+VWhCcis6cvRe41VcaE3sSR667B1fwRu+w405XqXSV1StsIzwHXVjMyopSChlxVkst2R1A9SjexIIsRayiydD1FdY3bccwFwJgqVFisYy3yVaE/iFhpSESGrIVISm9i5awddCVWNgkAeIrsVbUG8nfpiOvSm6DFiMUulozozyFjO52udAbX8wm+UakDU7WFWg4o3g0GJXp/Q+tWRhpDR+CpK+lssqIzuEglK0WOqSAsXBDDhOe1PiUt2nMc1UVtZGpUptiK8vMAkIeWkda1ds5NjoMpIBoTNhKK8eovMQ1aqQJTlZa+9QlryZc4lNMqJNkApOdtspFwCCASQAQMovd0eEotUxRExvXpfJU59hfws3wpiBYnjDwuIbN1JSAVHUi4uCxW/ZkxvPqi57WJnHqQwpCJtGmsIYqkF0i3BVkUUOoUTdLzZAAVYi6RaPvkwbjf3NHdgRH6DTqXKQxKmtcLLzAJyx5DZz8JtR8CnE5FqPc9IN1ITylynws/N8g4spyVKxlTn6dFiolUaVS55yymnM6C8ooNwtZSpABIyhJGouCtKDgfe1i2LysB1deYfayux5EVxUqPlFrpUyg5gB8q0XUBeybX2hVuoYXdiwKXAqMVFUQ6rnGGkLQ+zZN7cO54zZUpQCu90nQkEbP/ANlPGOI8G4jRXsRurXQYudCnY6OttPqspIDiLWsCgqT9b2AzYWbJlxUNsV2Bt0bVBrMRqqclFmwkK5WQiQFR3E2sUEKuppWbN0kCxv1EgAljuHXYHPtO9C1yH15PGjJnOUjyUnXTsQLanUjT+/qu7g95cWe7S6jRXMSMU5U9EppZadUlBKbOhJCje2VKgQpKsoIUDlOLKRv7peF3Z2HN6GDqijklrQxW6W1zDDzXyqdbRYocAtmIsDYnKkkJNf5pK+IloxQ3YDr7splD6F9GRpedCk+YKFaZTppcjZQV/dR7vrzGI8GvfoJjEpqKpBS7Fdbc4ieGnstAUhPTorWwBuLaAwhVmsUfemomdjN0qQjMiQ0QCHBcBQNtCkgEEHQXsJOIk4SgfFnxP0Ckodyxy6lTV83UjQ9069iRoDqLM0wNq7hNJYqFZxvgPdz7Q+CHfd1ew8hDFRQlIfRkW3kfZcSbKLebLmGhsm4FwDtmn2kdzNZ3g15ze/u+l54tRd4FegJkHi02Rc9YTfMto3sBfQEFOhVtpL2e61A+y8vC8CoofpeIYquSV15OOBkUgBd1fMDYkkC5uewz7hTeLK5p+fWcESkIRIU1Kd1Qh7ISFIBF1DKoA6BfnYHvsw0XWJafunr0XlGuCh/ItKXeSWOcU0fGOCoAOKsVdKbkgWyG5vbVXCkXAe77+i62hlEqU01xXY5dh5XlAKaeSbFtJGZsk2CSSSBY2Nt92OsJSp7c/CVJmzac/lU1KUkLQ2qw0KkkggHzsdSBYEA7XmGq/Kn0tuvUvjvvoQlb64udaU5SLhaQQvh+SlDQX1Um4uhq7NuAIC8tuAES0uj4X96OUbGWCH+BFgIdiykSnEqUlRUoBl2/URYgpCli1hYXA2KN2+8fd9hKluVTd9iGbh6l50IqKZsVa6W4u6upwmyG3STYOAgnQEmwAdtL3tO7uao5Wa98ekLj9cCRHaRKbQrKnIlzKlC031bU4haFjRSSADtZtb7pVLntz6XEomKMISpClRcjTkB9xg94xKVLyuN6pVxA4k5SQACMtdLfZjxGR/Wd+p8SBux3mUGVXn6zVPd2JelSIVSo1eLEhtShdTamXLtlBSEDKq4tdQIuNnTgfeFAaxbAnz6tSGGH1cJCKpKCXc3kLWsSewUCRewta5Ss972/rBu8HCX2NoOApVEYW1yrqpSWFpcY4ZydKSspU2ohSFpWlSVpCgQAUlBUqg7wYEX/AOqFQcS0TioRKgYhhhpabDMlYe6m1nOCRcNW7jsNn8I673GP7yHXevnPQrfTAn1Sje9HcTUSFFYRxWo7spCEPXA7LVZIV2tZRBuPXbGmLN4cp2Atqgy3231qUhEyPZaMtz8Qg6gJNklJBsLquADsMYmxngiluxK9jzD1bRKhMOx0SmmlOxVR7jNxswKLdhxHM1wbG4BKeFExVu+rPNtYcxvTn1v5nYSJ7QyuJGhQSFHKTrZYKwexAuCMa2my5z2/USbRV6h+Bj95+7njPxliOrfaOJUYtRhdDseUrM09oCHEG9loN9FEAg3F7bPSsxaNhefAdlYmpaISGlO5VoDvEtYHOgkBSQoapBJtft3I9uro/wB1cnyuAh+U1nd5fw5ie4FyLjUaG1r69jtm3FDmMv5xsSxapEqjEJibliv8LM02hKbE+mQqzEkAgE2IGti16b4mx9PStQTHE2FP3wV7FEpt2jPRYUVhpEdUiApaOYtcFfcKQk2tlsD2uTsuN4eK4uF2l81UEMSl5l5HbJzXB1udLkg3voQNDfQolVdo26WKxFaxPV6JXqi6lK5EpGeOlax0lxtRylBvdQBSVJ1BuUgDtcr892A/P3lvLQ/TpSuhDWdhKb20QTnCFEmykklQsbG4us3T338niYR6Mbb8lvGaAwBvD9/QG+fpL8Xj9bEppoqakKT3yqFwpQFrgHMBqQRqI+P8Hyt40Ck1lqrLYfpbv3d3wqeaTdPDNxqgElQWCAdQVWIIUu6upSqDRq1Wd2mN33oq08xPgR5/NR21gFQUqO6Lo8heySbWJBFgz69MdwvRsPYyoz0KqYKx4067Fiz4WdhMoC0iEtSFJU24nqWlbZbcHUMxSgjaH0na5Qx3/ThRzWZxx6/QaXgiI1XsTop0qluqfzoQEqcSgoSSSLAJKbgqNvFqQe60jb0YtBxux9l6SibRKvF5hMibfLl4dim6k3Kkq7HQEFIIOhM7HcSdjfEbEDC9WQsxWOL7mlIHPx9VFLkdeUJlN5fEgBLicoulwG4CsK4Wd5puK1Uf/Oevipp3C4XDSSf0Oe6VNi3hzAAWASABetXlX5GErryMEz9qO+LG9UxlUnXa2+ulsSOEhGfMlKE2GUgWKkgg2BJt2HYXNEP0afQYjTsta6Qt1Mh9pqUUISsn9I2sEFu56VJKiD9bXFExX6NPivwKWyj3iheTOhAUtSrC4eSAFJzeIGxTrYW1AhQGHXfusXDCH1vqyTYqUlPNNE2XdAUlK7DU2sqwvcgW2Y06BTgQraIN6hlVd6+6rCUByBQaHV/eNLkfFYmu58umuRzXQ5r69xoQL3AHhveU7Wd6tCnusrlYUXK5KqRV3ypaf+HdQSrRCFLbWVi1igkkAWLcc3GYco2I2Is+Wh+bRIvOsUOqWXKqVLSLrbZUshbq2eycyL5SkXJKV7E++z2b8G4N+zWMt2lJfp9Bry0cCFNiuNJjyLZgG1jpUhQzEBJBTlNwCblljvBQxFtBTUGciEftAbn8LxcB4Pqm755FOxDherppc9aX1qfcpy4zjsdx9KiQ6vI22kO9lEqBJIttlbGFHoMqvOT59JYfXwkJXwlFHh89PDcm+htfUWG2nWYztLozbrUtD8ViKmH0OnOy0kW4RQq4y+idO5IAsLKWpYGw5VMOfaPm3+O/I5VfFQtC219R8PhSbJuUnXLrYjXZKxhSAJhG5y3h6ibjcL39xcORF0hD+ZiUiOs/GQdFAjtqBrbvYGwIvtNxgJWI3eQ94rRySGmOE6hSeIjhg3BylGcLUAUEoNgSCbGxxT8JuwJTnwlvrYaV0KV0OKIsg5hbuSBY2IJHkdv3fl7P+KMB7uaF7Q+7TeExijCmK32oc/hQCw7TZqrp5Z9GdZuHUqazXBC8oIBUCXdKptBLTa6dabQd8UeHN3M+s1n3DzaOvr4qUlOVItc2N+1wO5t317bMjE0TFFelRN0u6XD1UxDNipQ7Ph0uK6+6ppGUWu0DlA6cxF7AgnS4IvWI+Ld2lLgYjqjyFvzcyuh3MpKxlKwrsrurU3INlem0ncJ7QuPN1+LWMR4cw9CqiGJCX3UurWiRmOYqs4CbEgq6SkgjQ2GxETccGPWEj1D7exu/r0B2kyqC1iiiV5FLzPx5DTsWZ8HJmbcQQlRsDmC02JF7pBBO1DjDeli2VuRptGxHLRVEVGopzcxCbdQlQacWHkgAFDtxfO3lUe5vck+k38/Ps4e0Pu1428WoxcNzYsfj5prqWpUF4JuXI7mtyCPDre1ikjv5x77nYtUwHQqpQaTxKXKqipTUpDSms2dpwJOQ3yBzVQSSQCbdyNiX6NAN+3Bh05HIinpLzvutx2U1kWtX+FSu+p/Zb8xptcUioxZ7rlBrzK/dz6eEmQ00Vuw3bmzyQD1p7XTcG2YWN9q8tu8qw1xVoXkV+lvmTa418z2/12rUSZUBqfwnV8fNl6L+fbS/bubdr7K1HDQaRgT95VUgOt4Nn1Zjjwo6mkuw3ShMpKrkEgmxuDoo+RtYG4AnVGcJSorkql8dt/mPGtZzJWbXbcF+hXmLCx8hfUj9HH2oi8hKzrrdLzOw3fmeRcEtqHna2YHuPIWuNrCNV4DvEntNI477SGn0ZypKtAL9/Ow7W/aTdhobM6NVyU1FbgO/HlMLzx1L6syfrfysfO4I/Pb+peM69z7dLalvMQs39VznI2s9ygKulBPY2FvUGw2iyqHWYrr8pp5jlcubO6gLQlGtgbA9I0BuLgan12/qBEgc+/A4WSrvdLSXelp5VtEJe1Si47Xsk6ArBIuMFZWMCZhuqQJXvml1aVFf4XyMFCm7jUEAnpuQDbS2oA1AVlUq0qjOuOuy+dW+vr4vWrN6gnUd/wAb/hrPNexu1WW6W1zsKdFXkTHyLQrKLWIB7pGllDSx0IB2tJlEapcVyfi2IiU+t1LvTZKs18x0sApXnc6HvYk7FAlWkDBC8UNV5jFDryEQsquYSvwZCLEZbjy7Ea38/Pa9xDibC9LntysL07Ih93hOvp6sqr6ZSRdRGv8Al9SE4gxRPlcOLAZyMLRxeEhHWlNu4I8Sf8u1htSU6vO0Zri9b6H+l1hd8jifqL2uPI9wdpUqsqI0cHRa9S8UPmVLeXFrDC3YUp1JUiRYq8J1BWnUKAsU6XAuBtPqOEIFegMVmLElRX1pySuS605gPFwzrci17Eg2uADcbFu7bHf842HG8JOxGIVQi/emH2mOmYhAHw3kpsOIEiwcAKiAL3AsKTcXiWfS8ZP8J37q+jlZEdSQtpxIuLqBF0qB+buCNbC+1Hj9YG2B8nB9ZalN0Z2rRZXE/qruYoSpPkjqGh/G2umnfbo3Od91+6+ha4q1JdazDNoepKtbEA2sLkXFwddmnW6dhKvbxpdLr1JQxFWjJki/CUlXizjWxt3JBAIubEjUJq+793C8piU0y/KYlLVy8j5nNNertmta4IFswttNaeUEU2x0exxEi4t3l02L7uqLCIXxVoUpSmkqv2ubgi/YXuLaW0G3o/jyS1Fo3INf2iMiu3p9dNss+w5BdwvhyrSp9JfRzT6nWs7WVPkAbeRI1uCb9+2zT3g7w4DvHalOoQhvL/r9dPqbADZq1lRMRI5d+Jl3eu1KwliN+VFdXk8aUfq6jQa9ram3caa3GyPxLV5WI2n2veHj+R1QSrL5kXPceQ/ffXZvb38QwMRu+64H3p/PlaX/AHiOx7C2oF76ak9htnuqNe6699nMZUPoXlXFkIaKHW82mjiLZk2OYpUFAHtbuM+uvcciPZxLSRvAxRRoDeF8R4hqNXpzGXIxKd+8M28K23HAUrtqClRsQrQiwtbRsK4o3yT23d2mDl1GosNKSvhLaYdzADKFJUoIUkk6WsQSb31JhYvoUCfheDVMOU99+VS0JTNShPVwlXsVW0Um40UAk3uLHvtA3V7169ulxlExRAiVSlykO9OVXwnkaXbWk9K0nQWOo07E7MhvLBlXBUcQpibt979Lac9/buKvFfYVwpCXaa4rKryBKcwTe+irlJHY67C9UnQOK5FrNOYz5siVZMqtO4PooG4uNR5+Y29Cd0/teYD3ltMUasvIolbfaShCXeliVcD9GSTlJJ8CjcHQXttX7xtyW6/e+7PlT2kImzUcuuZFyZ8ybAcRPhcsABcgLA0CgABsV6k9iZ/1ezhxEzusqECBugY91sr5XqSwpXUnMDlISoAX1H5dvPYWxBHgV5pjlas8xVIsjO7F+VxFzYp1FlDKLg/sPfYti7m9426rCVSoPvZFRoj8pMjK1nStNlaLyKuL66kEXFwQQTsK4bwB9sq827yj9OXFUvirX0pcTqbi3YjsdTcX7E3CessITb8RCpEa42QQbGKKXVG3cONIlLz8J1GTM08knUKSdCSL9xobgE21bFE3Y/ajh1SfQ2KdKWvN8K6OH2uAe+ttRe1tLkbWg+xG7n+tO87KWlKl9lfmcosB+Ntv6RvarztUYpbURiFClfoJTCxIRltoSlJCjqDcAkga28ti6BkrQCRc11vFfqL3GuPqDheLz7USKuoL8Sk/2lrC500BHkNPpbZRTsUVTFspyqVRlDCP7KO1fJl7aa+nf1v5dtpNcw+1K4brr0paH8q1r/L0I1IvY9tfx2j8rRuV5CBLRx/FkVdPnYd9PyB0ttldzem5Y9/3U3ynmSHXf6g7nyJ6k5fF6WOpGve49NguqsQKzPbdi8djJl4vzJ+tj6X8j29dj6DCi8Jx1qXwH2M3R/wP8fltXlrkPv7WR9C1q4vCslae+ttLj1uQdRoe+19Nqd3jK6a0k7TINfDXuZiLza1/Pkd+W1/CfNP4dr+W1fh2tu0F3hcaF1r/AEUpo5HE/RQvYkeo7+e1bWjVGp/Cpbq30Sv+6tNFX7E66/gLnuDrtZUeHKlUtzi588X+yfSc3kMh0CgfpfyO2n9yzRSEk2NRqzFbnu0+Kxny5kR5SFozX11sNR6WH5d9o1HQ7hd3n6DkqkHqSprwrZUP1j6W+lh6i42+JWFYs+K3KlRFxVrRn4Xh6fMp8u2ttND66bDceQ1QZX/n0xnUlD675m/Ig9iP33179thPXuGJDhW4jTRiaVWYrjXul+K+hKepLvU5p8trA+ljfX8do2EMQu0uvfenVvxX8vMNO9Kk69/xB7/h+Gw7S5kWqNONQPgSv7JrNlzJ01SfCoegIB+m32rD2KJ/3+A1nQjxoWrKtP0173/EDTQnZHUdPrtrKke4BtPWowBGc7Jw5VK9ysWo8PPlWl1fUhSR2upPhP4i19L32tahTnXYDcCU6xKiozZ8ygpXb/LUam1/rsssM0ee1XvtG01kfYSlqU06jLw7keIA2sfMi4I09NmZA3owJ9Z9zO4eQxKz5OOxw3UKSBoUi6FefhNrC+2OmhOn4SYt9T58JSM0GjQOI7Fp6GOJl62nSnL31snS5uL30uNALk7WNOw/KlSm2qXUIqELUrolOlr8s1j9ALkfj5bMlOAKzVIDlUi0mFKirSlbqo6ilWoHy3Ckqt5Egg3sTbb9oG6iqVnicJnr/UWvOr62Itmt+0X77RvZPcWS11PPMFU0KLFlOUbGVDWvjqShK0yOpKPMhSSQpB9CCfwtbZJ71N0UqjSm3aM0ubT3/wBBKSoKT6cNeoUlX1IsT29Ntcr3TNUvhu1mWiKx0oQ6tWVCdAOsG6UnuLmw7EnS20PF26V2BQXJ8r71TltfpWms+VFtScpIKdL5tL2HbTZjT6tq39cR3T6pw23HEyHu8Zo0B3kMW0morR4WMj60L9SUnsR30JBHlfY7hUbAbU9yqYI3jyqc+/l4UKrtIzcX0Q4Ol4C3hJChckE6DauqFKi8++178i1Fj9F8C3FUgEi2oNyLHy/aRsH4s3cVT4krC+RefLmaXdhar9hlX0LP1zAnQAGw239wdZufcsbEDFtepbrbsrlZS0dC3WJBRmtaxB+YXFyDY3v6W2icu1Wao/VIEtxjjq6GkJGVN7XGn1vbQ6AXN9dlBGGI8ONe65/NUSd4muKjM09YgnoVYediUkEad+x+nceT2v8Azl1ZiFKR1JzIOT8NQCR5G50/btmajTF+BErKy2BGFileLcOff6XEXwP7VSXRmcTax6Vd9NdCT29dqFjebhyVF9zVmnPoW/mQpXC9RYXRoCCb9ib62sbbCVaxpjKqRW/ekvIhfQhUV3MjuflVfLfzsbnTXz2FpU+U0621K61oX41oyqT2vY+nnbZqrTitMR6vwXEdFHq8Cg8SLKoiMi8y4TqkdClEE+dj21sbHTQ2AOxDjmXQXd3L8WVQ5UXmmktLXCkI8Z6iUix72NxYjWxBvsvaZ9o4ECBVGpfwH0Jzx1q4rDyCfPS6VC2lr9+99Ni/eVMi+4YHIRFrzutZuFl6VWvcp1SodhpY69jtfG0yDFxSqbVJXEpbWIX5TDiPgLdWEOpUPJKhqCLnQehttxVgjFECstu+/FvocV1qXZK8wPqCbG+utj9PPaVy1eqk9DUCk50dPxeEUJSrSxzDpGoNr27aa7S8cUOvUbgT6z1xX0pS6uPIC+o9s1tLm3rb8De5cy+0QWxFElUuqONNYh+AtPxY62sqcw/A2N9P9fp0kQIsWA3VML43g9fQ/FzrYV+Flpso/XT6HW5ulYg3fOwOFXqTUaivJ0TIszJIZVYaLQu6FD8dbfhqIpxlheg8Rql0NyV4mvvXVxk+qtelQ76WF/pptx8pUwkg1p13htO5/ClP6uXt2PfTtcH89u9OmO4SrPvlp7Owh1XQlXiT5oI8tOwOn4WBEvCG8nBDsD3XVN2TD/iSiQ06c34KJVnHpcEHTS3lW1HCLuI5UuVhzIwwjMpEJczOtKPMgqsVD0BJPcX2ridmNSZvCw5XqNzVLiP1FhfQ6h1GbLf1Sb5bW0N7fiDbYaoNP5qVxebQjoVwmtE5rn19fQag2/YKbtK7S2uPRqzUeSzr6JC+hKde4UNfIGx9dL67W0bDNUarLlGlVHOxKyqi5kZkvKJ+VY6SdLEXBHextoJ8xZ7XzxKCTBo0XFs+VXqJUV5HUrztLKumwvdBI/aDqNQD22P6dVNzc+K27S5aIspj5uEtC0+eRVgCR6g/6WAm5FrLTrkV15fQrIrP1fS5Oht+Y2+2d3ztUnt8KIxx1+D44a/K67JIPkCbntsLfumPe/dbyjIgS8OSorjUDEMX4/wltcwWsyjcgaganytpcDztsGNV3kKpPgT4kpb7GZbTuYKzJv2NrajSxvrfXaupdKao2KH6NKiSornU061KaKfkPku9ibXsDbzAtY7Xy8OQPiT4Dy5THgUhFk8FXkhepse1lWF/IbVd/iMVVJtny5hivT8GsbwWqJx8PSn1R3ZSEBXLqDmT4g0skki5B0vrbb9xacURWm6XVN1j9Upy0ZWpCGnE5UqICRmTok9rG9gdbi+0PCcjFtG5uLQajysV9H32Et0oRKaF7hXy6eK6rAeovto7c1vLwHXnW8OSpbFBmsI4sNUh37u9pZTYPyg6WSrpOlrbWU4aP19unmIyNuR3l4tw5Eai4Zq7FIQrxqrn9XsLW7OADsNUpA11NwNr3EvsgbwML4SYxHFpK8SsI634qmOKpOguUKbVxELAHdIsrqBQNDtsSvb0t1+F/iz8QwaXW+EtWRpaFpkJsCcyCQl5NjqUHMAe+oGyroHtHYyxbPrWF8GtURiLn5dDsxbzDSXTchBOQqSgi1iRoTa/c7OqZrV1pau4TIrOAWoH3+fRH0L6vnzZVefopNgDe4t6ga7EEHCNZlfcIry4XOtcVK0K4C1It3CVWDiANTYEgWNxs8JG4Te1iOfL+2WIYtLqL61rYdi5XWFKJtmU4L/DIsL2FvMi9wtf/RXd7XP/AGcx5iaVS3OfU7AadkBqK8tJNnGVrSoC9ioZSBrrlJ27+acV2cTph3DX2Sd+9VZ+rvzf0TuYq4i9RlSqxObQjMATpaxGmzR3TYXi0us/aOLQ6oh9tC86FR2XUqaJTfMASlaSdCoCw0BAJ2kQ91EDC8BdLn0Or0vFDGVUhMdZWqQm2biiO6taHdO6o79yCSEAi23en4YxvS3XKpAq0rJCQpS5sWOvis2KTZ5lICynsSSCUkDMLXIvtnDbIn84WA/tbUsLwMPMU7iP9UVccoajyjdQsLnhFYynKm+h0002pN4WFqXVGnKpKojCJTDX9YQxlWm91del9L5SSVA6aJNttExo2A8eYS/7eU5DE3hcquqNRULSldrgHJZdhr0m4trY3B2VdWxjWd17TlLqjyKpTkLVy82PZaZDWlljy9BlWM6SdD2vBnZipwnu0i16ew1WajFhP5OLHfiunxWsXELOqFAjVFlkjQkgnZhMYfrzs/hYtokKtMMddOrcNQaUlWtkApupo6C6bFOtwANvunUmBvVozmI8G0n3XUaW7xZTSJ7bUhmxKUucNzpWhZNgFE31sRYEENFwzWeK401idfx05JsNfTlWNLqSTooG4CkKAPmkE7DaVwPiQZlHr0B1t2K7VGGH15OajzRnbWBcXSRlUoE2BIJNgDtfIreMqXF5XG7LFXpa8vCqMWOFKZXYavISCsG/zIAIOoNhoP1XCNeo0/mqXiGahfS1NgK648xq3SuxAUlY1HdQPa/p8rxy7S4D8V1p+nSkI6s90ZriwJQq+ht4gR2uAdq+pGIbMxKXPixJVea5pfStqQ1fjq6NHEqF7q01uNbfUnaonvRWneVrNOYxDQV5087xW3X4aTa4Wy7clJNsySbaaEHb4oqIFUoLc+sy334r/U1KiujLnvfUpOVSbggE2NhbWxtWYvwdWZUV+qRXl1iEhr4rXAzrSkaXGUEqBGpHcHsALAWlhOD+H2sG1nhUuIhilr6ovKpcQwrTtlVcN37WSSnQAE6E8YeOvv7dLaeqk2F80Wb1PxVA6qbkJs4UA9VjdaSblVtNuWCqzQXf+y/vao0SVlztQJS86Ved0BZIV9UgAk3877C2Nq/yFZ98+9l/0c7l94xYDmeGtJNhIS1rlF7cTKspuq5SLjapnEQ3plZ3gyp8ujVTCcqbS0OoW1MalNc4lFtF2zBKwO4Ug5x5hWh2t5Qr1BrLDTVQbqKH+lKKihbDqb2KdcoUCNLKIsRrrqQK7vceysZV5uK79nn4UpH3rOrhNOK81oUkZULI1ucgvckgjZ54vwq1RsL02ltYhqL9LqK+VQh11qbDcWsgJbBcBWwrUAJSoIOljfXafunCLuZUa9KxG/hyVh6o0SvMIU6hCFBbUxNtCgqsFKIBJSlRJGtiNT3TAoOMqM5QazRJq1sL/StPqivx30duI2BYpCtQrUeoT585eKKpS5/2I+02d+kKU00h9rrZSPlVlBNgOxWi4OtyOo/aGcWu1RyvRXmELyIW7lTkdVfsVFKlJUCAbKBF9bnSwq0uJ9YSoFLda9wuxJqIq1KafpzrqOpKtS4lKyUkEHWxUCPMGx2M6hBao1Bfw5S3luZ0JSlcpfXkum2a98tgMoTcWt3A12k4KrHNO8hxuuV0cKQtCUOLNwoFKrpzkaBQI8xfUDaHDp7rsqW77x5Xr+LAkJClN20ICVahSQOoXvcG/wBB5kyrgRqpFdY5rP8AEaUjio/V7EeaVJPmCLeoIOk1dNlOuuVR2nMSl5Eo+LHCH0p8glxJAUgX8JsRewvtIFRgO0tyBKp0KooYX8KbAzoWz30eQbqTa9goEgaEggC/FM+fRmmIsWtri80j4CZ7HMNOdyUZ0nOr6EFYHzJAsD2YTEg1Shxcb8TC9ZpKGFray8vzSGuIkm2dBcsps6gZgoA6A+e0bDSGsLz/AHM06uE/FdVHV7yhBPESbfDeCco4gFrKJJULXzjTaLUIlexa05A5SVCrdLQpeeG0h1pxpRNn0ti6FtjstOQkj9XsLzBlWlVlpzDm8HD2F31oj8L3vAmLYfeasD1xgCUqCSDclYsLqABGxIJ/GHjG7qfi2K5FpcvJx2sjSWnQljQ6IV0j8AQLp8gQbDlC9krFtUqjbtUelUtC+p11qqGZmXlykjOAfDoSQMw7pB12KcK7wd1+HKXHpdLx7RH5TPRyUeUlL6bdkhCiFaDtYWI7HYA3w+0zvGwbWeQo1Jq9Oiykfc5sqB8BxVgRlcuArvY5bnQ2BA2PXM973ZsCM7BfsZ4N3c4yY3jNYxrz9UipVwuYWzwG7gBVkhu+oFiSon1J77Hm+qDQcebtK1g2fixFB97wnYSKjqlLalptcEEWUO4F9sOVTEftD43gN4jxHjeqMRVuoWhqBKCIqlIcuWVcJQHWAbhYzW11Gmzw3x+1I1Rt1WGv5tKcio1TEr7VIYkSopVFhu2IWqQVJKRbKbJNgolIvY3DAdZHbf7jAJ3dDu5pcBhrG+MaDKlIRysh+jSCwmoNZ9CQ2oKSVAi6CCEqJsALAj+Nt7dUapbeDfZ4wmxN93NKy8xKCVJUkdmsygVrsCVZlBVvIm+yy9o7dcMT4o+3mPMV/YNDDUeY7RobQ+6yGzdMph9SylxtRt8IJCswTl8rkle3lYDxbu5bqlLxZRKpiGbF5VE2BTuAqdIT5qjuKS606ekWLgUCAQTsM8RpN0G8OY93fUvEcSvb+N2VRpdbm52lVxNU52G2sWvdClBbAIIKgCUd+o6Xf+6jeXuCxbjJ/dpPaixZs3qpEyPNzQqkso/RMrCiGZYTqEXBWnVJJCkpRGHPZuxHjeltz6zLfmrfQnM7NYUw/l7hV1pKXF665gfDYkkEm6qW4P2ed2kFuLvZdYfqNUytR1Kn+71uOhRW2lDqVIQ25nAyqATqACbC5FuWFzLvfBuIn7ucbzqpS8eLXgavNKaVTpiOKqHIIy/DcTZQVYkgOAKBBsojQUWCd1+A6zPgRaNztRRFW7HR94WpLKlrTnbRlVlJ0GbNe1hYgjY2q9VwbvQpfuGl4yrbC6Rli1JirJzymVIAyF0OgO59UlLhJCgQoLUDbbhhjfjhLd9jem0vHjUVEXi8m7WUpUtCbqSGwUJTmtcgqcAVl7npuoM1/bKON3M1RunwTF3fUFzlXm0QlozZE2UplQ/vfNe2uYaeVhpsIYuxe1Xp7jTX6BaUoXl8Dlj3sb9/Xv5XtbY/m4jwvK4btdablUtCOOh2G+FokMWvnFlfETbva9tquZvc9kyLAci1TE2GqWhHyykqhOtqHYpUUpWk66KB8+/fa2dpzM7WUXXDahwPmL+J+i4TTK8iOjKn/K21JXt4GDaDKbpdZrcWE+vKlKXVZc3bT6/v2vanvuoNU4krdLE+2tOioVxVokIadzAX+CtwJbUo9gHCgE65u+wfUcM7tN+dLgY8aZpz9RRmTklQ1x+G+kgELNlFpxCgUmxyk2I73Nzd+JlHo/a8nOYOV7GFGgV5yl17DD+ThcVUphbUqPwFdpCcnWWyQRnAISQq9rKtVUis0ufPfdaiIXREZ/v8DryqF7oeSFWKQO4IKSL3yixN/X8C/ZyVHdn0N9haEK5V1LqV8NXmsKBOUnuSSEquLgntUUyJAwa7Ln4ciZJU34r8dpBShx0XJcypNkq9SLafQaqu+7gwTVrV9inP7wn3avbvqphytUGVx0MPzXXYVRas7HbmjVTTiD1x1rIvlOigQoKvZZGPtBXsL4ol+5pfJPraQmRWYCPjsrKVISpaFAJduASpFiTYXSRe3DDT1UxRXn3WqdVKDFqLS0SEoQ06lLoJAdSFpCkOBZ1SDkUAexJJsMXyMZYcwl7ra90LlQmlNJlcutKHmOrXIonLn0KrkqBvlJuCc82OlnjAd3F4V+P2hDK3hwIrvCpdbhVSV1O/oixw1WzBuyRlz9zYAAADTaJT8V1Rp2pT930SKio9PNQJiVLYUoi+VSepGUgG6QADe6Sk3JSNAoNZad988pnyJSnknYqHUuIFrpuVFK0EgkXAIsLBJGxnDxVApbXv6VRKpRKj1NIYdgOcrIaz/wBnJVZKkAptZahYXIUCLHRWzjzj40b9wWafGY9cAyMEY3pcvC+8vDFOoiFo4qmmMjsWQsEWfbNgUrSNC2QCfEASCSbUj2bNxuMqDEdo0uahebmGltOuNIcVe/U04SFE9iQQfqLbK9yB/wBkm8USsQ4XWw51LYaqwS6lHa6S4lAXax8KlEAeYuQV4J3vVTCUVugymfeNIzJUlpdkux1E3uhXmPPKSQfIja5VW5EMNfbU+zUDB/I9QJ3o4c+xE9tqg1tcWE+hFOfamwxKQ4pIK1xHgFpus6gKN1FIOUkagFptV9nOvYNrWF8b49qkWvRWFwER3abNUlKAAUtNqQFFbV7AJcF0nTLbQsHedhaBvBqk/GW6WI/S18JTtSYdX9zkOgZkupAUOEsqsFaCxFwQblWHt7OMN42F578pp1dIi1RpS5GallSY76TlS5k0UgjQBSSoG6ipCgAUgIm4l6ugafkulUtqvRHaNTpUWa+tPCRMd4rSlgXDZzAKGmoB87gnS5ceCKVvQxa1L96UldIYp36JcNGZp5IGt8pKCD5hdyDlsdNlFgmXP3q4DYlYoqL9RfhL4HHzhD7a9criFpSLpNgopWgiwFikgE3qcUb1aNVGIFLqNRpz62ulXHzJey3sMwI4gINsxBUO17WIrs2y4eFeK8ANVmvU2stVGlsLitLizGJF8ykrdaN1j9UkEK7WGpGmy+ODceUaK5VKy9FhRW3VOw56GuYjqSVm2bshbZFhlNrDsQRs1cB1XDlegT5+I2WKJiSKtKJTUzioYkLsLrDgAABGWyrEa2uNTtVN0HG7tUn0vd9jJhEphK+PSFutJkfS7LiRHlsrGZOdJSpOlwSbiu0/EsfKAuFN52/eLWERaNh7Cj9PY6MvCcaSpRNwphepQST4FFQIBtY6iTjdys4jqjFUqktiFOR1yGISinNZXy9QKrrOqQSCdACbbWFDxFvBr0r7JYjolBlck7k48BDkKe3bQNqQVE2B7ElQ8gT5FBoeF8JT/f1Zdf8AejHWw0tpfUhA8YCSc3exSQPM2sdGqQVHMC82Pud3ftYI3I4XdxQywvI0w+6p11DqVLcOYuBYASq17hQAIHob7ebftAe0nPn4trsDdzEXTqC/PfWt3VSZTRdWbj+6bgjQkA2JI0Gkt5O/msyt2jG76g1ZcWVKRwoqWkj4aMoBKSelRCbkJF7K11F7ZpY3Vyp8VyVWa3S6cthGd1C8mXL2GZObp9NLA9tNoe74EGK2hd7PO/jdA1AcwljyXK93VdeSpR3YpUqnrVZAmR3mxlKRmutCwklOthl6tMQMLYowbKfaoPuGov0uAp+U1Kj/AAqxTSLiW1lIUCAOrKQoGxSpYGXbKm7ahbuYsqtUvFuGVv1FEdUdHutJUiRFUNVosMwJJIKToLAEgi22mqNFr3uamtYNxv70m0GOubFgcXlapBdIcVwrgDK2pJbOUpyqACSOpBOHrS1mUX38Rco2/Bi09pbezFo1AoW7XGVJhPtykuuw5EdaMyY6bHh3ILakpUprKW1pBOYpCDcbJbdxi37OO1ag1l6nP0haOKuHMWWHXsuocjvIUOG6CBpqFAWNrgmfvbn4S3tV6BU6D/QOIYS5DEWBUkJiwKhIWsOPNIcsERJBcBAS5lbUVJSeESAVS9THfv8AS6y9NomIYS1/0TVo648hlaRcgZrJdQbjscwBHSQQS501Dp9OEPv5lymBNSxsR7lsW4ScnxcWUuo06FlRMzvmLUqaryKxYK4ZOmYXQfPsRsuq/UWuV9w4cxNTpUVeVqQt1aUcxHOt0EHJmA0Kha51sLkDOjEyqQKo3z8RjPkUlDvC8KSRcH87d9ik0+U1S3IvKIfYWvwZOlKfIpPp9AdPpa2zO45xFFqZT7jslY3qns517Dzu7neFK911tKnZUdakSIql3t1NrKkoWbEAtkXsSLG4UXV/ehuC3g/09jfdbg2VUZSkomTKC05SKlmsAp4stnK/YDq4ZC1JBASojJtkRNA5CLzVUdYWx/ZOtWWjKSNClVjc38ja/nrs7oO6WVAw4xi2LLolbirj5+ErpdykE9JVdDgsNUmxHppcs1mHTKzVG76k0HBG7SXVMOOyptBy8WLxX+OpTBuoZVgFKxltZQAJAFxcG+YqLJqmI58t3BG8eqTVyluzGo7rTb6VX6uhKFJJtftc3AsLHbQ8nFdBpfsyORa9/Ra0RVtLXHdWlLdk20KTdJItpr+N9sd1fFuHOVgyoFJYlVen5VNVmHP4UhSQDo5lsH7WCgXElaCL51Am1KrMEmNP9ojEps/GWLZTeHKzTqXiWLC6l5bIW2hKrKKWXOxBNikHuT31tw3uYhwlVGmMG16JKpfuhCEoWuKVNKsCAyu1s6Ep6bAgpJsO1tp+B8YV6g4cn4trLSJVXmpS6mBKQ2iQ4nKMqc+mdQTmWdL6WItY7KvEmInZUqpNcpW2GH1qXwpFn0pzAKtre4CjlNtbix0GhS+6B+2HdK3ebvvgVTdzj2qYenLRkU1FlCQ1mPdNnLkoJPY2OhGnmxvZrkVlqLiXcPjKoc1hStPofhrlJ6aPVEFRZmMgi5bcOUOICgAkEjMVKJyxTUQPenKz3vd2dCXWl9SFfUBQUDbzF72vbXXZl7nK3WXcRvwGsbrz074sVcprjx5CLKBbU4khbatQUqyrA7EJuCF9QVVCTJ38Rm1Sj17DmN6s7iPB1XR7ryR5UqLFXIaivotkJCbrCDcKSsCwGVWYd9u+PKtKr2F5dUoMSbKqjC0p4qIqkPpdNkgu5kC9wTdRFlA6k32J6fvuxRS4rkCfyrC1rTFp09dpDCkjXlZBHUG7nKlYBU2VWKS2Lo6VTGW8GjcCfAwzV2JSGlKdahQDNQ4hRF86EBQUgEWChprdCrEbK16dXVWEhNpERtI3f4jan4eqlZwHUUP1SUqPwpCFJjyr5vhmxKkKsDYhRBsNEk22a9W3Oe5qpLlQPfdEpy2kJXTnZodXDdv5JPZPZIUnsbfUiBvA33z8ZRImCZUTlXqfPjvyoa0Ljyo9gVIzNq6gCAFC4vYmxItsx8SvV6stQKpPl86vhcDrWVOt2N7a6keY7gdiQQL31Fi0nAEDq9Z9OuE9wZ3u7vd7WI8JYM3ySq3FxXRMLupYlJkLQubDu6cnFykZ0HOUgEFSQtVlAXBq8Tb3sW0Zp/Dm6DG7a8G1uO1KfwrXGuYaproczONpTmzj4qUrbW2tIAWQAQkAfFf3e1nEbT8CfLrdOi9EpaGHyhqQkG4Kkg2UEkkjOCAbWN7WGanudwvS4rc+fiybFXFQpf8AXep5AupQss2zWAJSe17gHQEHeRnD859Y+In/AKgli4Yc/MnOY+n15pEBpmKw++pLSsj54GU6X6rWsTpqLDtsyd4ns048wHu5YxRA3g0vHODaopiQ0njqps+kyFZClpl4LzkBQWEqzggrylCgo3SdEkxaDi1uqbvv6UoMqOpEyHWYoU6lV9Q2+1ZTgJAUCU2AulSDYHaxqdddaabi/ekRUKzpiqU5kb+qQrpN7WJAubC5vsWwjHAidltNHFQ9yRhmDP8AcLk+vVVc1+Kxk46kZXciRpdaLBaSoi4IA07W72m7DfVK3Xxalg2vUn7Q4NraeBWaTx8vMJskJfZWbcN9sJBQuwvYBR0SU0tVcn0bC8R1p7IiorQtrOrMlV08TyPS4EhPoDmAIuBsF1OZz7X3ppGdHjyJ8Xl5/hY+YO0V2sgwIHvPpyGH+JcbysPSp8pisxaivFGF6p93pFRQkNKSi6jy0hsax5CBotJACicyCQSErmPutrLs9yl0vkmJXUrLKdyLy2v3sE66WJIH1HfZhO1CBg3d8/iOL0LfdSwtDqBwJXXlDbib/LdSknyN7FJVYzdz/tYz8Buvz2t3FExlTunn6TPTklR0J/tWH0pOZI8xkuM2oANwWkM3M9PTstUN6idrFRqkWe/Qa86/Ffi9DqEu9KlXBACibLuOxv5kAnXZuUKfS2txlFlSpfHpHvZcWVCdQVIUlwSAo5R1NqJbHUAbEk63J2d2Ht83sjYyacrNZ3LzaWxW0qVHlRaa2pbajqtN2SUrINroKSCLkdzeVvS3I7jJ+5urfzVYsYoK4rqao1TpTTqWM7d1LZAWAtvOlZy2BAJ0Ta4Dbs+zBMua/wATJ7RadnuOtS30MI/ROu9S9DcXNhcgD8/TXaBCrkWfxIs/ks76eEp3JlUpVjoq2oVmt1eibWJ2NMGbmcb71aNWncOYeqL8KLmjqnxWkPoivkXSHGgrOUG6QVBNgDe4tYrpzdjvBoM/kKphmawtH6VSo5+H65h3NibXF76HzB2TROMwQTbIEht2BKblQIn3ph1PCdQsK6vQ/XuDe3na+15PoEWqNfbKltcq+t1LVUi5sqospXqg65XNCCNASbgXBNBX1NUaqcX47D6Ep4qPGltdgRYkAkHU5SLDXTtYkb3uc01EgVmnRZsVaOVdShGR1UdRHSFEg2HdNjYEfQbEH4nSdRMUSvejcWAywvlelSPlcR5ga97dz+Fr3NrRqk0uVjJuVS2lsQlqzyEOsFKG1CxISR0kX9CPWxvc1tJ3YyqXPcnz6tkpbH3qPIQtOeQwLdRBIKSCcqkFIIIIAIIJlysd0HmnKXS3uAjwZ1JzIkJ87fq39Bb/AI0KbZ0IMQ1bhRXKXRmedQwvP1upWptOgPDKge3fL5Hy72UeJ6dWXXZc+VLWviNKUlSvEm3e6bkWH0Nra6XA2MKQxRorUufAq3x8qnUpd6E5SD0qSokKTa9u5GmnYbS0qoOMqXyrUvklrWlK2n0Z2G3U6iyrZkoUNAAbgnUEaCoslym6CVNpkXG+EojtGiIYrcJ1KGlodCFcXy8Vh1W0sRrplPfbjScCfbyK+1RqdyOKKclSp9Iy5UTkju9GBJyugdS2uyh1I1BCizDuA/dbvFaob78V/NFrNLfdClJTfVba9A4nspOoUBaxJ0EvE9Ii4Nr0SfA5pFUir+6z2nVJUlSTmSHCPCR5KBuexvYWgPtOIufeDKTds5WcL1lyLF46JsVPFztdKkpvfiWNiEkAWVaxsTe+xLT58+qf9vIEuEio8xmlcJIaXmJAClIsBrfUi4PoOwJlSGt6FGn1mLEmwsZU5hS5EBMdKUzvFmeYAIWlwXSpaGysLy5gi5UdlnQ4EXi8g1x33305uXadDD6k6HpzDKVaaJUADoD67FzujFdu3iH+GE1nEcqpVTlGELlO/Cdz5EpdA0RaxAvrbQXPa/babHmVnFuI6bhKfwHskxDSustPs9xZZABUCOyrq1uL9gOW6ulYya4krCVWi1SFn4SsyzHlMpOYEPNm6SRa9gT2BFwQQ/KFuulVTerRcRz2acuahCnZTsNBRxklACeIggZVBN7KF7+osLlqO2De1vUftCT9g8EN0vg51xUdCVr69NAAfW3qNswb2cZT3Z7kroY4+XoVfMlNzr3sb2sNNO+z53rTJXKvympaMngX0+FVtCfO2lr+W2TsX1GVXneF4/1svV+Xa+nnfZPUXh2wIWlNoyYPTcURYs+I7Kaff5p1LWVp/IvU90X0zX1AIIJsLHttdYnThys4SrU+g1GoypsJCXWnXbLdir1s04jzQfJQAKfoBfZPbzqdyvKRZXHQuUrO0vhLyuJFzdJHdQ0NhqBrsRYFrMWjNT4tZrb7HvFjIqUtri9QuAVXGvkCCfXQ7HqO3EHZYd/EvqLXXXaC3iNqW/ztOaUp9ce3xGlaKuk+NOguSCPpex241ytwKzQW4FZZi1FiVm5WVIdCX46x+o8NVW7lCwQe9xYXq8J7xaDhevN4cxHToVRpE1CmufaRl4aV2ScwNgANeryuCQRchgjda1xZdGge7uBwkuoSteZDyTolWW/SryKgBqfz2Ztw3kIdSNvlEvAalRXeFFq2RaFp4Tqmirsb2NtR9D3H18y6ZvsxlRuBKi4nmolRUoaUrOFK0sO5AuNNASRb00O1PIw+7S6y5F4XRFR8dCepTKdTc21ta/cafUWOxP7spcWlsSmmoU3P8VHFQFpUm2uVQ7Gw7Ei50tssdxMEaEtMbWDva3xRKwk5FxvSWKvk6USoS0IfSo6JK0a3SddbC1vPyDcT77Ys+vU2vUHmoTEpHCnw+LlTn0HEAHSq6b3Ata1x5kqeNi2l4cqj8Bqk8enP5loQr5UanpWoXAAvoSNBbtt9tNNNOv8ANMrYQhWZTUpjKnL5HUXHfxdu3fYd+50KmR9JWo4EY28vF0qjUtuqNNIfWhedPUU5kqt5j17WII2iYC3ryp8B+V7uRS+VzKQrRSHFfn0g/lrr2ttyxxT2sW4Nov2XyP5FJ5jJ1ZUgXN9QbHyHlofrsvMTz3aM17hpbLaGM/3hafDnuLAHz8vx2D06spXh/wAyK0WuODD6J7UV+jV6JzrCFKQ06vpXlPooA9hYgWuDe977AOLolLgVlxql1Hjof6Gs6PisqHqLWWAfMEEA6g62YLWMIDrvK1RldOfzK/S9Kcw+o0B7D0O1RiXB1GrP3pp5bE1CP6w0sqSr6FB6VfsB9CO+y4XtcGKIfp/ExcwqXWfj800+x1ePxNPJ9QQdD207jUWv241SLKagOOxWUL/2uW3le1/P8T2v5DYxoUOe1x4FZiLQ34EutJKkqT6i99b9wb2v377Q38NxZTrkXm1oQvx5k5VZTpoOxsNb+g2SJNV2REXcJZkRYuNSmuBP8bCFpUvK0c7Oo1slQJt3uCPLXTayxHvDqjrUR1qt80hCMqXVW4rdr9JUoXNtbA3sNPMHapr9Gdw5WXGvtN9yfzZHUtFSU97hSBdVr/MAq/cA9tpTFEqkV3hSpbGd9GdpS2g/FkJ7XStNh+AIB+mljvo+5czTrO5cicpuPZVUitwKo6+jIvPxWrJUrzuQQQe/0BHc6C1xSn4E+BwmqjCW/lyL46eApST5KNykkeugOtyO+1jRcE++ZTcB3D1Bm80pKEZV5FZjb5TZSbWNreuhsduOL8B0vAdUbgV6h1GiPr/RZnS604n1SokpI8rXv9PLae7t+ITB+4zi067hxpxr3Gh/9RGYL/DIoa/XT9pB2M91W8KV754UqifARlTIakJ+UnS6bZh6hVh+J2FKfSKM7Fb914xixc/WlqVHypcV+I7Hvcd7+W06bhrFEDgT/jzUReuPIgO51Mp7mwHUEkf8wBe3GwMJBbdHHj6kUuLKiYtoLvJIfSniraX0a2OuU2CSdTe+voRtTbt8EUus70IDVUalMPrWrPkWFIcvY57dtLdzcG5ve1iEw3ufgcrAl1HO/wBa0tO5VJVoOwHkbAiwtcDZk7s01RqqRK9AlrXNpEhKHWH7ZkpII4liQVAdjYgjz87KmvgwbUYQzYUvd1Kwbw+QeYlRX0pyLdXwnW9ALE6pUNe9x21A77JXfrvVo2CKNyFBlymK942ktJ+9JV6psSh1CbglQNxfue20vfR7YMWjUZiltUnPKQ1lkJ4pR5J7XBOijqCCB5jS22XYRlYoqjmKKzLlZH1q6JCgpDP91I0CRoLgfjqdkqNC9tm9/UzadHvbJ9QtpXtx70KXF9zbxsJ0TEsVaUoWt9Bjvq9buJQUq8x1IufM7VNP3wboHXXBRvt5gBcrNmRSas4/FTfv92Xmb1Po2T+AuAtMeGLiOqcg08whH66ulP7fXW2vn67UkbBNZi/Ci1FjI54FOrzIzfs0/j67afZpq9CaddCp8Rj1zAO73FDvP4Y32voqP6V1qqQEKakOEjrSpnhqZOuoLahfLaw0NtRKzWaNF9zV6osPrYQpOeLK46HEixBAUlKx5XSpItYWJuBsopGGJ7rTjU/gIlMf7BXUrWxtrY37jsfqdpkVdB5DlWpc3jr6Minc6UqBHkbFOn0/P0rGPtmjaYvBGLaX7rn1GkVdhaOiLKR1pUR2scq0OAXJTpa9rd7LneR7MbVU4lU3aS+BKRmW7RpjvS55/AfUdFeWVwm5sAoa3XMB/EcBpx12hrlPsdbTrTRX0+V7XHnbS/cjY5w5v6diym4FZodUiysqkZHcyMyr9wSD+HY208ht2wryJU2IfGI6oU7EdGdkUaTEmxn4q1IlQ30ZVtqGmo1/Ii4PcEi2xDusqUB3FDEDFHA5J9aWluyEdLaSQL3HUPxF7d7WBIY2JcZ4Ex5O92V6oP0GrsJ+E7VGMikp8gHE9K0E9sxB9ASCNqRzc5VOVcn8oiUx0/fYFnUpuTbishRWEk2GYWt6622vOxLjG+Gfs5Pbi0GrMVGkVFaH2FMPhfYnuLC9joCe40voQIdcjT58+msuvPo8KV5PCrQ9x5aG/kfr5Gno9Pn0uexFlRFrbfdSiQ1kzL9bp7E9u4IP11sSnehS58V2ByGdfwlfF4pQpP0PkoaCw0t5m42pL7Z+NR6pRp7cqg4sQ3KR8J1ppQ4uuoBBSQ4i97pGo00PY0MmU1WZ7nvmorWt/M610ZWs36h72ItYE2sdLHXYfY3fYtr1U4vKe9F5M6GOO2l3J2OULIKreYFzbsDsUQ+LPdciymX87HQ7HkNZJDdtLjNYqT/eBIt3Oupp0E61hzlXf0WSK/4FrR06eV9Va37i47XIvsJSaY61K4TrXGYQv/F+VxqP9PMeRbsCpSqXxGv61F/2T8UOoUnyFlWy6AdiPzFwftxFBd4jsXjQkOeH4XQ3p2NwQBobXNvL67D3zim6DlHpFBiwG4rryIr8pOeK74kOK06VWAsQO4JFx5g7Xc3Cs/3DIdapPHlIXnzx1Zun11Pb08/p5bf1Nw9FlVltpp5h+E47naStI6VZAk2/ae3mb6XvsW4oqUqjNcWAzx+B+lShAUpKfM5fMd/+Z24mdjaItVYZdaisO1SXF+PlSl1DXWys3uCAo5wBe+l9LaGwBNR48CA041KqGRCOvqzKaVa1iAU6EaXVYHTTTaj96u4orLbrTMVC/FkT05rdrgm2by0PlbTQbHkV+Vwm/unx2EpUl3MFZkgep1v+P/VPUWFZlay3b9s50aXRmnfutRYXn8CEKPiPoTr9RoRb8hsTxEVSBPbdlURFRYy/on+jMkkajKNSPQgAk99ANl7iukRfc0uswKfF47CFLdTrHW3pqu40P5kC/ci21zgqt4oxRhduLVKiiEiKn4UpSsqXkXB4b1iCNLgKBN7eR2BWGxumX2zjMJ8XT4HF98tNIW2wtOVpahnTceC5USmxPkbdvLUj1TZ5+UxPgfdWJSUtLaUlKEqUTc3OhBJANgSCQOkeVirClG4vNcVc3wtSEtSM6W1gfqi2hAFja/Tqo9tvvD2FJ7sr3NKZ5qlrWrlVKazLSrUdDgAV+KSQfUnTYjeUKT205gyul8KVxWpb7fAX4dU9IuQMpGgJ1FrX0sDsFYpxdGpnDdp8pyE/n/701l4lvFYquFC+h797WBGr6VhLi1R9p1pa4TfRwldWVQBstPcXvroAodiTcbTsO0/lYD7sWWuE5nTnUu0iLKsdM7boWEqt03TcmwIJvYWr8eWltNahOGMT+7es43qk9yVFwbTqo3NXm4sr9A27buhfjQRa5Bzp+g7ncPs+UjBruHHPekSE5XmEpRPgcfmEpuLZ0qUApSSUm1wLW7DsFJTKlS4rT9LqmHmKWwv4vO05ptLWUC13GbhKRe5CkFuxt0EjYdxBhyA7XoNe3fY3+z1eirzNT0NPMLcQbXRmSQXGybXQcw7Eg2BDQs3Ta0+v7b7COJrDGbNLw5FgVSly1xUQl52sjRkLbQSBltqvLcdiFC9yLbdV4lgY8wvXsOVl3PFfY4UqE60MikkdJSl5JIIOoUBcEaEW1B92eDt6FegP/aPG8Wt07KlXFWtmRlUSOpLjaEKbTpbKpKhe2pNyaqt0XEeCK8xiOg7zZqOV/TwpDSFRZCD4m1A2Fu1iDp3sdjBhGrdWmYHiPKpdGYw5XsWVitwYrSuXlTEFMiCgGyfiKUQVoNiLlIsDYXJGx9gTe9vuwQ7AoO8Gie9GFuoj4fxk6iPMi1KOUjJFkuNlDqFgkhKXiFlVwk26VjNVbgY8a5+jYh9wws6eK1y+dpl29rtm6VJB7FN1pIsQBreggbg4FBdci/ayqSqdNXxVU2HHUqO4tS81xHQq7t7klIzAK1KCRcXlj5eUYdI3h4tdxlUqNi3CbGEJvFXHjtOxeYhSmlnMOGpxASrQk8M2UCLApINwjehuNlNcfFDstiFh6avOtdLdcXDirOXR5lxK3WmyQVA3UEg6hVxZwbqaF7Q8rgUaVg77UYDlMJYju1fKiZFRpdtZeuHmyLWSpCSm2itNiCswouA8ZRMEV6n1Snxa20rkGn0dClJvmYD+cpc06kjiZwM3odrD1I3TL2HMLRd30X3W7ElSqXUU/d3+Ky7Hyr80vM3yhYFwo2SbWJB6dvmiUCVgjGXNQHqpKYlfFhtTZTa0JWoatMrJzZwATkUFXBsBYgBpY23UYIiu8Wg0+txcilf1WO6lTOdZKizluVt5wCpoXsRewIN6HC7jUWqcKBiykP1H9E7AnsBr3g0m4ulIskuAkAFIuCdQDoRlIRDJhxc07A+/4eWx4kRZUKQeE4oC6mVJQFKZWLEkFKkepIFh1iTcL4tozbUr71F6muvodiq7KNiC24gi4sU6jKQbG+1lR8BfaivT6pS8ZIio6WptG4RQrOB4ybkLNvO17Jv3uTewtzNGpc/4tWisTZWbl3Y7vTK0zEFsjL37kE3tqPPbu2ZJMWGBsENYIrM+BhyI9XqDVFZH6Qq6uXuOoAJUbtm1wEFdibAhIALDw4ndfQZ7HvTCdUixZX3Xjw57yJUNV+ylpIOUH5VoJBFrAkgyaW7hyjT3OFTqciqRVJaWtpYQ64oa5FskAhwWNjYk90nyAZX/AGiaC7jeJQZWHqvXpS8zXNUuLzDraUHLlcCdXE3NtL2trbUjghWSDL/GMXcZWeHQcW4Tr1efYXxYdSkRULXHzWss2DaCm+hUggqIuMpIGw1ArsXBuI+QqlDhQor8VTS5jTRWtxCQAFlPSC0BlBUM1rJAQPO8xHu738VTEcDGWEqdFlUhaEofpMriQpDijYHKsoUlKgm5HZV/LvY7Q01PgQIE+hzWH2MuePV+ElKso6sshtJQV+QzhIV3IFtuKScyp3ZYj9zY8iRZVOpb8V/Pwn4qBlkINiOjVQOUeMAaaWAuBA3qYUnxcZVOVAwbS6jhSopyLdYf6W1HVbMiMQUZSTfNa2oJPpasSaXAdbi1nCcqLToshLsJ+VFbdRHWdAGJLCyUXVpYEJI0KPS1xVvBn0HFDfKxIq2H2m0TFuoz9kgDhuAZ1HWxBufIE9hSVghQH8B803VMURKi/kSmFwmnSlLemic2qlWuSEheYXsM4sBbTaNAnwOVpeIX2GFu56c7PWGndf7Mk3ABNxlGUGwIIOm0iZOarzrlUo1WhNv1FhTS47SQpDyQCFITdIz21u04kL+htcU2GVUaqV5yBPxDS4sJa08xFm3a4boOimXtQU+WUgkEWsRbYZhBKFVQpdGqnuGqUnJXovxY81p0sKUrzK06pVaxIcSSB2UbgKBMMZQJTXFrNJXVJXRwuEtClvJT0p8wQ4EjyKgbGyQbBVvjjd3jKBPY4uHptUoLjXFj1SlxxI4arkkKDWZKbpHkE30uCdDGxju+ixaNEr2HGVxX8yFux58UojyO1xld/RKOmgUki1wCL5RlGlwVlThXEeEq9KcqmDahyT61dUCpZmszqe/D4li2vvcBRB10Gtp1diYoqnEpcVl/JxULU00tpKlKvoeA9bONdMhBFrpJ6QYFeokCBxJTtJfg1F9HFkRZSCpqUnzsdbOW0tYFQsQTbaxpEefRnW57rU1+nPtK+5c1+kQoeEcRJSFp8goEKBFyb3EiSTIMbAlZadgVT7bzact9ClsOqijM26nVTaHm7ZClOYFLzaSe9yBfa8rTHCdYpeLaI3VGJq0q5x2AJEV5X65WnobcJA0QO9zYHUQZ0Ggz3XPs5VkRVr/SxZmaEp7L28fwysWBJBIBAsQCL0siqbwcOYobpcCXUX2F9S2sgUpSTpY9BSq2llZACdCdTtcwf3SZU8C0aK1/2c52kIYy/Ca4yUs6X/uvsgd+oOixugpAttKTvQx5hKjOQKzLfxRSJSMiGKswJTcjueGJCUpUhZN7cRZbVa5STdAsai5S/h1ms1CrypSEKzqp0rgSo/r8MEpWL+JIBFgCARqCKXX8LwMLuVmVVq3ySGlLdXKgNvoUkI/tEoSlRIt3BCgASCANCIWgrKlMot3FZw5ijiSqX/QLC1fFaYQZkPpIzNPM5RwvQ/CABJKUgG5Y9B3Oe5pT9Zw49KYZnL4rqovLzKdISbXS+ybh1PpmDZSexJFthjddIai0uRjel0SK/S30fCqVNdVmcaFxZxtQOVSD5gm/YkWvsLY536b5MJY3iO4Xdon2XlJ465TqglbyVIunhlCilKgNbrNlA2BHnfG6Q6wm3wboHcURWIGI3orDEVXMUufTUFKoqrFK2n4q8yFoKScqm7a5QtC7BQGKL7Me7mlxZ8pqoxaJVH0Kdiv8JK4cxBKU2eYKhdwqsFZVpPYoCbZRW7w/aAgY8wu/S5+IapTpqGsy59Ipap6WVXAQ65FADyRmUk5o60npvlcFwVdhBzGVLacqG+TE6MUUjj/davAlOqhPJTqlqSkJQtlxOW54wQoE+FQGw3DTkUtLfGWOMb4NozbtG3hcCKtGZqPlEhiQm3UzZfW2sJBCXmnVAHVQJFgHQqfS/abaiUGs43WjENOiomNR57CEpUghSeM3NQkJKQSBYtMkFKS6CSDsOb8t41LrLTmHMG0lFLp2brQpaHWnFm4JbUBdAI7mwKja/rs/vZpxvhf+bSm0v+hH34SEtSo7shtqYyq2qgXEk5vNIUAg9iQNdrVEZjD17UzB7eDiLAe5HBrGDWvvWK+VRzDUqKESFJsQJDiGxw0gjMlstgtKyk3Iudvz2Y8HbnN6mI0Vmfh6n1amRWvvEd9jPEcWpQWl9sKUotOotYKbIHXcEHQFGMsJ7ucbynMJfbGLjKUw6p2PCfSiLXKStd1hyOlRAeQLHMhJyrAsUAgK2d+5ndnQd1+6/wB8u1al059aVuyp8e3CcXc3WoG4zAakEkjUG/YNbovmUu9LeVvQ3f8ADgbqt3GG8f4XiryT4apiEOxVa5G1tJSVNaWs5lIHYoNwrbI28vd7jffJPbrNB3eowVnaVxYEOeJSU/M4AVISk2KdBYHxAjttonfBg3BE+lv7xqpSaRiiLwuur4Nq5p1SZQdeMgtuFK7DukKBIubdwUA9i+fS/wClN31WqPHojSZXNVRrmHeAB0PLRfMthYulyxKrXIJ2Gcw+VVeJor2f8H1TAe6CJS6o6wiooaUl3ioLXE0/JaVAXOml9CNbjKI3Jby/5ysX1jdX7SdOwpNXUXZSoDUpxsPXy+NAWWwsBISUrQlRABsUm5beJpTXtGbvvtvhzENewuuguodxbhynP8V2lqV2qEG4HNQVE5igKbCRnAyqTkEbHe4SVS4FJa3ofZSqLfaV7rreVSGqk0rKTwFuBRS5YZiw4QbgklQBXtOYsdre4J4Pwzv9lT26pjLeOjEj8LiZmo62VpczCxIyIA1BtluAR5G19mTg6iwJ8CXPgUmqIXTpSl8vAjyX1tp0s2UIJUyACQEBSlKAsCm4Gy3w17PWF8EV5vHjtWrfu7iqW7SHZ7jHJrU4MkhPWpDySe7S1kHuQki2zAwLiXe/gjez9t8J1aLOoNRYTAnxV3VIcCSsIecsopNs2ibgpFxdQJuKxsxLV6iipcWf2l1Xt7rsD3LKoOGG6oxziI7rUd9uE7nUsJIU1J4fLlA/s3MhubEjuC/enSK69RfddLwdKqM2UpLCqc+lDS03I0cC1AJ7myrlOl8xBB2F94R98u1LGWMqeiqMSkpakJVdhSUDKBlygFJAOirEj0IuNqWhbyIG7SjQJWMqtVKvh6LlTTZXKqmu09rXhpBbSp5KAFEFKD0gG1hpskLhW+wzz9aprLw5hjhz2bcZYXpcufPxCwtfCSuPhzlSh1mwuWy5nVxVkAkZWkEDQZjckmxdunxvijAblGwljyVQYU1r7xHkUtqQtlQBF0XsG3Ab2UpBUAACTpaBVq5gPeC0xWaXiHELFRQ0p2OhLS5SUp7kNcO5yjS1wCnsbHYB/wDRycR0Gs/Zd2rIxQ/CdU014ErnZSQqPxNMjqSkpIcN72FzrZ5fOepRVXlYkad7ILuEsUN4jqlWXXmKd+laqTBRKUsEhI4hXZxPzFICCMoTZdzs6NwtToOMmpcX3jNm0tEpTEda3yp1P6ykqVc+Iki99LA9rbW2Jd8OHN7TXuFp2LQZs1jI7S6tK5V9xKh1lt4aJUEEJBsRfvYWJCPZ89zUHGWJcG0aoIlIiqRIazWSrKbmxy6X7ai17fhco8OJa1F1CYYR+4rwdjLdA6/iOg1aLVIT7WVfNJWlOQ/K+ATmQfDmGove3YHK+8nCruN6DExRRuai0hfFYqmGpUziqo80dzDmZCl1s2BTxUCwABAz5RvCuJaxbu0+K0tfAj/FRn6uEoZXLEX7aK0uOjtrtl3AODYtGlPxXa4xClPyuQTKlfChVC+rbElQBEeQEkJQ5YoUbCw7qIEEU09DU8D1EZuG3VNVmfiWg0rE0Ka3wuaiwmk8utxoXXxEpzKSlxJ8aAdNFAEKyhw4D3wYDoOF6tu53tYem1frVIhIqNOFRTxQQm6EkcYLCiTmSSoAWBJABj4x3VY3wbij7b4Swa/KXS5SXX1R0IakQ302zR3+HcgltWZKiCysapUgKB2LcWU3DmMnabz+AotUYrcVUyjVZK+BIhqJQHI7yQk8VvMkX7EGwINswGUGY6DtWQ92mHtxm99qXKxbQ2MLvrzwFsQJsmLxLdSHG1JyhpwjpWy4BnsQQoXGy/3obutxm6rEbdLardblVdCOLCjxZGZbiSenLlAVYq7lB4ZFgU21OxN39Kw5Awb9o6pgiFCxCw0lqY61k+9ZOlJX5KVYG2cZhewJ2Sm9reDhevVSBWazSYsKr05K2osCpJQp9KCtOkd+xUAVAkNKNr2Iy67EAVZQOYr3azRsL0FyqVSkr97vpTwuLdUhSiLXHbsP29rHyG6HFxG7XolelVyFTkVFfLoRUorqYTyrn4d150tEm9lAgAgggA5gS1bd9ijEc9jG9GqLFO4HTyshYfacYIByZT0qF+97LBKrKGoLqwjU2sL4Slz3aexkitJdkR03UlOXXpzXujTVKwQBoT3JBZd+IdF/mMzzLwFKxHVPutWiuSkLSw7CaWEPsrIzAWKjmSR2LRcUbi7YtmIXi3dVS6XVOar1PfXVGEqQ60/KMNau1+ykpIPcLCkEmwKSSAda4qpe5vfdAiOuxItIrc2LlUxDS2h1xaWyUllVjdHTcJBLZJSSUkgmRuR3L4DxbhKpUGqYTxDKYpEpLHvSqPurVKzWWUZH1ECwUbkIbWkkpBsADQbWl38VzMsbucNxZVUgT6Dg5+LFivqjtOx3RFUzIBFmRIAEclVgAFpQ2sqsbg2Gj8O7qseVTHlFx5VIkpiLCdVCm+8orPNN5kHxLZK0gZr2CQlu7irJSe7dj+zrgjct7yxHhKWuiUGoMff3YrTeZLWQjK7mSpD7QJunjIcKbkBQBsOm7CVUK9FfozWPItbztK+z+I2EtqYnJBLi2HWwo5XGxlSpFwpISSiwuBJRPcCBv5mUN/u5qjYN3q1rFEqkofoNRmqadaVldj84ptL62VC54ZWlaXU3IUOsoNuwNiqtYNlYXban5OVpzH3fPZTsdAuAG81ylKdQEi6QNDcXBb1RnUHehvaxZhLFsSqRYWOYDVIqK2HRwocyGlPAks5khBdaWhRKSFXKUlKgNFYoxjgXG8Cs1PC+I3ZTdQokqRFfUlpWRxbK1IUpOpFiQFAE3sQfrsuwOciMYULKqu4XqlZiv4yoLrlbw7x1NIqUVjI7DdBvwpTYJLDg7jUoWLKQbHKLDBeJZ8V33NiN7jwn1pyyouTjsr7BZbN0uDXUDKLXsL2uX7oKNi3BvHlYcq1OXKW0ppUN2yUTmvEplaFggggaoWCDclJJBG1Li2g4Xqk9yfS6G/SGHs3MQPGwy7c5uCVEqSnsQhRuNbFQsRY+UTarIkN7BeEqXWX3YG82o0jnergSKI4uLnKSdUAkqbPoLi6iAbkJI2MXT/slVsG1SosoRmUlprhF+G54grhvCy2bk3AWCi1wQgm4PcJw4s9r3XiN5HAb64ch9IVl/uKBPcjS5IBtYm9r/OOqHAo1eY5qncZc7Ktqaw10vKsAbi+YKAtdJJuCCCdQe3sspXp9vOYe74KpKd9nimxWmci1xUNdVs+XihIBOtxp6m4vp6Kbdjusi484eI3WuA/RJSFyIuimpnZSRY6XCtVJIIyga+Wz0xZAi4owRQsGxWeI8vI6lC0HpSFEqKikZgARfMQR4RZV7EVxxibCW6DDjGF6XEzyprXxZDXzNG+pKdELcI17aDQa32tTDWRY4xW7jzEb/IUl9+kURK2oqYvUtzXreAUoEZst06myQB5kAMbpEqLF5qlvSvgO5FtP5kr07BaFgKQrvaxPa1+42L1b2cUOuvyqDSVoyNZXcyArKrtxCBZWo6SexGhF7WIcEUx2vO/aOfVkTZvFy5Wmsi2XzckLSPUdlHQ6699jF9sCwi+k0v39F4TvwJTCuKwpfSnMUjM2rzANr3GoOtjqNu+71DtLxk21+gWjMnqt0qP11Sq/nc2IubnzlbwmZ+F8ZSPejM5EKrozpadayJS6kA3ZURY6aEA+VjcWI4bu6rxcZMcrwM60qQtP+0SexsSQFX/EG3YEAhXVtvqJH4gN68iXFFmT69vGfwv7w+5SpiUZ3bLabuMpcuoEiydLEHT5T223du3w37SO4J2JKpcSViikLUp+PnW3MYU0sqKm1g5VggaBQCCdCSQCNvPCqVr7OYjqU+l1D465Cs2TxpUf36/Tt6nbWm5L2u8Rxd1T9GxbXKu/FY6I89KUrfgugnIs2T1oHkCbAakHU7B7rpSpHriLsHb0Y6/aB31YD3vysNUHEe6FdEq9FlJke8Z7RXIix1t2faZCUB/IVZFWFswaSQkmwDE3TbosB4tgMSuLRKpFfSlTUqmz1SGnEKF0OpuQpCgT5gg2INiARhn2i9/0rfJVKFKgMwqdVKdF+9Ox2s0eqKLiglbjPhZXlACgk3JNwU9hYbratjzn6L7mpzFIm053iu1uLKXHf5c3zoz2LEg2y2bcXnNkkEEXF+0dR5QlmmDrz7m5q7g9rC7tSpdZpK4vAzNR5/OlTDyVDpWA4RZRKhdKVAGxSb+IeSS8T16qVmutVSXx4qJ7yWGl5kobSl5eTIlQFkhOgBA0PYHbZ+/7fPvLr0VvBrWMl1SncJKJEhDTWdu5CgypaQCXEkXKtCCbd77ZRh7v3fiSuUWwhfVx8ubhuhQvdNxmSToQfUkEHUWo0r1EkwKaPgyspWK8R0Z3ixZfwPna1y69yNek/gNfPYsn7xa9WeUixXYuea6hp/4XUlJWLkEAZja5ub2IvfaqovuuVxKNVInJTWMqXc/Wwq46XEKSblB7hVgB2NiCBeYeokCl15uLK4edCfu7viQ5m0AKhoCRm6ToQLgnWxCIiNO2/kRgbwfvXu2l83x0MQ1SMq05VNuvEWBAvYpbQ2NSQQpQNzfYCqK2ov8AWmsn7E5te4H7b30NiNPOvkb8apAr3NO0SLW8PPvuw5DX6J+OkaJU24L6hI0CwUqIANgdFdXd5NYrPN0GTUHFxWJ/NQFupGZnKpYGqdUlxCutIu2VWUEggHaqVwn0Jufc54jCxqzWcRwG8L0uJKlRcvPymo8cr6EahZyg5QLlROg1v2OofMwjjLdVWYlUr2HqvS32FJkR1Px3IuZKhotClJyuJIPbqSexBB2NHN9W8bBMChOYNd4EpxpKo7rUMPyG1fO2nQlaFi4UlYUANUZTrsZb6vaUZ3v7gqTu0xlT63SMUUiZzDXQJEKQgXJLa1/EYSVApLZUrIVAC6LhLNY2rNysKq4WVGF51BqlGl48wRQ0IhIfSnE1IRNUlVNkKPRKQiyrsOG+oSMirg2AUQ9cJs4S3q7lsdwJ7y4tRpH3qjVJKs0dtdg4Yq3kkpKFqSuyVpFiSQbjbGW7mutUavNxeEhaJqFQpSNE8SO5otCvVPYkHQ2F+22k9wGN69uWn4owvwUVSnPxVR58V9r+sRVNOBBUD0r0czagi/bU7WaFB3CD+6XHW8vdpPbxRu5xYxS1yk5X4sroRMa1OTqSUXBt3IF73I2beN9+7u9BpiLiOht06vIztP8AKqQpLyrCzrZTrchOqQCCNbqFjtnbENYiuysQ4Xo3HYYiu81Ca4HFW3HdAcbKEWJXlBCVJsSQCLEkjavo9DqkVpx11n3WtiQl1PCdWprS11s3JUhJJJCCVDXQi4SBj8SudsqW0tVTG9Ww469FcXx1Ijuvo6XEpsLdiUqA0JIANj5G21yxgCl4clc1XoiH1/JCaurq01Tb007mw9L2BPPt5giBFclQIjD9RqmVMh11SVJU6LlVld0qAPSdCBoD22VNPxFz8+XS688h9ebInPdpbiLkXSoEZVga9iFC4VfQ7VPjBQspkOViiK/Rqy0xCYYWnkHWHf0axa7TyO9ilVrkAdiL2NhCo4FaiynGmuO+hClIVkR1x3U9xYWI+gNwdbE9hNdLsCUxKaxCth9CuXWuV0sPNEfMq3SsaC5JBNj2NwTYihSqpAl1747FboKEe8uEv4siEbBuWADlXlFkr7GycwNhY0LbpdYtoM9qLKbdlS+hHwsrrRyuJ80q+ZI9DYgdjtJhS2sOO81FpPQvwLVIKkqSbXSb5swI0v2I8wdAappGCMRwPhVDlZS82V9buZhL9uytCtKFWAza5T6jXYWqUGfAacgQKdx1xVfHYadQtXcfESDfv2BQbEWuADoP7ZxMLsI4i+0dUcgUZ6UiEiKp12Kw6OK2lI1CSbgEG9jY2B1v5yaIqjYspcigRa49VOVSpTUrKWpCmDqoKbscrjZ1sQCeoC/cjmEsTwIFZiSmqTNYqjGVDUpqOGlZdRkUsAA27Em9/M7GFZZpcWvRMUNVbJN+ZLSMq8979wL631JuO+1bBvgrV3idocKVAgMUZqWtdUYdShhUhbaOIoWUgocBAsTYpJNrW1GgAHjPDWKGuJXvdK0IhdU/IjNwVX/SkA5gjUEqF0JI8SbgbFG9fDmN/czGMoGR+FFSlS+VX+jaXl+ICDayVkJUkjQG/YEgMpu8iqNRfv7S5UphSUdaihSkWKVIVlF8pSSLi9ge1gNipISMXcRjR2BiiJKdifdW1/f5TDQddSgdipIUFGwSTmAJNrZVi9t6YHfoMqjfaOjRKI+hbSUNVGm3Qh5CrGymyAEKBOtgknuQTY7edS6O1g3EdFxbhyW+uiV5pTsCR0usOJzpC4z4F7ONnQnQkFJ0Ou28sN1ag0bdzTaXA6F8JOdrwrbV6ehHorQ20IuNmWICS2NzRVb0qw775lxZUt9C33VIdy9SfL620BGpN7aW8tgCejlXW+E8h/O0nP8AKlSbWHr/AJ7MutyqpP5v4MVb68yM8hj8AFA99O9r2/0UsisuxXX2p7WdjqS6hCM35pHykDTQjUA99dspBueON4rBLG1ZgbweUo1ByUur0t1TUppDo4E5FhYrjKAQl1KrEOtkAi4KCcqgBYharNBxG3Qa9EfR4EdCxlcTYXIB7HU9yBpcXGu1+7RcOUaf7+aqC5qJWd2PKazqzJB1QWz2UmxBAN7a6g6jOKnapi2e3XnYj64UX4SprDS1pSk6grA6021F7XFyDc221UWKEQv+wUWA1Ale8X6Q+/ldyyGM2bUWebUNFW7lJF/x7F/4fov2SqlFxlVKjS36c+0iKqVC+FHldyWnGFApZesEqS4hSEq6gUi42QMXFM+qUZjBDsth+UiQn3c+qy0uKKrWIsNTfRWl+xOznwdjWlxWqtu+3jUNGdcVMeQlLpRm0GUlJQFNrHcLA1ISRcakxKqsk/biPl3C27l1pjFDsSnVunPpypfiutokR03srRQzJIIsQSO3ZQ716/ZB3D4jiuT4FQxLhSbKzrTPgSOLDVe5+PHSS330KkAnsfwzZhTfRWd0uI3IDWHs7fS60uRl+Ikq6XQUk9JykC1tQQdrHEftS7wcUVRyBQcMRYVRW6lfHirycZI7oKBYOaAgXAIvoSdCAu/3ARdA6fZIu8ncdWd1WI/c1eqzFUfYyyIcqE70ymDmyvt2vl8JBF9D5kWJoqJvHdnu8hKwzTpsVa+E0td2H460k9lpBCidbggAm5sL2BXVcUysWtU2qYoafhLi/Cdd5UvqbQu2ZVhZeS4TewNhc+R2oafTIEV33972hLgodUl11rwZk9yLp6kny0BB/AbAqL2jNgwfxHELuIYVrEWA6Ng33NAp7DEqV1+EKVHV+tcdWUdgNBexsNgKkRcOOxXJUDJKQt1SVLdWhalKJFwdAdSe5ve/re7rpXs2UHeM1TcRtYhzxZSOpXUjo8xpobW8ra31ttM3/YYwRhKg0LC+HKcxzsWUjx+JSEkLspy/mU5bEg69wbEMbFgLtE1wwTMwb8q21KdcnxWuV5pSMyWllScw8gbDT0HkANiDdVWp+I6DytZiZ+V6ET2unp9HANPTq0I7XsdJ9c3Z/ajFDcWVE/qruSRFf/tLeZ8iPQ6g9wTs/t3G7HDmA4v9AxFsIfQnNHWsray+gKiVAHS9zbtYbZmotRuBM/V6tPSxOS5PutpyL40L8C/1ddCL6g9x+eumwLU+adlfCZ6P1/8ALv8A6HuNmVvfagYNn81KicrTpS/6wx1cNV9btkg29ctzronz2Bi170gc/AdQtjx8VrrT9LkJun8DY27gG9lu3kbosArjcYtMY4apfF96fEQ/87XiQr/dN7fW2w5ScRuxWvdcXjsZ1+BSejMbageug12N8Vc000467kX+qtC837CDssY7tZnz3OE7nyL+dH17mwts9prNw2zQ0toYbRGW8rEcDgT+Cyh9hSX2n2kdKkjt0ixCh3ChYj8NmljvGn85eA4lLx5Ei9DSMk1pIztqt3AVoPM+V7a281hT48rFuF3KW68/Fmwsi0fq5tNR3ChY2JAGlzfsTExkeQoPuaqS1sI8HFaRmUlX1HmPoDftrsePNLSg02l4SgONO1yLUYS+lqQlHQq9vE2oEpUDpYkj6nateqMV2fzWHKs/CWhavu7DRWhSbk3yg9JOtwAAO4GttlzFXi3DnElUuXz0X5lRc7qMpuBnQRdNxe4KQPLXa5wrPwvWao3K5RdOqP68N3IlStQLJGg9NLX1udpxAGMLDlSlT6y27zaFvv5WlOtIyq9Lkette57bH9YV7mrMCfPlrhVFGXgOtdPG0F1ZfnTl0Ku4v567T8FYNdlUb7ZT4jD68qfvTHTmRdQJcRl6VWFyogWN9TcHaCd5VLxbFcwli2iPyorK1e7ZnCSt2L3OgVotBtfKSNL2sbESBCQcxxIa5qI7VGWH0cJOV1a+jU3ulR08+xIvqPO+0adKalUtyLFiIYRk8bSCpKtPmTrb8j+zbrUpzTTTnuaoMIWwlPFakIGR5BB0N/DqBa4IN7W1FqKDBw46791yUGUvryNSDyaljsUlJsi516NNSSkntTumqUY7DKBiJ7rdcdn/AHXP05FpDrDyfxUCBr+fcX2qX5UWK7Ia5taFr8OVK8rlvXsSPzNj+GxvU26zhx3i16k81Tn8vCqMOyvwSoi2cD0ULnTQE32tW2apKgMe6/dy4qF8LNKihaG1A+E5epFyR3FgSRbUbQHDy4fMW9FdqjUpuU7E47PiQtd8zenlaxIuTpf9trbWcmDA5rn+EhGdHxUaq6h5/TuPTYkxQrG9LgcVqh0jI4vrXCdy9Q+ikgnQa2OnlcXIVuJKviP/AL+7k+TO1837LXGvp+Z2uEkmMzCe89rBrvK1SnrmxcqsjsVYUttOuhQuyVC+pIINvW9tm5hfGe6rHbTkSLLiykLR0xXWCh1KrkkcJaQoWIvdN9bW77ZYgUZ1qB70dl9fiQpCv87/AJX7W0/DaypVBrLrrdZ5SLKY8edK8juYeZIA1HqbjzBuLAT17eZl6jSBm3qcGP7enuparMBvlYkKUwjNyshd0Os37JJAIKfME9xb1JAPhTdNi2lxXPc2IURVsfoEJWUKbVqCErTqn0IIUk+gIuGPFj0bFuCOf5uUtEVr4uR0okR1jQElJ6hoLKPl2t5pKo4wntSn6N9sZqH2F/CnqazLyi2jyCAFo/voOYHLdC76ir7zmBqt1Fh259TviCmbwYuLabFxG8j48hKGlLXlzJJuQi/isNTYkkC9h2DS3kz/AHXS4jUqkom9ObheLMoHQoPe4/I699krCmbweajxa9VkVGnIfTnU06HUNq0+IEqSFoPnmCQfI+hc+KuK7KpLs+oMQs8fO1KdaC2HtUnquCAnQC9ja/YnZjH5mxVvx5wdl0rhUFt2eyuLx/ix+Y/XB8lDW4Kew1HfYFU/KlSnHXXUSutKvvCgtSU6m6b2JGp1F++o2Z2NsV1Ss4c+wdep1IRKYazxXUO5o8pN+xCkktq1uFagC3UNli7Bo0VrkJWeL15Gn0LKktrGhSpCtVAjzBCh5kjQWs9cSyTtFrrX9q0hiUj52nc6FfXW5IPlfUXt9dp6PitcVp59EXPmVy6/Ck2BUE3OUEW0At6jz2oJGDZ/C5+l1aEvJm+K06c3bW6DoD52JBI9fP6hvVmU1wneBK5VXWuP0rSm3mk2VoO5Fj+OwMQmZ1qcR2VF5+lvPv8AA6kux7JX+BB1uDcaHvrp5XtCxPFn0tyLVGuO+joWuR0q/i1h59u2wnEcdadfgc3KYiudTWVWdKVH1KuqxsPMHvtbR47rXDddez/r9P0/jXW/57DtsZF4iOp1DVjxl9TqHQXWnOE0hC15cqshV1DzHl+Wl/TaxpkDGUWexzT0KVC4qs6OXCHVJPl5C/odPLXudvkNRWqM41PifAypTxeXKkpUdOojw2v3JA89O+36ZsqjNN/Zyo+8V5M6WJCuKhSTa+Uq679rEKIHYp8ts93ZvcxDYWbmXtQThyLWW2oFWqMJ/wDWQ1l6j5G5NwO1/Q6g2sb3C2B2otUcai4hlMcdedbXIIWhz5TmQEhNgbk5Mpv2t22qqZBn4tlNyvsxFYXl6kurzrTbQEpykKSCQQSb3ta/k3cAYc3jOu8hFq1OXFR1sZIQU+z2sCM11geZBHmMvnsVH+JxsYyHUt2VZpcX3pS6JS15E52JsCQUJUm4+GU2KknQgpN9RY2B2X9JxNKpe8Zij4oaehPVFpSoTsiLwkSFAkEJdQAhZscxBNwFDte50xCqmKMLtNxZWHkVTjL/AO7yAxxFEgGwWCADewSQewuoC52HJmOt2lU4+HKzh7EuGpvQt2nT6alaGXzlKSkhS0ODt1tKsSNFXBGzS17odau6hzA1iBKntPuu059D6F/RSHkeSkKzdQGl0g2B0sNbguKKxAgUthqqZ4qH1/FdQkrypNrEhIzed/XS2U7MNxUVrjxaXiFDEV9SlrjpUWlNqt3IWTmuPwNtCRoNqeZhOjVTI1XqS/OhPqTwqkwocJSgB0XSoqSoEC6SLEWFiRtH2+MzzQUeVrD7sDlHeMw+whHwn0OhScvmQoX7ajQ3I0IHnJpcZp1pyU6yhCFu50OsLWhWY+vnfTzuB9BcbWjNEwkOBhyLVuSmvpW01zDoyPad72B8u4ubeV7XgQcPz8OReQnu/o5GXMl0Oo76WUO4J9bG/cDaj+MLi1YfU7F0DC8Di/bJ+E+hC1RXcg+Gog3bKk2Ckk6HQAi9zc6h1bcd3jRW2mqtFoM2a7kaySB7mqyhqTHfKRyMjzLLtm1nRKgAVbcDSZUqU5xYi32EfpU8LPlT59Nu2psQDbuRpt9yt0cVqLz9Glri51pdQniraTnSNBmAIBJuBmuDexJFwDU2bxN/px7qZYeppD2XMC0ZqBPwRVKe/TsSsQ0/Clf2zRP6QJJKHEjTqTmHmFW2jwd3HtD16qS58Xd7RKW3S6k7FaXAmhDsiK24pKS6wsFtalJ6i42pC9bFKgASA4Acr2A2qbXqzzXuthfFdpapWZUWwOaVEt1IXY3Ulk3I0ykXG2iJntF0bCUqmz2mpU2nV5pS2qi0oLQ8pIByKUgEB0JudUkm1yNdnayJoOD8SZP3uT8LtNwJUuLS6uy0ldRps9XLym2h0h1pJuiQgnTMlVx2IBBABcYe1VuMw5Ffa3l4hRUWGVcVTSovNcqrvpZKv8vz0GwVvPxM7vBqj9Zi43c52lrUultNNN51IPdpUdwlDtwcriCsJUBmASQAiNgTDe7TeNu5xC01EXh7GtEzyFMMRTwlIAzJU024laFNG1ykjpIULgAHatmWbiWQBRG1us9on2M979U/7L4ho6KvlShTVUgLhOvellPISly2liCTa3psxcYbkNy28ZpyLPp1BfW+nI6060zIQ4k6gLbcuT9LEEDsRt51L3CbtK9KYxRPdeoj7nU7MoiOT5d3X4yUKJOhGqVBSDqApfbZr0Sdu5gUtvBuPMWQsXsRVqXTpTHwpsXzBbsErRceJKBkJzWRY5ARPUG33cRp4o9mTGWDWpf831OhVtjNnaa59bb7N9MiUvFVmwNUhLhIOgAAG1qzuKxvVMORIsDew/TpqMq+XqkBuajN3UElSkr01sSSrsSSb3S9Yr8qfQZ7u4yre+5rDWR+O1VjDnt9ussn4agNepoXPaw8lfuo3le0FRpVaaxRVqpKfY++RWpWV1TKhe/U3dCknVKrG4FgQDcmS8ug3TYWI/Zfr2Mov/bfGVOff4SWlz6dTeXdVa9lqStS0FVrAmwvYGwOuxhgvcngjdpS+LRsPU6a/k+OtaQl17yKkr1N/MAkjyt6f24Lf5Qd7WCGK806/FlZuVmxZS+lmUk2UgKUApN1ahK7XBBGne+kY3wQ1VHItUrfuGahKlZHV5WHkXsTZXSbaAlJ0uLkabTndKkNIycY0GLWW2pVR5VhfgU6rJ/uODsCO4V5/vPDFFCwbKqjleqktjJKQlSF6ZFLT2WFAaL6raEgjuPMrbfNhTd9iOfEqn23isPvL4TTUeajJIdPZJSogoWRe1iPwOypp0mfhKLP3X1nebV6Dx8yqbCrjTaE5j1fdluJKVdxZSSoXBBT4gKF9sIqSDvs3u16sz5dG3XxEIRCWtEiqQ+lLy0AXbfRfKV9rggaWOYWsQzePjhrHkDC8p3BtXYmsNOtSnYvVy6bJ+My8g5XWyQBwnBxEk3tax2hbtpztBxlXcGyojfNcXioyJDXGatrkUFZVm91aKN73sDdIJ4sLFtGd5+Bhmn4roi1qW6w+rlZkdZWLuBQI6vRRQQe1wSCBuZYCdd3sSLi1riz637klIy5pSEtuwpWUjKt1OUBtwiwzHpOguDbbjvFbditONVRp9yUwv8ASxUZ0vIzWLjKupLg7Zm1FJsTqoXuRYWwO1VGn69hzmqJN4q0SIs+VnW3cnxKUoBYNrEH8Qojvb0Xd+1AdcaxvyqELUp1pEJZaSpAv1NuZQEE+aba63F7KA5bbFrgjdBvGgYogT9yO9JeHqdV2MzUBqousRVPp04bbFihvQpukJsDcADSzNwhF38RXZcDG+N5sqEhaotSptSaZkR3tAVEZUZjm9ASB30IIAxj7eHS8ERZ9Bw5uRxRUV05CZqFrXkaUoiwcYezGyrXzWvYHq0uTRsbxN5dU4GMp7y4q1oaT7tnsJmZkpFy2omyl9zZQNyMovaw26dHTSUwIFLl0vCVOW+/S0dMNalqRl7rbFsyUEWJFwAbpuQddq1vH0CVw6M1XItR5rr9zT2FxX0pFioMPAWWsXFg4Eq+pGwvi3eXKrLtJlQJfuGqIdyZHYDsdGW2ofPjiXOoWE5SLa2UFbBe+XeZvGpeHHMOYowbUWH+Kh2HKQhuahS+6bKbzL6rgpdbzWudARpGZ0bTiItZ/ob3JXoq0dDT7SC0+36tL4qCysE3spdgQNFG9th2DuExQ7WeVoNcqLGRPwJspLsV+Oqx6SkaFPbpyEa3AtYbfm7f2tMeO4S+Lg5dU91tZX/eSg1PbQlPiChfip07KAUm4usgaX+Gv5QLcjVJTlGxl73oNUYy/FagOyoTiTaxS42CpPexSQQD2UR2LtErkyxrO7PGTvu2VXqdClVRhSWp/wAULakJvq42tISUnzsW7kC1knYiqmAGuQ5CLW21xVtZOE7bOlJvdBBtnT272Pqex2oqn7Wvs8Vn+hv5zYS3l9HCaumQm/YhOih5HQXHp2uOYi9oHAcql/8AZfGVOq8pHSpP6JarjQ9spHlmBAOpvcHa3Cyu/HuCtPw1ijc3Pl4NwRERCpFbzKztSlqYS/fpcykmyydCSQryuoE2A8KogUtr3zjzd7iWo1SnO/eIC88iO26DYOR5TSAlKLnNw3kWObW+g27t73932Lap7haxZKpdXcf5VcWpJKGOPe1kvAFABVoCbC/mb32Z2C8Gu0uf70x5jevQuA6pKs6UPxXEkkJClt9aVBOgUStChqFC9jJP4ksNw4jgws/S942DYleo1JhRVxUfCaUltMhtrpFlJypS605oCAqw6Tl7EBu8CLzUB+gtU5uF0ZVZlBSHEC9xcpChYDQEqNvPveTWsR7lsONOc1vCyZ/GuPP4D6VAD8OJplNrXIsCLG+2ft/O+OgxYD9LwHjyt1eVKQrKjleaU2k+eUpukW1I72GgvYEbSawE5MRO9OJAi48puDaNkXzspLXCj5FZUnUnUhJskX7j/LbRmB8P4IlRfsRFpMV+vRWEOpzzTHW4lRtmQsoUkKBGrZBJJTaxIvnfcTg+fErsjGNUw9h7HkVz9Lkdzyobvc5FXS/GcCVapcaTclOqTqdX4PnYtoMCXjeLh6FUYS8v3V3JzTbQTqjMnRVrWCnEk9iVG+t665d79/jBrFO5WvT6M47Pw8w/FX/VeKj4uUdy3JirztLHcqR0HzSk6mBUKbjzFFBbwHvVwRiFEJ9OX7R0apBqo8IHRElkpQiYE6AcRpLqQkXBvn2fdJ340GlusO1moMURiatKOFKyqYUvys4CRcdtQkemguG3Sd6mF6pS23XYjFUpy+hLsdTb7SvwBOU2+hP09NirEXvFQy8ybux3H4tlUup4cw5RMNrq8JpTtGxCpox2qtlHQ1OQ3dLbgULcZGcgnqSjS9nV9y1ewu1ErOI6Sig1SVHS1MgKmtcBTpuDkJshViV3IAChlOp12d9Toe6CLi37b0HE+IcNTVozux2IDj8JTutnFMpQpQIvra6bXvbuMje1Fvo3oVmfLwRjLCkGUiFmm4XxDRliVTq4pJJSUuqGRF05m1sEqWglV1EAFUEloSu+u37DmFWFcAxaNvLbxRhyoVGg1qKtbqn4chuO+3xLcYqbBLT7LmQBxLiFJVoQQQDtrHCG9zDkCA3g7FtJRKirQHYr8WKJEJPkAGzdTNgdBYoAuAE6I2xb7NVDgSov2ylYepzD6PBTsgfYZ0sQ0lVwgeZyBIvcgC+zRxBj/wB1uy6pFeRRIrCErW1Cih1CVa65XDkQm+uqkixtmAOy51G1tky9VrgLhUnuNHGC93zrrnP0SEiEhSlwktI+E2qxHSL5kqNza2ljawFwERgCLPlb1alKpeCH4UVhCU80xKbUiUgefAKgoZSbEhNgSO17C8wrvMqm8uB70qlWwvivDq18JSqCh+PIlJKUqDb8VVnYUpIUFJICrkoINlFBO96OFYGCN18B3BtRfm0tGVbUh1BTNh5RqrLoc2tl2yXBVbyQT4LCFtpNtZV/mDG8moUt3BFeaqjT60RYq5X3VWVXQOIe+h8AFiRY/hsmcGbyMB43o0vDmEqhiuLVEZeXWqnFGVWmiswUy83cakFteXUHXZlxMdNNYX96Yjp/HWtamo8qPICoU65sQy+AeG6CClTToQpKrkgg3Cew17S+5vdfzcV3c5iGl1phampUV2E2lTKr3SvMhVrKT1Ag2V3BsQSI6ZHfeYv03RdpD3RzniMrBeB95eHJTden1ZFOfYXx4UrhF9jNpmaeSAE2PcJKioC+UkgEDG9CG1P3oQMb7wcPU6ne8VIRz8Bpa4syUm3BWspUQhY/vALBTYqNgSWbtPbu3D4toM57FGMqvgCrwmnc0WVDD7MhgeF5hxpObPa12VBahYlKXANs/wC9vGOA941efpcvexV4r8WapppcrD+ZGYBSgovx8iH2NdEuNpWCcyVIJy7H4TgTYQTSW4Tclu59qCqbwqXvZpU3PhSqIpdJlMOmK62xyrK+ItJBusqUSMyR0lItYm43I3L0b2bt90TDmHK37wpE6Op1p/hZV5dRw3MoNl3TqQAk3SQAbgctwntCb2t31Lco3umkYoqCGkx2uA/wOeighA63NEPJJHw3AEkKSErNxt3rKapXpUiqYow9VKdV4VU95NKWrKl6Go3LRRci7eiVJVYmyVJJFtqgsxkBGVpoLDG8+l4NaYpc/mn6dKlJjoWqOczKnCRYqF0lJJ8yLX012SHtBNVSg4olu0GoRYTlXj8u6iZH4sOqITZRafZWgpcDjSk3FibZlApIzDTmCqdFxHQYjTUSLnW0n4qmulSj387i9vXvqb31YrODKfS4DkrFESK+z0LW6uOhSo606JXcDNoOkk3sBbQEjYxOItfqRp+ZkfBm8feXubwvRd432OqOMqDKjpiyoFLlOKmRY9lKAjKcUUvNosSG3ilaEaBellGuFsf7pd6E/n8L1xErC9UdVISlFmpFNqKR8Rpbei2XQDmKQRmGozAi+gIOJqDQZTcr7ryq1ZVuxcikKWAq11J7G1yAqxNza+wg1up9nSqYnq1eo9OhRZ1ayrlKipDSVLFzbLaxF1KUUKBTdaiACok1EUTqtbcPxE7jzEFLwG0/FoOJ369CqiVR1QpCs+Veg4awQFJRmKgUq1BuNQbBbU7cTvGi1n7eYypMJyluIU7FaTKzOt/RTarJuABlUDe2l+2xXvPpsrdfvB96RYiKvS1tK5WamV1RXz/YvMuqsgOaZHCpwfLZNgdlDTN8G8GqY89/YolxZVBlIU1FozU0JabuLg2cyh5d+6k2KQCAkak1tO4YE09OyW+a+o48G0aVjfFETCdLdRx6irOh3IU5UJ8Rct3ASLZrA6gG5124+0Fg3eLTHJe77BlPW/V0Ul2QhcNGZ1SMpQhBSOlztmSrx2zXTcaaO9nXdq1gjDk/eDiKI3T6hV0rfS0tITyMK+YIJue4AUddBYdwbqD2ld49L+0dCnxaSxNYreaK/NYdcQtlIbQtkZ2xxGnQVhSTawKDexIsEpsH7wgs3OfwInvZI3OtVmly58rGL6JVOd+8UarwFtcNQR1WuQlJ0SQoIJubggGx2tjbFVP3fbsG22vjvzckXK0vKvr/AEjg76hN7HtfLrtnHDYrMWK3Kn4sm1d+UhKlz5GXiyLgWWopATmPmRoSb9ySZdegu16BEi1R1/gRV8WP1/o1XvZKtbAnU2BB8wdiLUdswreuUdzY2cfmPHGSt6HKwIG6v3dKRNgcf3bWXXGGHLaqaMhpKlNGxSMyQSDrZQNwpMFfzTYE3qRMBu4Dp1BxDiuZxajAiym2ltyglSxMSpASCsWVd0BlxQtfObBVfC3k77sJ1SBWaW9CxLS6I6nmIEpBhPyI7gs4FOICmw4LjISlCFKQm+QKNvl+g7pZO/x/flQcJyqfNxDCQqsrlNNpWmRwQlRICiCnK2hKwNAoLUM2Yna4TaOY9X1HTv4ow5jhxvhTdLhzGUus8WkU7F8qKmY66t1tCpzX6O8hlfwnCooCc5CVGwAUkgE5E9pzFmDcOb0FwPszkfr0WPUpUhq6lsqU3lLmU3UpIUm5V5AknS426b+cJQKpvFn796NLq9Lq9OafoNUgPvmbRK9TWsyVcqo34TraVKDkZeXTMpIBPxKreRBpeI6XgzeDyk2a5S4/u1K3UhfGaBKmepSVBRCWykpcF+4uNFARWaVZ8YnBhus803ytJQua/wAWZS3Up4UeqNdKlFCVHKl1IKQoAlp0EKQUkkDlNnQKpS36NKwajrdSl1LrS2n4qwqygLgFJ0NtRYWPWLWbNU9oWLjLCTm76Lg2FFQh1C1pylrK7cqS+wRq0rurNnOuoURYkHq9Ziuz/cNe46Kpwk8rMWkKTOasehS0DIpQ1CVWBPZQFyo12QmBAuj7u6NXnX4rWJn2ERUdDT6czreguhWXKsWBudCSkaWOm1hjWgSoFLptGrzT9UQwpK4s+LZEhKvJdkHI6k30IGYXAy3JUCSBu0oPNS+LVmGJXCUhDSs3FbsDZwAnPcG+gVYW721DJwHuwawHhdzG+POdWuKtbrCGkFXLpVcBSRYhS1XtmHSEqNjYk7UxBwcdxPAoODYnvShyn8UMR+FDQ+gI5pAumyVi44YUCtaQSdBoNLZ4xHQ6zz8+vYje4nPOqlSvmSp0gdZFyU6ZQD2AAAOh2f8AjY8V1us/AlU6V/V0Lzo5O4uEJJAVY3JIcRe5ve2gB6lhL3zKiVSf10hGbix3WuBIZUNLFSSpK2yCSFJuSLiwOomc4gZu+wG7jKe/Fi059fAQpaeE0Vd7XCL6rPclIJ0ub2025VnC8/CVe4tBw9UZT8VaXXXY90qS0deGpOpWkg3FwbnyNrgoj736XgjEbdLwvkRSIqUZGvC6pNgbIGoZKfK97kX0vYGA3x4Nxa7E4VWW/Nf6UNOxyl9K1WuNR1C9rkEgdzbXYN1joOBMXqGoup4Rcj8yVPYgYyw4xAqjSJtOlNI+E/19rEC/cKSsaG4IKbaWsBKl7usOUaluQGoiFrhO8eLIdtx2Um4OVQANjfKU6hQAuCQSTaZQ5VLlc1WZa6WiVkVxWulLySAM5sNddCsagXOtrEdp9IntV6XS3cQofivrTwnZSQrhpOoyvoslxIOoVZCiLA6g7Y1uoKoZ52hrd/BmWd5+G5VGxbLddyZJXxU5VZsvkfwI0uPL12J90uNHcOUauutRH+PwuFIR42pTR73SdSRe2UdwT52ta+0HheqUHG8CLKq2dfLqWvlUl3M0qyg4EpBP0JFwO+ljeC5gX3Nhx+e1LlL5pH9qxk9FEpWkBBtb0BsfMg2frvQ0Lk+xPUadHdBmDNcxFVKW6xPgPcfOj4qJCcyXE+WYGxvb11B9djbc/vmxbugoM/FECoc9TpuViZRpqythy68qSlK7oDiRdYVYG47gXI6Y/gUaBheiwJTTHOvpXkStoJdirDeZVjbqaW4uytQQoJIJ7CiosOje5oEWqdC33cvK6qzKAUSEkg6i+iSSe5F7aaunIKZEZuUocS1iSp+F6pExHg2rVGo4axDKW67IW6VpcfJKnGpKCFFqQCVEkI6gAQCAQJe+fFdUgNR4tLeWw/NaQ/AmNLDSZTRWQU9KspWgWCrWHhNgCNivCY3fRePhygy389XSlE+nSEhKkqP6OQjUpdAPTnBuNRYagBeIU0Gg0HkIuLItXQxP4qYEpgpXHvcKb4a+kEm2qLE5EgE9zbfugkb+UyrwHLr2LeG7iNlhcpDvKrkSsjDEhpfQUPqBTwyCbh0EAHU3tq7a5uPr27nCUufAdqlRlSorqnYersxtKEpCnEJF+YbAJUHG7mwuexVtn5WJazKqjdGqjT7EXioQpqK0tK3EEgCyTlUbdiARqLHS4OxZuHa9g3AdCxlhKuLr1IiqYVFr1LdcW0y62ghLMttQC4jozWyuADWwKybBTVXjTpvI4lLbu0ORmZWw/gNqs4JrtdaxBF4NLaVVGlLtmVFQ2VqsUk3UE5iEKAKjoCSNgTEEzhUtugyqGwiqQn0/f2khKXkG/dNgW1EFHqFDuEmxO0Rg/C+PItZxljynsU6qTUOx3apSUhpLjqkgETow1UVEJzSGwFhQSHLpuTmTFuGJ9UlcrPp8Jc6lyHaW+pfwkyGgbMuhZAsojQHouSL5bW2V6frU1RbaZ2mbvDIl1VaBRndw9JxbKqL7FXpEpKcrSh8Rpx0IHSOtJAVmuLgm4NtDsp69iOqV53i1R5+atCUpS/ItnygWAJHe31ufrtp1vdVvV3g7vqLgOjYeRFo7EhLqapUWHEpipStRWhsAZn73JOQEdIBUnvtKrG5zc3ub5dqqOysa4lfy5YfCStpKjYHpJDTKQqx+IpbyfK476YMbKfiZ+wDuuxvjJpiqUbDMpcVasrVRd+7xUq8jxlABYuLHIFEaaEX21Phzc5Fgf0pjzEK0TX6alqVCpts2ROax0utSSFgGyU6Dy0O02bPrODcOMV6s4spcKK+lKE4ehOnOlCrlI45Oda7EC4CUkaAqtbZYsVeqT2n6o1npaIr6uFmaKst7pIKhZSSCdNCTYgi20mETCiFUjDeF+QfxvugiVGr1TC8fl6vTnf6+mGhRIkx0gEyG0AqK0XK0pGayha2fsYVufPqjlGqlWzxZUdqVS5jHSlLRvbtotsm4NiSLJIPlsYYXm1mBPq2I8G4mXSMQwpqalTZ8V0Id47a86SFKuhZKApJSQAoOEEEEjYt3yYMo29rdpL357vsPe6K9hF/mMb4Xjw1JRFQ4bLqMJAv9ydUOKtIKgysKuQkkpiDaJimO+5pTlLxRE5qLNTwpSUJzcSwJS62dLOp0UP1gL9wQebtGn0uve63ZbC2JSEv02etWaPMYPhWk2Hc6FPdJ09CZmGqpS58Vug1Rr7qtrOh1HVwU3ukgAElINjdJum1x3Kdi6Dh+l8qvC+I3lrpcpSnYsp1QzU2YeziHE3SG3ARc3yLGhAIttOA3BkYgpAxPVItBc4sRhaIq+XfW71J72FzqLX0BIBBUNTcAfWFd4s+l1RufS4jCH4SlcJa75FNKtnjq8i0pOhHa9iLHXarpcWVS59WoLrK0TutiRDf8SlJt4SBr5KGhBTYi4I2m0DB2KP7JpcWE/mzJd+X6FPex8j+2502WxtaV3S5x/hilRaXExlgiJwKJXsy4qEdPLyBcuRFWNrpsVJ7XSNbkEmuw3h6vSnW6zWZb8VhCOh/5tBbKT3taw87Dy7bHmDYNLwvRpdBlVBEqi1d3JKTIY4seLIAu27cWLS0kfUlJNwRcgO3mRMW0avOYNrLrEVhGV+K+w6XY7zCvC4lel0kEa2BHULDa+zdIPlPnEmN2ov3Cl8NeRfU6hXX3N9CdDfzIue9yDtNZxU1Fpbbs9phb60cJDuQoW5fsD3Hb8B289TUYTgQJTrEDFsSK/Bc/70tY4rOtzlWmywCQOm5ST3Gt9pG8B/DkCsxIDUTOwxmXHlR1BPMJPcHSxsBqoXIPltXE5Ttmidw1fo2MsJT930qWjjxWnXUtO2Ul6O4LSGlBWigoZjlPnlIva2ysg7t4tBxbPwu7LiyuVzIjrU7lWpIWAkg+pQUqFx2OuhB2o92eLnaDjym16ls5H4q80dSlBK3Enxt+aVggWsSFX1Fu2xHvypFLpeI4m9DC8R9/D1bQlDqGkn7m+QVZDYAJGigDYCwSBfvtGdpxBiwI+PzDjBFDwvFrLeEpUSUtiapM9qE6kLTFfAPxWyBZTagbG5IB1BB2cceJFalcXm0I4HhaVfKpIvoR6eelu99kTuExh9ra827K6/d2dSHU2z5LHrsb6gWBta47jQHZxYoxHS6M04066t9D/VxWkBSU/sINxck2vf8AVFrmrnxjKic6/i+LK4jUWIhDCM2ZTS8yVK0F06DT9h+nqpMUutUviVTlH5sVbuR1CVZHW1G9lgkEH/CRY2ABHcfmIqi666466yxnWpXxY6z8ROljrcnTyNiNbgdthfEWOWouHH6M7zSHF9cWU14cwtdCx2AOnYH6jsdqVAs/Eu54gJGxZRoFefalS5TFOf62lJaHj887Kjl9b2IJHY3FyOz5jrs+XKoNWlRUdObklOIaUoC17XCkgkHpJIsSNdqSvyPvTjsplDnH686EhGZd9TYaG5NyRb0sNq2JXpUB1xqK0vIvx/q/wfrtqxQmW0Ko1R2fxeNnfYUnK6jp7dr2sNDsdVaXjzGTsSU0yuoykNNRUfeAlSUJFgE51BKQTrYEAf5rJsuu8PkGV51q+Rfzfx+P47GNNoE+ltN1SVVn+OjqTHSsp8j+AV9RqPKx77AIzK8tGGMH48qnA5/D1XfRkQhaOA47w1W7Z0JKkk6GxJBuTY6WIHN3c/DnKSsUUOqUth/K0xIlQlIQ4oagIcyhN9D3IXYEWvsHYF3w1nDlUbnysQzaWtGVDEiKsqWlFwShSfnSdbptbXt3O2lIvtTbxvcLkWg4nhYrpz+RMqmyktL6bC60pIvl9O1iO3kKHu/AGJK2NnAEGc8V3BrkCqRGKu+y6haszvxYbpJHFBsFkEXAX3N1A+ewhUadFlQF0blM7CFZldZzJV5W7Hw973vcj67MZ9ufXmnMRwMGzX1voShaYtNU+lm/kS0CAbdrkE9yPIV8igxYsDitO80+w7llRWmlc0ysgmzjJAUjsTmIykefltO7Z7gbtZZpxwJW7u94mLd17XuujVHj0Ra87sB1Z+Go6FbS7ktqt3FiDbUHuBbeJWsUY3alu8JvjZ18ujilObQkdR879vK/p32LDFaitN8/SeSz5cnMJKPwspVkm/buT5d7Axag/Aiu/FpyFoWtXWhZyp1/A3uNe+h8/WQYBNZq7eQOP6RkbwmfddZbr3KdbHi+VTiRbuexNkgC507bM7CWLKNiigtz6XLYXkQlD6NEqbV/eHcX8vI9vLatxLT6DiOluNe8GFoX1pWnqS52t6H9hB2zTjOfXt1Ve5ql05/9dDuVWR5F/ACmwHbzOl+3ltgfzTHVd33Q09plt2vUb3XQeHKf6ckdCBnVqPCCR6eRBAJ/Aj25PdtRpUD/ALR0mqRZqMvxY8pSFepzova/lexvpp3IuMDbzN329p33NiOnrpFb6kJizFhKXFerDxGVZ00SQT/dIsdg3fDgvFu77+maDjddRpyOpUdb/CmQ+wsOwWm+uhBBNgk30MmX8BG6qyw2CO87hN19Zac4VJXzX+1Q6Upc/wAaBYE/UW11t32Aap7JWA+acdpb02nLXm8L+fqJ06Vjw/S/p22R1M9pDeNhz+q4mlPoR/tbLzedtdf2n8NiOse0rvGxRQeagS4Wf5vhdadPx/f2/fenavqbgy/09lXIMNY/s1z8L1T39hzE+dGTKuLMRmR3PZQ7A2GliAR212AN+O5/eBKHvSgxItRjI6lRY7uWQnS90IIAWO97G48gddvrAu8/eNKiuOz8Qyn2F9fCXZXD7jsR56fUHzPfb8h4/rNUrLlBn1aUjOtXAyO5VMq8ik97XHrs/SLvkiP1i/b7mbEuVSlz23fjxX2FKTmTdCkqBsUnsR9Qfw2YmEJMrGVeiRZVDizZWdK1P8IJW4keSykDNpoCRcHW+xNjvCU+qcR2qNMe8ULTmmtNZeYTawLiQPF26h38wbDYx3V7tp+F8OP1me9F5p9C15VKyp4SRcFJPre3bT1Hm2ftjdaN/NDLGmKKDQcGuUugxJqH32kx5CITpS+ygg5lkd1JIvc6gW8rg7JvB3KyqoxFaq0qnSlrVwnfHHetc5Vjum4JsR2P42MGRTMW4txQ/VIufmkKyx0Idy5U9hkV+A9Rr56bfq3qpAqi4s+nZJWbItpaMilK79ra3vofO977VJ2iWdgvMNqpS/ddZ5p3lX86EIkISgKV27KGgOljqfXUaEjrOE4EWqPuyuPyspPFY4vEQ1lvqkLBIuOwCvyI2N8NLo0+Ut2vcdE1hGTgO9K8ov4CRc3GUAEai1iL6/1V3jYXpbXIQInHz5krRopKV63BA1uTe+nqPxQ7rxL6gseBAcYnn4Sdc91u54q/7CQvO0pP53uDbzJ76W8yHDGMcBuuuc/EXRFvIV8WOvPFcvqUONkAW76ggjuSbAbV7NOo1ZlOSvcjGReZa2mroSnTyA0+thY+mw1NoVGanuUvgvsMfIpKM+X6i+hH429L7RXaHbiWRxb6jBxHQp/Kvz6DEXW4S8y+LTn0yEs+dlIsHkkHtYKsNCQBfZLvKdrMrleU8Cs+V1K0ut665x5fUkX+g12aeC8Az4spyVAxZNheLhLj9KVefUDcJHqCT5jW+11XqnWYDTn2o9w4lQjLzHFa5WYlN8oKHBbiakHQg6WI11crd/6xxUKjmCq6fRoFBb5qWxky5smXoVppqLk2+g18tb7DFOqrTUp+BA47EXLm4SVZkK9VpTe4P5X8u1tmVOqm77FFLbgQJaMPVRC/hc+0FI0ubBabXA7G4P07nYOxXR8W0aLz9ewzFrEFjr970u0pDaBf4hUgBbYCU5jxEpAPcnYvuUsZWkqhtz3Yr7tBxZwF5MqM6FZFXuCheU5hb0Itc6202raKmfxeQr1OYmscx1fOtWupTdOtxqPMACw12q6VMozsrn2peTjtfpUrOZSfLUWI8vMjQWO0uiYtwRhyfL5qrSospa+KjM0FtKV63ucpH61rkEXvbawlFKLJOJ6PFnwHHcL1BtfK+Jp10ZmfUZVDMU6agaDzSLk7aGwpyuMt0sRqfTmJr8VOdeRfWnQAG9yLWJsrv3se9kxRsLSt40/3zRqeiUjNwuLHUqOp78TYi4sQCAR+Wg0ruR3WwKNS36N725V+VmdaadWjitqIBsbWS4Pw8vMbBufYMw+8KuZmqs1uvYIlMRapEXKpEpafu9UiodSpFzey0HUWGYEG3Y2Go2hVyv0Hmm3YDMJcKV1qyXT1A2yKQdQdAQbXI8++2uncNe5ubwvjeJTpVIlZs63YokQ+/dSVgBsnsb2B75u2yt36ey5ghrDjmMsB1Z+LKR8VTDSS/TpWtrI7rjrCRexJQdTqSNrV2B1iY1od9kTjS6NVOI7hx1DE1hrMtri5uIjysO5HfsSB+8wKLS6pAlOSp/AXCWtSESGLpWyrXQ6DsCnS5vfzG3Kj4D4TrDtUlvsTUKTy/AWFZvobpKrd7kAW73I2N5+KHcOUZyLS6dysrr5hK2srTyld7JIOZXnc2N7G+m1iI7AefgmfFa4vvBHH/voKFK8tB56/nodPX4omG5Up1t2fLWx/4Xizf699NrsRMUSuHVKpk5VfQt1h0Ka0HUgkXKFjS6TYnW4OoEms1Gl4caYlO0Oav5+LwjkUjQixGhA8zfS9jrsnqPwJnazc3AEIoSZUWVHiwJbEphbqUKQ6op4flopPceRHe50NjswKVhmA66267EYYf6l/oitOut72B+mtyL9+wAxgakVTFHArNGpyIvSnLwlIWlxOg1SAVHvrcEk3sSQNnDQqTVOE375Zzo6v6g7lXp55FEA9j2ANjsiEmL+0jRKPFgNcVrgIWjL8eO1m4arnxDXQHuogADQkAbGGFMGz6zK4VUrlOir6sjrDQRxvrZNrH62+tzbUUlONV7PKwnjZynVClr4XNIQl1DLuUqDM6I4kKSk3B7IVaxCwLAiad72PHZXuH3fTqDXqW6lM9p1Cn4TySb8xHWAl2xHUAAQNQbkDZlFVZYLNGS6G1Fi8KViddRfRlS60uzqXO+vXdaVAHtmIJ8++y63rUiBXqN/T1DXV6WwnI6hrPzTKNNWyCFXFgSkEk2BGbtta4ZdxHWeHVMWy4UV9HQmfAlZ4byD5PXSA1bWxNwCfFcgbXuLjyEVzn2pT7HLqUlDWRM9lI1uyofDlN9lFJubeRNgHM+MOLNkzJVxgPDkBvFEWoysQ4U4vJVHhK5p+C6Db4iFDiot2N03BI02kYSxtu+ozTjuEq4+uKt348XhLVm1BBCSLptm8SbpOY6XJ2OZ2At2m8t2Jjegy0UutLRy8yVFYHK1qOEW4ctg93AOxUEqBSBqDbYPpvs3u0HEbc/C9WpEqDmT91yfoU21RkUPiItfSwIFgCe4HsDRynRh/ImCmI0u7wZ8+VQZaHoSMq8yEDP03KglR1KQfK6gDqLA7WdCw1iigtc17pmzYs1CczudxbSrAWF0EhNvLX/Wz8wpgN3d9WW8R4NiRUZ0K940tKXeApRvdxtN1LbBJ8JzAGxBAuNgrGtRlNT6lXsJe7kMML4s2jKUhC4qVaEhHQhxJJsVIUFDuUg3G09ualaVOm2U1Mq2I6C03XpVPhMZE/CdkKzsKUNAFFohSSQfFYHXXU7M2kY2wvVMOOT3WWKW4+1klNOqMqApVgTdxAuGz+sUJI721BK3h0XerP47uCMJyn4T7SlyIE/4qU6GxGYh8pIByrNwOk3IGsHDmE8btSnJVBwRVKDV4rqkSoUxr7u5cEqbkM2uptXdLjdr6Eg22kV7YausVcLCuBgOViPj0aVUUOUh+RzEeEp3mmGXxY5kWv6eQUSCLgW2NsKUl2BKl4XlS6RUaRNQhbsCQkcVt9N8sltxNgFJ0ucqbC4KgQRsL4apO9CBzcCs7rFsUWbmRy6nRlb0BHLyW1EaWUQhYBIANwQTsv8bRXcONe9HajiWLVIWbhIqTvHdyajpfTZbybXTmWVXGYFSjcEo8YSP/AA9iXC9Gr0uL9oaLKQhSotUomIIoXHe8KkJ18KikhQdAv5ErIG13PpWHGsRt1TDjz9Opz3hYad51htZvnDL5uUAa2BLaiPLWxyTh1TW/jjjeDEfpFUipVFhYlpzWaQygZSlqayCkSmDckBVlpCjkUCTtr/c5uhoMWjMRaNj2K+tf3V1DUht2HOUntlzAKQ6B2SbLHYgd9rZnRX7492+KKpFcn4Ix5S10uV8KUmQwpOVZsU3UnqYWOxug6WIJIIIVgT2PeE6xiOVvIioqKFcV2BVrux1KT5CTlCloPm6ATcC6QbjbT1Mw3Ki4jfw5iOnsLXFSj7+6whC1NEkJOdNwUaWuQACojOdRsQ4+Ru+oNG4ruN6dh6qRWlOxZkrpa0A1WdUqR2BVqQD4gNNpkYgLjXd9gjG+F2JTuDZWGsX0RSVpnw7K4yR34clnRSFJ1ClJF7gmx2BsZ7m6DXqN9qKNiyoxa8whSotZiyOBMZdGnDeGqH0ECxCgQoaWtptozd5R5+LMJQcUYNqNBRKlISqVAiyEuw3FeZbKbp11JFgL65r3O02RhifKivwMW4eixc+VSUSHeLHUq+uR8C6CT2uSQbXvt07/AOswhSqNVMJc/KxlhjGtLr1UjqjqlYezIhVRBR0qWy3dtS7aAkpWLqISQSB1wRRN6uN2n6NK3kYspFOQvMuFiOncV1KUmwu+hSw2QF5SgISsgkgkXvvmlU+BS8OchAd93LY6kNSkNzYqu5spNwba90FJB1tpYrqqQ6pS8UN16KzRJUKU1kdaRKWprIDY8HOCpIzWBTcgGwIGm0kNiWDROVT2fOVo3utquQl8dPFkNPo4vDULFL0dTRRxWib5kLCj1aKSQQbah7jJWI4DDVex6ucxTkLaaiuynX4SVaW4bhzKbSdRkWDY6ApGgLt49RdaaYa+zMqFKWpXK1GA6JUNTpBIbUoWWAfILAIPhJGm0XCWF5WI6W5ijC/HoNUy/f4sJTaXUqJ8S4+csvoNtQCFWJKFA6ARllldTfZkoLtUcn/Z6bTqjTsv3ql1JpCnE3JKloJykaaqBsextYHYqY3a0uLzbsWo81KfR8ViVHLXEUB3UkC4vYJKk5gPMnsJWD94v2Snt0beDLYiysnCjz08RTGoFgsOJDjRKRookosLE6bWtP5WU1L980niRVvu8rKps8KTkurKbEdKwkAhSCQf1TbWs5Yt8IYioMDEb+Eqoytj3ipTSIVUS40rOCMzceVlKCsdwkqJINjYG4oZQr2CKpLagMoqlOivoWuBKih1TadQOlN1JuLXKQUk6gm5OxTiinwK9FXArMuVUYsp3K1IlMNqmRXT4CFJUEOIzAA2UFADsQbACn4WnwJ/C+9P1GF+liuqUpMhjQkoQq3FT2JSAlQt2v2gsF+6cX2xwV+gSsRwIFeoLqGELi8dEBCil1xNrkNrKgXALaZSSntbXQJwpCo0Wstuu8eVwGlZl80Wn1agXXHXYLtfxJJSSDcE7cqpiCBhzDjcqLiabFpz68y0Z+YjtyLEEqQ6M7KzoNSCQQMyr32+cIIi4jd4v2mpDFRZ+KhEyRwsumYrYWqwv5KaKwbalKgdpXykZk7EeKKXKiy6DRnos5hCl8Jrl0KS2pOhAtfKolJsBYDtlSQQVpXcRT6NFcdw5SclUR0KYnvlqGpBJJPGAWlkAagOAIUQkZkakOaRT6NQZ7bUCX7ulPq5ebClNJShx/pyuMvpQEKUQR0qAUQTa9r7C2IsLO4trLFegYTQ/V6c0tMpMWfwFSGtPiqb6SHBa2YAm2hOgvfbKtMe1Nvf7jfFHKyt278XO0pHAaWFISjXrSUKIWgkWulShr20JAniTcZjKl1RiLjyrU/ADD61chVn2HHYTjvm0uS0oBhZ0IDiQVXsCbEbbLn0/HlBoP2tw40wxTkPqTIddSh9LLucJUHSAFtOWvfMBmOhUTbZbYzxlFlOuUvEeIWJsKa0nixZjRShKSTa5JKQCoGxNrFOiiTpeVKbpnKVuy397vqciqULFlBxRTEO5slOnNVFtSfUNOoCspBupKNe9x2Ozf3SJwvvGr1SoOMqfChVSowlO9bQaakNWCbgKAvYpOhKjokm9gQWYY3T0Fp1t2vRKjSKc+tKuYipWngpBuHkKbBSu1tLFQJ0IUddgLe7haVQd4zdZwayut8rFS6ioxWjwJiVOLUUuFCQlDhT6i97C4zAGMMywVlTEYhdjHdvXd1VBq0XDuA8NYklIyyGmpH3Oa81ckqQo5kvrSDcIBbIAUQFk5QX7sN/mI8ebvnKDhKnwvtzFpy5VJgVS6Wq1FTophK9MryQRYHve3bVKgm7yt6rTtJiwKHKfpbEpCo78qE593TcDhK6SE3FxqQSD2OxxXaPhJrFsSfS8G+61ylJrMNqFnyR54KgtyOkA5VLPypIBNyO6r3rH5hU3KkyfjitYx3oV6RWcRUmVh6Uh1KGoqWlpQ2tJsUqzgKSQq9xaw87WNygYw5DBC6NPaqNPqkVaVplQkh+O926xrmbVoCpGqTe4N7jbRFYp7W8vh72sL0mowqjT0pj4vw1PYU062q6AiptJcAJQQClwAlN9QQQoH5p/s+4I98v4yr1ORkmpztMZClGYrUUp00IynRJ0t52G0su0wbHxiKwhut38b33WHYGGYr/AEfd6tkMOQ8kfqK0u4NbEKHre5udK4Wwz7ZuEvdLUDEKIMKLmamR5VXMzNYgIGd5pS/CTcqKyDlsLXJ0ZgPElGw5g1iK18BDCUoR2UlNkG4B1IH0PbyNrbA28DethdqqONSqs+uUtpK2kR08VSrnQptckeuht6AWuJrscJ7nm36ne1uykTOu/HdTjfehPcgYtxlS4LGZpSoqoqI6tBewyEpUrzzAa20SBcbQd1mGd5e7Se5F3VY3XXpS+iVCmdUV5A8nCBa48lAFfexANwx8U4IwbjyBSa9VMJ1eqVdcjknYrExUdWT4ig6pC1BK7lKMxBKPiJBSk6ns/vIa3I8CjRd1r9EfXH+FHqLBaW5YC4QpClIVYanITbvqLWKu5hzNLUd5qcBQTHzh6PiOs0th2vRIsKUtCeK0hWdLatL2Ohtf124VrdTVKo65Po1RQxNX1KW0oJW8rQDOCCh3TtmBIt9QQi5XthT2oDFZawch+LK6UKhv9bax4m1JXoVD9UEEjUAakDDftc43qkrmosTlUIzcWElefmE6HoTorObnpFzoCL3sBOrfEwquna3fuHj/AHjZk0SqYXnuNNclFiyvhSvhBpTbt9PD0G50zC1+xGmqY3hb1q1g3GTdHoNQhVFiUtLVWo0pAUpTTiFhLqDfxAg5SCDpbXWzCqtTxlvBwu5jzdLif7QvU7O7UcK1mOed4Q8bbagkKfSANAQlaSLkqsdjPCeFN2m8vCUDG/2ZhP8A3VKFc1FDqkosk8u9axWkK1SoEFJ7KOuyNens7/cf1DnTvpLxdfz/AE/MqPZmw9uqgY8ouLWsJr5p5p2Kmam6VJSL9CkHpAFjcBVj1WuSbvH2p8ZYIi4cj0aVyry5S0rjqQooWlSCPCtPYnsB2IuDfZImgUHBvEn7tJdbpCEKVIVFamuT4Sk6BSgHQVsqGvUFKSbnMLm+31W26XiOlsY3oNcp2Mpsp9pNUpEBB96QXSCLssXKnmxY3Wixv2uTYaRtHoTc+oD+ojamnG9L3g0mLhfB0pikYvWl919bSZVGxBDFuIFJClMOOtkZc10vIIBsEnq4b3N18XHmPIkXBD3DxDS6dmdw06+Wk1SMSpY5GQs5S+AACwsgkKSQok5TrXBFDo2HKC41zcX3DUV8w7DdXkQmVcpTLj57KZkoJyqtYrsoLBOu2Xt9u6TGX84NWr09pa0LlJdivo+E6lKelt9LgUL9ITlUgiyyQpKCQFSLFxGaz3IsKNhr2fcUU9/DEqJifDeLqctSmkLYLUrit2z5EO2Q4oEHMweG4UgkJuLibu+Xu/xZPgQMO4gp8mtQ30sKadp3AVI8WqUrACiQkXQBnRm7AA5mtBwv/PS03Wayy/Fx5REJ5iY00hKq5Hb/ALUpKSlUlsBIVYArTbU2FmriIbufsHHi4ywRFq9eWhPCmLpaESHlC6r5kpSpKxqRrra1wduJhE9xe7xsCfZeLRcW0aJChSuYa4U+K7y6or404bxRZDzSkgjK4gW+hNyUbw5PPtRJ/wBoX2FrioU/TosjKrLbLnZJuhZtcgLBukWBAAAWeHvaK4tZcwljfDFUi0SqReXanymhNQ26AEpKyk53mibhSrBQABte9mfTJuCMR4XbpbTNOlIi58kXRL7Kb5bJWmygRbMldhmAvcG525UhZoDcVXIEDC8CK1LfWtDSF/erZ+wsToCUkedtO2uz0e3n4c5VuBUJfu6Uvo+KjMhy3ex7HTUg2JHa+2WsA46oPIU2LAdlP5EKaaiyvireTe3QrVRJOovoToSDY7F+M6tAlNNxXePTp2fiw2pSS0t5SO/BVfK4QCQtKCVJBuU2IJKdvzM+3TC33PveLVOLKc4TMVhaMqVOwvCpI1BBGi0GwOoJBte9rjthYRZVL4s9599bmZbS2lBPV527gm/kR/nt0XSWqpS25TUSUjjo+K1lyutrI809swJuD2I0uBrtwouCKW1Rn2qXW5UWqIWpaYspaeXeUPJBJCm1EkkAkgdj5HZc2beJ5TW6F6bODmHeE8KYcrMVzlajFlLfR8eE+gKQ5+sCyq479xYjzB7Wyxv/APZ+/m0rMt11mEjClXVzEdC2vgZ7kuMk6qQu3ULhVxcgKCSA4cPypUWqMOz2cj7EhPFXnyrbUO5PY3A18iNb+m1/7XGEpW9DcFWsG0vE0KnV5aGpVJlSpAaSmQ2sKAKylWUKTmQVEWIWRmTe5hXX3HOk6vtPtbgfMutzntfbiN7NCYoNLxNBpdXp6Wos+iVF0IdjqSABlJ6XWwqyc6CQDobEEbJv2isO/bKVSazhKlcSKuYtqVDaUhHLvgi7zCyA40rMgXQpJZX0qBzFQGKJvs2YoqmI6TU4GCPdb7Gb3pKw5KCWFKHZ1tjNnaVkBSpLaShROawBN9pbnMONbr6WxwqjNmvoyrzzHS+pKunQLVdSSCPEDoSdpRha3E19T1PT6ReOc/ifdOXWfdcR2vUmVClIShLqnWilLirH5uxVpcgHt2uNQQRJ0DhN8XgI/VX4sqfQjUfsH/HYhrePK9ijiQJ7MJcJaMuRbGVbibEeNJNj53sQbXHe2wrS8LwGovPtVBbCEL+b4rX4m1lAX/K+hI0uyGPozxeoKWWl6+B+J9OJpfNcWLkYX1Z8t09JvftrlOtwNLeR24OJad+F8nh8lf8AEH8xb6bdZVbi8XlXYkJ/J+ifYX4kk20Nr/ikgEW722pph91tOT3XeAjIla+KrKlOuh/A+vb67E3LBru3eMonWqNhKBiWg1SkolYXxRmXV0NMBC1XQE8dJz247QSClWW9gElVgAErDxpijdfPq2752n+8aJwmnZEKU19yqEVYzImxniAGl+iiUpStCklSCAvbQeCt5LXv5yA6zS5UJ/7vKpNRQFolXCrFlZsUqOmUkKSfCdCFpPat/MtWWolLgU+icB+O+ilutJDD8F0gByOpsgFAOYhTLiQM1ukk2Kk+g9PssNI7vuY+q9AiypT+KN0tbRihCMzs+gzYoYr1JfA8kKI4rZScxBAzJKSFgWUoWfxd70nuQOU++to4TSeXW0tKhpl4KwFouQMtiU6jIkggl3Y29lmfXpTde3VYhXQa9QXfhQl5kKhrJvkRIuSYqraJWLtqCgAtKgkHeBMLUGgyqa1vf+zSMcvrS006mQGkTF2JGRt3Qu5QSFAJKrHQgXF1j2eYMYAwO7AwuxjLehEQxNpbSnYCtEOsptYNuAkJWv8AVuRl+lydl7vI351ms8eK7EXS2ESFJjradyqbULpBJtYk5rlK0AKGWyzoDK9pLEG8aBiNyU1Uac/h6nLU0iA1Ky5VADNmNipt0BROqVoUnuUgAhFUeVVKziPkIETmoq8y3ac7HCsqc5zBC05kBJso2JtcggHttUicTNG7mcW4N3l4NfwlvVqNLi1eFniod4vLuuJuQm/ZK9ASbiwOtrg3S+MoeLaNPn4c4v8AQsKQtrjv2WmQ1cFLgKPASLdQKQe4JFhsQ7zd28WVQabFlRGJTErK6hK08KRmANgbgocFyoZhkWDY5bd0JjTlaXFbo0CuYhQxCUlHJSF50x/o28kDKg98twbjte5PYDCD3STibBeHGnWHYFQlIRN/QLd+8MKdsFFriaXOXqGoOhve1zV+6p9BeYntOoYfYd4rTqPlWnt4gRftoQUkaHTaVgnFsWlH3FWWffFIqmWLMhSLjiIvdKkKBCkOIsFNuiy0qANyLgtSpbnazFdbnwKj77w7KR0tOqCJmQiwCgoZVLA73076drBYrKsqt90EMQ73qpvLdbdr1WpdEWxHSxI6VJYedRpe9yqOD30um/YgGxMd0saqYt4eHItPQ++hrI0/HdD7UhoDQpKLqQsajKoA3T2IvsIt7sMOVSqT6NAqD7D7C/BIShMhKRfVPdKxYC9rEeYIIOzh9kTd3QcG7y3HcUNRZTC4rrSJDq3GlpUopyuMvtEKbAGbqUCUm2gCirbH6p2xp2C+4kw0qvs4BkCkDBFGqjmHKy0+itsKSlDT7rbSVKGpZUpd0KWoEWUQBY2yoIyEcxhT6xXsT+66W1Uaph6UvradgFifTXQoB1iShJKFlA7ONEhQVoARYk+/Ddg7jLHldqkqWvP7yVwpHw1uqSAkIWFoulYypy5hoba+mxLuzYdwlFcitcdcpa+ta1o6lHusXtY6XuRY+g2V0FKqoJPOIld1mvT5RByDj9ok99e7neXPnxJUXDC5UWFFRndioCuGt5xTiitI6h0lAJIsMhBItsmcW0ivUajNxK9Tn6fKiupWnjtZFKSRlTbQX1KQD3v9b7bjrrdZxHKbqjtR93f2S3XUFKG1AdnCkHh380kAG+gIvYfq2Fq/XYz9MnU9FTjNpUl9h9pMgZCL3ym6VIPcEAg6a7bS6zYNoWCPVi/mVmZKBIalY8wvi1qWwtiop5WVlX+jkJ7hbarKAUD3BKSQSFA327b/AHCkBql/aOB0L51UWZlQQ6ys5rJdHlbTKrS5IBJNtnxhLCkXdpVG8R4YwmxF5V9L/Kux0PxeoZVlKSStrMg26CEgm9gSSf3e5iqjY2axJFnYIi+66inPHaTbOz1lRbacACg4CnMM2pUm4HSSLjUIx4j+l1VWpPiefxAOs7ycL70N02CMW0/CcWnYrwg77mxLyaShqpJ4CUxZVkaJduggkgE8QAkgADQXsX7wKXS9y283GWI5cVaEOzJTEWQ1wH+VYjNhKmXFdCwXL3ZJvcqIvcAY/o7eHMG0ue1S5b1QYqjCor8d9HAdUhXcKKSEk+SVpsUkA5dNT3dphfeDVMG1LCXxKDSKjISmQ1KXwpDyQUnRtScqHcuocORJASQFp6TLlbFKt6jtbI52NG3iL2iMUbwWqK7u+w7QcQwqwlMWVS1U5xVSps1N+JdwqC22FIUkpUVuNoIWMwGUDlXd227ndzPY3jbwXeOxN4SfczS1vsN6jRDHdwJUQMxIaSLGw7ilwrvHwHgN2pYSwHSf6bcYU/KmSGApEh1CFEFS9OYc87izeqQEkE2TWMcT4tlY3cdrztRle9HUO55Ss7DiOGk/DIJyZVKKcunbt3Gymj09NDkJITtVPtWN3fX7RmN58WPRsL1abhqEw0l1DUVaOLKYA6c7gBKLA2KUgJIGtxcbKhnEGKMbwH8Rypa4SIrvMNcukIY44v1lIukEkkBIABNyALk7V+Nm2sUVlzDjTziJsVhL8LhLCuYsOtq361rqAAF7/s/cArixcJYhgSnpTOTrWlF1NPJuMwI1CHALlKgBe1iT2GoBDEywpGEvtvPclUvEK2KpkV/R0rOqOrLa6G3E34ahc2SoansSNAZqlz4DrFL4T62JrSUv8LItTa0oIRmCvCq/bVFxYXtsuN3Nb5WvNtQJa6dnUrJK+XXsLG9zm1FgTcWsRe7Br2OqW1iPlazERKlTVJWmpR+lOt9CQABYkAoy2IsSAbHapMgRQQo/uHGT7Xvb7lN6lsIQvLlIClI1BtYhQBPYG302vt1u+rGW5zFsCs4XqK1zaW6thfFspqUjwvMvJN7tLCbKHew01A2pMRUlqjYtltSnc7/FUpOdHUlJTmA7kaXsCCRoO2oFZRajAaxu3PrL2SFz6lyHUL/RpUSCdb6C9zf0O1klTxNA75sJ4Eo2HIm/3c5h5H2HqLqU1aiZxxcK1F024WoNojiieEsEBJs3oCAFxAx9AaisSvs9FQt9aUJa8SVJve1r2sbZibaHbR+EcNtYDoOIcR8oivUGE0pqqUhKOKxVqM8gFbduytFKUlQsQQnyJui9+e6Gg7q6ph6oYNxMuVgqvtKq+GqoqOXkSIgyAx3VAkcVvNlXfUghQGpA4iTiQH8b1SfRpdZi4ehf0JlRIzNFTrLCSRe/iCEH62SDcgA3AvJxi1Xmm+K9wFrT+i4o5dSu/Sq3SD5Akj1V6EeHcZ/Y2vPz6zE5qnTWkLddh5VqbUdOK2laQFIOoUggEi4v22G8QU6jOu+9cHS2XKK4vOnlU5eTXoSypHibIuCEkWsQATY7TsEricaNX+QlS6NVGZVOizWuE7k6lKRcFLrXyqt4gLkEiwsb3ZdGpMXGVBgYIqlbiyq3CTxcOT84SiYx/wCepuNUqsSjsUqSQQLKSAurVaA1/bQpSH0JddiurHCevopSVJsUr8gpNiCNQSLEgwnU6NAgMRazhl+qUh9/PmauibDtY8xHUE2WoDKSQL9rpAsrbhIxFhMfiwJ78B3JF4DqmnUr8TLqSQpKha4IIII7ggjyOxpglyA7QZ8Ce8xKYfzISl9AW0pYN7KHiQodwQLiw7XuDzGdIo1ar0TG1BqLDmKIKUrdlNIQtivQ0ghLziB4ZaAAFjQqSARfSws4cOV6f9/pzFElTl+OAlKYcxJI72sW3QL9QsD5gnXbrBmSBOc3d9yrtJrNGqMJEV9KVLWlWdCu4UO1swHZJANx9DdrbtcKT5UCrbvp9WhSoVehLkUGpR3cy2ZSetLbyF3yLQoCwNwQO9r7Xm5h7dpS8eN4N3oYT96YaipTxVrdcafZdtqqyClQy2F7m5uLDy21rUPY43QY3dpO9DcPiZEWdBdS+01x+LFldJBbcsMyFFKrZiCQbXFhtwoyNxil7KWx8zLe53BzsCgz8Rz6TChVTqalIQjhKU6nQhSNQDYeIHX1IN9hvEeJOE641yjeT5M/U0q+hBHkDr2uO48htpLH2BXcLyp8WVT34XNOqddY/wBmtWpt5Zc17EXBvptlTHdP5B2XF4OTr8H6qb2769vLXZLUeB2zQo5TMBqlGlVme466zwFrWnN1ZkKV6/Ui+W51Om3SuYrgYcacw5jzDCH4r7XQt1rL1fKUuXF+2hubXPlcCwwxKnxZ7lLi/emJWbNHkIC069ikKBsq3Yj089l/WcT4jgYtl0ajNPsMIUlK6bNVxWFJ9AhwFTZI9CQemwABGzWlOJRxJNNw/hzeDKc+zlJfixWEKVKX40JTmGUupHkNbLSAbaE3OwliLA7sB1jlZbD8V9a2kSmLKSpIJuFCwUlQ7jQgjsTY21Bh6g4XgUFjFFGiLhTVpyTeaihpUdRGVQU4hOrenjPTY9RSdqHfTL3QYNwlEapcTmqpUVrzIaRmUytNyQux0BPhVcg3OmlzfPnK9sYiNo0VqlxeVi5H8/jWtOdKfQkWJGvzfkO+06lYfrMCU375d49OqPQl9rqQlZ1y5tQD3Nib6XIFtqOj1SfK/pmlxEMSmP73i9dP+oOunltYPV6VzTbrrvRKkJ4qGulKVepTpYlN9RcbFMqElPSsFSvtRyDtQR41K+OnN0eXT+YPbtr221cMObpYGEm5TVJisVGK10TYCsmZSR2B1SUaXy62GgIAOyMrWG2oDsCs+8X+aXk5JWiu4JyEeY0sSQCL99rKruz5+HG6DAeyPyv0qWulPoSB3SToPwv32gQ9SBeZ1wh7SG8HAePG69gjE8ql8qpLCHWlZUvNX1QtKuhQJtYKSQO41121Zhbf5jfeDiNjeDvL3AOYhisRUNNV6kwDAmxVi/xUPJvnUQrsbJIuL2Nts47vN0sXDk+JXpWR9eRK1IdWMuYWPzXSkjsbgjvbtfZ41Lfnva9wuUbCTLFLioTwlKitFC8v925J1tYkWt6DaWRW4MUtqNp5jmruHJ+PMLuSqXu3q82FUWlL4VUpYYWn0KUgAKUDf9GSSRcd9shSKTAi16fhzG9RforEJTqFtIazdSb97pB8rWsCdfSxZ9E9u/ehgh2m4XrNbYlIYWhC88VKlPJOgzE3va+trX/fs8a7EwR7SNBbn4twxTkVSa1wo8qKjLm06b3682uliSDoLjTZaxnp4A4gw/0nDRXNTmmmm+FkyZPk/wBLafjtGkYow5/VcR09jJ8/TnQr8QRp+w/lsvKdPqlBi8hVIi8+VPAmtK68osAHCdHBYBIUeoWAB9ZLz8CV/wCdT4+fwr8SfI38tbjz1H12xXsrv+w8zA3h/tl7IwTuWr0rmmnoUWU/l4SkvhHVe+l7C59PXy2At+G5vEc+ltz6XUX6wxCRnU06j4uW1tFJuFAW7EAad9LbVuJG6XFiuNNZ32H05crqQtH7CCO9vz9PJUor+MqDXm2oFclIhZulKHV5Uo/UspRsBpoDYDse42tRU6vwY3pa338GC7U6BFd/857CH2MyFtO9P59+49LDtqPX4iYp4UptpqkxWF5/Fws3+VtPxvp+WxHjyiu4t4c+L11HJ8XspSvrpr5DyvtT4ZwVWefbddyL4fzZj0q8gdNDc+ev7NtbHHM2MZ4hPiLEMWjUFt2A63FfcQlH66VW1I8za9hqDr5i+gnhxms1l1uqNM5+ArOhbSOtNvMJBufy2Jsa4YlSnWGp7LDCEdXQrpV3P4X72/ZtX4HS7FrLcWLLYQwteVa8/h8tO4v/AMb7SPGXQfEf2HsPNYypcCs9C5rGVL8eQ1mSqx7g9xqDa9vw7HYvxNuj+1FBbagS5UJC/EhpHVl9PMfnY6aEbW+7+hxcJUtufiNlb0J/9K7Fd62/1dLakeYJ1HpswlQosX71Aqy1xX/ixXXWsyFJIB6st+3YkA2OtiNTG6NHCzNUb2e+Q4nCxNK8acyko60+pGXTTvrYfv2XeM92lUoLvNNVyVV1o+fJnV/of2Afna+2rsRUqsz3W3aW8hC1u9a0LCkqT5en52It9b7WWH9ytUrLXF+686v/AMX9mlgb/T9+wid0UsZG4mUt1Mvn2uVxRTpUql58iEOsHMnzsFFIUjvYEEaAW9djiXut3fe9G69K96IisLz8VTQf6RpZWgWtGnZYUQCSFDTY1xnuSxHgist16BnhdWeVDdShceUkd120IWE62BsTqOwJ7TadRq9AQ01XF09C+l1DTviuR56WH1A1B8r7Z9z9vAzE3XYIaYT3abgqzRmGqzToSESsqItShVJ2KpSzoMqnSU3/ALqgR5WsLbVFa9imjUGe5XqXXKpXov6VqLUltp7kEBLjKQlduwBBv+t3Oxhuy3JUavUt+BS2eOwteeRwpQy5we5Te9x30A8tR32u5W4zFGDaXwsJS6pFYi+BqLK+E2m4Ng2slGtvQHU2OuxaCuMiBrdkbOJibH8p2Ljd/BvKTsNoz5EOymMqc/ZJAC7KQVaaLP09AHYl3ebxqDKcdlNe9GEZskiG+FJUi+nS7YpNr3Gth2JNr6N3tVGqVl37L7xqSuFUevlazAhZstxqVxyorIA8RQsXPdJGpCaT7+pdL9zVmWxNioTl5qPfIlPlbpzJ72yrSkgg3Btto1WbRNWt+77meJVZgNcSBWaJV4spjx/KpKu2qDawP+vc2160HHs+gz25+HKhUWH2PkQs9Xl4b6m2mtvL0GzhxdQ3ZTrcWfT6dKX/AGD7qEpXlNj0uJ8SbDVIuD3t6r/FO66qQIDeI4rKIrHTzCc/QlZGpBsNP7psRrodL2zukvXCteHN3O/ilufZyXBwhjzNnUlaOFTqovuQ4hIIYdUTfOlOp8V9NlI+9XsB15/C+N8J8rVIq08WLKSFdJ7KSdQpJHZSSQfX0jxqPVKXVOfaqzDHTnQtLoV3+oukj8dnVScaYN3g0uDgjfJytUbZ6IFbiqSipU1Rv1IWe7d7XQoFs27aA7TjHuAxt5hDu23x4Xo1G+FToUVHzpyZFJ/ME2BGUWym+vfTY9w/7RO6pqfxa9SUVGKjLmfYUFSqeo9nEHTLbzuQbdiDtmDepujx5giTHb4TdYos1OanVunIPKyk/qqAvwnfIoUTcglJUAbPvdb7MuF69g1jEfvurxZS0dUhpWVbOhFlJtlIBGhFrXFybEbQQrCRZqFT745a37QmA69S34sCt06VNypaYd4WbiJ8s9gbOXuDci2lwdCcqYtx3jKfKfgQJaKdx3Vodhou0rN5EE9C0W6gSQb6WJFtjjEvsn7z6MF17DlQRiiFlUvgSGBDnpt+qf0Lqr+hbI8gb22r5+7HEePKWxiOVLYw1VISltTIteYdhoesLE8bKS2UqB6ikgJJB7E7DQhCFgqhWx3JF1hzC+KKpXmOFzUqqeJKHVhXGt3yLKgALaEkgDyJ7bXGI6DWaXihh3G+HsQxeAhSIqkW4WupCFfNqLlIJOouBps0MF+zFvLrMpyVKqFOfYQn4Ufmm30q1uFh5BBAAOliAe4PlsYUbAe9+g1RyLKpPvFDCk8JqRWW8ybAghAeUApNvlOnc99djPHQVi/pkV3FrXKu0SVKi5fhSlRSxIcsLWS4myekEgpWbjXtexFqqYGF57kCl1bFFIflKXzEJ1pp+KpZtdRSQE2JBupJBuRdJ7h51CHjyg0uXKd3T1RhHTxY8JGdH1IS3mKLdwACO5sAb7XG7rc61iOUxjfFFOQuExmdiw5rRUtSr3+IFdrEXCTe9xe3bYUltuOIHbpcEYjaab96Ncq+vK6hSUcBKkEggqQQoE2PcAAki4FyNrjedvKpe7lqBFxlT6hFYm5Wmp7UASGs3hHEaStOpIVqy5cakhJsnYG3we0/WaNi1yg7vuVYi0tamJqXWj8SRfUACykAaWsbG4PYagdU34Yy3jYckYXxvEpcph9SltK5dxKm16FLicqjlIVa5IAIuCCdQotW5plHTbn9SLvj3sULG7rAgU9h+rwkfcMR0Z9xp9TVzZp0KSh4JItdC7gEghS73Hzuj3l4ogT2KXWcWVRhjpSxzUJyYlu6xc5grMgC9zcFI87DaLS8HwPdblZi8N/g51KaRkkMPIFu2UlSVd7EaAnUA9qZdJd988/g2WuLwEplcB2Qvit6jw5wF2udLXt9RrsY1DGIf6IbMTa8bEMCLQYGI3cTsUvj5eSrkXJyeZRsAt5JycNWgs4rhqNhmSSLRajCxlVKow7AiQqQ+xl5iPFdMikTk3N3URwpC4q1eL4edJJNyvQnMSd9dZi8OBiP4GfKmauK7kS526wU2KVgDub6jUjttpLd/i6lwMLse9HaouLwvhSspdQ4hVrEkpyhXYWJSDpqPMW7adjRO3SMPtkys7t6NPd4sDgQZUpfHdjodLXxQq/EaWiyFEm4VfQ3uQSbGJW6XiPDlUptUlU6VkYQpLrqbZ1X11BAKtdTZIBIIyjQ7MGn/YPFtGfaap1b94rWp1Mp26FZ7aHMq+X8OtJ9B3FhTYuN4EBtp2n++2EZc8V2yJCUkjotmCTfUgpNtewOoIGVfmPJXaleIB1vflgijNRJ/RUfiojyGkIKZCUk6qSkpKjbuSARYKFxbYgpeH8L4ynt4jw49NWiUhHCkNO9TNwCLlas2oIvYkEaG402H97O57DmPKM47RqHNolUWni8utgo4ix2QrLnShd9QoJAUD4tb7StwFex5u5w4xRsUbuKwil5snvdaMqI67WSHg5Y5b/MM4sL3ve1jYslKnQbllFiCvby9zeLWKXvLicfAdRVwqdVo6HGPd76rBOR9NuGL5czRASTY2NgNv3EmMMR4cntuu43Rx2MiofOrDS5DS7FJ4yCUutEXAWApJOYEXBGzpRvzwRWYs7d9vG5WnLlNKaRzTrSoVQRlAKClYGmtgoFRGpKSAdsk4o3cNbucbuNYXqMr3IhPMMUt1oTI6Y6iSttDSro4XlZskkdgDZIvlW9Ruq3ecNGrUfaDxRRmm4sWItcKotKQpCEJfSlYB0yNqC3LgEgtk2PcCxsmsY1PFG8uLyEWJK51hXjayIW8jUDNfKgi+thkUSEg3IJJvShhzG7VJdi4nisIYlMKRxYRjuxUgkWQtSV5mgQUltwApFwLA22ud6dJi4Nnt81TkLrbDCH4vutaoshxKTbis5VFqQLd0jIRmsQQoDaYxF7hCbWcOUt+BVKfV5VRipzJ5COUzeBn7hpVlKIFr2JFrEnUDYqw5T940qjzsZbpsWUVcp/+se+aW5DRKSLJ4coIStjQgglxNs4IBR5QTvKrNUw4xijCWHmH5Tn3d2FKXmVxRmT8M2BbcPm2SNexN7FfYe3pYtpeKH6zVJa6WxVHeFKXnVHS3ZdsoeuQFdxmdChbQ2Haok4j4ptX3g4jpbGLcW4eYoNeiu5UVLDlZeaUpaSQoLSStlaSALgk3F+wtaDu036Uul1mpYI3yU9dewhVHcsxp2Ovj0t0myZLPDupoDvmFrdwu5ttnedvaxbgOqVKLXqTNrdO/tZCHTFfbRdRQFqRdlwBJBzEFJOqSkEAEmG95sDFuI4DXu9+kVFjO196UjOpCvDwXAQqwsUqSTocpSQRfYivImrqxg93c3i1h2g1b3pRK2lUqA/KaS/Dq0W3hU/HU24lxsFN1EOqAylJVcjaPV96rsDFHNNS6uxSH/6xxZSp7UdQtdPEJDiba2S6BY+PKRbau3nY8+xGCKbhyvYhhVGiVRS2pDE9g5c3DRkdC2yFsOC4KX2yFAgEqBB2BKPvXa4tNddafWtGeLIqnJZkzEC6UrTKaUoFaFXzBxJBBSAPMFyqyvk0eDWL6XVIrkqjY9RKheJp1p1xp1tXzIdBStCVDz4gRY6EpNgaiBVXcbz2/s49TqothalzGoEqM0+pQsFOcBSgHFaWPDBVci4udgpNLlYcoz+I8JYeoOJYSHVOrXA4SXYqzc2LQAU0o62IJB1um9ztYYc3kbqos+I7jfgSosrpRmkORXWVXtkOdWWw8j021soCw24tvkgbY4KVCoMX7/Al1enOf2qWmChWa91NrYfCkqF/Eggai4KDYikxDh+U6770da483hcWHNhx3oS3uwyKTqFX87lQGlybAiMzj7CUrG7GHIFRqK4UpCuFM5gJdbsALP2slwJ0CXOqw8RBBOwxvD9pFql4j/m0lYemzX86HeYaaC2nE3CQ7ZCg6051FRU2CCBe5uEkJXEkPKaTgufXpUTFEp2bFyLTmgVSZmaZdOl2XCeIyokXuslu+UJKSde9OoFUi1SXxag/CpdRQpp1php1CHmibJNk6R5AJIzAAKIuATYG6xJWsG48n02lxd4TEKqPpUtph9ZStxJ0DZc0AucwsoWPoSdZK93FegRfs47LYXFyJQ1wGpDC20aAAhslCwSLnJkNiOkak1MvCag7pP6LnV6jVxcqowsyH2nUBbEhGUFKFhNrLt2JuLkEWuAFHVt4FZpeN2KDvapMpGHqipTECfkcRyroFggPG3WbqykZFjKb3sCWJSKviPC/N0bgrRNipXHQ61KzsSGtfksFNLTc2ulYIsQQTl2qqpWKpVOG1iNqEjmsrEqBVGnEIkKAJ6HcoN7DMlQSoCwvkOyupXemIK2tnXiSYuFqNVIrjruJvelLldDqpCy06lJ78YBICxb5k27qJA1Igw/5r8G1T3NiiiN1GlsZcrrUdedu+oKH2sq20jub3ABJzKAN7fB+BKDVKDLdoOIacuVFWri02RUuBmQrVIQ8pJQTlIGa4CT31vtxa3UYjlcR2gxJsLgI4UiLUsjq46CnVC+Cq4BNjxAktkWOX5gpprLFwDAUl/RhNTGsG1lqrYcwlElMU96OrK0+1m6DdalsqTdPfvxEJB7lQJJC7wJhD2h8JY3Yr32hlTaDUV8Jp+E0iUwnuMuYZlZkgapcJNr6rAuGAnAsrC7UTEdZpz/AA2HeprhOfDSe/LvtXWhfzDIQb3ABJB2Ko+NN32DWn8Wu1aqPomoQ666xPjLTIT4TlKgguO6AKzFSxa5sRtsLGjA3Fa4GCK9zUDE8Ko1HF+ZipU3istIlWSEl0MK6CoApBuSDrcfLtZe7tzc93lazEp1OmsIzIa4TbS3NL3T+8lJvp2PayQ37b7t1+MpTcrC9RhIqj7qEpRXqM5y8hH6qFJVo4lQTZV7E9rnUWe7fHOCMR8OBvBxDuyxDyuWOpitpXFns2FynO6kKBFx0rIGoIOouXxk1lZEoWNMUbwftZgjd9iF+lv0ta3aDVGoS0tSMoOYWANwCLXAtbUA2uUNL3xe1BWXX4FLxDTpVRirUxKVAgBa3lAlJKwgBKlXveykm4PTYWG1JNK9m6K03XqXEpdOmwszrTtNrmbqGtjZZBHoTqDax2n4N3k7kcUUaXi2g1Clyn8ykSk/D5rip0ObwqXr2uL2tYet/HEgzIWHN2W+nEbrFex5iydhCKvrdVTpRWw5qkklC0FQB8w4okaWUb7PGm7od0FUnwJ+I97FXq8qEn4SnZ4ioUsEmxDYQ25oRdKwoWAuNBsaY2enY8wu/FwI1T26o+0rk01tDjUeQqxskOISq4Nu4Bt3I77YB3oYT9qTC1QlxcWRKpRYkpfCEikoL0JxPisiQgKCL2sCQlVx+Fx2K2ODiJaqh7RwxH9J6aIo1LrLUCVRq4uK/TulqfD4a1KQRZSCbHQ6XF7E9wSQRn/2hcJY8lYtpMCBUYq6c+/zDE2lxeTfcUL5oy8pKA8BZQUU3UAbGwJ2y3uaxFi3cO6xi2LW6pUMFYhXyFWlNKeYm0WZclKpCc2W1wSHSFNrHiykAHS27DEmMsWypdGxbVn5tXhfHiz4qG0JnI1IcQDdCjbXKq2uZObso5mpstQYXnMxymppBXfuzxzOGAN3+/LFGI5+HMW0SnLw9wkJW7PdLExy4V8RDrIUgLTfVRGVZJuBYHZO+0B7L2KMB1livQHaohhDqkwnVyglKc1rlDwWEJuLlQCgvS5SARtoug72940XFDdB/wCymIci1LafhuvQJikJ0VxIbl1oUD0nKSAbG1jcGmJt8NB5Byg7waJko9RaUh12R1w1aeFxywyEE6KNiCAQbjRjTh0TzHMX076jSN5oMf8AMVu4GqynaDUsL4yw9iJiaxHanw0TFolcN9LaQl1taVKKm3FIbGdtSgAognuAPY6xRhzfJKl0bFG8eLCgoipnw6XV6aUrc7hLjCyoJWUaXU2SQFJzZQQT+UOsbvsB4obrOEseMSqWwhaGqc++pfwlEHhJUbhC0qykWuhdk3CDe60xNgjBtU57lcQ4lmxV1SRPpEWUjKmHncWQ2wFJBCAheXKDYi3Y7GW2eiSxHXMscLHC9ZlS4EDDEVdOQ7wlSIs3O08tCgAtji5V8RIsMpPcmwJAJKN3O5zC++SVUmpVD/8AOO6pGbMqG/kB6TbQFJBJKSSbgjQ6ADpFQxRQaW3AoPHpyG1I4vFjp4SrWIKfxN7pVm9CVDUF2Cqu61PbqkXHtXolRYa4WeFKbWiU1f8ARrCswXoLC4IGoBGl6tqB6g7CWGBDbEOGKXuli+9KDUX6c/FVn5hcrKhtYHzOEhKLgAEqUAfUaWXsn2nJ9BqnKtYNyLrcpSZSmouRCpWl3sgOUFQBKrAJWLqvoVCDiKre+cRvu0HE9UQh/wCFzCHRwHFG9xY+vmkWSR29Nmfug9nhrFGF5bs+n0+VNW6iQnlVIaU4oLCwVRzdpSh3CkhJuQCD2MIGeBp6fv8A+4Sf6wDxdiKvQIr+LcB4yr2F1o+KqG7HKV0986JdQXUEORHLAJcsRdRCibAC/pmI5+9XDlNrNZwdTotbQ6mPKq9OShpp5aQkgPBslTJJUtSSBYGxGpO1rj6Lhel0tiVAeqNI5VXClQpEMyKc8lWVJbACguOpSVAZQXEggjINCQ/dFR6Dgisv17C9RXUafxfvVNdkLRMj+aQpKjZxKVXyqVfy0BJ2rnYcGNBOy2yP/fDjJ2Lu5osWezS61TqjKTSJlSqnFdRHf0yCRIjgvsKWtOVLhGRRyg3JCSlMYbs8ZVR2I1QcTsU7lUI+5SKonlXml5rFuYyQ0RYICUuNMotay1EgbMnDO8fAe9CfiWjOvLhMTXU4fqmaOMrmdUdLEt9mwPFbcfCg4hQuUghaSmxHd48hrDjv2IdqKKdvDpCktQlqS0/FmJWFFAUHEhdn0pQlTRC0lKiUkkAbX3qY2E/mnLcduo3g4t3qsYId940iVTkc1PlPpyOxeGtButBQQpasyALkEhROoBO2h96e4mlV9z+avEVRRCm1RLkzD1SWhTbSpTQzZUrBtnF7lsi5TmI7XAp7CGNnouNpeDcRREUtD9G/oaGpbikR1NOgvxGQ/d2OhvMkojk5Ep8AsDbQftW7q6xvf3S1bCNGL7NRCOcpMyG+tiVDntdTLiFoIUAdUm1jZRBuCRtYCJG7Fn7TAtTw9QcEVSfQd4FJm/aWkOpS+xMdQ+iVYiziFXAeBCblSylVr6A67dYG9jdLPiyK9AwzNwvUYSfvqNFIbXb5knNa5t1EkWsSbDZWw8X0bFFU96YyxDVKdithC4E1VSUp1iYtlzIpLzboOR9CgpKyDlOUeYyhf4ipU+sz2GsOcdiat1LXFp0ovxZjSgQQ2dS3bXpBTbqBSe+1t+2NFlaaP3Me0pg3Ac+tT6zhOlrisK+7qQ7wOHcDVheqElSjYpJSnU6kX2FsZbwsb75MT/aOl4ZxIjDz7rSl0uY62uAylOYJcQlBKm30m5KgooWhYsSUgiZhHddu+doLH2tocp+bCyKQ006ppCVA3A4ZIBSO4BBB73BGzJg12A1A910ak8lFR4OnP20OZIOv4Xv9bixRt1AXkyhcLCLdjvhn4Niv0vGUuVUaWwn7nxUrXIjp+ZtSjfOnNdQ7kXIPYKLWoW8PDnvliLKlvxVykKlU2pKdCkqSMvQtB6r3VYKBULAXA7bZyxHRJTrTbUWowloleBbS+Fw1aXuSQUWOmth6gagFVfRFdwbTGqo8iLUaJ8KUxIdyupu0LOBV+lJKQc1iFBWhsb7ZGq6r2bFx6JwYpbWl2MiHm9Teu1Qa83S5WDoT7leazoqkBOaPIQyvKZGZHRxEkgKUkpUNAQRYGVDpe7SVS4ErG72JGOajp4EqLkkRVJAPWAWlLCSdDbMEn0Gmya3f7w6zPqjeHKo77xomdLsXmEZ3WXwAMyXAM3hGUnzGpF7bPB1yLA4bXGWunLXxXY6FZkKXr1WtY9yRprpfUC2poWe/JAwIn9Mr5XH94L4gqmCOapruEsTvyviqad5+KIrragbArcGVBF7WN7gEeYsJyGp7U/3M6196W1njozDNIt8ic1kqVbskElXYAnTZX7yqRWXZ9S+zjP8AR0pasqZFlLy9h5WzAXse9hrcgnYMolQdaw5LoNeqy1yoTWZiQ0vpUkXIStJsM40CV2JIskmwA2OznT5aCfolFi7iTHfU8UYcgRX2na3F+BmXkzFK+nxDKRmCh5pIBBtcA22Xtb9pvd9RmnGqNLXVF5lNTWI7ozfLcKNiEHUeOwvYG177J2rJnu1lufxpT6686qK7zV1tOOqKfCsgDOST0kknuFg3BjObsJUWlz6pAoi38iVtVSFkK1s6pJNikKSpJIJva4A0F9W6CXTe8Wq6HWvJJhBWfbRwRArzlGaw9NfYWjK+1IdMeRHXoFAKCilfc2sAQQb3FrkWBsYYNnz+LPx5jyl0ioKUtPONRJ8WGojMMwShLimwPEQrPfUKUBbZfNezVFxRS3IsB2Eia+lU1MPEMUsLkNH+1iyDdLih13Zc6idUK6SNnHu99n3C8CgsVSvY8WhinJ4UqgoR0srATZGqS8SB3yEJUCQbgaAsB3jaY/p9HpdO2Bj+8pahhOBAxQxhxrD1IxRS15alCm4PfSiotsOah56nlSVLYcXmIejLdQoAkrUApCW1R8A4crMWpYjrNQlSmIWR12Q1fnWcgvZ5WUqKRYXbUFKHmRoT3hYswlQaM3RsGxKcxCYzLaQ1CKeGsm6lpSlRUhRN1EnMCfElXcLPEeMqM7KqVeoOLKoxiiKlErn3ZimnY6QACVoAA4RbukZEBKToSe21txm7WFKx0Q/adwRVKW41FrcVhEVpOSqKWMshNu4RmK0rQBmIcAVbqsRc7CG8Pfd7KuPIrdB3yRKdiRaGko5qLAEriJJItxGycqsyRdKikpKQoWIBGSMaYTlVSKxi1qXRK9FXmQtEqK26jN8yErbCVtqHV2XcWINxZJ5bvd2kDFs9iVKwHV6dSH+ldUhTwng30QoB++YEi4Nsp06gNCbuccy3ZH5jjiYRwtUMW8jgjHjGJ8D1FrKiBiWO+3XKSvTh8N1YC5UdJNgvMtxsFPdIJMmgbkZWCMRt48iy1oi0uQuPIgVFa1R3khYzgvtZVZTa6FgAEFJKSSQbKl4Wn0Fr7G1ne9SKvSFoVyceqU1tMhKr9IS+pZWHSO5BcCjqAAcoJMObw4GKMJVbBGHKgxKlMIWhfvFalMPJT05HSiziSM2XOPUXK7C3FtwlNm3iB+8XEO6WjVRis1TG9UrbCM01qiOymecZRex0CG1ONg3CVElZsdCRoIzf/RaceVSPPn7sqohEpORisoxBJaiKd0+CstPktKHch5CAk6lRFyFu5hGBvGn1qLVMGrhVvDspbEp9FUfyZkOKQoFZTawKOk5AnLY3HbadScFYNi0t/wBzU+qe90dbsVipFS5Ghu4lKV3WBrcpuoHXQHbgNqyuFWTsRUv2bnTPoMt3HG6muwpC0NTVRTiShzrkX4rSVKksq0KRw15CdQlQ6Aw4+G95Vd3cuO7v/cm8n3W1xVfZKqNzXktBOZJ5UhEzqSUkJDKiCQBe4JWNOxJgPCTXCgVBFUpc1XFkUmuIKnYr4SE8RlYJ7oSE9CgD8ySbjZi7ud6UWvcel0HD0WFS5Tqlc1HlPMLhyrAB+M4kkMOhPSchSFBRSQRYbCYBoO3ZWu9ost1e7H7RYjl1jEdPqlOqkXom0urMPMriujySh1IWg2UCDcKBIJJFr6ZboOCIsWI7F48WaxmySGl9aVH5CSClY10SRr1DTW5TUaxiOvUuI7Wai9V5TEfgNTX+G6+pruEmQEBSwDqMxNiSb6m/WhUGK6196pK0L/X0UlX5jT93l22F9IL+GnhtdqPqLiU9QKawe1WZ7crjLzr+dKClLmgIWBcgE9zYmxvYk7E8TdVS2pUT3pLzsP8AT8VJ6l97XPSL6WBuTa2tzs2KVhiBAityuCjwpWv+6r6en0t5bV9XqzUp3lYvyfxp6EfTXYteiSoRRKPlonN8tVrOF4reHMJYNqlRflZUIkcDMwlPYXPbS507AeRFjsQbssPYjpeEokreC1FhTcvxWmncym+9iNNLjTuR9RcbFs2DVJ/DaaqEpaPmSheX8wdSD5D/AC9IMjAlGa+9VSoPo6FZ0uyMyk+tjf8ADz09AdidtVht+BtEHaondzKlORYDPOzepWRppTqdT5oFxr9AT5gDvsLtzYGA577rWDYteolba5Wr05pYUlLBJs8hLysotm1SVk2SbDTZhOpgUuA5KdluIpzHzPoClZfqo/TzNzp2vtZN7vf5wd0FdxHS5fu5/kJD8VNUiuQ0qShC8jzEgE3aUAklwAgXsQRcED0b/tml0nR2NcLDwBMnUPDW77CTrFerLXvSosZeE0tDauGsdnENkABXotYvoSkDUAe3iy8W4txHEn0viRachCEtQ46F8LKFFVzrdSxcnMLWvcZe+3Zh7CTWGHHcZYexDgPHFLmtR8UUao8VceUpXSZsUOlTjZF0qW2TkKSpxFwCVG7WG4Hw3aNVmJzD6UrTy7oVmzDpOhIynulQNiRYdrbJ2Vuhjuv+pps8PX7RWrojsCsuVSV1rfdzoTqrhq7BANtLagJIBsOx7Dnj+jO8KhRZ8R6KuUtMynKlMKaanI1CxFfUAhSxY5mwrNbvqRdt4gw3RqXgiXjevVaLKRC6FNNNOPJbfAvyrzaSHULXbK2CCCSO/ko5vtRby2qW5hyg06l1TAeIUJW7Q69F5xNPmAniORyClTDoCvlunp1STmvbTpubMr0+l3u7lkBd6MWvUbFsSVKZXFztJ5WVkPktQzBXzAdiLm3mANSb7pqpQZVZflV7gLi1eOqLPj5elmUB0LTmN1IXc+hBFr3sNh/GUnC9Uagc1Vn6d8LI6iVnXHSrQgtkWKbk2KR5kED1oimqUZ1ufQclRpaEqTKXFVx2tfJZQbhBBJSogHQ6gggaS/bN8+M+JFcge9KlApdOpz7DEpbTTrrXiSk2BCgcxBtcEm9rXt2DHwpVcG4ogN4cxHgh/jvLTys+LIyKbf0Ab4iyMxIuU5ySCCATcgqGXS4EDh16jVZ5uFUVKVHRKSFo4uqixxBbI4EjpS4BmFiFkg2IaHvRlUaA5FddlRWJSEtLyZFtZTa6ClaSCDrbMDY2tbuRuhkodsst40SVRmolUlRJq1sZoErMj4rK0aoDidMiiCL6AHpAGouoqnG4Tv6/EzdeT5vO9rA/iP2bPSoVOViPDjcD34uVVMqUMIddKVvIB0a6ulehNk3t6AEAbJepNfCcda8CHVIdR4VN2NiCmwtY3BFhYgi2m1qzt8ZW3y5j09mD2gsObtGpdB3guzfs9UWuVXKYu6qCq5yqLepU3ewITci97EXAbdNwJVK9Fn7m6zUIqMNYldVUcEVmVH+5xatlUttxtwXSG3W1Ft1CQlQSFG1lAjElFi8WU/A8aH0Z09GZKVd/47ban9nP2kXcG1NjcjvG4M3ClU4XuuQ+sf0fLNsrVyCnhLIBSoi6HOxsQAWQj/EqW/Zw3tV6gt4Ir1O9w16nLVnYdQh9OQrN8ikKF8hAAUCUn19bWX7JW8uLFbdi06kTaihrK/wFuR1yLegWgp17kFY1189NkYpq1B/oXeDFzszYshMKVkRkWpRABbcTqCSkXBNwSnudRswYtSgfDdadQtCOtK0J6sp7G3p6gajyB7bEAhJ5WYw3N70MENP1TEe6evN05fifTA51hKbdypnMpuwBIUQQAADrYGoXhuqUHC8TEdLlrXSKi6lLTsJ8q5eUL6CxPkNbEkG9wAm59m2I7UqA3PiuofYX+qrMlSfT0P8Ax77ZM9rrdhhejUtzHlLwm2iU+6lqox4vwkzknRK3EeBbgUBZwgLAzC9ib22iUmOsJolYynsNRWZXv5bqWmnacw46+47a4Ko7YK1G1znbBSQVZ0jzL95+5vFrTXNVSiVSiVdbSpUqByBS1KQASqTFFkh2yRmW2kFabklINxtHpWKcR4IxRScRxcG1GgyoT6JUCZwm09jmHUk+G6fCRcD11O22sbe1pu+3vbr/AHC1ElU7Ek6Oh1DrsXi02LI0yuvvBJ4TZUCA7YFJFyQATtU7V8mk4mNcKY7oNZwk3S95dPYfqNPj8Cg40o1lupa1LcGoJSAXWcxHDWsBbRVoVAqSTjcTvZxvg3FDDWHHZULj/CfRkcyKT3IUFaAjuNfTTW+0Gr7ncRz8US4ru7iVFq77quKhhKlcZNrqICLIeSblQIuCkpIOoOzF3ROYjpc+fgPFFP4/Kx/uUp2zuZq5+EsqSFhxs9swuAE6kEE5mr1uo0+Pp13ZPIz6H5ieq025w4jYxnjV3FDvNVR7jvuIShWTxJUPK1z/AMzc7Zh3lvRef/QvryJ6egpTlN9Rca6gk2sDbS3k5alBdpfNuuy18debp0+vqP8AL/LZKY/rzv8A8K5Fr8fhX30Nuw10uO4799U7bHfyaaCDaksN2u5DG+8qBLjYXw9NelZOYhymnY6C2ofrIUsKUgnQlIuLj8BtOnbmN1WBN13I4xwzS6xV6i03zXvmGh1b0pKLm+YZkJQddCDZNtTbbDDXtIO4DagYIgS0UGo50LVPdU41y98oS70gkaXN9NO2lyGJ7RW9GVPwlRZVZ3pIqlUXFTk5eUFqeaNviJU2bJIuLqIBUNCSSbqafrJrfsWoQWOBgEgj+vxM5rS7kSFvRp7UqluT8EPU5dIQ6qLUosV0r5daUlKwCLqQkXJCVEkDuLanItahUv7ZORapLQ+tCk8JfVkeQflWNFIWBpmAsddLWO0SLWsUYcrz9ewbieVCmrdSl9rmCjiJGovrqPLXS6vrtPxZXaXXmm6z0IqK/wCtJyBLrbvmRlskpJv2ABtcWJIPoUHjG0+2Fe63d61ijGUR1qJnpD686USFNr4ikmxSEqSEuWOuUkEgG17HZtb38V4IwRRqthKs4ToPXFS7AXDaCUyo/T/ZmxbdSvMAUHvlAJN7ofAG8GVRpTlLdocWqQpqku8q6grYU+jVCsuliDY6EEEAjW1rCr0lqvYobn1nPFhdK48N2VzHDSdShKj3AJuBpYW07na0OmMTjh+ie+aXErM+o8Dgf93f+W2XsbALGoGuvnoDbY6wrhB349U4yJT8r9F1eHL6E6D8Bfse19q6p13BsWL7hlNcBhDXFaa4WZjP2CL6lHbuLEeovrywLjClxYEuLyj6GOYz5c+Xh/4DcEfuJtexvckE79pcuuVlr4XG/wAK0IKkpV9RoQR9bfTTayxFvClYSwk5FlZ+a/v9P7L6Aa/Xy7d9hjEONWorTlUdd+VKFLR08RXqfz17flstahjaLvGqnuuqS8kXwtLWsJ/M3uL9vp6nTaCZ2QslULDv841ZcrMXE8Jc3Mp12Pmyvp17hs2JT9QSLnbUmEcS4oo1GYpbUtHAQjrStHSnz09CPU3J+p7p7d/uowvQZ7FZi1B9/Pl6XVpUnL5lJFhpe1+/4bN6PT3Wv0XWjP4f26/s2CbGBxPNdVsdDgxtt0jDlZ4jXCR1/wBkvwq7agG30vbTZfYwwdAoMptprIhD/wCiQvpSpX6o9De1v9dj/fFTcOReUdwk8hb73UhprpT6dNhYH8CAb+eyLx5I3jYow45F5R+qRYvhRITmdbUP1Toq9+4uRby89sW3TpQ/hFhRsPED8c4cqkCU540ZOlaNU8P1uPQfUX8/PYEEb3DWYjuI4iKjCW6nwSMink+drWAVY30/z2ZuF94NenwG6DjdpFXhMdLUhaguRFRe1klRCigD5SSLdrG1yWpezz75o3v6g4hQth/4sdSEF1h6wvZSF2UhY1uk5SDmt5Xa096J7E09O2yVmMsKbh5WEvtlu5xO+xUWEp5imvygtWfzAz2UDb5QQCRYAX2VkOfxWuaae6P7lvD5dKtPyPb6HaDW8O8hVHIEqnRYr6Ffp2kFSHLaX0vrprpcdtpmJqc1QcOc/wA2xnWn+yyutKuPUXuO+ovY99tDIb7ZoodwlPidrFFe4cWBEYX8/X8LMk+SkqOhGnYkG2mh2uty26yvVTFqOfpz7DEX4rq02Un6W8jr5emwOzPr0qBzVGdRKYQtWeOt3qb07psQQO2gI07+m2jNxrrVLwa5Pn/AlLQt3rUVZrDSyh9f3+vlzyw+6FlcxU7Rqyxhx1lEpHS7IW0vKrL2yFJ0PmdD+exVhJ6s805QaDiGnI46OKw1K/RZ/wBVaFA5L6gkAi9uxGyhpdX5qfUq9VPjvSlqdQrxJUodhY/Qj087bL9ut7xq9jxuVS/ur8J34XCX1N+ZuSdE69r+evewFhTC7N/uNvF29jG+F8by8Gz6IinPxcnNRXUFCm0q8LjS7lDjZsSkgjsQQCCBY1P2h3aDRuVi/wBIvo6mmlpOdlPckAEL1+hIFgbbVu8LGVUr1LiO48lwVyoqMsebwipKVduGFBN1EmxCSSL9rAnZIVSn0GvT/utWm0uchaurijMpXkQAT+VlAW0sO55AkjtoJpfAe+H+eSluUHEeJkU5ef4Ud93OlxAF+lSrKT+3ztfvtbYfqMXcji1hqqNIqOEKvmQtTtnfd7t7DU2IbVc972tqbG4zhQd0mMpTv9Kbx6RFz5VpdqVLcaUrS9lKQop8PckEkEaHUBi1zDVBapbFLrO9Kl0utymsvJSqpkhVJRNkmM47dsqJGgKmzcgZQLE0bTozSjuiHBE05MxnuboLrFUi4holIz5XUSIruRDiSL6FBAFxrcWJta+31H9ojBEB3iu4sp1XhLQlK59NqTa1srUQkB5ly3SbgXNiSoCxO3nnjTdf7+iuT2pcql1GkLU1NYdY47Dml9ChWVKwO2gChc3ItsuqbhV2jVSJKgYsw8t5lafu8ha468hI0yrTcpJ7gEbGGmRZVgr+hPT3e7iWBVMG8Ks4eomJcNSsvLyHWnGHWV3FnG13Vw1i+ic6e+gOoABuu3d0GvReVr1Oz/I1IS6WpDKdLWcRa6SbmxBSSdQe23LcZvO3fYX3fOUGfElP0t9CkyGmJnONMqsCVoFyrh2+W1h5Ek2Ixin2lKDu+afi0HBFRr0VEjJHmxXcqkq8kuapLZ7CykjX8htKVleDK0J2icxi17cr7m4/NNIrdIWpS3fgIdfSkAdTkcgcQ+rjBC//AAza4CZe7GjQID/K1xt+g1dpKcjTqZDSU9jbMc2TsD3INwSLbcMPb+97W8GVEdi7uH6CwjL8eovhhLiNdB2KvQEJA1GuhAL5Mzd9xZFUxRVmKXNfWlUhphbfClPjUlaFXzr00WgJcIAAUACNoPj9sObUmR5+5WVAqj+HIrS3/FwmpDWXiJtcLZV5qsRex9L2uNj/AAV7N9ZqmHHGqzRGGOtOSRMaKVZTfVJF1psLXsACex9SjH+/OluymMOYN/pHgO5nYSk5H8t8pVGK75yNSE2zgdr9tvul4ixv+igYmXKp0prO0paC0+yvX4b2VRIWAfMII1BSk3vXLucQD+XIlG1Ma3DwH6XXt49LqlLm/wBapE1A8Otjwyor0sQFaC/mDYbaE9lyt4cr0BxqjPRX4q/itLhvlSo+Ym4cbNlFIJ0UBe17g6k5vqeId4OHJ/Fa+9Rf9q6xlSlXa2dxJR66FRBN9QDtM3f79apgPG7dUdwxhfmv7fJCXFdeQdblTKgnN26spHnY3ue7bpzE7a1YczduMa/AwvQX3eExKyJzuscUJ4iLjw99b21tbvqNkXXMU/bKVEgUtrhxZrWR+HPaGZSTl6VEEpVbyUCSBaxGu1mr2hN0uN3eaxbhh+kLX1tTcyVpbUdO4yqUD2uACRa/0/k7s8JT58TFGHHkSqXxVLjyoEpfAzG98oBGXS+gAGv0vtbuAxBi1Q8YbYNwzQaDF5Cl09iKjhdOVIT06adP+f077C2MsF16Vx3aNW5SEeLl5EdMqKpJAHYgKBHl1+fbY6oVBgSnXOalzUPoQlafilKVfW3r3sb2OuxRAbwlFiv/ANIymJrGZC48iykOWBJyqsCFWvoSR6XJGzS+Szq77F+Zlus7pd4PFYn0GoVGnSs+dPu6a8wiQkDqSUBYCgdDoQRYeV9iepxMb483cz8OO4xlYaxDFzKadlRecjvIRZRCkgpcSolJSCFqtfwm2ztRUYrsVx2jPceCtXxY+cIdbX6FCgAfOytNlzjrHTtBlMQHd2VeqKH3fhTIVlR//kiwcrR9CsgEiwJ86muSmptU5zMx7190TVZn0nFE+XSFvyovKyFx5+TiKBC2TlcAuQFOJOpPhBAtYdcJbssOSmlxa9W38NTYq1Kiz1RwuPKRfRtSkLKQdbA3QonyPbZr+0lguLXt2iJU/dxV63S1uodQ7Adb95Ut+2USEkqClpAUpJTZSVAm5QBtlqk7pK9FwQ3iOVErcWKwlXF6S18JIJU4EKUFFBFipN1FJJuSNqqk2tPeLRnEddY3FT6pxJ+Dcb4am1eK10tOoMNTiO+VR1ST2GbpA1NtlJU4eLWuPRt5eE2IU1h3NFmw3SnjJAudQQNLkG1iLA2sQTaYB3ORcUVRhprePXsPMPoShUiLMC2mVHstKXQboN7qQVJF7AKTqC7a97Ju8rC+HOLU96WF8VwUfFiuzc1NcUkXyhlSlOt5ybmxeSPQE3G04ENmYoq+EK970prTUvOiatGTNZWVSjbqAtmF+/Y2/bt62+zh7LMrBuA6bAqEtjI40l3I0px1CVHW6eKVFF73sDb0Pa2Bsaeznvur0+JiPAeHotRhRXU55VLrLK1Mug+YSriNrGgIKRpexNiDtTcZ7Rm+ndzu091b1tyOIaiKDFTlrNJU0+qQhIP6ZpS03cNgCpsm5JJSLHZHUoW9SrJNLo3I4N4X3qJx3PmV4c31NtSfrtK/mu3aUv4ruHoXQnqU7ZXT9b+W2BcV/wApzvKxs6iBuv3esYeYfd4HNVl0OPt9eXVlNk3HcpKrixHcGzM3XjHm9Vrn96GMpVU4+XPTlLRy7avVGQJIP906+Sr6WzeyztiVyccmNLH3tB7gt2k/kGuVXUerhIhISrKsfITcJST+P47Acn2hftvQZzuKMMTaJCyLTzUB1t91trUcRSeoFNrElBJHmnYwVufo1G4kqA9TkRV9HIVG3KuK18K1JzMOFRFtSgmwygm+wjJpeF2oD7VUiSsDPrd5dDvwlNJdJ7WOZtSSQdCDcG4te2zdGl28mWrtzM01vCVGadfqkWoe8aRxV8dTrR5hKBrdwWJsSB8ROdIIBKUEbXIwRu+r1LiQKDixikVhj71S3X1lLDibC6UuNqtc6WUADewIBuCy8UYPo2F4vvSjOvsVRas6ENI4tNqiTb4aQo5Uk9gkEHSwNjbYHl4RwHiPjyvs9UaXUcnxXYtnWlKHSePGN03Fhd0pSsiwCidS3t2xoKvuLzF9ddpdLltT2XItUYWlTq4+XKp0XIOvQpwgKBAIKu/rtf7wq7/OXuHpuKKDERKr1BSrLwkfFb7Zxl1ULAJUU6+Aga2O399meQdcdlZ5sJbGR1qOsPtONEkpLau4sb3QoEXOhFhsR7ksP7vnao5RmsZPwUVFXC5KVDKOJY3BDzaiAsAqSOgE3IBUbE1F6KdnzIJXdE5gpiVXoDfP/wBELmoSnirUOFxRYgofBKf9xy69DbKTtIxHu9xHF47VZxlCqLD6P0WXK+rrGXKrNdSgQDYk3Hla22pqh7Ju8uA65KgNMVenSl5nZFJmIStxPYOrjupQkuEDqAuSSTr22FMUbjMJSuPRsR8dio8LMpPFMWUlP61lArQR2JCii9gdAQDYkh1aInA0yK7xKDVOaizYsfhNSmmkKzMWGbM2pPUoG5KSLEdgDc7dXsA0ZqqRKzFrdLqjGbP8JgISlJ1BIuHBcjRKgct7C41264zwLVMLyqLPo1bmzZsL4rC5vwH5SUoOX4jQCHE6WzIAI1GpA2tY7TuLXX6zAoj7E1jM1KaS+3nbdJOd1C0EcRtdvMAg3JBvcQOJDT6xtR2qzRnGor0KtsMNcf3St0pfTqLpRe6TdPhGgJ0I8xSMYgrOI5UCfuviPrirzJm02t00Z46tAUlZISUAXISVEDyVaw2Oo+67mp9NrMrGS8NVF/OiK7Ii5GnFAABpRAIdSRqO1u9rAnaoxlimVg11uLWYnJcdamnZUJCHWIroAsR3zIUrukXIuSU9yLGcsbuBty+A4vAx5KaqOGq3kySosOU4/FcRfUISVFWQdwjMq3la1tmfN3eYXlOsSvs9S8Q06V1JdasrMs6XsrQKvYEAi5OoB2yzAkT6XA+2UXwI4SpSEqWtpnMelwBKwnhHTqQolJPhAudmrhze1i34DvNsOUublRKQhoupj3HS8lRyqt5EEBYJNgQLbRmcRGDiTDMWgym8W7ucPe66jF+FMhNR0J4iNDZ9g2Dg9FaqRYkEAkFdfzf8/jeBiivRItOi1dSWlx12S0l8hWQpUOpklYAIBIufW42iY5Rv44rbuDd5vNRepTSVNNrfTcdOqiOkAkWAGmUFQIN1riBve1A4f84zNXq+daXWJVNaKeIq5PBeYyEhQ6criSpRN7osCdrbuJUI0M8TYNo1G3oT3YstcWvUtbTU2E+htalR1DM24DYENm6sqiFhRSRfQjY8h7x8R4S4GI6pg1ir0jLl4+RaEZgeoB1o2aUPNJQUdj8PQH6rsGl48awnvQwuyiqIRF5CY066GpsFQb4paebsV2SrOCGwopuDlIBIu6njevYRoLGMsOS2Mi1oalRXVpUxIVfSzyUlKlAA2zgLAJIQRmGwC0ZSvjyhJur3p4c3j16XyuDqXBffjpTKhz1rXISq50zKSEqbNiUraK7k9gNTA3hUfeDQZ77UWWwvCk3N8J2OZiqfmWO3ZSm02BKdVJBBF7XFm7ialtQIFU90wmKDW052pEPKqKy+SQoKCbcFXmVAIF0klN7kWOHMdUbCUr3NXsTwqjFfzOxVKdCJreYfI5e0hJ1JGqrG9iO9cQXcG7biKbdhhOqUvFDjWKGaWtiU6vPKgKcW1KYOqHAhBAXZN+oIBBJKkix2dcxlqjcP7JPRaiiE6lrI1MyOs9rNK16Tl1ABANtO1tg+oz4s/wB7OwMMRZUVjNwp8NHKutuixAW3YJBJ81BAJ+a5Gw1Raw7Xp78r3TNRiWKhTS2uAp/jIbJTc5SFrbOU9yUpuCDax2GihW4liAp4hTV65vuqc/3Xu6aYmtraUtcOpRynMrS7alpKbAakKCFKGgIOh2Uu9HcdiPfn8XEeHsUbua1Cy5eEqPIhTl2UFJUUEOBWmi0AixAINjtoXBcHFErgO1mo0SlsLyq4WTmkq1vbiDItoj0soX7HS5t8UVfBDVUcwlXsTsTcSriqlR6c7KCJ7zA04jbKrF5AzDWytO50JDw9QRPlMDYa9jCl4y5+BWcQv05DH9dd4BzMrOqVuIUtKkEjzF0KFj37XK/ZQlRZTmHMeVCiYo5VCE06ucWTTaiqOL8NDjyV5ZBRewJBIHdSrkBoYp3m4ogVl+BKobEWLCaVy8iPKLUhMVaim7iCLNIOuVSSu58joCsqtjD2gsGutz93OLKjXsPPuqd5eUwy+6yojOkFxN0rTra5NxZJ7EWmVi7xl7DM+fWeFQcTUt9a0KdaTPYbfU4gk5Wg82EX17KKb2/M7L+o+zPvBwu641S5bFOqPF4CFIkOMKeX3DdyAh0kA2FwSQBr3Djp/tz4ooOLWIu8bdbQX+GtTXvJiPysrMLd0ZbEDW5BsTra2uzlZ3x7vt41L96SsPTYTFU+E+xxWeFISk5QeE9dlSgoWChkWCkgLCrA806ZXwBvt357lmvcNUpMqvQvnjrStS2Vp10CgSlQIJsBc66Dy0Vu+9s/Bu8t37G16iTaDXqi0trgSI60JkKAtmbvdJUPMA3t2ubA1dWx97PFUdbwu7jyFzXFTFWmqJ4EqG7cBsEuEuJurQpJOpuCDptZUrdlPpdebd+yfHz/AB2pEd3pcVbR1rIkhV9LkEX7Ek3sK21kWJ6zV9lMAQtwRhiqcWpO15qKtiUvhNfACc1rWCrgEkgi5I8gNfPpiPCdGozrFZixF0uownVLS+wgJQ4k9SgpIIBvr5XOnoNpk3edS4rrEB2Iwh/JwpClOn7uoDTMEKNgfJRFrm173Gyd3x7x2pUCXS8URJuSEr701Rs6n20FFuMlKEkrasQCoDMk3JAAO2UQH+z3PIVVam+3dz7jGWl3Ec9+VS+VmoiqYddUjqdgvlHgUfGlJsCAsWB7KOo2/n8ZcJ2XRp8RD8pbS/gOuhCpCbHMEE2GbsCCQO4J8jmLchjiqYSx570ivVeqU55rlVTJjWV2RDJP3Z5YslQRmKkXF0nMAddti0pndpvLozkWvRKdUX2Mq/vDAUpSbWFyAOoWsFCxNgb3120kzjbPTDRpbzYTEDQsdbh4spx3gwqXNYkKYmJ5fhKS6CbpWi1kODW4HfvY7ELntLboKzWWMEYciU6qVRaMiUvoKeodWVJIsVgdgQL9gL7Lvft7Mm7jDmLYGKME72KpRGKo61DnwqokzxFKrJQ4l5xSVONA2BQ4suAK0WAAksynewru04USfvBxDUK9KZQh1qRFlKhrb7FJaU3bpsbi9z6EW2qawvuM16UJwuf7wGxEuvbxmp7vNoi0unu8KQim01b/AA1CxsVoScpFwCkgCxTZQJsRCj4FpdZabdwHiFGImH1ZVO0uKVqbV3PzAKsMva5F0nW9hrLd8xg3dLjJzDlLl1SUxW09bUr4qnFAWCw8kApcAAAKgcwBF77F+N8R0vDn9M0anrlLfQpGdUdtClK7BClG3c6gqJuRYG5sZCJCY28TP9H3RYodwk27KiUibFYzMLmKQpLqUgWSlzhhJAzXBUL2PmCADKobu+lqje65VJ53gdECqUt0IfcaKAQ2FOp4Ey9jlJW25YC5NiorHFHtGyqXiiutT6TUULqjvAdUl9bC3FgAAuI0yuC2UaEEfqk2DA3Be0Tuqw5gitbtMR0nENEfqPFdjzXZ4mIeWu+qkuLKM2axGYA5iLKBsdrq22OVmWGEN1e9/HnvmLjLleBNjqan1FpoIRMTplefY4i+A6C2EqCgtlYyqSsG42MFez1FpcWiz6y6ulzWPuE2pQ2sq20kAB3KSMzY75SVgg6X0OySq+/jDjTVGr1LxZiinVF9Koq3Y7RXHnKSAQq7agG3QUrKkgoKwokoOW+xruv3xT6pAfoPvCvTaXXmFLRFlRwtGn/eIhsFIVaxCAbEWISe+0E7vcHqEPDiHODdyE/dzjKfiOvYhhVeLwltLlU1htbD0NQJC32D8VlXUdUrUknS4JI2Xm/jEzsDGTFUi/8AaGkMZUwJXwn10vRIMWShag4GiCMrgBIKlBSBlC1B+8mrYor2HH8WwHauil0SU7DrM2nVFxpUV1Cx8RQNllvKsJUlaipNkgpCb2DqdU3a9S+Qi1uqVGoxVq4UqawUrUkgHguOWyki44aiVA2ORdrp27EI7ixds1XhaZArNLgY8pcRC0Ly54/ifivp7oBFzmHkpJ1A7HZ+YO9oCfFirbkn38whKsrqHRx2VdgHBftmsDfUa9zptj32epUXCTsuVjeoIirmpSn3bUmvutQQnMoIQ8LBTotopN1A3Scmqtk/vgwjjwb82MUbvsWVGkMcBHCkRZjiXGX+IouB1JtnSTlAuFBSSElRIBK6WMH2CeYu0T6SwuHwP3jfx3BgSt6uKMR4owyh+l41lKmvtLs61FlWAUkKF0i6UtquAkkqVcXudg7D1HoNBxHytLiLY4HUtMhB87agn5bEWJuT2JNxsysBYAr1UaYxlvQdWurvsJiz005/PFmWWcklIKUlLvbpIBBAIUOw+nsBypU+W00yjlWFq4S12QrIfroAfWwt5HY9wzXNGnX0umMjMoapVKpPlc1wm0ZPC6j9UWsDe+n8a7fyqs018XwPr/2SMycw/afO9yLDzIGu1jiiBKwvRuK7SZWTwc0tHRr2CiAQm/lfv5egA4OJeansNNcBD61fpVrCUp7lNyfCD2vY6ntodsd1yMQyWK8Lahjqg+5uK1LYRUWc2SOpARxk3OiQSAl0dgM2RQ0sDa8zC2E2t7+6V+vOy4rFXpc12O0h1RShtGdGRp1QBIaJWLE3CSLgWvcaw5Q3XeI7S8GyuahKS1IlO2dS2ooSrpcCdQEqCiEgCygb6jZ7bkKPKxRFxLu5rMtiLKq8BXISmkhLralILZy31ICihWVVwQDobXOD1DSvRjUAH2M/0lLFdxx6iX3cGs0v3k1KZXFlQpCkIYmo8KhnCghSdbW1sSQbAhQPdpQ8euutNu1SnZEP9KH2FcVrN6K7KQfxA/PW0WgwXcW0Fv3pSeBitGRNUaaXl5hQzJJyaXNja6AlXRqk30+pWGOQ+68ZC2H0KyKSvPlufI6K07agfie59LpbTSnhCaeviW6GqDvGqjFG93PoqORXQ0nJzCU+aMpsFjTpABtrlNiNlfizBMWLXn8ORafKffR4uLdClIJIICkpUlfpmAIuPXYzFGnxeHWYuRa2MuZWYpW26nsQfFe9rEXN/pt/YTr0CfjeXPxa9x1vpUlPHXnU4pJClEX7jMrU6G9ibHYj3nUMEMvb48SgwxF3fUugz4rUT3oxFWrmos+a4+xobrSpIvZP0KCEkC9trqjbycUT+H/N9h6kIWw0iOt2K6H18C5CE3QBnSkk2CgbAqHYgbfG9iPgPC9Ll17DmE32KpVEf1yA6U8RQGpI1SSfCpJBuO4Jsds0x5G8HDkpvFFLxN99RmUjK6U/ThnW1gRYpULGw1N7bGutsUBa5i9Q1jJ4VnmbQp+DGqNhf7R4yxYxNXxVyFxWrIQ2vUDhpKQeJqbg+tx5HYOnYrwu00587C0ZESEW+GrsQVpuNPO4A8r7LXCO9h3G8rhT6e/77/7xCUtampiANeAkEm/0bIVfMcuUE7HqqdQcW8NrDmHke9EZVOtQ5BRIV6nhrsV30v5j1I02JV5DdPOWPa77s8yhwTgiBVJ8ue1VpXQ6p1pUWQvpzDXM3chSe+h/IjyCt83s1uyp/wBqIuIZWGqutSUUuuUuQ69CU6EXLEhjMFsqVrcgk6i4WgEbMSZRYrsVxqqUSvQqgwheSfD6XW1W7lJIS4PVOhA7KFtqmkY6xHFdcar2SqRUI5dT8yOeA8gHpzLSNFX7FRJHle2hidsdXqOpXALRb4V3OYyi4D5WqfZteeVxZHu7MEKWTfOppICmlG+VSm8zagTqNRt94mxhKnuubvqXiFdBWxHzOx+Qc5jMW8vFZKFAuMpGXwhSPJShYpDjqqorvDdpdDfi1HpXyq3W1JkJPYsPBRbcWQSAQsEm6SR22LsO4Bqm8aA21i3BzC2EOpdYlOtZVJUD/aR3BxWHAQepJKdAQoXGxEr7s26Osuq+azLu63DeI6DVHPenu7ENE8fvSkKPFiqvcCRFcvxGgTcg5st7jLYKD23Hbk6M7vLiYtwHh56UiK+v3zAhzUoYlNOApcWnirSpKirqygm6gQQbk7HLHswxaDXvtQ1TpTEpCcqpUCetPERe/WAs5te5IufMm+1zTIk/dzKcrOEqdCfqOXrUr7vzibpJakFsZHEkA2UUFaCQUKAukk7BWOJ1Wqz9oO+0p7OdLizola3X1GDQcQoQteeqLVFjvRybLYlLQDlAB0WQdLXuLWRuLvYvxG1w6p9t8G0teTi5Hay46nijUZFltBbAIuDZQFgb9htpyJT90u+SfEqlZreMqRUadKzLjzKo4tdNd0HBUUqzKaI7KBULdRJScxsq37NPso4cg/zjVmIuo8ORn5qBIbzKVfNlswErcAKSSkFRAzEiwVZd0sZsZ4mgjoy/mYOg+zhVP6/XneazupQua194Q4n9cOJUUFR8jfX1udtKbodyuCMOUF/lWua53qdddYyKzA/MD2sABbzt599m3jTFfs84XwbIawwzUaWuqZslJaiyUJSlVip5CcqkNtg6qUk5AbggG42RmCd8DsqU/Aw5UGK8wwlKltLfSlamCOh9hRJS42qxAIuDbQjZW259MRkEj8iZPVBY1fiOI2YuFWqDKb4URCEfrIvl/Yb2/C+nbtteSnYFGio4ryGELVladUnoSr0V6f8AHQbBVM3nz+L7mlYeWh/hJdaadWUqyjTpUNBbyBB/E3sB7FuK59Uaciz+aisIX1NOoy/XIbpF79xcjTUdxsGzqoRMoJ5Ow9oeoxXMQO1njwIARx2EePihKFdja57XHbyvoSNg1eO3YEXlXaSjjoWrJId6Ft97oX+sATp30sQbXBGWH3eF9wdfyP5UrWlXr/nY6evrpc7IfeLiLGUqqMUbDlQW/CQ6rmorSXFylKSbksZepQ8SSlKVKvayewK1HUNRrHwBD6Ki7WnCTRb2NMWyuJAi8DoRxckXJnSmxvdJNza9yQP9dgPeJvhwlgOl+/qpiGbV5X9lFad8SuwCUaA62GZRsCL373UzG8d2VF5/AdWR73pbquBNfzpdbfTcKaWgm6je4BNj5FIHYUxBEi70JTmN8GxGKdih9OTEuF+LlanKAsuTAzHMlYN1OMKAIN1JB1z6XmPuM26ujighrDmH2EvaRn71ay3F9yVFCKWpKn4rDqFLVFVdC8yFBbD41PSpAUPMgHMN74+3rbo6V7Nc+jUyosU9TNB5OBS1OrQ+pam8qEo1K1IOt1AkWuCe+3k7g6oysEYjgVmLLQhcWUjPxejiNG4N1XBQU3IJJBSLg2FwddjEuF69umpu76vYeQuoYeQw1RKywjLIchq6lRpI0V0BSeG4CT0pBABWVvVumMTYrVFwqxAY798433Xt1mVUK3NXh5hqkPpmrEppyOkqyLjyQQ4kpUolTT4Jsq7S1BOTYK3bYiawlhefArOCMSvxZXTFq0VK8jKlm6g4hYCOH82YAEk3BJuNmlExC7hfC9dwbPpLCIuJVvoRISwhMqPKUUpU4ghSM1yAFIzAK0zJKzch2EN5le3cxfs5iPJiGiQnVJanw3y1IT1foJCHEhSXAMpLbiUkg9JWOorakPjwGYS92TlRkxzbuqjjzFuDXGt3OHpWJauuA6iVAytrXIYASjiBSyFhwBSL2KswTrqARmnePhrHmDd4zlB3l4Nq+FH6vlmxYs+GWMrqBb4ZtkeT2SpSSrU6kHUtOLv4GDcZQcZbqmX4S4q+OlqQgdK0kHIrW2U2tcE6G+nbbVG+X2kdxntR+z77gx5LcwviRhbE+A61FMgR5jepW2AoLUixKXGbpWUKUEkqAG06aoBMn3F0DDyxj/1POrGCnYsrhOuoyPtJRkyfT93a+1HRBKiz+LAlyqc/wlZZUV3ItOo0I1CkkX0I72OxDi2LFddbdlM5+A6pPNMOn4a+wCkkWyKAukkJJF+x02hutcrA5qL8f+5pmy6ag63+o8vTvY26GzLOLXqy1AflV6kwq3TpX3ebwvgLUnxDPlI6wbqSsAkG5BvoelDmYXlfdYtbfYX4Go9UYRmyqPg4gGVSfIEi4+vcUIplUa4bvBWhDyM6GnUlPEQdTYg+Wh0v+AttBqtId5piVAaX8NSc+TqT9Qbi31GuovptBMviOugUKlxaX8LO+vPwloU1+hXewSpP9mQBcWJSQbgnWwVjwtT5T7sCno5rKlqV0dak5CErXYnMR5KF7nv20ZNGw3Ar1BptUoOIZVLqLDGSQ0vrjyLJSEtkjtcBQAINjcAi5UafeGlqlwKbiiBT0LQtao8jM6th+K/2TZxJ6UKANrgi+lzcWr4yTFZgukQJTrnCeWioxVIWtP8AtGie6ddfIH0PfY8qm7SBiiU3yHjW0lpSPlSsfQ9vLUW/DudgSoOUafVG6972nUio+P7xHSpCu/8AaMkA3GhuCT31Fhsb4R32z8B8Rqs4TXW6cvKhqbAdHUnt1BV8qgNQMwB0GmxlgftmhNzWJazVKNO3N48eWit+7U+6Z6llSZ3DQMhVmBJcQcoVe5ULG5GY7dcL+0BKgcpAr1RlMLYSlpebxJUNLKBGtrZTfX92wLh32k90FZlRGnWqvCfQ6l1rnYGbhrvc2KCbKGuoJuCbE67U2+bDEXDm8aRwqtnp1eyVSArL0t8UkLA8inOkq9RmtYaA8waGR5rrAHtEUtqfxebbfiv5eKlPhc+qQTcL9LAg2sfIg49o2FXsebkZ9e3fMsVvPFU7HQj+0SO4I730IIGoN9DY7YMoMDlfhNRF80h1rKlKSjMk3yrSTYKB87WKe9rAnbRW5PeRiijVn+b6e17ubraeEhE2UqOjmCLIWnOCnqJAOYi5IsomwVwLfMJs3TLW7nHX2orz9B3q4h90UteZppTqlcJlRPTny3KU6arAIBGotrsxt2lN3q4NxlU/5h8TxX69QVcw1HW6h+POiqKSpIKSEutLTopJuknUBCwFbTN+Psxz8Gz52KMWxG4rEpakZ1pKmG1m6uG8pu6mwdbFSCk3BuNTtleo1OVFrLdUwRVn4sqLl+LFWUPx1C9gFDy8gb2PY312q43riQ/ivM9eKFvNxvXt2k/EcDAdBwjjWnMLdfw/Xn1R4UpAAs8hYBU21m8xdOpvlPURDCeJJ+PMGt48r1JRCq85CVuoW6l3g/8AhocQBdsa2FvPue5zTu3hb1d7WDcPYcxHjdeIaWuQtcqHz6uOm9itC73WEhV9DmQfI62G06hg+jUHBESBAa4CGGk9CPD5f6f6bDp0taeUzHtJPEQmP3vfMXi0uXkmo8CM+XqA0Gun7dsp173zPqj7s9p+EhnNxVou6hnL5qtchN7XUdALnt2e+Pltc++014EK/g9tAPI+ZvoACdk7TsfysEYybqn2YYrbEVX3qK6hzK9Hv19SepogapcBFiBrYkEXa3niM1WFhiA86n0HFFZgUveXiGrxYsLMiFIjxeYRkUOwVlKii4uBchJ7AAnZxYT9njdLVMOPysEb3kMYhYzOwEynW0MPK0IacQsAC4FswISL6jQjYJ31YGwu1KgbxsEYmqMrBWIpTqoTrUcrfpchRzqhykN2F06htwaKQP1gc1JS8FYcddbdr1R51HizQn1oWpP1SQFfkQO5JFtrV6ZVbLSx025t0roVC96Yyciz8J+6K9TpCmJ8CP0p4oHZLK7pyqTrYEpKVJKSQQSUxtyDWI3XKpFyIQh34sXlylabXuAbnW48NrC4A8hsZbpqrS4uKGKNRsBIm0tCEtOvyL5ktAZRmvcLA8iq5Glh5HUlf+xEWlt+CnLypTxVKyqTfyJ0/YdPPZ3t7hlYb7ZhPFGJYFBnv0al4eRFXFRwlPyI+VSlfUaG9/Ua/hY7DMdmVFal4jqjq5SMmbhL+tyLDyvcDTZzb391OLftQ3iPC9P96Uib1Pux30LzKukAKSTmuQdAB5fXYbreG+agOUuezNpa2GkqzKyZFK6fEkgGwHzA6HuDramxpdIFbt2IuI6821WWeaYlL60SEepFwCDpbW1j2FvPYwx7gml4Id4tGZyRX/Ej9VdtCPx8x287egnHE+jNMO0HJzUJ3MlWUeR1vfVSP7psdbj02Ip+Mcbz6W5jeLEp0qFFdSmVAfurKnS7jJ8SfqR2FyQq1trlPGV+Ypq09VK9KYiuxH0dH+65bS6RpcdybdtLnYbThhqLK+K8tj5vB+4+h20FhqFRsR0GXPayIzq5hcPTI2r1bUNDbzAAUALkAbB9ZofNVRuA07n+dDvizXGmvf6fiNpCSrp8xbGrVSB91i1aUhvxpyurT/kdPyHntoncxvdi1ngYXxa8v3jlS01NWgp41zpmIuM2lwoAA6k27FGV3Dcpqe5xWeBwOnq+by7g2/AgnZj7taI01S23XYi0SmFq4S/1k6n6ka28rWJ2ntK/BmPrlV18/wC0L93NSlUusxHazLqiKCw+hcx2Oha0toOt8twknTU3BtcDU7b5/miwbjfBHvnd9iaLUUSmPGwsdVxey0nqSoehtr38tnBhjdRhKg0b3XApMVtjhZcvCSpOW1rWIsR9Dt/YY3NYXwlKflUbD0Wncd3Pmh9CfM6jy7nQaDy2ybED+5RDumCsaeyrjLiuNYciP8deb9PbIlWupvqPyJHmNlHiTD2/3cPK4rtWQiF0qmtR5BS1l8gUr6VEE+IdibjzO3qXvAqjVBoz8rhZ8iVfL9NvNLfVQ96u9rGXP0vDFblUuK6pKGkNZUJV+uUrIvr2A0F7nvtRdPgcQSWbXgt9r4GI/i8FC5q0JztIayZu/YeR8rjv9ddlvi1GKK8641AwxKlRcyuOtbQQvy6CRrca2Uf2202I8R7pN8mF57c93DNUisePitNLyptrfTwkfu76abT6JijFs+UxS5VRhVHO7y6VO/AmJvpYvIPWkXPiCvW/kbDfTNRL02xbYKwbKlV5iBS3pTGdfxY6kdTab69J0P5X77aErbnuGlt0aA10P/C4S05VKsLW8rn1tp+22z53Wbq8OYcge/naStEp/K7Iz9aFXAAtfVI88oNh9NdiLEe6HC+8uew67np0phaOFwupp5F7lBGhH4gi347CfXDOMSterRn2TEU+v8q796qy4Tbf6VrTqSfTuBp5gX7efatqW99qBFcgUFpErrV6dKrnuoaqt+fc9rbbN3k+xbuvr2HHItLZfpdU6lp+KVtZ+4KSLGxN+km1tDcabZopXsE7y5Up+K1T4UJxCVcKV70WpL30WjKcgOnUMxuT0gC5JVbXb7MKdSPWYo8J45qmI68/RsR1ZeSo5ksdkpZWbgDKfIA201t59zsL15OI6NiN/DmI+I4hhSckhprKpSDqlQvoR+BHb102ZON/Zm3jbuXXPtvhOqUtbHVHnos/DctaxS+3dGp7JUQo2N0jawm0es7wcLsSqXTl1Gr0j4S0IRndeR52P1IGnYkep2PuRfUKr7xB2DWsZe6/s5Fqz81heXgOx1HN2HdtV1AjySL3N9Ds45OBpVU3It4y93L96URCVymltDLIShZSvTslWUZh5aWsNRsI4G9nre1jf4UCiMQpqMq1xZ8xtpf5BGck6X/LuDYHTe6XAG9XBtGl4SxvTouSooU0l1crjpVcW4bwKTcaiyrG3mRYbBtvCYMHYqfdmIfddvEoLtej8rSUI46eFKhLYbUw8nTQBJGUDU5bHzAPcEjr+CtyMrn4sWnxWJSFZ+TTdXDvqCE3CinyvY2AF9NnJg/2WMEUuqfajeXLisLYd4vKxXywlKQNMz2Y5gfQeWhUdr3ehv33LYXpbeEsJbrPf0p9OVp3kOBHSq36RTxAUs6+JBOvY7MJcG9Se+izPGC92uHJTvCxHVpVBivuqdhymmkqSrQAZXE9SCQTcWIPmNTsWSYm7ndBFclUunLmyunOpSypL3fstw5UKt2IAHlcDYGqmIa9xX6XijDNU5Wb/YMX9blaVIF9L2zAEaEEXJ2gsVPkKM/FlUnEM2EjNnanpTIRodCSkhWXt1BFh3IuCdmTWXhfG2d8W43xliilsVnBFWXKpb/S7AitBqU2okDhuKzXFriy0rSPKxubriqYSx5QZTderNJfiolf94lIKlK9WydBe1jqb6XsLX2JIVYxlS4Dk/CWHotEpbHU66lZSlKRre4sEC2oJsbXFyQNnluZ9o73y03gjerSaXNYlZWOaTHGRxPYJeQLpJ9FCwvexGg2gBU9QViBPUw9VmKXKxGxP+0L8JCFda2ElSkp7nLbU6jUG47jXz29uLOF/svEdi48pGL1sZOA6p9CZDKraMvaZmyCTdJSAD8oFhsM+0V7OWDXXXMW7tKTChSm2uLIh5fgSPMnt0EfrAi1ze4GmYoMaU1KcddicrKYVlyZglabEgi+pI7i+o027Kn1AON/E9QMP8We1wpVO5JeVOdHQtKk+RSsXChp5ajzA2WG9X2WN32PJ7dei0+bRap87sBHCalfRbYskK7WcSAbgA3Fxtlndd7WG9/d9KbpbTrFepDPTyFXazLSkaWQ+my0X+pUBp07b/w1veiz93P2yxHhl+lscLiux1yEupZTbzWALafMAR5EjTaHsihrcepiTe5uVd3S0tye7W5q6QtfiW0MsdR758mgBN+oJB9b2vspN128vFu76qS/sHjJ+EiVmU7CXZcOoW81trunOQBZWih5EAHbVO+H2ot1WPKXLwRAp06VFfaU1zWVKkKzAWsVHuLmxB0PmLW2yBivd3VIEBuqYcp0qqRUIStb8BGd2Oq3zNoJJSSCQoCwAuSAdg/dG6k3DzmzfZ09oiqVRr3NvLlwlscXhRZ+qFMrJADaysm47AEm+oGoAvoXHdUi0ZpifiN5iFCWvImfwjkTcaZ8gNk6aKsQO9wAbeePsqYca3l1l9rEedFOpeTO6hRaU475NqTbKoDQm4vr67bFxVXao61E3fOxOawg+0pr3pHdH3eQNEtA3sLEeAgAgaHy2YR/5YK3RK32Q/w07QZUX7R0uXCmoW1nRMiqRKYcaP0RcKSdCSO9vIjT8axVg3iv1Sl1ynIyKVnRHkFeVQ0N06qBGosRcdiTtkGi0Pe1gjGT9GpdPhTaCj4sfEDTvKpT3sFZbKKxYXSoKB7ZgCEi7xfiLDmEpXvnFGGaR9oVryc/FkD7xpf4wOYoV02CgSD5gW257NvEunS+NzGaSxFvUgUGK3K5SVKhTkqXxUxfgKSPW4sR+06dvIrTeJvE+1GF59BgRJXJLazoQ1DD6em5CG8tllQsbpSCe1gSCdk7D9rTeNQZTDVLl05ilv5EyqXIaKkuXUPEkghxJQAMySCb+Wm31jX2g6zgiexWcG7t6XVKPiVK0TKXPaQtEOUkgkMvBIWhCgpVkuAlJToTcEByY7RQlPqRncb4XdqlJagZ4VR8Xx4bjCnkpAPEKLFPDOgzJUQCrqCCRsxcaYxpcCjUmfiOXKi4Xqi0x1T4Si+wp1RyhLmVQKTr6LSo6BR0Gyd3cb3K9QcRuSsW7rKjNwbV5HMSoC3VzFwXT2ejrcSvIoa6HQ3F7W21XRd2u6re1AqUCLXEIi4hi8uqHyBhPuKUmyVrSlWTigjxpJJPYi2XaCWhyA3M+tyu+zcFhdpylxatRMQwv9kxZTrah3yocAP0KbAg3vrcbWtY9qzcPPxH9jd2lJ911eVmaalIRySOKNcuY2zKsD0gXOoB77JPDXsyO7qsRuV6sxKXiGnU6Y7F48VLsWQ20oG6VpKjldym4UbBXScpBsAr23d1uCMGyqTXortXci4lQpdORKitvx3FJSCsB9Fk5gCFBKgCQpRA0IEHylHG6VWLImEvtdiTDm8yt1HD1elOrlRazApYlU1S13KUSY4s43cnqUCDcElQFzsyfZu9oTC+A4DlGxvUJT8qLIdhoVHd5hp7IsgLsTcA3ukDXUG5vtkjCq8R4jnucXFj6+B8JCZsp13N/cK1kkADsDoBYXAGzQwVjf8Am5nv0HEeCGKpTn82dTsXOlX6zkd9Kc6SLE5VdBOUAm5G0bM8Snb3JzN70fHjWPJ7cr70iiykZHYc2PlUlKhfW+uUjQk62PfWwnYlwG1WaW5FgYhqlLQtORpbVpkdxNiEoWlZUFD+6SCfMntsgMM1HmoHFo0uosRZSM3CaX+h0snKhVrEHukkH01vtVYH3x7y932PGMG48di1ig1FaE+9kLchzIaLnU2SpLrd1eFQJSQTm1uCY2rL16f5EvZ2Nq9hef8Azc173dTlrVmafir5dEhAI6+G4m2hypKSEkDQKIsdiKpYpqlB5CqSqet/wZ57SApGUCxKtAtBI0IIIA+a1rO2sYcn16lxIFZiRcQ0Rf3qBV0NMrdhqV4TdJKXEEEgqASbXBzg3Cwr1UpeDePhKs0OLTmEKStr4RVDUk+acqSUpWbjLqLhQBPbYRh88QZ53DlUn8KBhOqYeryF801MaUVIZWo+JSDdDzS7E9OqQRYC19qDfDhbEdBabxbAp8pbOZKpTtLazMNujr4jiCClFyCQ4LdVhck7MReI3YHu2qNYIhLpz7SUKlRak2phtZXZIGcIHUSCL2HcXubbNKgVejVSLwubRFfR0Ox3bodbv3BBA7g+moINjtXxWZuq1p05+2WW5b2nML1mg4eaxRLXCRVEoYi1Z1rIwp23S1J8mnTYgKPQoiwIJALVx7gCl48gcrVKfT5rOZLsfmGAvgrto42rRSFeikkHZMLwTg2fFfiu0SKtiUvO61l6FKve4AsEm5Pa3fXz2D8bUTFGF4DH82m9itYNYY/skvh2O2nXs28FpSDoDYJHn63NXYp4MXo1yXPgDBMt8Z+ynKitOSsOPLnRUda6W6tPFSu5N2HFkBWp8KyCTrmJ1CZhU93BFef96YefhTUdXCkQC0tywGdKiNHD6KCSknuQdSypW/H2hsL0aJ75qGHsVxciV81FihD8hI8WrZKAoDXRANzbLbUWi9+eKMR0tj/snS6iw/lWhqZFStDigLWTZQUFg6XSCfoNuJ5mugaVihg3FrTFBlYelIhVRpKms10sOKC9Q2qxyLCsvSVEX7X12Ft4m4iLyHFwbVpSFrTldhVGzrTnldKtFA28iSLiwyjZhSahAw5FcxRgh5EVD/XUsJVlTjTDjttXIzygCw7fzOh7HuCK3+dTC9epb7rTzHAYVkdhTLKdZUPEnjIBAUOwzIbB0IX57VkxG4JxrvV3aUtzDlZwwio0SnKSlKvgyEwUWsQkmykIANikhSTbVSfOlmYmi0bJKdaRSGOLnYXHYysJT3JGXRoHXMg3SO2W/dr1zCmEt4LXvSBzUKowk8JNSjoUw+pj/ZPLT0PoI8KlIUQLXJGhIndwO6WBgiJKaqE1h/io4CJrWZDb47N5SAl0Ei1wSQLHLbTbpeDdHoNZxa7Edi1Z+KichGd2GwMmYp6M41SD2FwUAd7iw2feBKTytBYwvvBd56qUtKv61DQpEpANg80dRqACUnUEq12W1chUv3zTZWCGX6DXloWmZDgSBwpCrJAcbzdKgbkFpafO9rg3613DO8afS3K9g3E/u6qRUqRIhVRDjSY67aKQpCVqQm5BKVIUmw0CL6DYbYRIQ4x3d0ZqvOT4FPRQVykfFdUlXLyshuHDYEJULgA6WtrtXxoe7SjUZ+jV6X70XKQliVC47qJWtzdC0kFSDplSoEi+hAvYk3bYv3vN0uPA3jyqW5V4vWiZTpTao9QY9FNG19LXcSQL+QvbaRiKr7vpWeBiLCdbWh5SpkKfTmuqOoEDI0pFiEg6kAKSNQQNNqASxdvmKSFK3fbtP6Lddq9Rok1auLFqMNzixVg9l5UpUR3OY5reILN9fmZjDdzPlcq7h5+r05C8rExEUrfiq73UUgKW2fCQRfzKT4trzeJNgVSK/QeL70i8JfJSnU8nPZT1C2UpySE2IscpI7Ea3OeYFR3g4XdntUvDE2vRUJU6793PFZR2utKL3F+kqToL6gAaSfKDIHuaTFdgRYDDtLp9UZX+ijyoqs6m0KJuhaSSp1q5I0z5L2ykXtSYxx5PwHFiUuK0ilyqjmVFdUj7nIWcy1IBylCCNLJOUkjxabKLCOLJVLo0is4todapzD+ZS2Fv81HzXvxEC5U2u3YoVdQuCg+V5UMQUbfJQW6puvxPKRVKc7yFUoNUWGk9+l1Di7JCVagoJubpIGh2jECTuMMcLby8eV7hxWqdTl1tD6edU+nOmVFJsXo2pKVpFszZ0HcA2APLGWGKDijEcCjby5dbXKp2SowJUVBlIguqKvicupWdNrAgtkgZuwA2BKRuZ3jNT28RxZa8NPwV/f6XIVm4lhplBsCAdQoC5HYpuRs8E4aqjrVFqlUqyF1FhrK1N1SxKTpYPAglJvmssEnUggg3DdYlYEYjrn23lfzaYopL9OlQvvVNrKIrnAUqwsqO4sIdbcP9o0QQoZgQRqLKl7ksW4Sw4/KarjCFozLdahxQlKmiR4EqScoGqig6E63B12bmFp/P0t+BKqL83gLV8J+zqmVDXpIuSBe41VodDa211XMRQIGF2Kzxm+Vyfp2urLbzuPTzHf6d9jbJQmYrp2AJ9Un1qLjKJS6o+wrmGKjFgBhTzBIAvlURmGoJBAAABSO+0XHeB8JNbqpGF2sTMUubzSFwpmfImPKDhWc6T1cOx4alJIJDiuxIUGjjSBVHa99rcJVbgPsJSvKlhxTEjW+bM2ApBsbXse3bvspapyu9rEb/AL+3b0SqLYa5J2Q6ooU4uxJbv4XVAeiRoQDa4Jr4/Musmbu9xuDcUUtvFEXebh7FFXlR+FKpzvCSuQ18zRBUVE6GxWDfS9j2O92eEKzuqaq0X7e0hzDXHW61Rqk65zFLdUskhKlKGS40ygWGgtYABKV/E2F8G0apUvC+DcKe8YTWbLwgl1NgfGUAFBHkkenl32T0beO7VKCjFG8GJiGoQpquExNa+K1HdUBlbUCSpFz2JJJNh37U1BVhgQNtXc9zSOM8YYNn4olxZ7MWVKXlXmaSUSI7vykODUoIAKkkKBsAADrtVUiA07AcdxbjeFTlsO8WLVHelSdBo/HWgBI8ipCyfKxF9s+boMRxYu9puVVPv1Imr5XNNUE8NSzdJQvQXubWWLE9iL6643p4JozuA57XCYYWhpS2kSEJUtKraXbUQVC17pNtNb+eyFVIRuZkWXtpbhXjx/MCo0rBtUrLGF/tlhqVUZqPuvITQnmPXIkkk+fSBcfUW2N8ObvqphKe/PgVGUwucnhP9Gdp5IvYKBuFWJzBQAUDaxFrbYIgwMOY2dci0BpinVdDv3qA66jgKdST1Nqygg3GgVe1gQRbVq4U3y7+N19UgUbEeN5sKEhWRpiorbfRKQNAjiHOlaQLHMheYW1tqCx2QpyJ1vTru53qXx+xhVjrez/NpjJzC+N6tUZr8LKtUWewjKpCgpIcSptIBSbEBJ0IvcaAl+bvN8lGxbhKBKo1RyMIayNNKsvL307eXkLWtpfyOa94G7if7SNZRihqorYXTmOE6pCkLaTmsTdNs6blNwe2nrcqHsJN1TdA0/Addz5FqR8JWZCk50oDgSSSmxUAT2HnYjaX5m1TvC/qe5q9yqVSfjeJPpfQ4w6nOhpAdQ5mINgFG+W3UUgkg6ixGxjvXqO8ufQX59LlrYRwlLW1qxMbfumzjTn9ogahSHBYi46TqU5uziY3xlhzFEqfSUU6qQkrdgOtPhaFMFKCHUqQbEWSqxtcEkeV9mQ3vUx5PdptLxHTkPo5XhVSnSGMyZTFrh1l9ChlcGZBKiL/AF1uISVb7pmjeTgGvbxnYFTr1cwPTsQo6Ez1THIXPJGWyZIS2AVglOV0ICgBYkg6XmCPZ1xZVK8xKxFMwpVGH46mnWGqs1IQ8vMqxCilCswSbE5UKvoc6bnbVdPwNuRgUuBKn4e97oYXmhLqTQfdi3AGRKnASkAdIsQDY7Wjg3Suym2pWGMKQkLQlaXXYrSEq8tCBYH1vbuNdmtiY5l0O2Iqj+xjWffLkqfEm06ic1zTXJz+KtuQPDmyKVZJKldRFyFWJN7AtxHgqA7WaLVPs9KoM1h3l5EylvhdJqzoaKUqeZUeLGfABsQC2q6yQdFi+xTvjwbRnXML4Dep3vHwIaiyOnyGcWNld7hIP7b22gjF0+fFbdqjr630IS660+0FKzAdwoHX66A9ySTstdsT1KajUMqbZN3Zbj6y1/ONVIEuLKhVvNKRHaXmanKWzlcbeTmKmnwW05HMqQoKSMxy2Mxn2TcZT4ETGUXeFSMJxeVS6pMNguryFKSA8lRbQg982W4ve2mycxp7QFU3fSmKo1h6bys11cVqow3XWmHrXJZLwBSFgJBCb9Vj0ixOwRjn2r8JT92j7VBxNN5qnvqzUR9a0KS+oaJAuAtKiSMwBTcWsO+yxZgRMzuPW4fBhtIpUWjT5+HKzXPfdOW6rO7FUFMZv1gnRBVawKhY2AFyQDsQ4dhxZUptqL/SORKUL+Zakd+q4BB+puCb+uyCwXVapvVgPtOvLizWPio5WQErSg2tobg3/AgEH8dtD7ucFyqDFbaqnOzV9OVSF5X9QNBewNvKxsRpY9tr0A7yTPOdRvussIsMc0Go4IpdB5V2WtC30+CQgpyquRn73FjobEgjUC9xsJYyxPgiltNxapiGVCz5uE6houoSoehSCQkka30IFx6bClSrUWfiNyjQPvrCMvNNSElKmVBZ0KVDMhQuq1gbH6WAJ6Pu2/pTi82t+LmS67FUjrUnXt3uRe+lj5geRM/mIgrsvIl9huoUbEeCG3YHK1GnLaV0Oo6XkeY1+oNtbjZFY4xlu0o1eYge6WGH4q1NO987aTZSgq9yo+G1wQQPPXa630q3g4Xefd3X48i0ijvJSt1EqKHYqV2NwtIF0aFOoIPTe3cbZ1rmHcZbxqM465VqJUcVwl5+E1W22FSkE5uEvMkIcslxakOghRBSladCrZSqhw5noOkFnyTHqxv7wRA4/uuWxTn5TXClSISgjmEiwupHhKxbpVodNCO2zaw77Yu5GVhiJgis0+l81kSiHUeiO0272Q6tdiptwK7rSTrrqCdsZ4J3QVSJLYqle3cVuE3zCESlylw5kaKlRtxXA2o5mQTqoJUQNSAAVBw+0Nu5w5hzFGG59U3e0inVd5KlR59GjpaTUEWRZZS0eA6sC2VQQFAaXtazdtO5DuHE9GzoqcmNupY0apdZntVSuPsVSgo97R5sVJdd5dTeddlIIDjRBzFIJ8SSACQdqymbwP5y5UvFGF65CxKhC0tP8vla+LrYkiwCyOokjUWJJOw1Sqbu0i0tusz2ZqJSGEtdMotLj2QSkKTmIzpKvEknRXexI2Nd0mFWqXRuLQaiw/C8CVZ21qbR2AzJ/G9iL3Pmdds9K4Kq9W+2T2afWXWnItUdYpza8qkdQWvyuL6JJ9LE39DbUnoVPwG1S/utDXVH0ZV5alHS6hxQNyFIUABfsdCTft6BuIseYS3fcxWWq5Fm1RhOfhLdSpSbd7anhkDXuTp29M21729qW7PiT2sHSqitbv3pqH8DoBNlDN8+WxJP4HQ2Baq/LdLE7pqrefTqpvBlRGqNg2nYaWx0SFtXSiR6DILITbuFAXNyCoi91Hib2eq9WZXFn1FaJS/E7FSE8by8wRmA9TqNNb2AJij2+6XFiwPsbT5vO9KlNVRjK1qDorukgHuUm5tcEDZu7s/appeMorf2jwHW8L1FDSFrfda48B5J+dns9l01uggG4udCdSvtzzmr0dxct7/pP6l7jN32F6M5PrPNLlIXnSqQvpz+trgJUPIi1j+wTGZVZgcCfQZaMiMqfHmUlI0srS9xYEHv5XtbbpivedgOe170lYspz8XxurhOhaFWF9QCSkW11OptpqAVJij2yt0tLz0ajcd99hCU8ww1mSq1wbK7X7WSbad7bRYV/lmedPd8CaEYiSqzF96YtxC/FlI61oda6HvpmSTrp3sfrca7DdZn4XqlBnxcOYhRS6ojriz9ciXQdMxtbKVCygb3BN/MbIR32qcEVR1tr7Q1GVx+pUN+KUZU6XsRcA+Vr/gToRfx9+G4d1r+hnuSlP5WpEWUt1jMrWxACjcjyUkn0N9Nl96txOXT3bshTGvgViA1WaFFxRRKW+tanUIkR0FKW1FN1NLyGyUmyVJJDiDa2VFgRpdyc1Adbi/oGPAhXy5vQ+V/T12x1SKxFlT4DsB73dUaWtEj4TpdRIig3BWkajTXMBa5OgBsdcO12A7RmK9zbHAlR0qWhXUhzTWx8iPQj8ragy2pShdzgD5k2G1fvGJdw6o7xuF+psN43gReLxWmf0+bPk6ev1/P8vz2pYmOsJNSnOFXGEN/IlSvD9CD2+ltPT02/cX17hOsNNPIWhbXF8Q8PqNeodxcXGv12ppuqaXWttocN/QyKyzcQN+z8D3zArLrz8J+K+jizIvj5fiArQpJ0WnLchJ1BsQQe/D2qMY7r6XWcJ4S3tYslYbp1Uy1mFXocVK6dVuBpwpbBBUkgqSogFAIKSV6EDhi7FMClxeK7+t8Vri5FKTfUBVjYkX1tcd/LaXvex/uM3jboG6Xhyk0er15hpUik0HEsBuRHckDTluYIyNFYFgvMU6pKhroyXTOJ6PpNzjhvUW2NJvsrUGU3X8L+0ohtcXhOv0ul1x91beYJJfhlK1KavYKIUCQE2N7JO37v03vbqsR0FvCXvabiHEqIqFwKyiLHTKjpUE2dW+hLfEaVlupIQcxCgSCDZIUzH9Bddf917kcAU6oxf0rXugNPtpzpKuIjKCASba2JIvqRrEqu8ivT4rkCfuyolOhdSWnUwFfdVqJ8FyCGyNR2t3sL6htdSs27rdieUZODcVVSBS4FZiusTUQnWorqX3Srh5nciVpJOlvEEnTQCxttb70978DdzVOFjKnImrXCS/F4V0OqaKyBmSboXewJULAZtRrqIV7COKKDuHYxlA5qVQX5GZSul9LaQrKkKscykLV0gC1h2INrqz2lE4dpcXBFZlOyqXS5UJDDrS5Qm8j2IMTiEcVASMxQTYghIAHSExp1cciZI0mm1A84bj2yN0HKxJTuHqpCnUuqQ31QtH4syPx057LPSktpBKkuDIQBYqF0jRO/rB+6+VPpNUwbhlhmFXqcifwEoCY7lyUjglJKEmwFgkkXsU97DF29rcOzS6PTcZM4Yfbo81hDrVboTvNUirIWAUvxHiVmOu5suLIAyE5W3FJABn7uN42N8B7vmMGtVDPTkOr9wuzYocYShaiHWVoQpYbXfUAEBRuClJsvY1FCUDCCO6PRppBiv1G7WsOT4sVyqT6TCqkJaMvMSnRzCU21b4xHxB3GR4kg2AWkADZIPvu4XqjdZlU5+r0t9SeE6tZS7HVrlAkDrSoHsFEgnQEXG3B/fNi3HkBzC+MqjFpb6/hJlRVZmlakcJwpUVJSCdFAuADSwHa3wlVqXz8TCVUd93VRf6BfFCo8xB7qQoXQ4k5hcagGx0N07EdMxp8ONphVTMA0HEc9ystPP8AHWrO7FfUE8RVh2VoCuwIyr1JtYnQG4g4bawvK4UVqUinLVnTwmipcdYtrw1K0SRqUJUBfUJuDfrSqHXsL1Rjn4kVcJD/AC+d1Y4WRR/RuH5L90rBIBAGYXALjxHhRqltQJXGRNhVRpXLurQUSI67JUWnCFXJsbpWCQoJJuCDeqVj1PNaum/R2d5DFX7QWNN3MqfQoEAsP0utNKd97Ut3OqHPYdWhIXGcTxErQAAoaKSQApKkEKT91bCOF96GEoGI6ziZHOriop0ipRaalaUuoN2XVvJWpxHSNStYbWk5SodI2oMXYCrM/GT8WfTkSmJqUK5hCAl1xItlUq1gXEWHUBe1job7Q52B8ZYIr3vTAfD+9R/6UhOocyOJsbSGwSpSXB3WkZgTdQSbkiLC6e5sdL6imtypGCItsT7r5+HJT8/3sxzUJed1hbWVEyOCLuJyqyqsNbgJNlAmxugwasxKgOse65a+BkRKYU1dTTySNQofKodgdQUm9+4DbXiSU1xKXiiiMRavwlPoa8UWc0QfiMFV05vMgEKFyFDUDarrmCvfLvFoMRCESszqIrS8iuLfrASuwtcjpBIB7EAgEQsmlZWuJ+06t4NrOEpfFwxCfXKaRHqVNkRevNfoeiuJtlWDclNwSQCDoCFcnAzVLlNxXeJNhP8AXHXH8SmtAFZF+QGhBIUCDcki5OaNgifxXHXWpX6LKppaXEcTKopIvawUD66juAdq/Ea5WDXYkWqMylwpXxUolWztrAvmZcFrOiwsR4k3BSbAi+/8RAKiHgwVi0GqUF3kGnuPCYWqRy76CtKvXTv2N8w1BA7eUR9MWfn5B3gIX0KRr/1P4n8e+zaisUGs0tuVS6hx319LTqFDxnQJWDcAm2gNr3ulR77UTGEYGKGnIsD4E1hal9eZPUPkUkElJH6ybjW5KSTtHc3Q1bboWUNqgtYc5V159jjxerO0XeH9U/OULIAISSBbpSOoEckYyi+5peEqpE4/E/snepiQjQgg+oVpqQQRe/exfgfDG8H7LvxYEtDmdb6UwJUhC+I7axQ24U2Ssi5yKsFEA9RsQDTcINe9GJXvb3dN4qXeSlIytSL36A6bpQqxuLkAnS+p25JL4xEjVsKT6pPbao0Reda8mRf6xvof3C/faNDp+MsLz3IrueLkWnO14kKuL6hQtax7kag7ObFFNlQJ/P0aIwjwu9VmlpWCL3vZJF+40JGhJvt+42iSsWwI+8Gg5EIfSmm1amyLJVDlIB87kKacTlKFAnU2IBsNi79sGoVoqX8Q0GfF4s+k8rUWMq+LHQUoUod8ySLa+dgLXNvXZzbya+7i32bsCbwYrUWVNw9MVRp7rSylTLToyA69QBcZb9RdV7+eysi053muLKiIyPoUr7wjpUnta4vrby1F/TZ+eyLu+/nGpddwG6zFXFhVmLVuFIspDiGHmngkpJBUlZZKSOxSog+exw+6WCbYAwMYYyi4XYxk09FlUvJk4TqcuZKdSUnMErASCVBKgu2oB8huo+0DiOqSm/dbq2OAnIhiUsSGk3GoGYC6D5AgaaelvQbfFuM3fb8ufwHu+aw9gPHFLYaW7FR8KFXElAUWlNpISlSNMqiCtJVYG2YbeZuKN1lZwbi2pYSxRhmr0ur06Qtp2Pwi72JsQR3SRZQsTcEEXBBJCOJxYr6jed3/AO8veNhxjBFZxCw+hj4XJIlZEuI0KW0B1RKACL5c2UdgAOnZKPMVnCWLXJTVPfQjmFJdadQUZkm5yqB7EXvr5gEWuCPmNh/7/wAJ2rMcRHyO9LqfprbN6gE67fsOHPaqjdLlPLXkytI6itGTTLodQntYWFvS2wx7lC+fc2L7IE2qYjxG/ihppcWFC+EtOXKlxfdRtbxeEEi17X07HXGNd4MWVS3OK9nzo60+FSfX8PT0/wAtkzuIwe1gPdow1KiIiypXUvr6XFEZtPTT62sLA6W2pcR1ue00/FlO/IpbS19OZI/zN+/mL+Wm3Wvs9RAjLmAG8fEsVqe+61nWvKr4XzZe3kQTpr5f5XVNLTi2VWf6GrfJLm/Cjx3UBSXlZNEZXCEpc7gGxN9AOxEvGE6K7P4srx5syfmQ52JTfv8Au/02N92G9LBGKK8xQZVEisIRC4WdbQd4yQsEx3mSPithIzIdaKXmykWS4LpAKzg5jlIwMxd4G3mQMG4oqWA8bxKj7krylxa5HduwtSVHqWG1pHxUHqSSAUlOmgsLneZuVrO7mvUVrDlQ+0sKtqVKw9Xn0nl5UXTMHshHCdbz5VpSUm4zDKCANG4Hxfu0xk7iGBKw9SMf1GkNLaqlGmwss96O2T1tqWMynWxYhQUCtOVWirbcsJYfdo2CHMUbtJf2r3czXUypWEKpKHvGmqSSA9Ckg/EUEgWBsvKCFBy+2miKwzGYL0rA2Ld3OHHHaNUWEVGb1R47qOYyqUL8MK0URfztobDXQ7K6v7z96FLlf0zToVbYXmzR3ULYWlXpqoG17mx/K3bZo7xqFhKVuvbxvg2rV6owZWZDWZ/OllZF+EtJ1Qoam2gIBKdLpGS3oNUxRjJuBVKjUJSH8vFyOlS2/JJN76gWFvQWFtNqnKGUxHKzvgqnuF+L9iOSW4hTqIqZSFtSPoFaJJPla3oQe5CsUY8xbXorEV3d7V4qGPhNSEqWtCkk9lZbgAm5BuLagd7bS5FEwvKiv4Xr1WqNIfYSp2FUmmOLH44BCEOJBCkgXvcH8COxWFdGPML1RyLFxDNyI8Ehp9amlaeO3mPxANrmw127O6WJ28RyMSsGwML8hiPj0iorRndiyEZVPJIADjDhsFEEfTvYpFwCMbrq1ihqfPwlynNQpSl8J3L1NqvcL1uBcDW1wbn63EIE/fTKaQ661UZUJCc62lo46cg1zpFjcW1JHobi4I2vKJiDFrUpuVS/db7yOvl0oCH9BrYaFVvoCfp22o0rv5jBfwNPpcr4X3Vh9HxcqwnKr11GX+Pw2q6c9Ao1U/TU6bwP7J9OXMnS/fUH1IP1t5mH/O7PlNcLFER9hDnRxWur/wAyq1vrY9/LbhTsMtYjd96cWFKhfOpCFpUrTQFCvCT5qBIv62ttYCC1GoWpMmFeIabhyvNNyoETgZ053WF9SUq01SoalB10PYj66QZD7VLi8KA1/H1P1tbvtZUijuu/0XRomfInwp/V/j8NoVdn4Dwa6xFxQ7KfW+tTTqI/TIjr168puhxHrqki5sTfaxdap5tzZqGzPZaPJi8L4TyNolVrzUBr/wBY6v3bL6NJdaac8fX/ABpskcabzMZYXxvEgRcTU6bTn3Uofp1USlh9tPqyvTN+ZsfIjz88uoDDML3JqSEYtei810PsL/jz1B/ft9e5oDX6KIhH+6P+GwRhuvyuVbdi9CH0pXl/H9o2I2cQO8XhSnmEZ/BnunN+eo/bbY6WbpwO6SZlCiymuE6yhaF/JkGyV3g+yjugxRVG8UT8MsMVRhaV87DWWlqUOxUEkBVvQgj8rgu6TIn/APdci1/qL8P5HYUxTJxHwvusRHX82fw/uN/L0vteSYJU2gQIED3W07x0MIy8VaB4fRQ1/Mm35abUFXxVQcLutxfuvHyKWhCFhK0p+nr30H/Lamx0xWZTXNSsQzcPVRhX9fpKx8RA1KHmXkrSpJ0uRb6EHtnPGG66ViivMO1THs2VnfzIkR2kIzJ89QoJF++nfQWN9s20puxLoVQzT9J324Sn8NqvU5+Kjq+9NIDqE/VSU2WL+dgrazbxPS6o7/2cqEKVF/spTT4yqVfwaAp080kgg6Gx2B8G7jsOe6/6UefmrW119bqF5rWuCCCSe+oOvrtWzNxk9p1+VgPFnu5/Ir+sRQpbdzey+FkBTY2ClJB8ypXbavaUw2A3kIYbxN8NL3fUZ92qU99jpyuo4SXY7ySCLBV8igdQQb2vYj1QGAcUboN41eflRd2XuFxa1ZpVIdVCSpZvqUNkJvYnUC1zcAHburdvvaaxHyGKKtS36W/8J1fFOZSSepB0F79hcHzvfZ1YP3T0HCUBt2l8q+vL40tBL6dOxyGyrdgqwNu477ARWL4zF3ucHiCtH9nujVmqf09jfFE1jMp2G/zTbUiKrMVZVLbSkOgCwTnQSbakkXJBU8DYowk021Frj9bY8KHZHUpxP1SSQCLC9jbU9tiR5/4XFdZWttH/AJX8fXbiKg1+la46H0eBaV9Wn7v23GzhRnGJBvyvMBKzu0r2N3Ynv6JK4EWQl1CGlqSlKk+EEE6j6AgHzG0qoez7z7TEqK9V6cuLkWpaFIyqUm5Av2AuT31v5kaGXV9+mPMJVRuB/NPV63CXmRzUB1tXYDy8vwsNrxneDvfxRFYlYIofK8fwQK5lYfSo+SSoBJH0J89DptydysftLVl39GYz37b0Iu77eNEixasvnYqs0prKUKSjUAm4zJJIJGhHncDUldP9o6fi3CT7VGodOry+EtPAatx3LHUJTYBzQapSCodrWBOxhUfYG357+MbuYo3jNUTAD+bI7KhKMhTyQbpUlhDxQq9yPEgDzCrAbOxX8mvubpeCInPYxxJFxFTmkrlYggLSwqQtJvdTCUkWB1BBzJ7hQttq16msJtzma+nPaUAzBcHeZjyl0uXKoOE1vsTUOpWlpYyJ01aus5DbvlPfUAk2BSFKxlyFZfarOGJVOlOZ3UJi5ob7ff5ctlgfUHUXvfUeruK98e4LAdL4WN8T0uqVenNKT73RwuKpR0CJIShJOt+h5twXSSVFVtsnb0t//s+48pdWoMDdDFRKlNdE+AlDCFTBpxVsg8PySQtsIcFk3AFgBJZzwI1Z5cyl3de1DS+VgYcr1RmzVsJ4TEp9jK+2kjsuwKVel7gi/c2sPrfvu0wbVIrmI8OOwqRNmoQtav0DDl9RnR2SDc9aQkkgXJAttnWk4ExHVJ7lZo0R9aIq+Ln4WbpB08N+/Yjy9e+3oruM3Y4S9oLdBTXcWxEc1CytOpaUhbSnUdJF03U2ojQpuO3bsdsrqXf01i2oePmBRN0864NIxQ1PbgVllcWVFdyKaXZf0GVSfEPMEEi3b6acn+0ViOl7qnN3NUobEph9hbUWY0oNLSopNibDL5jVQBI8za20n2lPZ2dwljek0vBFb5WnTUqSqHKSFtZ7eNKyczZve4GhBGoNyVDvpwnWd3NGjxZ/AQvw/Ad6FXOul+9u5Gh+vcOUajvgNIesRHOYh+zjXuZpnjsIRk80pT5Gx0Vm8yfXa9wPUcRu1Rt3BGIaix1fFS7dK2fwUjRd7aGyToAQbXMKFQpVZrMClxaTzT9UXlaQ0vNmV5m47AdyfIX21CN0GDd0uA/fzVRYXNyZXWsnU47lvYtqHbTQ9jZIsfNonHjKLBKs77pWDYrbUV3nautr47Smm1LUntciwN7k31voe1xbnu89oNrC8qXKawzUYvvH+vxVuuLiyL2Buy4opuO4sUKBFwSe9xhfCNGiyn6y67FQ+tPiWwh1rysRlI4SxpfQC2gsSbLHHWPJUWvS4spqnSmM+TMxHKMvnnB0UD6gkgdgPMmQYh8bY34e/rBE9qfF9+VSLS5yFfdX3StVPXcEmPIylaDceF3P5jUWsqavhqLVDIi0HfExU233VcuirQwl7KT0hTjajnSbjqCbDvlFwnYSkvxZ7XvRppC+jM6ppodSSTcLAtfv37jabgOBhys15iBArlLhcdSUvx58XmGMt7WyaOJAzHVJNu50uNpJlt5bic28F4to0p+Bi0vwuBlXDkNKD8V5F1DMhwHLluO2ih2KQSBtWt43xa7w4v3p9j5OF1IV+y479iD5m1r7a3nezdvLqmDWJTVWp0qEhCVRZ9OmpXDVfQhTizdkEWATxAgEJACbEFIzsB1nAbrkDeDucqjDC3VR1z6dKciuqsrpUgLu0skEGwUkKHYm4vEgiRsOY5x467yDstcVeX4DTqSnjWGqArKdRYCxBNyNe2xfgr2gKzS5TbtUxCuEuK7n6mippViLX4d1aKANwCANbbDjdMwvz8Sl1nGNRXS5qsjCqpDUhTLqekJWFpC0i2mYBaQNQLEWuaDuhozWI23cUe8YsKL8Va87akSED5kqBIUgH5gUqFiCkWvtLepZDtnqnumj4S3v4Npu8Gl8CV70ipYlZV5syU3uysDvlUVWuLi4ItoSvt+25NqfgOfu04XNRX1+8cLrlIDqI81u6hGUoglNwVJCgLlCyADlJ2zx7P3tPQNxG9BeEubZqGCqvk52VqngvqvZ4E6HKMqVXsSDqTlA227vUrcCu0G3N5GHkIkQpTDvzDqQ6kg2VbvYGxFx2OwVljuDTzWYwDxYDk+Vh5dLlRcyHYvC5d/QEAZHCE3zdOXOCTexvciFu3o/2o3gwKDXoj66XTlc7KjvwC0pWUApOVyykpV2IGpF9T321ni6jwK9A9/Rfd1RQta2pkV1KuFxwCFAjRSSrvcaX1sR3X0QutNNxaDQ0NoQjoiyl8d1m2igyvRbyR4gOoj0JuSUDHlCS0xdXsLu4t9zUbCcrPFY5iY142pilWymLIulVx8yHDoTYKB2HajXN3Ne5vDlZafizYvU01PdPw7HvZ3I43Yg6oXlPYLINhdbv2IGEqo/XnfgTZrqnZkd2Ut1h7tdbalpCkkWtkJSBcEggi1zvFrbter0BprD1IXTpSOEt2Uhp+OpRIORxtaSULsbhR1GllEbVsdYRDt8ZN3K439zUaRhLFESa+xTv0DspLiXWU62+M2kKCCm3i0FtVLtc/G8venP5pvkIjE2ndbUhpaG1vt57eFWqVoNiQsAg3sbWB2FsQQ6zg3iNQKs/SFxc78drOX0M+vBWoqWhBuOgKt2sk30Uze9KqT577uI6GxKixVp5ifTkBXD1ALzzKTmSDqStIKO5UAQVbZ+psZR4RLUu6glPc1z7PkTdfvLdl0Z15aH+ElaIWZyOvINCFNhRSoggHNa9jYi1tnFO3E4Np7TnuvDzMrpycB91aVKSO3BeJKm1DyBJB0HYADD27XHcrdzjyBXsLy1vwl5V8LJ05Ta5TnHbyKRqNCDfTbfW7/fTg3eM03Aiy0Qqvws3ISFBKlaals9nE/hYjzA027TajvJ5e5k2l70y0G6dhOlxYrkX4/QvLwnXSpTf0N9dBa+pB7jQ7Bu9/drWapQeawvW34T7CuK6xwhIalIGuQoUQrt5JWnXXvs8GsPu8/z7ry21r6Fo/WT/rbZb7/VtYcwRLlUGo56p4Y8XmP0iyQLCygRoe4Nx+7ZgLgxXSUstwI/MzFU6dS6DRv6UpLC2H19fCQuK+ladc7bqAFZhqrKpBUL+fcj1XYa5ViLKxZkizl9SpEgR1qXlADnHTZOYfrGwJtci52Kpu9ag17gRcUU+tofWjJIjofKupPdeYJuq2vSQCPUXsY9Yw5FxlRpcCAyxUfGiKvIEKeUB4VhJuhX1IAOlwbkbGE9Yslvxd8m76gsOu7x18Doye+aWl2HITk8YVdSVouNUhaVpJuLgAmuVvmxvg2fyG+TctSKvClIzsVGgsNJWpGhzoCipLiLEqylRItYZSSNoW7reBFpcB/C7USvUh9h3lZtGnqdTHSsf2kZZ0TZVj0kiw0QnW5rW65Rp9LcoPunlX5TSnUIaUnhOOjVN0AWCwbHOBqLk2N78ZBn85jPBu9Cje9N0uN4tIlQnVJmwn80WY3Y91R13VqbkOAKSoEkKOm1nG3s1mLS26XXonHfYTllVSgpD8OYkW1kxQAuO5/eKQCSb2NhsmqRhqBjLn59LwRCnSkfpYteS3HmJd1ujqIUNOygsJULWSk3O13SaHFagchP/oR9ClNNNNSPixX9NULNlgg9klavUeR2jdJ2x0bvcOYXrNU/nLpdEbmoXFTFdTIQt2O4i+ZRCDcJUCSCO1wAT22Hd6WI8ZOz3P5ueSYYR/ZLlOP8G2ng8YbJ8iAkXslQ7bfNP3pYywlA9zSqtFqmdGREiV8CUnvdwvoGVegIPEaUok3zWBGwa1R5+N4tSnyqihuah9S2mkvtofbv4cpFm1mwJDZIWR4dLnYZaWXxk+n0uBiOAxWYGN2KJXqcriuxUZJTHFy2IShZCk375SSR21IvsOU2r4Sdqkul/wA5s2ne8V8V2KxQZLUVuQCfvAKVkIJGZJIIJF7mwJNXT8GSqXWearOIajnzqdiuur4qGV2sVAuWdiq014TqQbXN7nY6m137RxXGpURa30NK5yVDaGdVvnfRYpcTYaqAv2JOhO3ZkmVk+kY8pcWRFdxuuqU5fV8WP8lh1DVQUgi1iTca6qvYVEfFNUaozf2cxl99py0upaQhKV5f/DWLJuQcoTcAg2ym+3zQWcOUuU/FdqNRmsPu9Drsp11GtxqlSiSDcWIUlVrEK7ja1g07AcCVxWoiGPipUmaxKcQpl2/zWAObMdUuE9/M67cJEnU2g0HeD8X3j7umzWs0iLKaKY8hR6v0Ol7qN1EAkdz3A2jU/AUql15yfAwmxS69CzR1P0uV+kQcx1QQFPNKFrt2uLGw7g3b7tU5rlZ+MuPS0JStcWQ1HfQpN+pegCkmx7WAuNbnqC03gplOz2GsEYsRSELyoRkdWpGUeJtTYIvca3SbjSx0tswqLjJi7fdH7Cl4S3fYccxHvLeXF8WRK3TwkpGoSjslN9Lp8gbW8gqsW+0ViPDk9uV/NxKfwUt9C1utdD7OY6OgC6Sk66ucMK1soGwUEJcxlPgNtSseyquiKpHOwmnUSmme4zJQpIcSjvqcwB7kak2ldxvAwRS4E+qS11uLFR0cLodShQstJAOWwtqLdQFrbEWcsd2B8S4SxG05WYrKEcdCc6JV0Zkm4spQsUnXQggjyJ1BKJDTTuHJ8CLSai/FfV4Vula0r7AE68UHSxNyfQEXCc9njefhyvQKlVMOUNjjrzJ5CRkUxOa7cMEjKVeQSTbyJBOpJUt4OKKpVH4FLpNIoLDHS1mQv4lhctLSACgX0Crm1tCPBtdvUgytRi37EUuQ00yulrQrpWiQhPVYkgXBGpsCnpPob7Zs9o/Ge+TETXLYcpzzMJbGWRVICG2luINyW2AlQLaT5rGqrmxABOzvxFUsR16fzUVmiMSn4/CdjvyAriKHcWUkoc0BuLgkC4JsTtGpyaXRqNysXgQn8+bkFNLSxIQb5ihJKkodBsRYEKta2hIVJlsTDdaiVmLS2JUqkzVsZeFzX6dKcoyhGfVTYAHhVYaD67XOAJUCLhepReUW/wAdKlT4eQrTIYIylxJBuki4vawNrkgC+zV3or5WUxWcL1yExkdyyktKbU0lBvqq4OTzTlIAJ0BBNgBzK9S8L4yiV52kop1OfT/SjUfrjuNLBUp1IPU2oCyikEptYjvbav3SpgxiBWHKpA914SzvoWnK6jTix1dlZkKsSCbJJFx9fUjoGIoH2Xbw5jerVutopCM0OLPWv7ulNyW0ONlK1N/qpWVhIyiwGuxRi7clVZ/Axju+iQqo8wlp2FNgOhSpkNSAoNPtjRaQm6QoAKBTcE+E/wBuqrGF5WLeQdpKIspcf4sKosBScwuS2tJBzWsQDcDU3AO1iNsoFVvulBVVuu4cYdoOGIsWLNWlphSWhxW3ToEG3b1GhB9RrY5pG53fTu0wvLr2NolIxXhWU0pcqk1FoKf5bIVKcQFkJWpIAAF0g9817HZk7yd39Ba3QVaqYcobEJHLqXwIqyhUd9I1W2U2ygkAi1gPQA22zJB3r75MUYN+xFexZKq+HuFwPjtJUv6DPluVAAag5iLEgnU3xJysiYqxFQcJV+DWdwT033fNyokRY8h1SG/7oz2djrJNi2SpAGtkgWJLXaDVKo1Sf+9PynUqdadQjPlPiQSLJNlWJUADYG4Nrnhu6wXFlT33ao6tcLOledKvCq2hX9BbS4Hre41Ysn3XheLLxHQadx5UJrl8kiRm6gDYpQo208RFwfMXvbae3xOzxGju5rzu6+BAdlS+V46UxUJ8TSkKWct0kEoIBOoJBBBJBvdi0jEFLqmHJ9Zr1ORCqMLPFqLUXqyrPgfZB+RaUpVlBUPK4NwMZwqtvfx5iOBjd2XFi0iE7zCI7qgvKk6JKk6Ksb6KNiDaxHfbT2BcRVSqNe+aDyVRRwFRavS/CpSddU5r2UnxJJ7gmxBNyuv3SrTIeKd6m8afVKlFi4xlSoTD6ksOsWSh5gm7eb50qymxB7EEEHQkbh1es1mssUavYsXTmZq0tNTXbuoZdUQE58qha5IFiQD20020LjPDeDZTrkWfhOo06bFlLS1I5UrS40VXADmoKQNQlJJ8ik6bC/LUbDmMmJ8CrN8qtrKtUqHxY+XTRTlg4yTfQErAsQEgWuTO6XWNbBW5ei4Ngo+0VOhVeocDmIlZpbXBUpNyS5wvAm903QCACvRSrKOxM1MlSorkWVnY8PxdFZdO/c/s0P8AnsmKBvUxHAxR9l4ry6vh7MtTTSrpdgrsRdheireJWUHUKFkjUKL65jR1p1xr9Hx8vWnpy3tb0tY/gPW22VrrdjiZXUbGUiTYuB6pPlP4NpcuEtFXWhD7D7uWO8lSgokhRFgXEGxJ6DYggE2DN4m4zCWA2n6zijDCGJVOkLXNa1zMpVcqKVjVSFG4SoXGmlzY7NafgmvRaXEr0+Wt9iU0lDUhLWZbKjYoGYDKRcEjUG5BNyBtS47pO8HFtL5D7PQn88dDE2VIdKFOISSE3TlJJ1UpQ0F7HXWz9I8Q0L3akUFzBLdzC9mmltN7wcG0nGVPqEVrLNixZ4lIZSrRXwnFJzp1BJyKFySFEg7WtR9rXdzRp8imVT7Swm+rkJ66S7wJCcmgCVALB7kaEWF9QRsaSdw25zGW6Cs7xsB+693uNcKQn36lS4sjJSKglloLKrLUrlc47qQrKlV1KSSb7Ibd3uK3g76aW467T3/s8+6h1S1vhpeU2VoACELHiGYAm1xfU7TzniJa3TaVh3nMp8ee0Di111vEeCMQvsrQjJx1R+pMdJSSbLGqQkapGgB1vbTYODfaEwvAwRh6vYtrbC+dQnM6hpDS2VkeD9VSFFK1JUg20soJJFwmd7DOHPdcDkMb16kSmGlOxX46W86XQkC+UgpUm3iSQCe4UASNlVP9nvG8DBGJMEQKiurvodXMgMcuIq+KlzOAxchF1KQDlzAA6pUNQV8WVnIi+n/03UJ234PwY+9+WL8EYywlL+xtRYmyn46ltcJQ6lG4AN7JJF721IJFrXG2GaZR6z9rfslWYj8VaOhCuXORNxf0Nkkag+elrk6EmFkVmsxfdcpn3JW6W6qOie7CcU1It4mZKU2Dbl7JCyLkkXBOmxpR8I7wYtZbarMSFFleFpa1rUh639iqxBSSnqBBtrqb3A0dP58zR0+mq0SnYc5nRGBazQWoDsWoTWFvutIW+0+tSG1g2zrSFE5SemygB9Se7wxziOK1gijYXpdDYnVSK1wmELXm4aL3ugkFSStWpNtANL7VCd31U4XF4K1yn09TTqgrhq7FtKikBQHcqsCB2B2vKJuwaitf9o6sh7w5OEs5WcosBrrpbt2Pe+ttu1NqDgmZ+t16hCuYpXGZTWKKLPdlofmylpadhzGEJRwlEBYUb5QLgdeZJFrkjXZvVXD9epeI3KNRqHUadFWhTvR/3da7HpNr8MgjKRcAAnS4GxIKVhfit/dELlIWlaXcmZecC1/O+l/3egtctsT5TTfxX2EZcvi6kp8hrcj6AAem2R9RsJ2D/MxF6q9aFKx/eANW3HYNxRw5WKKJTpUpGVa+ai5lZkjuVpOvl387G2l9g+uex7ullxX/ALL05uiSn8z8X4rjrTLpUCpsJKgrhnyAWQnySQbF8oiRWmvvVWz9fgT4vz79ux0/02+FValxWv6pn/WW66FJ0+hP7jbz/A82vsb8QNXUdUh8D/7mbML+yBK5WXFxRieDCQtHwnYrAVluBopC7Zh59we1iPMUxv7K2/ajMttYE3kUyr09hS3Y8NqU5T3m+3QjVSFm3kVpHfQ3NtcP4xoMD9L7oYydK1qtmT30uLWIIOh7D8NvhO9vBEXh8XE1E60+DIF5vzsfx76DYdeqszn/ANRlOpa0t+f7TCeFt2+8ulVqQ1jfAdUjLmpVH6Gkp4ywQskPNlbRV0XCVHKo6Wub7KjFFOoMmvNtUGJwHOO6t1GQtLbKVEZXGdQF3vmBCVJIIIIsT6l07e3u0qjvC97YaleJGTioR/w73t+F76X2+aruq3D75HXKzWcEUuoyvCufAmBT/kL8QHPe1tcwJGnnq8mpZh5CaC9VbbixZ5c06kOwHZ9ZlZ0ORWsiEZf1f+KiB9LbU1LfdiutypWfJmTmV8qVKPme1z5C+p7dtt57yf5P/wB6RZH8ze8JHxFZkUmvJLSsupDSJOoAuSQTm7AW1JGNN4W6ne1uaxQumY8wzVsPSpSChLrrQXFmNG4ORxOZp1JAJyk3IFykbHpRW8iY/o9VU/ow4wjSZVGqlFxH9t2OSffSmBITPKOXdITmZWkkhp0ZlApFwRqbElI2AccYo+yX2IrzPAm0t9OfIjpUhQukkDsCCk66EG4FtBgHCtKlVSK/S59PQ8jLnzutZkKQBpmOvYHudQCRcDbcO66c1jLdVEoNeyLxDhSEmPSKlkPFlQEkkRnjqVtpNwhRuUk3BAUoHD/iih7OnOqGT1Ub6DIsORPlT24rWfjr6EdeXKq/bMTYDsLkgAeYGzromDd49B9p/Au7WqMxXqO9Dn15qetpEyBKixm0NutqbKkONvIXIjggpKSHUEKNjZQ4aVytUYlfcs/Twkz5BjsKV3CFO6cPNokKJsCRcgXO229ziLV5EbFrTyMQwYTqaSuavPI5Jzg8w1nsA6W3W205iAsoLZOhG3nf4I6adOW1Djk8CKdJ0g7Zsb+0zB7fe7GjYSabxlQXUURh9KWpkBpWVp5ZKUpcjjQJXlBzN63CbhIBUvbLW5LeFi3dpWfcOLcJysV4eq8hL8CbHuthKwUguILuZuO5l6VNOgJIJSFEEKOt/a/3T4j3l7y6rQXpVRhYbqnKrkIS+nI4601ZL6ApC+E4DmFygpXZJubECr3fboN325GjcrFqC35SPFIlLyqeSBclQBKO2p7gjzItt7fUXJUT+ZqPraNHwo5+cTnvV9m6s152m48wRkp0J9phcijLS2tMV8gX5d5CiAjMDdF1tXFkLHgRIoW4Vpp192fUZS0SmlJdYfdzISk+IZUi1iD2uQPUm5N1J3jxZUBzlasxwGE/C7qT38KSdATbw6djodkHW/bOw5S6o/S3aTV1vsKUjOleZDmgsBft56nT6jZXuWP6Ey9ZrNVruK1IE1dhzAsXC9Bcw5AepaKc/kWqGtZS10KzA5ctrhQuO5077XjOG2qzFbpbtPw1Ni9S0pXlWnX0GUC+nl5277Kz2fJkX2h91Va3g0F2VS6jSJ78VUB/xK4KEOd0KNlKCwQASbEaG9thX+eN3DlZbpeKMPSm331/d5TDra0SEqClDItNgsEC+tyL+l7NVvcn3CJfS6tVyQZoFzBNBpdGfo1UwbCRS3/6xwmihrMfNWTpHoFG1/Xy2Rm8D2NN0uN3XJWDatNwpNWvPlQrmobjoCQHOGSChYSMoKVAakqQ4QNjihb4oHKt+5sQvwl+Ll5qlxVpSNbpWQUn8xY+hBB2IGsRRcRxefnxIr6F5kc/As0+2ryLiUXSr63B8yFW2Y7jQtOu1Om9E/0Mwxvr9nfFGEqo3KxbUMNYhXmS1IlQF8KUpB0Q49HcCVrygBHFbUs3tmASAQqIuF8b4cnse+cPU6qYdW6l/qkZuC72S62vRTToukFRF+wOm3pHibDTU+K41XokWvU7pycwjKptRFgCCSWyb6KBKTp1Httn7fBuDpeMqW21heXNwvW2M3CkNJK2JHqzIjjRVwbBSQVXsClY6DIsmppuom98NxCfEm+zd9jfdfTYGI8Mzl1thCYTsqEpCXXmgkm5cHQ6Qqx1soHS1yVAPh7zsJYyw4xhx3gUuvQkZ2o+QsIqCAFqQ9HZJyIfBFlIbICjdQSOs7AmAt12I8JRXPfMuEjmkqalNMOh1pxfktA1ABCDYkX0tlIBy1m8HA8/leVlU9H67Cmun4vmQoHS4tp2FgdCASFrTu4lepamyk7HHifRjgFYn1SBEqlGlsc7Fyu9XUxKRYnW9ilRGg8vIi+ojYaxg7iOe/S6o97uq9OSpKMviSm4JQtKrcRCiLggi1iQQoHZabsarjLkG4FZicdhhXChVRLoWplV/wBBKT4031yuKBsdCTcEEted5CvRMWtMoQxmRCqMfJl5dSjqrKbKCSoi5FylRNwQRYz276/3mEl509gsrhbj7DkXEdBci+8VsPtrVIYWw0hXDdtaykKGUg+qchI8wQTtX4KpEqLQWIuI62ib1JyZEFCkrGhBBJ7DQXJOtrq7m5Q98LhOvNvo8PUgKV6+ouPWwt56EAign4wrNB4dGdw8hb+TJFWtS1xZif8AZtv3ORd9MjgAB0FhYlNVabadUfVps+YYVNVLpcXmpTyMiEeLJl8tCSRZN+wNiPL6bIvHr1GxlP8AvVWyIYzNcJ1aVtK8JAcTY3SSNFJNtdQCRZgQsfu1l1il0vIw/KdQ07Fftx4+ZYSsrQQCptNwVW1y3IBtbZhbw/Yx3l1mjMT3cb4QnIW0l2PkjutO+EZS3IClJUki/iRcgg3BBveuts5jemBrO55k/D2Da9AnufZx7gSmEqypQsvocTa/DUhV+I0oW0JJSSCCRtcVB2fPdYxHFiTcNVFtaUyouTNHeUNM7ZVdaFA90rBSR2ULBOzwwpug/mqabd4r8p9bWR1qQ62pDagblGZICVt36hoLXuQDptSYyw7i2vT258B2C+whXUhC8mZVrBJsLHW/UQPIXGt1dTfs8RKXdR89iCAFRq0CfXm6pS64uEt+OlqqQ+EtKXFFZLdxnCXADmUFAdiQCCNrOPPaozTcWs1BcrrUlXHSX1Zk9JKQuzqgQArXQDUjUk1GIsO0bhOVmfElRVt/Cd4DqXeVUG73dbc6g0SADa5SXEGy0E2FYlN+1u8GBhye1Fp0WUpEPi1KU4mLFUqw/TIBWlsaAAjT5ipOuzFG5hzNKvyTmNSJheBiNpyA66iVTpS05e6EpWBbQmxQsDTuARbuLbUOOcE0bAcBzhS8kWa1ys9Mi6ei/S6bEm6F2UVEG1gdBfY3wYxiP2bseP7ucZYYi1GLVGk8KO66HYcxo5i24lY6U38nEqCgbgEElIZB9m93HmF8Q/a2iLpcVeeVRJvPmU0lOQ3ZfITZPDUCkKNi4CEqRfqHYdH98SlensSzIPEx7iWjysJOuYcxHSZUWbFyIlRZTWRfV4XRYkFCvlWk5VaEbaN9lObgiBu+xC1S4kpGJfiqYlJf621L6W23EE3DQPZwXBOYEpUANkdioYtxG7ScOVmrVeb9nmpUWAxUU8V2K0txJU0JGofaCkZmlFVglSgEpBI2aO5egwML1mJPns5H+pGbMepByk3TYi5UkX1AtpsSy8VcS+o1aU8H3BrCFCxvFxRLrO8GnRavUX5Sn5DvHLU2K+SApxKlEKNgDZBKhoNNAdiyl7uq99o3MUNS4tXpz+WOhK5S0yG2tQ2ClZyrIvY6m1tDte4kmSmqo+01n+6urjtfrJaDhIQNCqwPYeQsBpa3fDdH98z3GpTL7C0ZVq6CjiJ1NxcFJsb2ToT30B1ybeo3598TEbqNjMfxBjefu4o29WlsUGVT/cNRhdXMLgCRmRbTKppQOptdVjqDrsP4H9lHG9BrNBlYoonvSgvyE8vVI7odYT3s2SLKb1vo4mxJNiSLjYO7XBm6qfP9w1mtzZspCFKiodlcB+OrzLK0BOYeYSoEXvcGwt2Rhmvbvq9Li/axdUpGbixVymm0SG02sULKAMx/xAk+trAa+j1DvyYevUvZOmPqbApeHGIDrWTgI8aLdKrXN+2h7aW76ee2Ut4c134/CyLRk6Ml0rSkW0/jy8vPZ674cUQJVLb+KtC8nX+rlt+25NvxI7A98n4vnOyuJ8XJ1+Pwq/zP+t+/psxa+4xhIB4igxa9Fcadq3K/MhSkf8NTf6f8NqnC2GOFP+K9n4GTmFfNlJADiDcnvbvqde9tWbTMA0Gf7t+0fvSLx19DsNjjqUnU34eRRI7XIBsPIDUGkXBmA4spyLS3UVeE+0pHPsLOeKrQpC0m6MpVexCgTa4NxbbqxNJKvGA1A3jNUbEVNqm8anzZ0KlvpRScc0NQRUoKrn4K1pumRYqvwH0k6qyG+o0di7CMXFtBYxvu5xDFlRavkfqztOS5FYkO36X1JSSuKpSsyVIWgjObBayTbJVHwpi3BFUq0CLVs6EZos1pV1JcSTezzei7HxJVYpPcaXs1d1ePq9hJ1h2A7KhSkO5Vuw5CVMSL3GZQN1Mu2sFXBQ4LAlQNwwlhSd9s63xHgOqVKfS8PLreGqjmTiOktdLuXVReCEHpUFC4W2FHMCoXuSLvEz25afgNjFuDci6iw0hLE91oIdeY0u24pIIUoXuFE2JuQbGwjyd+2A6piOXRqozCwnijxQ6llXHpcxSreJTeddPXplNipgka5QobD2LGK9gOLUsSYow9wOd4UiZTpjTTsOoNOWzaIuw+0saFTd0qN7EG+xVs3jmWA5ixnSIHCcqmI2apQX38yWqzFY5yO9exySYpUhStEmy2lpUPNC7GxJg7EG6+BP8AelerlOqi2GunpcRluOo5Vi9hrpcWuCQe+zboWGtw+8Hd/IOEqJ7vQ4199oyZDjrDagfkSVFbNjYp4ZAAykWNtkLjvcTFw403iOjVZFRoMpSeE7HstbKiLhty1lXFu9gbEXGpO1n4XEGfKd97O/8Anuym4GA2mITCE9Co6R1J1sb9rG5IAuCO/wBVZVhWapAbr3FWuat3ir+FwlZ/IpygBJvqCPx+uxpTqfxWuV93UubFYQrNmu1Ib1sPFlWlQ9QSD+FtiCPRXazF5V2nPwn0I6J6EngSED5HCnoCvW/4m+m1MbRKEbou0M4jqkqI1WafKRKfTnzuo63vPOnKMro/vDU31JI2vKjiGVhyByEVpefweEqSlX+Xca7GcDEsrCTvuGVVpS6chaXWmnU50s2XfQG9gdbkWB0vqb7Q95GLaDWWm3eUirff6OK0kNOpTpa9hYjvoQb6n8E21LIfUTvpGcv6gAxjrG9Li/dZfWvNn4XUlSbelgfqfLarrzFZr0CBVKo8+uVnWla3VZvT8bAeVj9LbGWD6S7P4fCp6H0fOtbuVSfzFyO/mCD202uKjh6LA4jrsvhsZ8nSpCkpV2AuPXsL9z2vtdH7p3wJI9Vieo2FJVZ5VhqstMNykdC+EoqSr6i4vsPb5d11LxlFYqjsT71Cd46ekKV27eRsfOxB+u0B7GNegNSKpFpK5sVjrQ7As+nL3va+a58gEn8dL7BVO9sFrE9Blz6Nh6VXoUJSmpjUDK7IZUk2VdsErSRre6QBbUixt5upt0zu0xjwwOtr3Mw186Ede31vAl1SBRnJ9L4HNMJUtCXVZUqsCbE9v22/EbZvwn7S2Ep+N4kWjYn5Via7kVDnx8iUr73DgspJt8pBSfI22aO+jeDS6XQeE7XEU5b/AEJXory00OhH+fl9XazK4K8Qh3Z732sUUviymV06UjofhurzoSoaHKf4P02ZLVXalNf3/wBT+O+2LtzsGjcV+s0vELFU5pSlyOF0rSs27gW0Go7ny12N8a782t17XFrMTnYSMufhO5XUp/X172t2ve/n5bW7hkjcx2xsY/wQ7WWnKphfIio/O1Id+A521OhUDpa4t9b2tsk0ezZi2VWXMUYj3p0vDzDalOpiwutCVeheWpJA76AWGnfXY83S+0fgPer9wo1WQubkz8u70SFIv+oqylWvYkA6+Z2+t+G5al7y6NzVLd5WrsIUuO6l1SEOK75V5TqDpqQSNPTa3Z3nMv8Aa3lCTDy2morcVquRauhhCU8wwsKSq2l/4A2vlSpTTrfCyZF9akqXlV6XBsbH62Pby2S+5qv1SBAcwviik8lV6crI+nw5tLBabgZ0EC4UCR5XuDZg1OrVRprixYjD+TLnStZ6k37pUkFSSP8ACQfPL32IyKstVwZZVqDS3ayw1xmH3+nMldkLUnTuUnKr8R38wO5/a5QKXF4cVrjxXF5ltZUFXUNdLam1r6AEeh2Re9DHztLxbRaz1yoXFSh2Oxk5hlRUBnKSoBSR3JBuBfQX20dQqrAr1LiSuiUwtGdOdHVr+OoPrsIJK53NkxKVPHkBqe5heViFDFRQpKeFK60PeVkr8jc6A66g27DY0wlRefpfCd6HEf8Ai5vxH+mh+vntNx5uNwRvBqjder2HlsTUI/rUdeRTiB5Od0rHnc6+V++1jRU4Nwa7Hw5S5fAf6ckKUrNmTbUtlfcaapuSBtTcyNO7Y+ZZwcJNOtfFZ/8ANna9pFMqlGdcaa+9RV+KO71JVbtqdQfwO1vQJkV34XR1/J/w9Ni5im/C5qK1nybH+8QiVfIMgNxpU+LwmnpTCF5k5EOlKk/gRrsid4FB9ozC+KG5WEsWfaHC6/0sN9hCpUf9YKSmynkEDRSOoE6gjUO3GOM5WF6X70gUlio8DrXH4vCWpPnlVYgKt2zWHkSO4mUSswMZQGKpAZ+A/wBfxcqlNq8wSklNx2NiRtVKAhzD72UyioOGMESqXElVSh0hC0IT+lQl3grsM2RawFIF79Jtb0vfZU72txnsl7xpT7tZZw1SMQrTlXV6XKbhT9LgFZT0PAd7OJUP89nbiPBkCe0570iImxV9eR35VW7gghQI9QQdl5hndhubgT5bVL3cUGLUYuXmOFCbStSb6OGw6gf1iL3OvfWS+w8cQj3cRF4Z9lv7G5+Vl/augrz5J9GlNJkZfILSoKGmg0Kge109jT06gbwdwWKJ9e3IxIWKMOylceuYeq7Rhz4dwNUKbQVuItpmGZAI7gEEbRpdJoMX4UWnMQUL8ORAQn8Ae35bUGLcMtNSmKpS3ethedC2vGlX087W76/S1tNrWt3kw8LXqWQepk7H32o3v1Si4oi4TqMJEXNx4uUcdlQI0StaQladDZVrgWJHmBLE+4GhYxe94YiwpWJT7C0u8Cenjx/qcilZSSNDoQQbXA22lJqTrUBt34D6PmUhoJUr9lgT+Gv79gHFtQ4sV92lu5/9q0jxp/LvYedr7Vq0wX7TB2a8+8QEwBu53VUug81RsB0GiVFhpSUx2kZGkoC818i0pCD3uRrfzN9sX+02nG+MsW+9IGCMSxaXFWqLHa92urQ4m+judCSkg+VyCkG5AvtrqTUeL+idyf8Amv2f8CPTa3jYmi0uB9/disNr8HFQEpVpfQnQ3F9Bra57a7NV1BDn3F/rXZvUwdV2Ysrdf+m5Wr07Kh1pd2nU27rANtcuvkDl1B12Gd3+5evby683AoMvmkLQp/n1o6G0g/MbEEkkdIJOt76Hb0Yo+K8G4tle5uUpdbfQhSuFy7bqk9zoSAdLeG/oBrsRK3QyuVYr26pmkSoqFff6Ty5hS21ZLHIT0rN7KKTl0tYnTY++atNjWrkiedWKt0MXdzK9116IwiawhLquAsLzJ7Fdk+ZJsNBc3OUdgzaP7MVU3tbm3MUYDxDgZiaxmd90VaOWuI0ki5ElskNuWBUCpBF7AlIuSZ4xwxu0w5vkcd3oYOXNW+lpa58qQWFqzkpLTjagGypFul3O24AUAhwWOzoxB7He77GWF5crdzvClYXWvrdaU6HWEp/2clBObKfDmBUk6GyhoakFoy649TH26Herva3QNP8AuurSmGOrjx5XxWkqSCk5nmwtHkAVElJHckaB0U3ftg3EcBuLi3DDGF5VUSmOuVHWF0GrLVYdbfhZdNvEkg6G47Wh7o/ZZ9zb35eA8btIRCXTeajzGEZ2HMzmVLraxdJQU+ba7+SktmwLw3LewnRt2mMqtXqzVve9EW6l2BTeLxY6U9yopWkqTftlCrAgkXvtx8ZbEA8J+xs1i3m69WWZVLoMrMqPF4/MMSNe/DUVZWja4GhsrQpFhtnv2g8Qz4E9/AeCGUSl0h3lZ7sVYUhVteGk9hosXGt9RcEAHWntP+0DKozre6/d97xpzFRadjyKzSWgtdPSkAWQ2UnMASM1gCB2I77Zxj4PoLsB/wDnLok2FKm5uFi3Cq+AiZfu6+2EqbDt7KKltXGtzYE7TWw3cyjpMzRIM+l83XqXx1wmFo5yKrMmRT3QbLKkKFw2dFBWoOa+gAJ1p7NHtHtVmg/zQY8qzHKuf+cGU/bKyryZUSAAk6WVp9RpcpLE+G4HPuRapixb9RhdEKs8qI77zCr5QrKShSgkgm10qIvZNyAPVehtUvh8+0whjOrJVKcgKVm7pW434T3sSAk6Ai+0W1/Ik1n4aa5rU+VFny6W1LlIW+rhPx2pGVSVCxzJSelf01v3IOxDSpEDmmMLz6e/K5pSXWuKpDrCrAFJKVeFwaEKBBGmuyLw7vDi1mgttSnoU2t0uPy6pEdWbjMEEArRYKQfwBBsRcG19CbhcJUvG9LYxRKZqkKV0pdhPyA6luw/sVA+G+hBuRc2NrbUVm24hcQ+kbtoDtL5+BW5VIlZE5GtH0pXaw6VnX0NiCR57KWg12fiPHlW3aT2mIr8VpK1ZGihDl7hLjOZIISbXKDcAnQkWJZ+PMB1RqK+1FxjyudPws7WdKtO2U9RJ+moPrslfZylVmVjerRcW1FFRlUuUtLTqEFOVBsLakqvoL3I0tYeQS1z7Ki0pYeIpt7VF3vwMWy8LtVDgP05OdpOXMxIaXfKU3F0Xy2KEnKSLlI0sMUCFKnz+alPMIfY+E661KLEplV+oBQJzJNrFJuD59xtqr2oKZKan0XFtL/TxVqYkfCKkPMLFrLASRYKsRcjubkC+y53ibjYH2I+2UqnIYfQhMhbsVZQ6ykE2VbzFjYpFxqLAjstU3fTfBnyXMXcydPixWItBqMpcpH/AHKQ0EKe1JJbUjuoJtf0BJAOg2K6Ni91rgOz6dwJTC0IXKjyChSk+qmzbMQbE2Fxe4SCBssMNwKy1PiNUt7jtysv3J1oKS4o31TfQk9+kn8Li+zgpm5ms16Lz+N657oioQlbrTSsj6de2ZYNz5Xt5aKFri1ACNL10LjMZkTfFvaagMUt2tyn6LKR91nom52FWtZpTgJWw4flukA6AOWGv9U8dRazWW2q9L94860mO6qYtPNMqA8Cidbi2YKuQQk9jfbOc3Em6XBFefoMXeFiGbTn80eRKjsNvqj3WcwfbAQHmxfMEpAcA1uq9tiTFkqqbuWqTWZVcomK8PSlJdptXp0dzNkz3LbjC7Lb6dNSbknQDTbQQ7oXYqfEbclqByH9KRGH20LSmPNYQtDrahe3qF9tCk6gHQd9v2j16VKlchS/e8WU+vhImJdyMZtLJcLnRYnyVlUNQFG4Al4H3o4NgRfdbuE0crXmuYjqyJVFqHk4jVQIcSLKIJuCoEag7Nej0HdzXsOS6pRqtFoNaYaU6pqV1tONW0Djei1A2sVIJN/I9trzi+2Ajs7FHvT/ALZMrpcpGRqYqVFbUhxI7EFNwUkdikkWGnmNrOXTGp7TDtBlrYlI+KwthaJDCteyFAnLfW6QNPmSe4kpVAnwG58rPSJT6Uoz51yKdI9DxgFJQL9lAmw7puCNql/EEDAcrmsW4CfYmsZXYU2K1nanJANgVsZgo6ABwpOlgbdtqSMz9qtD98wG6piOJyUqFlQ7KjoyoyjTK8kXBSRpeySLeelh+l1Xc3FlPwK9jLgP5lNLjyHQpLar2yKy90k9lEaaWB82FV/aAwRjfC7dUw5Q5UWr5UoXFqkAoXkIIF1gFDqbC4uQq1tBe+y0xAYuI6C/FdwnQV1GUlS2lcqM+YgXzgg5gRoU217KI0O3blkjyhBV8ObqsRymGoEtCKvCWnJCVIKI85FgQhKwPhrt2JACtQR3IiYj3btNcOqYXelRX22lJTxVIUvyzRnEKspSLi4IUpJsCDfumcO1+s4Dd5qfSUVFEJalcmjO1wUnUBPiUG02vl1AFxYC527yfbRw5WcURKXK3e1thhb6YqmJDXU9rfMwttRKXAkE2JSCAoE2BOwV9yfthRUJ1e5Vxp2JKlZMqsiVFDvb5VEDt9QD3vtWYbxRAi1Sm1l2k4ypFRir4seVwuK1roULCOpSSDYpULXFyRYWKl79aC1VG6NAiUhDEqOp+HKkZ0pyjRQUnKFgtkdQsbAg6g6c4lfrM/hz6zT4UqiSlq+/0Oa0+hPncG+Qg9yk5VD0N7bHRZQvO0quUuVWftHRsJsLpy8vvGBl4C0rNypxCV2CbnTLZIBNrjS1ZjTHWCKDPbqlLqMqKw+lCVtOtBp/TQtjMMqlDySVXUBooG21viCh0aK170i4mRFQv4HFlXS05cE5OIElKVG1jqb3toSBsJU1GF69Rn4uKGWEPwnU5ZCVhcWYkEeRJSPQqBB8iBqNrmSDBLfliDAeI6XQqpzdRi1HpdgVGPdPobK0Soki90GxA1uQNrzd0nDlZgN81x4tXQ0l9h9CeLxEpCfiNrGp73yXuARYG2pJA3h4XwbFl4N+z3PUh9pPMUmfFzsdIUCA2u4NiBldaWlQOXW1iRHDU+jOu/0DToqGHEKWw7AXkfTqSpqSwu3xBoM2uaxsSb7cDIhxuvc4uMp/vlnJNR0JU00OA4kI7j/Eb6EAg3BAvsR4ywzQYvEnwKShcKcpLTsdbR4DL5OhC72YzHSwslXoDe6FVVN4OEsUN4ooNRf4C5TvCmoT0d+tiSy4S2pJ7JvYiw1BNy+aZXt43IfajC9JizfeKfjwnc3AcQpHibWASG/1kKQq9tDqdiiQYnqocR7r+PjfAeCIuRjN75ofFcj5sqQoOMpSk2uL2KQpJNrkXsP3DW/mvbxqo37mw8/SH2MufNw3WnFKPY9tB30tp5X20dWN2DTWF25TWHkVGnVGOpEqmolFK4qFN5VGNcHTTRsFIB1AvchC4sp2CN31UiUujPLXFqmXhZ7qdhur7Aka2tqFKt2IIPfYmZC+RxLqq7yHaDzEqfh6DFzryrkJQh1jiqsArKtJSMybpI6SLjv32GZ8h3EcBuve9qOuEt3Ny62lsLjrIJUM4USpOUEA5iQCoWsbbfy8N1n7W02LQa4hcJ/pqiX4XONNwyLLLjZ7pN8oOgBUkkjttfVDc5VGp79BoLMJdL6OYW1xFNJaIBAyOaA5rEm5yixzaEBOx1TyMvZtT3M8Y8q7VenuSouGKX7xY+6yF8XI7wl2PDKgCFE5goheQG9zc2sdbvd1sWs4X4s+k+6Kjwk54rvxWnlKNk5QLjLlN8oJF+xI2MpPs116gyolZdl05hbCuFIdiyFJXkP6IKGpWgmxHmkkDMQdRjecK9RqWijUHPnQ6vgcK/UoDKAMoIzAanQ9rkpBJ2lGV13LBnb90DWcGYorAmUuKPs3UaRMUqjSkrKESUW+Iw7lupLaiQQQCUlKCUkAgl1e3Z48o1UpuN6ziFib7uaS67HqUNtUhKhfs+m6HWyDcKsSbaqPcCVLxDjLDmF34GLZcqtoYQlEVSY6XZkNdunhquC8kaqKSSq9iki4Bst2+8+vcX7L16kv4hpz6vu7qY6loS0tw52XEKAWhSb317diLjY0HmNKT7SMrkG4EDDEWUwxlSqRD4iVqtZKjZNwoDzA7ettqp/ehS5Ur3pAwxC46E/FSiO06lxA7hTdkrUCBaxBKc17HtscYF9nLCWKHXKpg3eFVIUVDuZdLdQ3np7qtbAkXGvYm1x3B7g1k+xfgOqfFxRLmyqijqad51xhalA3uhbZTlIsLpNwfMAabBL7YnZraUO0g5iuwrRPZu3gz3GvdM3BVRlZWH1UuQpMJxWuqW13Q0T5pARcdwbaWGJPYjxG7QX2sEbzaDV6c51clVGC0tSToSHklaF6WABQLevqD7wN1ErDm8GBQcBvVGKw+tDTrrrodQ3fQdatbrVfQnJ3JAOu1VU8R7xt1VZ5DGWJuVi50tIqUJ1SEtqVYhDzDngVqALkpVcFJNwAZbOMxmtu6uRIuMt0W9rdLwJUrdZUa3h5HwpXutr3iwlB0z2jrLgQAbEAAix7Cx2DcJ40+xu8H3zgiuIfiylpTUsOTZ4jzWWjY8RtLiUKOQHMAQlRT6mxLeiY5xvzUSqUbFkGK+teZp/I5DalKNgCnIopJ7g5Okm4IBI2KoXtAT5UVuBvQ3Q0HF8VCER3XWorM9Kc2hzoUkLSSPUdR72JuRcSznb90Iq9AiyqWxXveMpCJWVTrTrXwpV/Cs2FkuJIvr5ldiL7JXek3u+nu+64v9CYryZmuA7k55F9SGXLZrgC6m+5sFCxuXFEx97PrspjC9BZ+y8KtrVHRS3XXGmorqha7DbnW0NQCkWTa9hqSbarUegu0t/CWKGcPVthGZDSnVFC0+Q73CVEdwLXOlux2qp2tFkc7854mRt3cOqRZTjsWnLlLfVwpScpTlWknVvWyhmNstgsdrXIAZ8bCtUlf09VKI/9yzP8LxJUgDXS1wdPMW/Zs0cGbusJUufxXeVRK4v9k6E8ZI8u5Nx6X1IOvc7OCa5S+FyvwOAtrraVZXl6fTyItsnqNOlz7zMfqWu3eCD1Bbd5V8OYjwkxPo2J6WuKvM061zSczb/Ytqt2JUCBp38tLkZ3l70PsRAfa4T9RyLyfCRmWm5sTaxNxfUHQkel9hCXugwvgjE+IcZUGooZYrWZ2VAdyqaedtcuJJAWleW48RSSQSBckiTdUdqnxaNLW+/1IUl1rIrpNiCPUEWJJvZPmNqtqG0/v1MTU2E4sAOPmKjEasR/0lPoPvTmqjHXnjx2iviRyLLQttCVBxFzqCDYnuCdtU+yv7Ru7TkIGA6y0vClXWjgNZ7uw1Oi5y5tFs3tmyuDKCSAewEjcjjTBDUVyLiiJytXhLz8KU0lSnk986NB27FJubWsSBYMt7CW4feq05P930ib4muYaTkdSr/0oghYI9bg6d7a7Oae5GWMP1GvUoKyvr1G0qk0uqUZyL0deZfwulSV9s6bafTTQ+Y2B5O6WLVOI7KlymP7yOn1602/9BNvodrPB+H2sLwG+QxDUX2M+RpqY6M2mgbCiMpUB2vZRAFxcE7X2I8ZxaXA5rir6FZHULSErbV55gCUm3roCLEaW2IWX2YicY5iAqO5OLg2qP1mK8uUuUnIt3RSlWA7K0P5G5FyLkdhR7BH9PN4jqlWff4CFIajo6Wm0kagpFgTp4iM3ax0B2Y2I8de+XeFAicNh/r6M2XNcagm9tfQj89qH7Oz5/3qVLWvJmzJ/Vv5nsB5nKSDpa3pn2Xtuwkp9TfYNiE4EjOT2p7vFi51oyJ/3VAf8/P6bfz8ThcPi50LX0qSv9x7dxof4G177o4UByK01wF5c6FIyO5vy07+djceY8im94OEcUNRXJ7WIc/A+KtLS15m+xJAVe6bjQXuPMC1yI1OzQI07O/lG9T2ovCcdaZQvgI6usZ9fS+pGhvbtsn94e/KVhd1xqBg6r1Fhj9K6wjqbSSAVJSbZgAbmxJA8u1xarb/APC9GwREn82ibiVDqYrsVrOh3i2OZCkGygCm4Kr5TfvcAkU+0uPMZV6ktYSdWxzuVqPS6klpSkum12c4shxChcDNYjtr3GiuhT5m/oOlIz7rBxBPeX7SuKJXDawlidcVC+l+E/F621WvnQo2sLaZVp09T22V8DeDvBnynGq9iGqVFEpHXwpmRTlz5AjKFjW1gR9CNdtg4u9kKVEi03FG8Hdv7uqLikpYlQJXwHMwuWlpbUU3PklQsT2GpGyE3lNYIpfP0HCVOYYr1OUpb8LgDjtq0zDKBfPY6pFwQq/Ygkx0lSjgTbGjqT7VlE/Li17Dkf8A7eLrvhj+68VNBqU2vybYmtdzbwpcKRcWB89hpyG7AabiwKdKpaJqlcKnSkBPGWAbuRnBZDthoQRmGuqgQNq52DPlReaadQ2/N8cKbHypeTfugm9yNTpY9zYdtiHD5x5hKgvs0aWitwsvMVHCtUhpnw5TA1UtDRupKh3JRYjQ3HmvsA9S/bVfUoIVKdqkpzn3uAvOlaUutHxa+RPiFrEDUHY33S4Oxb7+c911abS0IVmXKhrKc1s1glQIzpubm9yDcWB125UeXg3eWP8AsvLbwvW5rHVRKzIK4c5ZCQnlJq/A53ARIsok6OADZo7lcN17CLUuLWYj7C8y0utPtKYdbWLJBUg6EkJHUkqCkkKClDKdsXr/AFA6LRNYnDfGYj1F1q05Pz+8f1D3v43wvAYi+/Od4CUoWie0H8yQBcBRso9ri5JHa+x3TvaRwvXoHuHHmGM8J/8AS5WhIj5hqCWVAKSoHUKQQdBrfQZ/nOu/2TvQv5NP4/Darded/wDdP+H+fp/lt8y0f8Q6+htwcn9j6nivqnRtyzRs3AWCKz/TO7T3XN8X9HLsl3U3PDNhqf1TY3OhUSbruh1CfFrL9G5RbCJS1NOsLayLSvXUduodj6+my6h1yVAlc008tC/myqKf4/01ts2sBVL7eT4k+qOoXUWFp5eUu+ZxIFuG7awUQOyiLgADUaj1ek6yeq4rs4P4+DHq9XZf8/2ndrDfubhxZ8RiUw+haFtOtZ0qT599fQHt+8XNF4ti0ug02LPdyLojqZFJlIdWl2CoJy8NCgblGQqAQbgC1rAWNtiSFF91t1To48VamnUeFSUkA6j008vXv22ztXZDsqU5xXetDudCV/LfWwv3BHaxOnfz2Y6h1L/RawqfPoRh9Xdpl8DiaawpT8b+0C7KFLxZFpaKfm478povrzr16GgpINyOpWYAaaKvpkL2h91XtS0veDA3aQKJKry63PRS4FXpLTi6cl1wgDmXEpPLpAIUpK7KASo2UAFFq7nt6ru77FER334unIm5Y65HCStLdyLBaLfETcapSUqtchQI21furwNQaXi2pb1Ystx5E6KpDqkyi611WWp3OCBJTYZUqcSHmxmSb3Ntr+Hr/wDU9OL7Rz8z0HTaU1NIvccxAb+9weDfZk3QYelYSlzX6i+hFEq/FUC1VliK4tyUpP8AZOFbXyWFl2tcA7YBfpv86FLq1eaelRaph5S15uEFMVKKBmDSl92pA1SkLGReicwNrei3tYb26DvawHRqZgOJKrD6HZUyRCQ18VtCG8trZTmJSpSrA3ASoEXIG2O90zdBwvhLFGKPdy+PV1uxYcyQjhfeC2G24i3h4FqcWTZQBPYg2NvS7VBmtXVtnD2HvaXw5ur3n1fdzvBq7zG73HjCqdPd60KgVGwS3KzJOZtJ1aWoDpPDUcoQo7OP2l6jFwG79kouIeaq6JmSBMkNBSZSSyHG38ybAhxtWriTotS7pNjfGmL8CxYtZYr0WnZGJrqF1eA0oJdpsgqtnSEkgsuKScqwVICsybi4A1VRcF7ud5eEqThLFFcmzaWhpHLyErLUiCtK7pSr5sgN0mwsRqFW2i5uOIcVBvcyzjbGO8bFEB+LXmZUWbTl9Soa1NJeSB4soNymxHcmw7WsQfjdTvO3jYDqjbtBxDNivvryJ6z8RQGhKVXSsgaZSCFDQg6bXW8/D32I3gz8G0vENbXFRmfgKlLStTdz1pJsFFB7JV3ISQQbX2CJFKlSpTc/3jxIqFIVKShASplVxf6FJOoVYDWxsRrWtuOYC2hG4xN67pfbAo0rgUve/T2KRKzphOz49+TzEXzqTqW21i/YqAJGiQSC6sWYcpcqK3KgZJtOmo+A/HdCstx26bp/C3SQLi1iBgnDAitSm6z0LWhpLTq9Fd9EOHulQJGUq0y21va4P90O+7FGEqo5S3WWJWHn3+EqAu7TXldoi5DD/mkglCzqLknLFiBhkTN1PTRWN9cJt5sevYSn8Ks8rNi1FeSLMlNF1p7Uq4Ej1WFWKXQQu4v3uSum/aIan1SJhzehh5CKcxlYXPhJ4siLqQHLkAvNjMSUkZwBcEnQ6kxRScOY8oL8V1rmqXNaydS8qm1fqKKfCoG3UNQQCNsR70sBz8L15+lz2X15FfAfdSj4yNSCFJsCbEA2AJNzbUbJ78HMQu1T3J2rI9cW4EpfKxJ9LxD8OUhEhiVFupEiOeoLSpFlFv5iLHz1BNj80Nc9qe3FxQ0zUYtRaS0uR0OocSRpqBqDa9lD6g3Fhn1vF1U/m5b3fT2s8WFNTNgPpfKH4LoIzFBsekjMCnQdVxYk3JMJYrrM+lsYcdqKOOhauSfddyJVoTy6yRZN9VJWbWVoSL3BFtXfFxpq3TYPc03Q6U1Ant4c40V9heXl0OqyKyG2UdROgzJ1vpoB22J6vu9iwHeQqlJ4C19eXMPx/A+txf8AHttk+o47xk06x7+iPsLYzoSpaShSljQm9iF28yCR2PmLt/d/vHoOLWolLqmIVrqLDSVtcXP4LAdJtbQHVJsRroLbN13oxxFLKHo+4cwor+6fDlelInyqd96i/opGqXW/qlYsoeXc28iCNNl/jljerQZTbX28mrpDGTl2lu5UpUD4FixF/lBBF7nsbEN5uU7A/qstD7PyIV1ZU/j30/HaDVm4tU4jUrgIbWjItp22VXrqT+FgfPtsxYqFeJfTa2ypsMcj8QBxPvHrNZwvEntRJT62EfFQ1+lzXsSkDRZAAUEi1we/lsP1aou1TkJ9Lqy2FzV/dX8hyuKtq0rMDYkCxSQSCewIBFBjiI1u0d+9e9/da1O5+A7nypOqjrdIWLgZVpAUCADck7UbeK3fcMuByjFRpfFTknxejh3FxdKrhKgR4FEXsAlQtri2aYFgZ6avRV27blP7wPxbjN2fXm2q98enZ+AvPdL8WQElK0j5kgapKT3AUQD2JLutp1BdlNu1njrRxVse8Y8pGdtPUEuqzXSUgWIUCmw00IO19Eo2HN43EarLVORVJSU5pEpo8CUsAWLgTZxt3MALpuLk6kEbWlaomF8BtS4EDCc2gyoS0tVKLNdMqO2pZASUuXzqacScyVG1jpe4IDa4WaiVnELXMS16g7y6FAx49FlMUh1hrn+FwlSoRJUlDzJJQ5YKLiVAgKBUCCTfbYW9VDVGoMHFuA8TIhVThJfgKgPqQmoIFrpTqUOGwy8Ny5GgCwLIPmxU6y67K+zjtR48qnOoRTlO3SvgKWVpbWqxukFRy3Fhc6km2zJwVvixvhKqU2A01KfhOO5H6cnqUnMR8VkapWkgglJFwQggaDarjPqEWM7HWDceT8Ruc1gPkp05PNIVHjoYYlXy3Xds8ALJyg5bEk6i5AK2KsW4cxk3Rp9JlUuUxnW7HlNfpmrWKhexKb9lA2B0Nj21TXd5mA4ruHpVUxvFYp1UYUwxKlfCdgyLgltQuFNkp1UbGxSMyClQAzOvF2I8UYyn0uqYshV6LS5j8dPwgl1tOfR1FulSSgalIBIykgg32UasL5NFLOn1oTa5yZbYeer1UxQ/VK88tiLFkLQ0vhZeIgX1Kr2VoLdrnz87sGdUOfgP+62ZS1sNeGKjMrKBqQkdVja5AvbuLeSrxHi2qQIsujYS4819ClPusNJ4qkpvdRKQcxSCQDYEgEdtbSISvtHu+q2I/cdUhVuLmkQJUCYV8GYkDIypsWK2lKFwpBLib2tcApyvp31ducYWY66KzUPkDAje9mPGUB3FHv6l8rW6dK+71Rhf6eKrul3KRmKST4hcWtcDTY79orF8BqqRPdfRkRndyfqnQAgaK9fP92yz9m/evS59Zq1Zdp0KLi+K0hNcaW0jLVo9ul5WSw44F7OgAqAyrGYCwzvsxU1VK9LnxciOa/RNK8HlYhRNreenbTXQjb0darUmBHk0/aOIN4xxW07Afa5vOhfV0fhc2vqNdD6emyhRJ981liltfHzup6coX09+pJFiNCTrYgWvt3rAnu8d3isIWwhWdpS+pxHqL9ydb2189qXBlJdqk9yqRXYrGTqRx1nLmGtgbgZvQEj8RtXMdWse56R7qtwuCMebpabPap70KaxmVkYkOGOpabgKZCiS2CLEBJKb+o2Fsa+y775lS6zAraIVX4SmnVKaCEzEEBJbcy2BUR2Uex9dLXHsfY/nz6NLozWJovKoX1xUSBKTFfPUoAk52wQcwSu99SLi4DJ9oTHlB3VYDl4yrLsWbkUljhLQOFIWogBs6gJv+tdJGljew2Z+OIBnsV9qzCmNtwG8Hi8rPraKi/FSppiRIaySEtAghtwWCibk3NyCNRfsEJiDBeLcOVT+mWZUVcJfwl5OptI16VpAUU6DqsQSBe226MNY13X7xorEWg1uo0RcVCUJp090z4bd9ciHDaQ1qbC5cFgQNBcVe9PD9BlUZ/i/HfYXkWprrWy7bTXy0J1ICgDqCDc17nwZYWWIfMTJcfAOHMUcN3FGSkLlKSlqr68JK76pfAJKLgaLsUDzABBBxV8BV7Ae7mXu5r0RdbpCMrsWOxd2Pwl2+IwRfh2UAoFFrEdzcbfrblZdozlGqlOi1GEjMliVH6HW9NG3En01IFgLEWJsNi+lTYG7TDjc+sxJs2iMdXCS7mdbaNipbPlp4gnS/Y6m+xKzu4jfxvEReHaFS8ONN1TBFWryKjCTmd4UcOrSm9iHEJSEuov3KSlSR3B1BN8BfYjFDU+su4NlMV5CFe9KRFfdSiUm+cuCMehZ7KypSDe+UXNtniijYXxlFiYywlUGJTD6M0erU1QQ/wDgogXKge6Fg2I1Fu6I3y4Q3oYcnt43wlUUYliwutXCitsVFtHey0IAS+PEekAjQBBuTtoV1nGCYmNbW3xgyna3u4Xo0pygxd0/ARFX93ddiucVlJJ0IUgEJ8im4IIsL2GxXhH2lvdcpylxcGoWh9Ck8KP05vK2YpIBAta9/MEDTYTp+/6XjKjMT6XVuSxDFzZ8zSXWnlDvnBBWk5tLi4PpfXYnwfvKn4jnvxd6G72kLm9KI89cXlVZx2IkNXski9ri2t7jsBWEJ7jHcVlzKHFOBIuLeJiOBEXCzrzKi5Qhbd9M6SnpVcaGwSbd066rDF+HuQpbfCZ/QfPk6cx0/wBbDZ84wxlRmoDFGi0OqUiataVp46w6jKTayHBcKHeyQe9iAfJr7mNyFGrNL5/FtOYm5/0Tui069urUHQXI+vc3ucyxO9YMHiZeoPdcJMR4PbxRAacdpct//wBJJQV5fraxtcdwdCO477X8XA+I6pAfrLtJfi05bvFfdSjL53vl8tO9hYD08tk7wkbtNy33+VEixWP0TTSGgrMryGUak39ASNTtmDfPvnrOLYDlLwu1Fg06qL4SFx3Qtb2gBQSLFBGpKR3OXW2zWz4EdrRahHTvYxDFwlFYan4e3k4eisZl8/SVlbStLgrWgHptqAogG9vQjPbEag4txb9rcGxMa4rrcr/vsBp1qUpVrErDGRI+qtQRoT6vXd7uC9qCVihil7wcWIfpzDql8w1NLqZSNQLDIlSLjUg9rkWN9tz4S3UtUGBEdw5EhRZsVGRK1NDL9RdIBF/Ow767YdGmHyf8RerR9xN7n/E8wWKPvQoNeiO/zRYlpdQ/sHapAcQlSie+ewSo6XPVcefcXMscez57XO9+LA4uE4tOioQpSUOzS0hxXy+ELCdCbk277erNP5avRfdeIqS2xNQn4rC7LQr+8hVupN/oCPMDa5h0+LBZEZnoQj5dtemhK/QndmsTzF9mrdBvB3Xuy6DjzCdRpdRXmzcVrMhSe90uC6HAfUHS9jbtscbzdyuKMZNOOutU5dOX/ayuIrh/7gSbkeupsTbzB3hiisUag0Z+fP4HDYQpeVVvIX7bYB3k+2f9rcRuUHdpwIUVDrsV+atSFcSxy2S2rQ66A31toNoNCs2ZfT6ZA++Zv3xbncZbqqN9o6XLpD8VCvhO02aHcuUjtohaVg5bpKQR3vtd7iPbi3g4cpbcDG8ReKKcjo4rruSY2gXuAuxS7YaAOC5/X2WW8VNU+0cug1mWuosTXVPo6SpaVrJJsADkHoALDsNAAKFnA+MosB9qg0mVN4HypYzLSn6gdRtbUgfTTa21YS2hbfYnpJg7GW7TfTFj4jwbVke8WEJzxVq4Upm/dDjNwq17i9ikkXBNtjGqQGpVGfa5tDE5hCuld0KUkD17H6dx6kbeXe69jHmEsZQKpPiSoK0Oo6uXcQttOvqm6R5am3loe/oS7jJqVhJt3EcSVNRwk5nWHcj7ardwSD1d9DcG1jfvsC2sLMe2pqn2rPP32kMdYjpePG/c1blIQh3OtCFdKVpPkTcpIN72t3JN9tveyrvna3g4DicWoLfmwkJafzpCVZx3vl0P42BP+WX96ns/Uas15/GUDGS63ClLTxWp8Xl5jPckKCQW1+pUgpFz4R326bsI8DdLXmJ9BlrYz/CldZyq/wAQNr6du5t9RsBrEQYjP0rNTu+Z6VzsUyotL5WU8uEtaE8rKUnK0pR8sx6b/wB0nXtrfbMu82Q7KdfqjWGZq36cr4vKrK2s19HCm4U3p8yDp5ggXMLF3tGu0Gl8hzcXJUWuth1Z4TibXIFxYKGpHn6DaD7NmPqo1jyXVJWdFLmp68yyphKjbK2Qq6CRrZI1tcjZYndEMt8wj3Ye0Pi2g16BQd6GGajCp01CXYtUdXmUlJHTmUBZaD5K7jQEG9xtWgVhp2KxKiy0PsPoStDqFBSVJP1Gh2ROOKhuHgRXIs+XREMLUl33XPQtUJxfcZAm6oyjqczdhe5KTrslGN9krBuI3P5qnn4tLQtXMQJ8puU1oR+jWlRC0WzAKICgBck9hBt7PuNIy4m56/yEpriuxFoWv+1R1J/3h5fjr9dqWkJaozvFgNIQhasy8qMub66dz+Owpgnfjg3FFBYnyqtFirXl4qFujK2r0Ub9IPkTYeVydiI05qU63VKNVnGP/SS88eQn0Um5FvRSbEfXts6jqy5Ejdul/WKg7KpbnKvOIXkV4Pw2xlvsmYto2PImMqNUFszWOtLrUhxpCk+SCE6A+oJIJt31G2rZlR5VrhcZGfJ1pzdSfqO1x9bbIHfVQaXPpbk9qWwwhf6XOnpza2OhGp7dxp2PlsO6veIrqCfiUbHtZ4ti0bhOy4UWVlRmXIaCkKUe5snpIPqbd+w2JMKe0w7WYvFxR7kYRnyLkU2fl/DOy4LJNvQi/kbdsmV7DrrTXC4y1sdWVaOtOvodCfw0IF9dDsuKxhlqA6+61LXnf8fCuheUWIva2byOpIBt9TsBMr7lkudfc9L3sRwKpAbdpb3NMSsymnULbUhXlcFOh9O99Pwut8VxKy07xWmeOj/H4fxB10/j12wTu/3tYy3QVluVhyoPv05bv3ymylFTDyRcXCbHKoanMmxNhc2FtvQndtjPCW9rC7deoMtha+nmGFfpY6v1FoNja4NlEajsdm6rFaCfc3MCaa3WZUthr3SxkzK6M4yqT6A/Kb2tcWtfUnTYvxR7MEXFGHH6pS629CfnNK5qjT3S7AmXN/hrHWy4PIp0J1sNLdZ27blao261LqkKKvxyISyrh6+huSP2W89O7XomIYuF6XyE+ouTUZEoaWtofE08agkC/rcDvs1/9psaGxGQIRzELum3V7qtyO6qfVPeCJspbqnao7zHMP8AHJCW4qTck2NgEGxvmIPntneu+1Hva9mne05KlYhRV6DiHLKhTEZ34riP9g5HJQpCm+wAyqIyklQBIc+9JrC+8HeC5VKXEXSFsIShMqKkx3Zyh4nnB4H0nsARcC+oudrWo7qt32LaD7mrNEYqlOe/TwJjQW12OVxBIuhQPmDcHz0ttUH/AHRizVmo7ccT5w/7Q+6/2oIvCxRRGGJXTy8qLPCpEVROq2XAEO8M2GdhzMlXYkgkbMuH7NzWLcGsUZ2XTpsWK0pNLqkK0WQywoAFtC2QlJSoAXQUhANhlIAOyI3Z+yZgjd9VH57Vbm1qlsO81Dps9LaVQV5rjK42kLWRa11G5Fr63JdFaxfjyA0w1hdliLS0ZkPu6pkaDQN5TZA73Nr/AEG1u58Rs6hNgKmEGBahul3LRW90DrzFIqOXM01PWc8x8jxOP2slRvcXVYgixtfYKxJvh+y9ZcitVb4C5XKuyor5YQ86tenBSTkWlJBTnSNSDcWAUV1Pp0CqYj9/NVCctcV9LsrOgymnF3ukrvdYUCL3zEApBAFiSOYopzuLcb02LzbHAY6or6etqRIUU5yogHqCUpTcgKAKrabSRul1cMuVi6xbRsUNb36lQWsQzX6dVHUVSApeRWVWqVNNqAAuNb3TmAUNTrtaR8dYyoLT9LlRH1scX4sp2Oh1hVrAB5HbQ2IWClY16+9nVV8LYcdxHAaxbSWGM7S2kSuXzpTrpdST0jTRRsBYC4NhslMcScR/aOXRsOU+bNpbCMspUWEZSWUkkKLlknLZOoUbDzJGlxZ2tA91t22VdT3bSsZT2HXcHUHErD/W07Q65ydRyJ8WQJOSWkXHS5ZxNzYLGmwjXtysBqU3AqlWxDCYXnSwmRCTmT2TZRBuFD/cB9Ae2ztx2EcL0viVTDlOQ+3NjpXVKNVobS1KUDfixpDaT0i5JStBKSQc4OhYj9D3VYydl4cn4e/pCLkzRZjQzJSo9Ljb1yctxoSooNiBrfYrWRgJPMuj7lncOYj5qg4s++wnfu6ZUIpWzcC6CHQQsH0uT2tcgbegtEo2O8GYEj1mjbuHqo/Ka4v9CJQtKV/3m0qKtb6G1gBbTtstN9eGotBntwJ8SLFmsKUuAqajpnNJ6vhv6KQsA+Ekg6i1lbav3YT3fslTZXXnXHSrod4qFJ79yAb+ug/O21Ad0uw2rMBe0Lj7e/XoDH2ownXsKUSV8LnGkCRw1aaPISFhtNzYnUi40HcN/wBnfDjUXC8SfwkSuO0lebilWbNZWh0Va37PXSwfW+Gn4NxvQZdGr1Jcf55XCdy3S6z/AH0kdSSB2UNqarYA+zm7TlaMy+tbDGdp1pWV9OnSc2huPS+2b1EbwEi1p9TvBw5S8R1RtqqS15KWvmOAmQFJVa2ixcHKD66EHzvcIn2td8dGgT2MJQKJNfhNoyTFsKQh3OrKA02HAEOJte91ApOUgkXASeJ8bbwcJYoiYydxDKlVSnLS6heco4iQQFIUBYFJFkqFrgE/k/KdhncF7UuHIGPItJlUGt9PO+7pSkIbldznj6tLuQLEoCgBoRe+06KvYmww/ZKLmZjxDhasynWJ+Eqi+hC18Vh1bXCfZUnwheS6FkWBCiCR1DMRptK3m4x3q43wREwvijmvelLW0qPVIVkqmNAHM2tKctlqBBC0aEhQKQCVBrYswhXt2lUbiwPd1Xpy0KS1IaWUKTaxAU3chKjbyPra+u0mm8KqcOViOWwh/pWmLpn/AOYvcXv67Ndjc0uh2iZjpm6CqT4HP8LjudWb5Ft/he4OmttLjsDa2zhwXLdlYIl4DxvSZTHKu54EhDQSpSgLpNgLKF+yibG9voH7h7BtBrLrc/lEI+RXRmSr8QLA3+o/4m2327p2sW7ueFhKX7kxLTviwJSbcJxQ/sXLpN21WykEXF7giw2OKlWQ7xY4CoO7TGWHJdBqjVOqNORlaXzUctSor6bAZ0pJSdVXSsAEWHloC6jYen0vDkujRcHUjGsWFnyriykKkNo1y5kqstK7E9TZCSL20uNkf7odpeN6S7vLqH2eq/Jpj8KVAPClNEkEocCghaLWN0O3SNTlvYP/AAPgmjUufLqmF8eymJS1Zo8iK7n4KtFBBK0kLQcwOVwEgE5VA3IjEGTDPBGFPdeHGJ9BqM2ExK6VQJvCWj/0mFoOljoEkZgR3sb7frmGKz97gNO8NjIpa4EpIUlN9eI3ay0HW5UDcHUEdyJt4rxbWaXUqNvL3exYUrNwl1miO5osyxJzPseFJIAJsQT+sbA7X+7+XKntN81LiyuCpSUtKmrWpKDewus50XF0gEkaWAHYVxIzFtiOh4ji1lx11ljrVndVHaPxLkgFXTYuADVRBKhY5idrF7dNFxHQW+aqz7/AVnQuL0LbWm/Y6KuPIEEH0tsVY3xLAw46/AlMzYr7HxUtKRmVlN+1lAK+ouR52HkOUvHztUqjbVGeWjOhPF4+eGpSL2JQpSUpvoSQoEfU2J2oRLh5VS93dLlT+FWcZLXVGGuLHjymlMSHmkjqCSNFkW1IuBobdtpi8GxWoDFUoNPlRVry55EVKUutrGtlhSShQv8ArJJuDYgk2u8exq81F5qvRELpbC0yI9RQgpSyrzS443cMm3ZRBbNhoOxCadv7+zk/3DAwm/iinVGPxUyJS0ryqKgOHnJKVKJBAIUAbC6b2JqBO+6R8Z0/DjUpuViPDzD83MjO7AaXFXnSDkcATdLbvfXpBva6r2C6xxu8wvVIsuqUvB1XhVt9HxZ8BjhMVLW4EtLKkhTgzEkjKSdRY7NDEPNVlpuVRqfNfYXmzwHVuJmR06XyJkWWojzSFWI7KBBudYHXS8OUb+nolXfhVTJFXKSnmER8ysqQvutCQTY5ibG2ug2sJxE44FwBRsOeyqxFlNVGExUadxXVvoMhbLr1rlOcElQJNlEEjvrYkqjd3S6pAxHLwRFpLFeiymP/ADo8BxhSlgWs942nHLWFi3nta5tps8PaPxo1uq3fQKC1EqM2nVtaoE2LFirlJca4RKnA2k5wsEBV2wFaXF7W2Q26jEECLKgT3d482LRFtJYgSnXcy46yf0T3ESFKAIsA7cg3Gh78yn2IuxceoXNYDwviOly6NVKStdUpbrvARClFiU3l1+GcxOdKQCptIIUAbt622X1MgV6jRZcrEbSELiyFLi1JppLT6UgWC3kJC215hYEhJBN7JbNiG1X6FPdrL9UqlQpdXlP5vvrCDHVMQFnIJCU3QVC9kvICVjS5IsNhRigYo96T+FSajUadkVzDEpbcx3IQklJRfOU66O2BIAJBIumw9Qw3Y5i6m4wpdepb8/jLYfWpSn2ml8BClaXuNUqTqbEEAX1JF9vndFjiqYSxRLgUt7gUuUvjrTxwlhS7akgnJe9iVADQ6m+pekBygwKN7rdp7/JSuhM9DQ4sF06ZXmXE5XUHUXISq3YqFyM1b590nKyvf2HJcJC0Z1OwEK6HmlWIdZNyUkdy2q5HkogW2spnH1Nm0ic1Kge9K9jdiFFWjisLVZGZNje9tFD0Nr+fnfZdz93m6DeXXp9UlVxiqSmF8w1KiykqVHURlC0lKhf6pNxZSgRrbbJUrF+N8W4ciYXrLz9O4C1OtSofESuQ0klKStvMA5Y6FIUkGy9BcbMPdryG6+lv1mqNMNxV/peSUUNf+S4kEZz3Sq1laBRBBLAEBu8poKJuxa3fUtvFFGxO/wA6xlyurShaHmr3sqwstBF73Fxf9svC2+igxcRx8OYteYpy6j8WBUcg5d5RIHDUtKQEXJFgdCLjQg7IyNvLqmEqXPqkXmlxVr5hMd1WZDyFH5U5ikptrcG4FyD5FT7x94NBxvVPc0+IulrlLyNdCkJ4qz5Z0hSVa5gDqbG4NiSnrNOLqynqc3n7m7N4OFPfNLfaaeyIWjodYWFcNRGi0W7oPmm9u3pqrsK7mItBiy5Ve3u07JKzqlQHbJUldrgoUs5k3AsegEi+vrlvAHtJY33BSnKDPrkrFFIR1+7qo6VqS0SRdl43WlQsO5IIHbtZ54igboPbNwHHn4JrcWLieiKTKaQ+m8mGv5m32kkKW0fVJsbAgggHbE07X6CzZZyh+fxKc1cfEM6+57MjVGfgV6JnlLzNc/An5VpUrQLAKsupOlwQRe5Gwnuh5WVXpcCLiFGIaWhKkwp61t84ykosEv5elSgL2WAARoQLXNJC9jWLysRqs1xhEXpXlhO583cKSHFgqy9ukglJHcX1Z2BPZt3X7qpXvTDlPqMKc+lKHZHHWriIAHckm9zckDpPew8/SIN3lMu3q1FXj7MjUqtV7dpXpfv7D0WvUuapTTEiPmamRVK6koUpJBAJFrdQJIINwAKqve0vFoLTlBny6ihD+flXZl87N7jIohN7pPYkXsNCoA7NdmhtSnXPuiJX979X6W/gj6bJje3Ew5hzFsCs1TDEKooRl462l/eGWtRmLar5wCoWIIIvrcHRbU5GICvUjXPhF/vLzcPvDoOF+fn4jp9blSlzVLXCqnCmxXEE3Q7FfyocSlQ1yrUoA3AJsLD++fCru+TFD+LcL1ZyiIfgIgOw32ETI7yQXLokJWAVtHMLpBFranaLKxPAoNZiSsL4nirwu+pP3V2OHUR835gpbNwCkgWVYixOzmw5TOflOT4DWSKtPWhKPCk+Wg1FvUE+pPkxXYu2aOq1P0dO6IPcl7KFZiwH6Xi3GL/KrWr7rCfzQ3LEZXAh0HIvU37A2BIVYEaEoO6PCW76A27S8PIWjOpLrvCKFZtRrYkajvY28yD32YVGolLitcLioYz+D5k+dikjsfW9x9L6bTprzsWA3FdlsPrWvhIWtCmHU+gvYpWPoR+F9ipXu9zyN+tv1Ps/2gDNiUGfhxzn6dCyMdbXMNIXlt2sr/XuPIjsfrCG63AeN4reI/d0VcrIlfQsozJToANQkgdrLHbQ6AbQKuzP+0blBqmE34SFo4udafushJJ+I282SnyGl7A6HzG0CBF+xrUt3BtQq9IbQ6pS+EjjoS73VdOuVZ1zJAFzqQb6gtXaZGmLrzmGVY3Vbr2muK7TkU59CfGlroVbvdPbQaEgiw8tk1i+q0ugtN/ZzE0WVFR0crPlKdazajKgqBWkk9kkgXtqPK/xBvDaqlGc5rE6335SFr4qEZEKTe6rC5R5kaaj8rbA9dXuggUZvmnZUpaMq5ScnFS2pQF9CTdNiSUg2t5aW2XL7uBHqN5cE8xXVlvBuMnalg3EdWqNIq/9ahyqbUuKl5i4KroXYOWVoUnWyhYgkLA9hmmVTCU/kGqsuVKz5kdfCTKYz6OJbUko4gBF03FwDoQLiXvFwxhfGU+BAwG1yUX9Ol+KkvsR19OS6LhdlFVikFJAzDTQER3qYK3q1SA20MMykPUvMtTsB0yGpSkmwAGiwAkA5Cm4JULK0JHZV3FwfU1nfT7e2+OfiO1/FGHJVL4uI6G/x4ScqlpulSVXJAzmwGij0m5FgLnQ7BM/E9L4TjuHGn2PmiympGXsgnLdNkuADSwGh877LDAO+feNS4Ev+tLqlPTkUxIaOd5o+Rza90qAvpdKh6jZ1UKj4Sd4e8vG+HqdhqovIzP8BIYS4rTqUgHJnIASTa5Gg7W2QwNONvzM1tHpqRlPfxOmBqd7QO8ELgYoxtOYoTCw6w00s8Z5o6ht1z5kJJICFXUL2KrWs8HpUCjUtiLPxCt/kvBFdkZlqsCdb3sB6CwHYbBLGM2sbtOYX3fVaFwJTSvD427EagEEfgogg2sbX0hbysC1TdVu5cxlPiP1R/ipRKkLWVpZUrQBWpUhBUQSo3SDYXGgLa02WpuaLtojY43/AD8CAW8z2jMZNV77L4Xp6KcwjKpTqkdeUiyVjLcG+uhBJGnoSV7vPaIxvhyvNysUS0VenPtJYkNZUIdUq/jQu3jBJsCCCDbQAFOf6tiqA7PiSpUuFFXnShUiQv4DKlkaOLSCW0E26rEJGvbbYLUbdpgjC8CvVmnsU59iOh2Q1I8PgvnTYlLiNRZaStJ732MtQUTa7NejTai5zHfQvc2KKCxiig/HiyuteePlfbVc6OC57fXUaanYU3uRoFGwu5KlMsP9aUNKVnQnXsFEapSTYE3BHY3BNkTiv2+IuHIHuvdzRGH5SFcuvM0EoTYHUKF0rQT5DXUaAg7AM72ht5e9+luNVTlYS8nTHaQUoUrKey9ClOYeYvrYkgCxSfCZn0Lu+8cCLLe7hHDlexbTWqXXPdHPNJdUh1Y4sdYWMuU3GYkqICgbdIPpZz7s42DcEwUO17EAxJKY8T8zLnyjUdSQBYfQX0F79zlbHkXEden81KpMpD6EIioRwipScrYSBc620uO4N9Ce5g4UmYtwbVIlUr1Pqi6WhauOhcdxCVIvYkKUnKbHUA6GxFxe+xa92ybaWpQnM3Vif2nJWI3W8Gu1ZeRCmlMR1uhSVKQboBvcnyH1/LbrjPcJA301Sm75N3z39KRUqi1em5wlTmXqCDm14iCSpBKilSVaKva1RhSnezxvQoLcXEdRhI8Ko8hCMqkq11QoEFtQNwU6EEWsdptHo+/j2c69LxHu5lxcWYUfYU1UotRVm5pgBPAdS8nVD7fbMBlUlSgcxAIX35PMirqFeo/TPBg7i/2Wq9ijCXvlqnPoYpcxKZCHeGmRBfSSr47NgotEkAKJCtQQSAQfqu7nqpFpcSVwWGH6XlkRZEVYS/HfT2dbVlsD6gGykkhQIJuM4u9qTehPnz4tUZ90Rai1wuE0rOpKCQVJzEC6QRdJ7218yAzd3+P4uPMLv0t2oo94sNKWjO1l4jQ+ca6kAqBA7aG1tlbtQF4mXr79rgVn1Mlb0I+EpWN1yvsx7kq6Fr9/URqOUNSs9ssyG25ZBDiQtSmgUkKBsHAC6dBYWRwsJQIDVQ5pDDSUsKXfNwvIDNdQsSekk2N7E67C2I67Fo1Z+znFYlLQjNFalWkMKQsXLaFEFbV7ZtCEjzBuDsT4UrUCvUvixeh+LlTwkrCktosQm1h4bC1ySb3ufLbyX8Yh7tGtijgHmV6sGt0gfH9Z+vI+L+mX0fJ/x/i20V6Q001/j/3dpclP9rxuvq6P+Xp+V9uC2/8AyEbfNEnjyJUOr/8AC/8AL2vcD4k+y9Ubd60MPupzcJeXKoHpWCfCsHUaai4NwbbU8pHF/RfwraQ03wuH8Ho6c/zZvX8vw20NPeaHDr8SU8GG2aQxDV+aoMuqeP4XFdyIypcyjNcfWwGmvnodNkMyvhfFde4Gfx57JTl7kadr6nUf83O4x/2Xbdi/PHy5MvT56dtdLAX1+nfbLePcWVSLw4DWHn34T6eFIfYacXy9gNSUggC+mYgix7HsfUdS0V3VdTVWvyP8TZXSPrLFUT9xtC9/Oz58WXFf915eK0iUEPpSVWDuXzQbBIUAbEgEC5Ozx3N+0lXoHs+v4IgVbD02r8DgO87bi9Rb5jjMuAh0ltSkBRJSsWF73G2UqVHgO0uf9qOOwwhDqWnXfG2o2Ock/wBlYXsbEm9rg22KN2GDKXzX23gYh94059rlXYTrWR1KB2LemVfcqKSb9Olzpt9D6RohoKRSPie401A0tIrHxH/hVhrB3/aPdfE91sIfblO0tEziw4r9yHExgq62YykHRC1OBFwkEoCTsvt9eJ6zAxRiWfhKJCRQcZZps9CmkcCPIcT96jSEWIyKdSp1LlgMzg69bGPvOx3ijDk+BPw5UYXA5dbXHS0WncqVWVHfTbpUDlum/qbJNxsM1/enFdgc01VuamrzcVhUXI7HdAGYdylbS7nKQQpJ0I02b1F/a5EBfqjQ2ciL2XjFqU7zWI+AuqQmlReaaR+kh6ksqVmOYApsgquNVAKFyDYUHe/KitQKNVKcttCH80WpQlBKsqyLtuIUgpUR0JNiAQLgDQ7F9FVgPe1RvdeI+VolRi5sk9ppOd5pQPSpPSFWFyUhQJKQQk99gaobjMb0uBLrOEmUYvw8wvOuqYfd5rl/JPMxxd+OsBWqigJFlXIAJHV3JcPcLVq0tAIMk46faxHihbVUe/pRDSeVkO2TmUeoNkk5cpFrG/mk9jchMJEpp1/ixFozrUhaF9PDVeykEXuBfvY6nyN77GddpTuKMJU2vNfAq8JpLSs9kJVl1Fj21F+kixCdCAdqibK5+VxYrPDffaRzjGv6VPSFeZF0gWNtR66HYxQCF37jONLo1Ui8SVAloW+wjJyapSWlOIIHSklQBFjoNQD3IN9jBzCvNUZt2BLWhiqZmuY5fqZdTmBS+NFXOoVYEXylIINwFUfCNZxHP4UVl9HVk4qEZct9FW8tBofLtpqNn7g7BNGwvRm2nXlr4/W7nX4bXCb+tr6EXGo7DQAttCDbE9Tr0p8cZM+N02K8ZYD4fP1D3jFXlakNPrzcRI/veoHZVjbW5JJIYm+HBUXG+F2MUUZ5yVwEqfiqyDOnUFbDiRcLHaxFlCwINrnZe1vEeDaNK+/1ZhhHi+KrKpPrawA0H7B+3Yj3WbzKDz7lB94olUud+l4Sgvgun5ra9+3YA6i+pGyRf5mA62XeeIj5dAd4XNNU59GfxrQjN09738PbsbAdtvvDVIlcX70z+rkz/jr+H7f8tnhvHokXC89+fK64S/i50WyqTe5KT6H8yCDfvt9MYew5KiwJ9LlxaixVGlPxXdUcZQ1Ukg2s4m4BSCdNdNNpVNwyJWtXI3/iLx6ZAdacitREc71Po4Si0mQ0lBuFpsQtYv4gCrKkakAAxID0BqV70dp/JTWF/CX8qbXta2igdL6A2IvbU7MqTg/3o18JpDHWpTTuTqbWL2IPfS9hYg6nQgkFc40ptUo39ixkzoQ6hd1KZUb69tUG17i5HYg6bWI8eJohk1WPyIVO7z5/KttO05bEpzpX15kf40qOtiddLkepvtf0isO1SBxZWfOteRaMy8qdPK1rXvfQW/eNlVSnXYsByLVJedhaVKjuostCVj5b9gLXt2I7WPcGGDMYUuVVG6C1LQ4t9KlNdOZTargELTa5SdOrW19O+1EsbOMzG19S02YSFNTgRXaW5FnxEVGK8nwSFHM2rU50LTZaSLk6G17C1rjYDfwF9l3ZdZw5LRS/hfeI8pIfYeQbAtqTbRtYIBHbUKBQQCGJhtmLi3GTmCGpcWLUeEp2PHddCeaXoVNpX2zW7X7nyFgdrXF2HKpAa5qe6iUxCayrWnIiUlog/DkIOmYKtlUElKgQbjtsVG8pu9FGocZY+PxExgjAVUx5KltYXqNOhP05SX1tLdUl1tq5BcbWu4NiAMrgtY+K+u2mcW7uZ8/DjH84ND4C36byHvRp1XAVrdJLlyoNqJBUl0LSFAKAQTfZO7scBSuffxlu+loYxLS8zsBDrq4qpEfupKARkUsAqum4tbQLQSnbRCKzWcUUFuLP4EJa2uFKjx0cJDlidFoHSPXQCx7WBABtrP6m9qdfToq/1JlTHm6blZ7FLnxGF54qmOYzdcdfyrStI7E2GpyK008wY0rBUXeXRqbPr1Jfwvjmifd/ekd1EePVkBACXHSnpaloTbqISHEqAKrgEl9bpsqjVRj+3QjN8J1eZCkeaLDWxv8AkSPoC1N1uCIDU+BhyfUZSGHI/FpfHWHXWVHu0cw+I2B05SoGxIBB2DvdOGEQ0PVqdU2BwZmI1LFv84zm77eWzFxKtHCSlFUpbK0uJGXguXSEjNYCzgIVYAg+hTW6fRqW1UoEDDzFIqKGsyGncyVtptbRZAUSLaXN8pAJVYnY69o7dbFwvAkYooL3JP0tXXAffLXLpUvqMdywW00o9Q6igg6pJBspqPvExlXmoGI2paMQyqchTTTT7SOYU1e64zwSAHLA2SoEgjy0A2qRuPM2bK1f3KjCWHfc1eiVmfwKdiiKnmoEiqL4sOcm4zIzi2XQjqSpI1BIsLpL8K75aDWftDRvdMrC9RqLSo7rUJAmQHrJ7AZPhuBRUUuZSlQsSTYHbliXd7Kxu7TYFBZmsYXxD9/Y6OunyCTmQwsApCkqNsp6hYBQ89vrFO7bBu5bDjbsV7j1FedWZScqnFElQ7dtSb2BvqdfOy2IrbJR2VMBZaboZc92V70xHwF1FhGXipaDSsttQFJuQCRqi+S50AIB2gbzxFaa4sXP+qnN4U+ova2ug/59p+7MNSsLuYji1DPFleNp22ZKxcGx1SUkagggm4ukWBIHjSpxZVUca97MIYzqShKmun0tmHpre99PMdtj/EUzueL6o0d2U04671o6unP4b6m2un5GxN/U7USXXaXKbgNVFcXP0SkISFJeaPeyTYE+YF0k2sFi9tiiU7PntcL4GdtXUpHTmTY/lb6+oO3WXQcJT6DEnu4hm06o05akLaU0H0ai+hTYhJABKSQT3B1sRZhwJI3MR5+Dd4yItLqznAqjWeFNjyFKRIaGvCXmstC0+aVi4PzEEEszHe/3EdZn+62qct+dQVLaWpalKVwlBJeSRol1pQ0KT1Ai48tkYzjh2g8TkGWJS4ruZqQwjiozDuR2I8tCL20IItckwViGg152fWa9ySIs2Q6tS2l8J2Otazax7EeqTb1HYXuHfPPqBPhZvl8/7rlRftHhJp6EhaFNSoSFZeXd7hTZuCm/pcAjQgi42oZuON41GlQKzVOalUvpY5rMUKi3IUPiNgLZBIBHUUk2uFC21XV2JTUWpRcB4hRUfEjhKyKza6Z06ApJ1CgND532gYVom8HDjTDtUZXwJSciUyMykqTqSlROqSfMKANr27X2PjjMN3N/EYUXGuKGpXFrNJ5KatpS+faazR5CR862UWAc01casD1Atm5I7KrOI8WtS4tUapdXio6uFDkJT0+ih+sQk62sdbE6gUEyrO+5nIsCnPr8SX4qF5lxXbaKSB1ISANFA26QbDuYEeV7mozlU+9RaitKWuE60tK03zWWyuwunyI7gWBvcbUzJKeO2OnBE/dzu+oL9ZgYelYQeWriymkrKEuLHZS0AZFXAsVFJ08wLWKaTjbBuPIDlewlVosp9C8kppp3xKA16bApNh52PfvtlaDvPxRVIDEDEbKJXKr+Ep27S1WOqCQPFbzIJvrYi42u8NzIsqvRJWHGmH4r7qUyKdmRHmpTYaJH6J+2pGUoXbUJIBGxKXes+5kv07+YGOmsbtMJYy4/CpMWLKmrz8/HQErS6SOtKgDqSBe4sexBHaJhalV7dzWW6DjzlZUJvJysxCBmU12AOgKbdspuL9iBYn+i4edgcOfS6hNQwtaVtLzlDrKvRXmFAk9wCD3AIO1NvtxhvBnxYlLqjMKt0taVclK4QRNZdsQW1EWzp8xe5J7i4BLBsLe5WmwJ+mYXVjD+6rFuKHGsR4hYp1LZj9M2A+lCmVlQIKrG6b9j02+oNztYTd7tGwHhf3Xuvl87UWPgc07UczDjQWQVuZgVKukXCrXuoamxIyJhasNe/m4uLcPLnRf7BSEHjxV3ABCh1AHwqSQQQTcEbNHHG7WLKpbGLcL099+l5EcVbXUpKsyicyR4TbW9gSQQR2IH29vkIyFTOZUYok4txlKfxRjzENLlSvAxC5/K0yo9gg5SLEd1HU3Og2EqBu+xG7WefqnJck+pLuSO6FtNqH1GotckKAJJB7diUO0vBFZo3vSK0unVThJYlcK/AlIvcFbZ8DiSScwGtrKuQDsKUOBVKW1xaW0t/wASOEhZSrKdAR3H4jsfysZS05l3AIxPXfDlJlQIrbU+ItEpCMi0Oq4qdB8q/ER6XAI2Y1Cdabi7LefjtpriNPM+Dozp8Ktobe86BFac/j92ydYCNHSuV4jAxNX4EqA41xlxZTHW06nxNq9QfT18vXZXYk34Yjo0BzmoiH32P7VhRTmt52se/wC4+WwdiDevRnZTn3vo+dK/l/P67A2IMd4clNcL3gwtC/ElCxm/fb/PZ0PAbNsRPtT+2Ziis0Z/C9Ge4HvHM0pbTq0LbT5nSxSoeRB9DcG2wbuT3i4NxHS4kXerEhVeorysNVSU0OK4kWCQ+tFlqP8AeWFm9rKFgNqLfXuji++XMeUGWxW6c5m4sVKsr8dXmSMpSq1jfva/nsoo+HOalOe63X2PD8J3ozajUa279rWItpbattg2ymdnM9MsJ7l8G1SA3PpeE6PFirQlSEoWFp11vcjN53sSRrpsdN4dwlRuG07SacvJ/wDC4y6emXX/AF2Qvs77wMR4XwbEo2LZbHAYRwmlu3S+lI73Vcg+vmST3tfZ1xMXYNrP/nLxDCff+drijN/5J1/zG2OLnaDOtx6Eg4jw7hye1xaMywjxZ2sxUn8gQbft2CsQM1TkHIHulCMnhyr8VvT1uO2o/DYznPyua/ouWwhfz/CzJ/YdfzBG3GW+1wvv8RCF/OlpHTp6A6/l5D9u1+6380Tu1wVssszriSG7/VWnkI+TJmH8D07jZUYzTPw4047Kpz615OlSUFSMtxre1z9O4Oz23t4lozXAlQKG+++h1CVOri5mvqFf6EkWJ/G93hnDeHMR0ZvlafwIU1HxYvFKmM/YkJNwDcaGwP02WtsOeBKv1LCggTKFFm1nFsVt12Ij7q6rwKy5uxHSdAfr27Dvtszcruc984XbrNGxN7rmraSh1KI45dWnZSAASO3e/btpspsbbjnaDK5ql059CM6loVnHw027BVhcW9b9tSbXLL9mSu1SlwH8Oe+1vsMdXKr6Vt9/AbXH1BuBoABoNqpcPTcTOt1iO3AxIM7c5Xmq9Laxu8tjjry8eOtK0uegB9PMJIBHYA2vtZ0v2cd3zvxXatNqKOrip5otKbv5EtgFJ9Lj1udiar1nC7tefo2Mq5yq1o+6uyF8DN36cwsm/wDdNgdDa1wAmg4ur2CMUPwIGJ0VulodypjyGCtaU6DIlZJFh5WIA7gi5BE9e4wNb7jGFQtw+F8ORZfuFmUvjtKzwn5CXUqT6DNqvTuNSfrshn9/Fe3N4olxd31WfhRWHckqgys3CzA/KhXgIsdAQR2IsQdtXPVn7R0Zh2g1bklr/S5mgtOa1iDr028u42Sdb3BSp+LX8USqtSKu++lDTrFUi5MyQT2cSFdWvmANO41JLXTavIjfjLrd77VrW8b7hi2IxS5S1dDrWdTXna/fLe2pv+AHYwvaGouN5+76XVMBve9EPsKVwmrOoe07pAI67DSxvewsbbDFZ3CT6M775o1O93MePI1d1LfraytU/wCE2HnbS5bhmqz4EXlYsvryJS61FdKfxUELA8rX0N7emz1VjqORAWeBBmUt228rfdulpctpqIt9h9r+q1eAZEOQkhRGdFutAsrUC4B8QOu3SBvSi72p7E9rDCMKLzZ5DEWeJECQnQWZ4qAps3OiSbWJAvodm1v4q1ZoNG98tNIm0vi531NNFp+Os/MQm4v3uQACLCxOozfPrMDkHJ7UtaEP/FU600Eu5NDcjS9vNQ1IFr312PYUImshS2uNrHO8LAcB2JS69uypcVaE8WVVosdcdjgeq8oyKcv8xPYKuRte7qsVYIgY3Yn4c3hMURa+lpMjM0h5P6illOQK7aKAB9fPZH4RrWKIsCfF+0L7+fM7DkeJLiMvgykkHTQoIIsLa2uQ7CGJ8Rxa847hLELFIXNdUhcVpQRHcuq+TgKBbVY9hYkHta+yyePqMjT1BPKenEDfjhzEbT9BpdRYfqjHgaz5OJa2gNyhV76WNz6eW0Gr484rXKymutebhKUsJ6rWATewCie9z/yzPuw3Y435/wC2TuN4TD60/eoXu4IacSLlOoNwsEk5im5GWxNgNtDUWe0603FqjTE1/wDWdR1KT2ub+Y9dD30PfZsWt6ifeoofwMyV7SG8bHkqVLcdlsUilxUoQ0pCCl1nU2UXAQAT4fK4Ot9LfHsz7wt6rsWW1AxNNWinLzKYn3fS4juOhzrSnuAtJuT2vYbPneUMZUGqOO0bCdIr1LQ0p33dPgNvrzAg8SJISoWI6szZJWdLWsbh1G3zfaOqRJX2DZoK2FLQubHhcVOYGxZeYUAoWKSCUkWB1BNzsX7ljx2WruMZtL9oLBsX/wA7MuKxK6eK006czau/fMLDzF7/AFN77TcQb28USqDLawHu9lV7PHU61wn20uqSe1lXCFXGosdT2F7Aq7EG5ql4jrLdZaZpzDGdWRqLxVoUlRBIsVDKLA2SCkAnsQLbG+A6rS8ONe66XUELixV/eoUhLjDsVVtFAhJSnTTMRYgeI99hhfLIitdaMP0zn9oAYdxXPoOEqlWcb4YrdExLkW/HVHYeTlkLNm2XklJASOkdrWzG2mt57LtSqm9p1+A1T5s2FQepFRdQnLnUsgN50kLCulRIKQntoBqXU1VqNjKLyDTq1ykIStPAdQ7xE2HYIJyGygQpJKQT1AaXuMD4lwvuli1LlXkMc67zTrUpoIdUs9CStwAZj2SMyjfUDuLH3Rmixj4EYgjjeuUZ2vOUF2tyqRW6QhCEZ3W0peT3KCSCAfIKAUB3I8tpeGMM43xPKcxbuvxPRPekVKUVGOuLmW8wL2bfbSorzAm4W2kE9goXsMMe0PWJzu8udjfC9Vrcp+vOpVwp7DTsVxq6lDlZLYadTlJKVNONXCj1KcGpqN23tC71cJT257VOqjj9LRmXMpbDilNp9VoRYpGljZQAAOmhG1CN0dGJ6C0fE28HCVZ5Ws4IpbNXW+uVFlQHXUtKUVWKOkXKiNV3AVdRJz6na9xPindNvGyUbHlJqOF8Q5lIj1Gl9SmVq0KkyGkpKL9ylwJCrXF7Cyz3X+3JhfHkBil7xsPRcUI6fj01A5xvTpVwLhY0+ZIQAb6qJtsS1yZg7eDVG6purxPKm9OdcWVHW0+31gcPjpTlJNrBLibkptmJBIH9sMp3fEVO+Ld/jfDmHG/tHieViuFS5GWPKlNOsLbvoFhRJSSe5GYEWIykajR/sr7z2sW7r4ECqU5cWqUtKWFcX+0SNL3IBPYdxftqb7LumV+VWZT+F5+JpTC1pXFXCdQ2tp5I0U0GVkWUk6lBUR4rJSbnYYwfj2g7pa98LJKpD6uEuVTnzlZykgpejvEOMkE28SkkgEWAJEgznmlJtPalbxok92oRWEIaWlLTt1fFVa9x8qSkaHUX9Oxnbz94NGw5F5WVLhQVr6E8V9CEK9BdRCdfIX1uANSBssMRbx8OT6zEqmDcQwpVRRm5qlzWlsSlIt+kZvcLAOpAJAGuul8ve0C7iPHleb4tRWinIy8eLwithzXS5NwQLXBBTYm5CrCyFyM9mIjYpLRruQ91W/PEc/d9iOnLpdaYaVIYqkJJTxGrgEOpT1KBygBwBRHY2BAKZr26ber7LWLXMUbtKsxiWnP9Mymrf/rCT52SAhRAFwq2YHsCLbSvZ3flYNxu/VOUlSmGGkIWl9opU2gG90KF7gd+1wLEEHU6VqE53ehAblUGkwqjCX82QJX3sRr+dxe34dtna69qxtG2rhpnym40lVSB9sq9Tl07nUp5dEy/w8x8yUgd9Bft2Oum02n1yg0aV70xa9n8S0ZWs6m/PW1zYemhtpYnTbQ1Uo2HIu7mfS69hmE9F5dSJUCUgKaeSBqdQUn6gi/oR3HmjvO3jQIvHo2HIkpinRVqaY61KSy1fRsHMSlA0skqIAuACNdjSu5ZpvFvtu7vsGtcrQf6Um5ehLCCpObQBChYZO5NzfQaDy2IN1+Pd6u9riV73tFfw9NQlpEeBKDrSVa5kLcsVsuDTxoRrprc7ef1Kw3KxG6ifAdW/nWnirQ0VKT6kWBCrfS/1ttuHd7hKjYSoNJr2EqhVMKVtaUfHXHytPWB+GtLgyvtEE9KyQBcix124PiRy001hzB9Ui0ZhqfW8jCOngT1Mu5UnTIpKri47BQsT3v5bT5NNdgT+QqlJpa8iPu77FosxKLfosqgEvIsSoAKJGhA9UfD3kYSxRVGMG48rlOwbitakop02Osu0OpLIN2VMOKBaDg6VNEuNi90WIB2bkCnYSgQI9BrMT3JVIv/AHBdScYfZv8A2kZxZyyYxJukWUlINrIII26Ric5SIs937rSX5S0ZczrTpStSf1FoXdDgNrFJN/MKSRtVL3efaP7hhJqCuqI+KhDrRSrKLnKooOZSRqmxBUn0Xa+1FUJ0XC9UcdxRixGF2JSF8vUkOuRY8rLY3cUmzYcA1NiAQCSDYbFuD8VYXgVTn6piFcWo5s7U11eZMhFvGXACw6ggXBASbaWuCrak7EXdXqGN6XXmML75MMIpy0IyxZsq0yO3cC64swWcyXGrbiUlIABSkEE/beGKDWWuFS8b0uKvPmaXTpSlIy3B4nDXay9bktm/e5WNNm9vOxJ9qGojvN4XrdO6JHLurKlp1sHPJbdz2cQCBrfMNAI1DCmHJUVyqUvCcViVkySHUtNtLz9gVKbSltRGhSoobKgLE3NjU+MsBK9dQr2DWmKXArjE1/J8JaL/ABE/qApuoGxuUEqv5A3ttQ4aoMD/ANiOVg2FTpq1rzP0T4SZCeJrdLeZu+YWUlSEEkEXN77EJVWXYvC4MVb+dLSkSlZkPJvqi6iE5tNLm1za5vcQn8LxaXKfarNOlU6LKTxeapcp1pcdRJI4ySoJXfQZk2Che5ToSPO6EIxCMVqVXuJQYFbi8dCvhQ6k0GFvK10ZWbtFy2gSFa/3NpmDI2PHcUMUas0mLyTC+OqUhfUm17IcaNltuaDvdKhqBoFbK3FO6p2swPf1B3hVT7k6lp37xwJrKbgBJS4ktvJOnS4kWFrXsFbN7DKcUYD3Xt4orOJ1vvxY/H5eqNB1hTHkgG+dCleXDWEkqGhvY2Eg+U7b7XYtUrNN/T56D8VCmlIWnOtsiy0nXUHubD67LXEUfAdZitwJ+HosqiV7M1I4UfoUvQK4iB1oUNCo2ChcEm2u1vUKtS5TT+I2mpvO1H47rSl5syibEtLuCQBewOZSbmyiNBQxqvRmp/ClZ2GKj0OoXH6m3U2CHMpAClX0KtCe19deLTgk/qHu2gbvmvslzc2VS+Ep2lqkSOPmaV3b4lg4lQFrKJIUL3uSSbSVg6l9E+BSX35qOtpXPmG+nW2QKzBFiL2GYA2Hnc7flYo2N3aX75pb0KUvDzqluxfnyWTqDawzp1AUCDqCoeIfjmOML4jozEpp3icPolQHbIdbvcHQgqACtQRdJ9QRcVzOaUeIpDTVLcdaeqiJuRTEqkypmaRFWR1AcROZSDbMCSQSBpYglR1tmVPozkqK8iooYd/ROsZHWVC4soXsbd+4vbsCBs35CKDP4bVGpM1DCF8J139KwlAN7KSb2F+yQQQR9b7VWIvsvFdcn0Z3kkZUxZ8VpS1ta2tZLlykG+qTcEi4Om1q7BvxFO+C+yAhoE91qmtfZ59cVC2nWpTVlojqTdXWgkZkk2vZSVDuCb2LpwtuJa3q4IbxRFdYYmsfdZUXVTUjKbFlwjW9tQSLjTQi2ycpu+qjYIxkxS69EYq9BqLTrqnYq0JlRVlwBDiEqIujpIJBBFgQFX05bp95/wDNpv8AZ+MsJYhr0rC9eQmBIgLaKmFWXmuCq2cpGbKSAQDYHS50syjiXO8/dD7hgMcKJKYi074uXOOElQBTkKraA3IB7AqHrbZAV+dKx5i2k0uLyULkpSYspc9pK2qhF8RjOCxuoZRY301sb99Xbyd/UCqe8sOOtP05h/KpE9bBdiuNKvl41wR2vexFr301OynwHhHkMb0WLFqFLqiH5HFyyoqVP5ciutC0ghSe1ydQNbmw2Wb3LoIl8SbupVe3ly8BwKGio81FQpqVqpdPdKDkWlzRWW5T0kkKA1BuRt84g3d7wdxkpv3pTuVmoyLi1eApSVtqNrZiNU37Am41IvqBtpHC+IWqD7QVWw59mELY5WKrp60pWUG4SdSUki+W9xrYADZ1bzZmF59B5qfT2JT6GlI5WUhK1OIUklTZSodQ01FiNLkG1wu6/wC6H2K0Ru5Lfl9sqMx9t3slXyZkSOEtCpif1xplW4T5AXPe2ttjiob9t3LUpuBKxDwEZ+ErOsZU6DzuO5I/H8rbJ6FWcOOtS4GHKfTqdFWtS0QNEeHNfIBp2vZItqRoNQE1ijC+8GvVliBRojE2nVRX3ebn6Uruo2NgQk2GpFrm9wDtCb14BmFqujV2uXBxmbHZ39YDpcpyA1UedWtCcqGnQ0tSr6ZSSMqzoLE38hqbHLW9DfVzWI25UWk1vknMzTqJ6W05dTcA3ANx0kEJPncG5K+qLeI931eYaxHwFvwVI8CznjqOuoUArUaEdiCRrpcpxBHozrsSve7n1xauhEhpLV1MKULB7IbgeWYptcEqvYHWWH+6H0OiGkUiR5S6pyrE+l1F+l80nJ99TmjvKsQltYsSlQJBCwDYEAgWB21Fuv3u8rQabS8Uckw/kWlE2HNQuK8nyyOJsm4vbKsgnyB7jLuK6VhfhMSqDUapCzoTzVInocQnISoGyVEhQuNE3ItYjTsO1amT4DTFUiy1xWF/M0sqy211SblSR9dfIXuRsHY45EHrdC2rTGZ6hUSuQJ8Vt2A9n/Vdas6hy1tFpuCPqdf9NiBdRa5X4rS0I6evJmaT6A9+5Fwb/wDLz63c78cR4NlRHYFOizZTGVa0tNBCnk2uQEqTlVcC1zbUWJTYEahxf7UTUDBrdewvhnla2tpSX4qlDIldhcIIUM7ffS4Otu4I2Zr1B2+Uwv8ASb0+I2a3XIrTX660ISvO0vwpPdBB6VpI73JH4HXZF4ggysW0aXi3AdcfizYq1JW7HdyJeynqYfZV0LGtrKsQb2IN9lHWfakxvihqmV7EeE+VQxmakSqM/wBWbN5pUBawt6kjufPagqXtFVmK7LdwbLYWxUWkpntcDK65bTiqbOugJCiixI1voCFbbyxhv9NsVMk8wOxbibFFZrNao3F5Jc13PIj5loaTKSbZwFG7SzYXtb8xrsX7tE4txlKiUuqRJWdlSWuYyZZCu1hfS+mg73GlyNpvs3YQoO9/FFWaxlkfWt1ciP8AFGVKCb3F7rCUmybkEJHrfTbELdzAwk037h5XOhKUoTIR0uJ9MwN0KA9DYj07bVqqL8ymo1Z069tBz+YocP7saNhd1tqLSeAj5s7RQryuCNCD5agm/bYoq1AoMqV/VH2OjodRZSXFJ7WtY5hb6XBFxfQEmKKtWXeU96U9cKosIVlz5FIcaHhIOt9LdiR56Hb7w7ij4TlLnxGX2H+pTTqPQa5Te/n3Bv6gjQPY2rPPuzO3lERinDNGiynJ7USKuqIzJYlZPDfve4zAK0BSQDcX7i5zBvcom8HEcX3XKp9RflRZSUpix0FTTmh/RqICVX8rkehAIIHodiXDNBrLTn3R9uVk+7rfaOb8nACD6i9x3B9NlpTsEV6VjKA7FyIioV8drhZlKVbRwEHSwtfQg+diNlF0oa4OY/obe1Z5wQ9kP2f5W7mguYtxbnRUX08V2O7fIlYvlbsbWA8yO5ubC9gAb4fayqlGx5Lo0CWhyFFd5dbWcZZCvnVbVC0C4Tr5hQ2eHtV77WtzeCG2qXkfmylJYjtfNmJHUQCDYC6jbWwVbUAjJ9S3q7r8ZYXj0veDu3pFRf4SckzJwJStNbPtZVXvZQJJH965sNOwKfGeg0aF3NzQsxNWPZk31QFuxcPRcB4lXmUqbS2A01IkXvmfjW4TpWQCVAJXckBwEkbUNJxPvuwHRolGpbNLxRheKhSJVInpORKF3+KxmuphtVvEklI7FKxqI27HC26qtT3Psl70blMIychPlCUhxB1UgZgc6AoiwJuCL3FhbTu7agUbkHIvu9Dz8XNla8Lsf/AQQtIItZJsCL2JuSc+/UrUdkvqeodl9gEyrVhuRntOOtbsqjCqL7vQ1FWcja9NWXGSAoXJJC0CwuTpptArdRgYXpbdBgRH0Lfy5MzvU2pIuXCbaBRABA8r2F9RpbHaML0avPxYtJ5V/hJXxcgy6+eYWJGS1wRcW7gCxzLvQx/S58WXRuFS5qGFcWLIW18VntqhaSCk97gkpIuCm+uy9L958D1C6a76gZl5uaxNS3cUMO4jafWxKytKUu60pUnu2qxuEG90nyJtcXG2y4GGMJVmlt8hwFxVpyOtdGRxPl0lOhIzDS1we5sLeZtKqDrTrkpp79VaVoUUqzAi34j876eu2qNz3tKUZ2A3Qay0xFmsNZHWn+lDjV9VJVokJN9Ra6Sde9y/nb4zN6rpnz3Ejll7haDQaz75w5TosV9/qySGvgPKteyy3YjQWSvUpGhCgQBfwsYtYcgT6NWeao9R4SssWQtuVFcRcjiMuJAUpIJtoQsA2KSDtWT972HIFBYge9or8WatCoqXZAStKjoktr7hXEuBbTQEag7LOpSKpjz361AqLDE3DyFSpqFtF19uOQcsngIsp1oEKSVNAkHQJJGVYLFX3M+jTam9sKDExvqprWI6pxaNUITFRQ7n92rSphSmrpTmYOUpc6iLpFlAEWSRcpHd3OIazS5TkBp5/Ojw8J3qbV528x9bXGpPqdqaeivYNxa5KxRVor6EOqdU7FdEhLKSLh1JyE8MixSsNrQpIKVpBJAN6ziHCWLZTlTnxGItX4CFx6zS3ylFSasBaS2VELOQaOZuKmwBWtFgFbdN3RxPRnpG6gDPPzKXFlWiyqy3PlZ1vrTxYtZhutrSlepAfbFwTdWikgHWxGlw1tyW8drFtUbw5XmUP5ErQiQxFzPtp4g10sSO6iASm+oFwQERLwU1VMR/9k6i4tb7SpD8N1/JmSNFFtQBJI0UE5XLkG9gdGD7LkjCWEt7TdB3oYeWiFV3UxWJS8ieGtZTkXm1AvewIuQVAAg6FptJXdT2bhkHgzQXTr2xS4yMYjxr9ElUue41KZzozq4S+EtKZCRcZhcA6ixsRptTPf7Lg5P90/wB/F9tnT91cWvbvqlu5r1QfW/S88zD1SfaC31Md+CpWhUpFlIOqV5cug1BxlJTwpT8V3+wdW14FoS5lNiQlQCgPO9hoQbkEHb5J/EX8Ov0m3fXyh9H8fsZ4zqvSm0b70+3/wASoVD4srhfP8nUE9Xbzt/x2ltQpTXE4vRk+ZX6vr3H+YP+e3w/KgQGlz5WTgfqKWMyren1/LyOxd7OVMoO+7ehTaXFq2SnUGQio1RD6AnjKSsFhpBV0uZ12uL3ISoW1uM/pfS9T1N9tY4+T8CJaLp9urswg4+T+IwolWr1BpbcB2IjI+xlW0783WLfhqexH4jXXMMzFu8DdpjaJjLFuA/tRgqV/RtSRHnutP01Lro+IHGF8RtQCCUKcBbVYi4BA23N7T0ulycRxIFGZhc1CiuomLa6EuOqKVJBGtlAA6XNr2uLbZT3x4ZdpcCiu1llbHvtKoqZ7TqkpbV3HGQdC2M1jmUkBSh1JNht9e6fo1oXZ7I4zPbaChaiR+IG1Whbh8ef9nIu+ivUir1F3LFaxHS2JvMNaqQ4hUNLCVDpyqQpIcB1BWLDYSeoLuB6XUqBh3E1IqFRpb6uO1Rp/NoetmvwCEh3ODdKmXGkuJOYWJIuYUv2OMR1mexKgS6Q+x08ut2Zn5dPcAEpCiQT8w07Ek6m93n+zHFw5jKBKxvVkIqj8JUh1cW/AqDTICeMoKzfFbBQFKSrqABKU2N9YIVmlZ5LFpV5lUx5Waa1P4+d+OljpRlXkuokG5F7KJGoBGgPYbd96USjYSgRKXFpzHHy53VpR1Zew9La6+Q89CNjimYZdanse664iVyvQib4kqSbWJB11SUi3e2l/UNr+AsR4jxlLan1BD60dS0IulPlYAfh+dhrrtm6hcZnidfYy3FTAuh0+U7QX5XBWuLmyuq/2fcAn1Av+INr/T4oDGPMJVT3zheXNhP/APnxCfWjiIuCQSkjpP176+fdj4P/AKB99YcaZRKQtHCdQtGZP4qSPLUep/K42lUGhtfDpfFY+9KVyqdcyVjL4RfQEmwGv4aHZNUi6ahl9QBNenz2pdLr2dDz7XH5h1AUjPa6uIoaJBubqsANLkA3A7gdiBKlT4FepM1iqU7M1yq0nL3HTbRSUlJSQLW1BFwQdnLB3RT6zjeiu8ZbCIsjO7wFlKctiSkkHRNu4NyR28xsycYbu8EUuVE9wxHESmEqaSt13Pw0n5ApV7AgaAmwF9LdtT6ntVjPubteu2U5b3E23UMbyorEDjIRFY6GpSrJmcApAS04sEcVKSLpUq6gNCSLWosQYlrOHGm2otQfmozJ5hEh35fIFIHaxHYWIsSDsaYplNYcdQ1yiEZ1p+E6g+fkCb6+dlXBFzrfSE/h6BVIrbs9phaMiuFnR4VfTUWB9AQPO19s/wCqDPkxFdSLLtxi/rMGjSvitZF/KjioKlZLXIXmGhCu1ibDz8h84Or0DC9UYddiIR8VOdaVZVJTe5t/zB7W8zsRUGnwOafadqLC2IrvC5V1OZcf0soWUEki4Jt21GuvHFeH5XwJWHMPRX1oycXqyq0765bL8QsrQkaWBFzZnGeZtNqakXaY9sVR3d4OA59Gi5JU1hpcqBkdCUykEXskpJTcgG1iLX7AEAKrdtiqs0vCVWwbS8i6c/nd5WVZS4botlcSfEhSHLdaba6HzGx7u/qLTVBiNNM8lW6cvNyuYO8xHtZwNL+Yp8QBAVYW1Gu0esYEpcCvVLEdL48VdRRxXWs2VGZQ6tT3SbXyk3+tjsbTKeR8RQaivTocj3LLBWLPcMVx2svIfQ+vKqPolTa7C5RcnpJ6gLHuSDa4FVW5bWI6y5KixHMnUlCEIKsySfNIvfS1u/n62AJIxlQaXVJDUrPkQlXjRmS353vrc27iw7nXvaFRt9XCo0uBAz8dfS1nTlXl7JN/S1r6i+uh8j2U7/mYuod7n31+P9Icv4cdgRX+FSVoyIzq6cqE3JAKu3n83r+Oy3w9wsL7wW69KiP9C19SV/o06G5B0uD5aGxvroDY0PeJXouKIFUqlRW4tauVdSvIlKkKPhUmwSpJOhuDp9NNprtMai1mXFlRMiIrvRxfmY7pINiSLHvrY+p0CVlHZ5BlhoyEDsckytkV/i43fxRK460MPqU1y7oStKATlcSLg3F7nUfW2uzG/n1wli2qMRZ9WX8DIl3mmgpSbaEGwCvIWt0+ZBOoXeJ8GVSfAcrOCKtnfyfFgeHidzdslVsw7DQXOmh0NLgrDdU3jQHPelOXKXFVwlSI8Uc5DWL3uBZxSSRqkAlJuSCNAVQ/tZ6LTVX6dMVzVm7GjQMR4jluwKtF90PsNKRyV1JzEalSVeBwqJuASPO5BBLHqOAK9RneLFl81FX1IdaunKm3mO1/wGl7eVyltwtCdwHAc4tRXNYWroWtBzpSTfIQexsAARe4IuAbgaMTiVpqL+lQvw/4Vfs/j8NtnRKrp5+5g9Qseywi32Iv5LsDmm2qz19aev5U2sb28x663t62sbneBWJ8/wB0tUb/ALk0pSVpUUpzHTvYegIsdBbXYExgt2s4tYiwMiELzKXkVmToPUHzNgNNbj8dq3HGL5VGd5CBnYRFTkkKyjpsAT538/Ievptn6tttkFoSiPlpHnY6r29WvRN3ON8WPxVsI4TDspHF6T5LcuDlJQO5KSbXKSAdheV7POKKDVK1FwbienP1dh3MiBrFdzhWb4eboKiLkJJsb6KUlQJMaPhag7xotF3g4cqyOdhOpRPaWxnS9lBDoWB4knwhxGYg6FNybfO8PeFhzd9WW3cOO87x0p+7yHy6llQJPDQsqJKLqJCSTlCiLgEAB9jj3PoAsPaGJ9YexFWaXRn4FGiP86hCZ9UhR+tSVpvmkhg9SlA6qSgEjUgG1gN4vww1vGo3Pu1yUiUwtCOY60R3kkg5AewUQRZKik2F8pIIB7uyxs1jzFDFe+xDFLlRenn4rrS1qWop+G42tOVSHALAFQNwm2YjQ5p+HqC7Wa1RsENRW0LaWiZSakkLYbSom7KlgcQNgg5FuJUlJ1JAJOxl0YHmfcsqfLQCwjhJrdfhduA08tbE1HFTnUFJzG/YpOp+hFx6nyW28JuA7Ffd90oz5lKzIWE9N+xGg/PS3bZpyKNiilxfcMqkvxeSWtpcJ1YXw03uEaEptbsQbEWIsCBsoMQO16K6/FqjWSL1ZkLRn4areMX6kg2sdfPvpfaW9xEVnfxFlGDrs9tprOwtHg7p6h20019e+nkT3ranVJTspye191m5lNSuBZpaVdgojROU6WIA1J9Tsy8F0TDk/m3ap8dDC/gO5SjKq1wFKSb2vb999OwLvHoMr3pxXYj/AAPBx8mVSU63zKAAzG19ALg3sb3N0xGtsGq4zVOFzVU5Vb/yykNIQ/r2BWmxIP1BF7kXtpDp8+U1AcitRFrfy9HbI8xcXbWnQKA1IJBIJJBFydpU6iSnWm2vjSkMdDTq0BS2+xt0jqF+5se9yBsS4MclQKD70aZRNYYT99TwOttIuoOgXJAAvqoKAsdbdrkboFklTEpXCoL9eaiLYlMK4qeFdSFJFri+umguPPUjW+x83iie7Agcq6/Npz6OmLKRndirGhbva+nTb1BtYHYWbEB2e3WcOVBFOXN/SscI8q8ojW4BIbc8iQFJNgem5OxZhdDtZxHE96MscktrI67F6UKd0yocubhY1soDXUAjQbSIZEkWVQmmp/vSBLfizUJSp2L4eIm2vDVc2tYdJBANuwNx+YjXiOU1AlNS1yoXFSwtOTOtlagbApCSqxCSTb6WBvt1xNMxRzU9qjcrKYpzqWpDTqcz7Kb/AKVNiFFOpB1UE6EgaHaDXYTsWVA/pZEV+UhC0u/2Sk+TbgsRcAmxINr9xe5iFnGVhKqOuucryq4r+bipz5kpUAPEDpf0ULG+l76GiqEV2BS24sCJxpqFZXUuqHUmxOcK1uoEXy2tbMfLY8Vi6LhyA406ytdRW1kWvhIWwpJvp5k3HaxuNPrsDqhfaPiSnYjcrIvirRHdyO5LnsLEmx7EAkDuDptVd0oY4tymOXZ9GcoNedfffQ1niuyFZ1OJSNW7kZgsWNgSQR2AII2JN4WHaXXsJS57UtxjgJ5pCfDlsPGL+JN9MwJAva99s8po/uGst1TDlWlL+KlfCdXnUlQ1GgOpGuthbUetzHGu9WqUvAfuultcB9yR1q4WdpKzmUopSsFIuQOkggZiLHXZnIaZtlHnvlLgijNSqy/P61v51KU60rM6lWgzlBuFoJPVYX1vcbGdJx9ijBE99p3PNpcpXLuoUjpSk30PbTUCx1F9vjAUfn4sfFFGp/u6atCHZFN/sHtM3EjkqzJULG7dyQNUlQBSK3G29TBEWLUov9IolSk58iEDM46EH4akHpWRqApBSoEagjTY1bqolSG3SJV8N4ciuuVRp1bEWqZkMTE3S0lYueG5YFKVjXQkEi/02/cPxuVgcq7yq5S1fLI4C3L9QUkgFOY6EHQHUEk6mn3e1RqqUupRao8+/TpTSeYYzhLrOmigNRmBGih2tpcXG3Sk4XoNZqjbVGxj96oi0vpadsjmmDoQUgkZrAXt53NrC2yuN7cR3bwMz07rMml4opfvmBRG3+nqlUaY3NYV+SbLv9Cm+yGxZi+A19wazsLz5OpGVWb63AI/Pbzwpu9bG+HKo/WcL4nrdEf6loSxNcQpN/JRSQFgDS5FyNiale03vQn1Rufi2re+0dPFXIjoz5R/eSAq9tAbn69tRFP5pcWq3E2MzhRqqNcWU9nz/Ir8x5bTFbrsJfpZ8RedHV0LOX/P/MHz7bD1H3sYDn4NbxRAqyENoQnnIrt88dV9QbDUD9bt5E37EuH601WYHCi1FEphf6Jefwp72v8Ax+/W4MhoH4moGEqW05yET/GjTL59/XT12S9eorXNc1S+Gjq8Hhy/x67OavJlRZT8X/F40eLYXpkD3y65AdiZH/1U+LTzF++nl32Xv8pAr3QJmwa87RuF72fQxl+LkdGXL2I76eltNi7A2DYEVpue1UH1rzfIs/v89fPX89hvl6pS8Rz8OSoj/jUqPmSU5k6CxH/UHuD3tX06ZWcOYj4TrK2GFq8GbLm+t9U66a+ne2wq1VJApVPU1Tgzea7S2uV4qFrRlTkfQVZrfUG/bQd+215j3G1Gdw575i1GLFfY68mmX8Ce34XH7NkLJclfDqkCXnfyJzoX09vK40v+f57UuOJUCqUZ/wB6S+VQtGfP4cqx2/HTsPy2vYm8RS7TrawjnwjvEwliP+hqyyhh9xOVDqXc7DyfRQ8QP5kfhfZZbxm6zu+xHxcJVHgQZS+L8J34SdfTUedtb21/LJWIt7ErDn3CBUePwFZUrTdKk27Efq/l+wdtptG30VneXF+zmLWn35rHVDqUBS+a0FglxsGzw10sAQL2B1uDsbPOLPpK0fInodhLGUDFGEm3azUULfQlObIsLSr9hI+hsfrYHTbMe9estYcdl1nCVWfirYR0LakOIdSq9hY6LSALXBJtqASLArnB9ZxHuWiuVmVnqNIlK+9JQs9Szoem5soDuCLnzFtT9Y0xHQceUtyVQasiVx0qWtKFlL7ajbxA2UNSQbgg3v5jbPt8nDAcTLtoxd+0sdzPtBVmvYo9w7y3ajXoVRWlqO6lDSlxVdiqxCcwsAo6k9OgJO2uMH4dpdGlOT4vx0P5VtLUgoUpJ1FwexGoIAH4abYS3U0DhYyprrrKH18XNkT09Vu9v4/dbb0DpC+LS4jvj+Enx3Sr9h1/jz7nWprQ8ybwEPjC+A61+l8H/q23Z+VKlfCa+T5/l2oESXf9jnQja6p0zhNfFa/j+Px2e2+MAHn7SpVUgSuVadWhhfyeJGb6pIIt+V9oVbw5Qao7/TLPAlIXnafiryOtqPYpOht/d7fTaS7I+LxeN/i/6/8AL89pq5PPtN8Xr8Kc/wDH+u3BFnbt0U2K3GoEB+jYoiNykPtcJqUiyUSkduoEWC/UfT89so79sUwK9hdvCUCksIfhPpaalZAlTbSDYN9gE3AtqTpoNtm7y6U1VKDLiu9HwlZV5Ort+76212wXvEpPClf1tD/WpK05SnpH46n91ibbLMnnNPREYMC8LvyuVcaalvofYWnJ19KVeRB/bqP9dqrEdJn1SvNtVmIhhcp1LSnUeGRmXbUdrknuAD63Ozc3N4NpeKJUuBFZ462GuuOpObLmzHse4Fjr5WvbtsAbwsByqXVH2qXzWeK71sKurpuLZfmFj2BJsLW87kSvmG74YlJuvdJTPdeEoEB17+ySlCVKzZfID6D0ANr9vI7HqcNuuuuNfo1/IvP9B6W/HzB9dln7MNclYt3aU12e0jmmI6GncyfFbTvYdu2voDpfZgYixVAwvAflT6ij7qrP0+Fv8R29O3p32s6cTHspbfiUmM3mqDS3/fLqH2/1H7/6fjoNL7Ce7KjUbEbT9U4T/u591auiYFJbdFhqk9KdPmN19gdLWQu/Hfe7i2LwotQ+BmzZmlqTxLHsUkAhIB9Tr6g7fmHParwHhfdU5QaXRKjCxLFjpaaVkTkkOnu6VJskjW+VSQbjsfMaBhNXTUMleDN0ULBnPwG4EBpfwEZUcVHVlHooE3/K4/eNv6vezK7Wf6ZpbUpio8LLnadLXE0vkzC9xcXspJHmBstvY2314cr9BbrON8ZRVyoqfvUppotJzXIBcbTcHQi6gAbXJABO27sGY/wRiNrkMOYmpdRlZM6ENSEKU4m3cWvcetrkeYGxE3ZlqtO1J3Tzwwpu6r2HN90CqYjaqMKVSJqc7Ss0f3gkdgpxo/E0sRe5IABA1A1/jvAeF94OHOLS2n6dV1oSuOvoSpSxrlCtUEk6EEAkeXlsGb5972CGsWv0GqS36JXoPQ7Fnw8zSknwrTlCiUq+VabgHQgdtozO/jCVGwvyvuSbUVvx/hMR0ZuMs9mlAHKCbgBRuNb6eRHmrUN4zENgz2JN4LuMnK9i1mFCpdRnuypVBS66whS1KOZTWUltK19ylBtmN7JFwWriL2OKXKgS6zu5q1Up1bitKUqkuulD7ff9G4oAOXGgSo5VAAFXfa/qO9De+MBvz4tDyQsmb74pErgp8kh9F0ZgLWS4QSQQCbAbEW7jeLvQr1GiT5VPYWhaEIamoWUtPeoFistkd8p0PkNhE7YcVlvRmVsBbmd+e6rFv86uEsB1Sov8XJPjxVtMTHkE2KlR1KBGt1EA9ROgJ21rScNYXxvKb3je736XVH0J59rkuTmJ8wmQ2QOJY3AXoq2hKgdKesVDfdRnZderOGFyqWwlTq/dtneMwRdRLYCV6EaFCgQb3bI12scKb3KM7AYrMWuRZtOW1mjrWscVnTqaClEAkfqE3toCbW2H90NgQDr+6GLvLnz6pgh5E2oxcvHalX6ljVIWVdSTawCjpbQHTTnH3GUuvCW1iiiRaJV6i1lkQ5T6WuY1skIcNkqXbQXNyLDMQLbd8Rb58IxsWfbLAlWguSkZmJUVhSmJWYE36F5QsHyuTrcWItatxdvWrOPOJT3YkKdSJTXFTxWMyXLI1DyEkhDg16kBIJAJAtYSBKOZ+4a3W0al0uRg3GWGX6RNYW77rntOhh9tQbBSErTdGYAapN0qANhbXYIxBgDEfFflNS/vS19XORy1xHRoOIkEoJVa1wRqe4NtjPCdHqkrCUuBhzEK6jkUp3kKo04/ycjL2Q8gFxJKScp1FrA2F7U0LHcWvUapbvq9UV0jEMJrhIRNdyJS6ntaRqmx0sSQk3IJB0JgqtBGdfZ63aYj5qf9ssMP05aHVOxZC15VJuBcJyqKshJ0vcWBAIGh0JSIVBoPEpbtQYhVF/qRx7MKeV6C9kqJ+hvtiake1lvz3X1mfgPehTmOBFWpqHUpUItSm03JZKnmipDrakFJCrGwT4gbgTB7Z+8HGVGq2A6pEoM1/wAMWUlrK62q40W0rM0+3lNwpJzjS4JJAtjbIxCr2iN4OKOLPoNLiVGFKQhfHyZVKbygm+QmziVaWsb2N9BrtmLdjGoNL4FUxHh6LNX1KdYyLyvXso8O50Iy6Dw6fXR4UjcXjf7hiivYsX96Wlb8OevPCkLJGiVEhTDgGiQTkOotftKx5hDFuHKDIdi7uEYlpf8AWGpsBRfSzZN1IcFitKSpJspIIBuLmx2oZw2q06wt7WHIHDdwlh6KuExmW06uKhK2Vgm/6MABQ9QAde+zAw97RdZxR/Q3uSkfok/CfabU1KR2spKxlub6psR57Zq3c0usu1luVQadwGJWV3l5Tq3UKVfqCVjyFyBexHYgEWD1c3LVms8OqYcpPJSl/wBYitPoWhz1LdjodfDrsgC28zZU0sgHEn41r275ppiU7uiw9zS15Vx1wxkSvzGgBSCNQRp302YO7vFrs/DnuuvYYXVMPQupqOnLIn0fTVccEAutAGxbAzJGgzXtsG4U3Su805ArLspGfNkQ6kdP9wj8Re+uo0A7bMWm4bdixXKM6yiLNi9ceQi6VfRaSLeWmh07emzFbNmBtpRhK6TiWLS6XPwvvVpNIqmDa9l9zV5LGenStelpaj1R5CVAEJcCRfVCzYgKyn7r8OYciuSqW9S6jSFylqaioQpfBVe9lJSrpPbqAsbXsDs9sNS+Q5uByiJSJuZNRpbtlx5n98IcukOfS9lG2l7HYOrG6ag/aiJiiBRFzaItakOohuraVHUbiykJOZNjoekgW1uLnY5iBRlOIOYck1nCU9uLQcPMVfDz/WmFIu+qOkpGflZJT0E6EtLBCrp1TYE8lYgqn2jclQGslOf8PA+ErLexRY/ONMzRAIFyCQRsfYpw1KoMqJ7hqDzDHStqYrKpGupbfSDYmwv2Te9wQewLWXqpFqj7sp6kPom5eKlOV+O8r5SUGy2nO3UDcdrmwOwXlkE44hquHItU5WfiGqUubKT/AGVmkuZuwtoU3vr3B7EaAbRqxUK9Fgcg1VkPyoqs8dqQpCUyE9/g5rZVC/6O6ge4HoJu4er1Ual0us4ehVGicVLsLJmlOxbk5nU2u4m4JTpnsBe+pBHanhWg4yoMClu4hqi1wnUpYmQEuSFZEDJkcIKrgXupRCspF7DXaqLukWe4aRMT0b39TXYFRlUt7mOXntIkFjNayshCyEHzskki9xY3IJZvF3m0bGTv80sqrI+5cCpIdj2ju5ULVlbW2sFDqBbqCQBroQRcB2H8F0Gl0Fx3Hj1LqKJSeE1Nnx3YSZCNEpCnEksKdGtiWilQtqLED9pGFqDg2qN1TDjKItRWpS2ESoqpTUhIFgEvoUFIXa5FjY3sEkEjaT4yR5Swp82ltOt0ajS221oWn4S7tZlXJKgM2XVJ0Uga2somwOxUKa67+liRZWRPU0+jpc9SkjQEemot+G1RiPDVLxG05KlREU6VUWk8VEW7TufLqtIypKurztmPcpIudgeGjeDQf6LdrnveKj+pStUSEoFvhrsAFnTyuSfLQELX29pC+M4/E6x9iZjyk47pbVLb4sRCMjSmF5lh1OS1slldYSRfpFx9D22S0un0HDmI257rP9FzVceLKadWhcF82ACTe6mzm1T9T9AOtJxZWZ9UbpbtWp1LlOKUjPUo5U152DgAzAE6ZiDl7kHtt+1jdRvVlSpdLr0SLNirzL5WKoKQ8jzcbJsF2GpsEEW0CgRamk1S6pNw/uItXqUtHEh13ejVKzKie6//AGXO8vKlR1hDriOxJIPURbsu+g7jS/fFuHMUSq9SZ/GXCf6VSM10tTmiLBfYdVwPoDY/jR403b4jait/9mKoiFkye8YV5HLpuBw3v7QaE9WoHkbgDafhefvLn4X+yU+nzZsWkKTyS5DC1LbRcDKDYHKb2He47gbGsftDeIC4Kv6i+5/I3WYDxk7XeLyUqqIhtIfiqWEzIqgDkUkixKCVKIUCQSo2JIIFTu1wNPoMVz3o8t/IvhLzoyqVlJA8rZh3BA0+nmX0eh4o+Hih3DDiJVLUpDrUyKppbjROuRdrjTUggA9JNwRtCcxG67WWPgo5VtaUvpWrqSk+ZFwdO5CcxA1tYEijax7kC1+4jZqHu8a/cC8UzpVLny+VqyERX0p4qGvGyoC3Ug6a63sCDrfXQBEAYjoMpuvYSqMVa4quaS6w0WlNr1uUFBGhBIKbDzFjc7GeMcD0tqqVJ2qVFeRDSH4TvNdSUkC4zLBukkHpOgN/w2q6ZT+apb7tBelcDqzO5Mio74bORWYHIpJJTexBsFG9tnU3KvlNSvcqDdP6hbw6pXsbt7wZ+RyvIU1HmxWPhJkITYWCFWsogX7EXB0GzA3tqn48gMT4HvSFFi5n8nCC8qwCbdBJUryIFjYX7WOywp0CstVTlapyudaEyGFK6ONYk3bULpUe3SDcG97bW2OMcyoDURqK8vlZWeO+7Hs7w3U+JKkDTMAcxSLEgXBI12sYTMDcR092vRXGnXs8pCUutLQsZsoF0XSbKynVIWAoA2BIAO0jB9YgUaU3KrLz8LxcdfCOXOUFN15SLjLpmTmt37HTlTqjAiutwObRKbX8WPIR1IzHRQBOqCRcFNu/cXGt0zgyLPacddrjDD/jTHd+ElzTwBYucxuLXTY9tL7B3SfuhHOw5hfHk9uqVSnRX6jxUohSOazJkakhCV2HWdLINwSdPTbtAokWVPcoNLiLQv8ArCqdUYvQl1GhcCgAAvUAKFiRYKGgIXeMMP4ygNP+5nePFhZnUc1dp9lOlgFIuV66i4AFrEC+rf3Eb9ft5Abw5PaY+0tITlUl2ynXGvJ4C9zfsSL2IN7HapeFqrVoMYpwTFx5/Q0qiPwqvCVn5DxKeSlBu5GCf0hAUcyUgOW1yrFjspq/RPslVG+K0+/FWrLwlqztOKTc5M/YeYKQEOAp1B7nW2OcLNYyabaqnu5D6HUOoRIlcqrOCFXbeT1IXbUXvc27HUVmO41BqmF3KNWXc7/L5neadbW+q3YhdzmUPJRJIOl7bSHzKWhEbAmT363S/fLcqBEWiahPwmlMBDvFIPSMuilZbgEC5HrYbW2IqziiVS3IrVPffmv9PAitOKSlXewAvciwva1z22hycY4Io1UfgSpcqVwFqyNOscJ9ldsudlxJKWlka2FgoX0t2vKFiWlz8URHaXUZsph9KUO81FCFMqABuVINgq51URYm1tLEUMH290nR3qphLdVAlVTDDDC5Sk8dKrpVxbHKoaEDtqCRqNDfTZS1dmVwn58WIhaM+ZbWTLm/C2gNx5W089tN70G6Di1pjCTsvmpTHx2uXX1KtcC9u/iINr6kX2UUhcCA041VGvuspSGsiEdSb2ANvUHXSxttZE3e4F13e4JUVGN8B1Sk4jwlVn4UqVldTwln4a7BVjqLgA2Kja9iCQDroHDHtm7xsL8SBvBiQqpFW0paXYrSkPp87rbBGZAHYpBINu4uQp/aOErd87hqBS+hcpD7qP1lIQEj8DbOARbQ38+yUqWIMR4olRJ8VngLi5c/zIUom/SLGwIAuD2Pn22oVauYuq0qM3ImycK+1BiPHmKJFLb9y1fD3U7DdTUi06lR0IIIGUmwOoI01V2G15Q/aewlS6pPo2KKTNpy4ruVLvSpOgzEKIIynyBvY27jzybhOkNRZ7kqAyhC15nciV5VNqJF7diNToR2HmNpFC/87L7VZ478V91XUmyXWVEm1tMqx2ASQD6HTbPbUOXwpmHfVX6AnoFRN9uDcZQGPcNbRK68nCXdDraz5KSrUk+WhuBodj5ifApdLfqngYy8VSFKzZbXOg8r+du+2ZPZmwY06770dZ48XqayrTlVkva/bzPqCNB6kbHntMbxouCMOfZyA6jmqjljx1uqy8NStAokA2AF7kDXy7222NOTty8HpdPueY+9orGWI96G8Z92LTuapELNHi5FdLjoJ4itRpawSLXFgdNdkZMok/n+V4PQhaU5f1VKPpp37/Xv57aJgUivSsJS58DJFydD8iG+HURZSTl+INFoSuwOYgC50UAQAnq3ArM+qc1P/TrVmWpCglLmmljoL+f8HZjuLjdPWVBFQCP/AHCYPgUFptp2Ix96yrzqX8/90/Kr0+th2vdqYgqMrBtU9/QM/wABK0SmtF8SOdCRkvexPfUdwQm4us9ym8lrDjrFLxHnlUt9KI7shpoLXHWdEqKDopB8x30BB02fNY3ctY8afiusoWhfxWnY63E9rEKTYBXkSQAbdiPXA1PnccTB13/8wcTP+8LevAagVZqVVm0c8pSIs1DRlcFayhNlpzBRsL6XzD0Iudl/RN0TuKMOVJqfVqc/zqVu02pQllTSld7KQpIU2f7p0BIAJsTsdVv2RazKxHy1Bx5FlUuUrI7zTWZ2GsEWSrKQHEm4KVEAgWBBPUbDGHs3Y33N0vi4Nx6ibzSeK7DT0KZfSOpYB0LatQDa6TYEkWI0NLUETj3NDTWKqbKzzEtG3KYy91y4sXIxUaQ7myZ+l5q3cdiU6kEWNrgEC+o83Ei817ri1xhFblZeVjuoCUOOi9k31ydR0PY+fcWcVArTsV1yLKq3Hq77WdqK+pDSpGX9I0ggW5hAAsm5Cgbi41NfJjbkt40CXFnvLi1RHUtSmC1KjrsCh5CxdKk2/LuCO42vubdzDLc9bfqDiDdS3V788B7tOFXqTCqmF6itMp2BIWFOw1uEBDiD2aWq9ulViFEEG4sKYSxbPw5Pg1RqoPrmwkoYiyJD7rUhtrPm4SnEKBUi5UdLakXFr3bFJ3/Y33fYcgYclS0VGLTnUoYf4QW08xaxSUm4sdOkk2tfQi5XtLk4SxviOW1iN5GHUSlqkNLjxTlSknshFx+I7i+gFhpdMt7m0uzA2SwnVifRp9N9zU/iU5hpKWoq44WptJSnO1lFkqQFBRBCQCD4R22J6Du3rNUnt4tgUlHuuVmkKi8uHWm+6iHo56lIUdDYAX1BB2Ho6osWqe5sOMsVh+K6nLNgJcWw5oFCyDdQVc6pJNiLAka7OnAdRoNZacgVnG6KdNfaycJpS0LS/c2XwVgcRJFwoNkrvqEqtsbbthx5SgZ3JwMR8eLQaSxClQvjsJadLvBTcpBFuoJvYAhIIuoZgLAHrXsz7vp+6+pwGqi4xiGV8WK1KWj4iyg5hnSkFSVqzApIIIAuPPYAwLExHjLHn9DVFaJtImcvIdYkFC2VoXoEKFioKKcwBJBChceR3tuO3ZxefptUr0ticxQV/AfypV948gbeQBJIOguCABYAmOIFjtef2C8LY33c7gqLFxbLq+IaexCQ1IXKkZ5tLUW0pLzEi5WpnVQIcJKRbXILDIuGK7vBlT6tgOvVb3vhCkSF+7l1JAdmsxTm4DjcnUrasAoAk9ykEAW20z7aHtdUGgYcqe6HBstz3pVELgVKrNLCWqa0oC4Qs2Qp1YJSLqSE9VyCADiSTWMZYN3fT3cG1anVt99CU5HY5UlxpRzOAoRZSF6kgEDW5N9SQavT1aqk02DIPEGyd+spYODF7vCr2I6zjdvBEWI+tC5SY7DTXVxnbC9iLnKOoHtbKq4FjfamGRQfZu3Nt1mfQ6jnQhrn5sKOJDralkDiPA+JBURe5FrW9NgH2Y9zUqjRWN42PGkPPsMKXFjru6uKnVS8q9C4lRsbkWBFhcamBjz2jKXVN43FlMv0thhpcJC5Cy7Tp0dRyrbkJbBUEqtYqAUUnKbJII2X02jp0lYqpGAJFOkShMJxD9h52qRW5/vbneaSt2O/qnNm1vY3IFyTlJuO2wJ7X2J4v83OCOQ8a6o7Hm9BSjIIrqTmFxa6wBcHW/cGwJRS6rQcL4XpMWKzKQhGZUBfFRKSpghBsFp6XkgaJcBBUEnMlKgRtX70qzFpeA/tHVKHTqpwJSHWFutdOYqt13B0GbRVrgDS/Y0o1Cd81D3E9PZtuKxQ7j942KIEB+A7ixcrkmuEtp+y1cubZShSbLIHhuTmTYZg4LWsZbNUxbPYr0qrOTYMVapEKVxVp4Loy5hYEZSUHKVDuLXPYbfUHfpVHeUddodLZ46cvwopdRlH6r98tiNAQBqLEd9q043qkpqtNSnWJVLW70yGGuBKZUAkltxJFlJ0HcX8wU3sdJn2x0mcqPClQK0+7ggoera83Fw/MfDSaowe/KuK0S+nySrRR0zm+UFdEq/Kz5dUapz+dbTv3d9OV1K0g/CUBeywRbzFxbb9w3gKfvBwbwmqehfA+LHU70rS6k3AHm24NCLkA3GVRvfYKpe8Z2qVn7EYyye/oshcJFUauh1610pRJBvmWCAniaLBACs1rgd9W9M/Mxep6DvL3E9ifmGZjsrG7nubOjmlrR1eFPkLHy721vpcabG7tF+LzVU4KKpFd4rXwsinNb2UALG4t1C37tquTHdoMB+e1nYqMWUlClLaGbv1FQB/VJJOot6bE1Ml1mqVRifKdQ+xkzcJDWbKk6gJ7kajS9rG9vLbLrXywZ5hAyttaGGBH4E/FD9egc0xw4uWRFkW8RFwsedx1AHsQb27Wh1LFGHJ7s+fzbGeKpSHWvCtNuyyO9j3CtfP62BqVv5wvQZWKIEplHNRXUsMSEJV4wCcqwL2J7jztoQLa5uxHUK9iifLqlLdR96UvPHU6U8TQqslSrJtbsCQNe402M2le2z9p6RdJ3axH3iWnRcW16JKpdRRKpz6f1MuVYX2sRf0II0Op7i+0jGUKVS6W3FoLudaP6wlfUlKSTqb2IAvc9xYWv22Uu7HGcqlxW4DudbGZOZpV86bE3KT+IOn+lrwMf4gnxay3XnXpTDDaciZUXpWyldvEg6LRm0Ug9vI3tsumhK3+Q4gqunbb844jLomE5TrTdZ4sVaP0WZrJl9bE2FyCT3tbXQeTIpuHfuv+51J8SVa6i1tCDfQnW3fttj+PvIxZgOqN1mjYhRNYW6p1bXVyshChaykKubW0Cu4P7DobDXtFYIxbRuFwpVLqK+lUCUj1Oqm1jpWk307EHuPWdRo2V9/xFuo6Z1s3j1JlUwtAn4jYqkB5dOlMdClML6HFa2JSNCR5KGotY6AWJceTapKwvAdad61o4D6uF83krzOXQj0Ghub7daHAa91uSorT+da1L6/lzDtf8ibaHXv5CJjGuxYFGco1LlsPzZTuaO078r6RmKAQSCQm58vQ+pfor2gRFdz8QWqO56BiPC/vSBEX7xRmX5q4idb38rg9jp2H5qCqYSn0HicVrItC1LadQvqTY97g6g98pBHqB2O7931Gai4NiSp8RCH5UdKncngzW7jTQ31KT28rg7Z79pGRhx3iQKNUWGKoxmdTmQVJUoXskkdgTpe3nb0GzNum4yIWml7XwkR0Npqe6x70lt519PR0KUr1HexF79rD6DZ7YMwu7XmnOflrWuK0lGdS+rIlNkkC1lJtYEAg21B0IKZ3WYmgRZUujYoobFRYqiFIYUmy0JfSDbz6VA+llAi9iCRttbd9gWLFw5E+6LQ/k6M6SrKm3r5jvbsALfQlZdK2ofEc1v/AE4AiypWCnYrT7sB2UxNz8X4rQXHe8rEGykHtckEEAiwI1HqROo2A8b8/jeJKpaKvljuzIt0tKy3CXFqSOqwNsyiCBa+gB20a7h9pr4v+4vOjpV6g/v/AOG3Or4Bw5i2luUusxELYX1I6ApTavJYBBBINtCCCNCCNn10G0yul6rajbbORA+BhqVQePF+0M2osSssiFzSm1qUm40CkXzAjQKBIBUAfLa2Et3hfCe/v5P73p+zuLdtkhWsZ4t3aVljC7rKH4tIdTwlIzq6QvOHWQpRWEnsWwokHOkE6Xe+Gq7QcZYcYxRRuBwJq1NO8JWZLMhOjjZt2IV8p1/ZtWte1kS/V6NxF6ejPyghpqfPrMrJkYa6V6+Quo/gbaf6W2TGOJsqqRZc+VnRzql5P1VKJ6Ug+vYA6X2bmKJUCg4X+/u5ETXUx/D4tcyh+zTY2mYX3VNYcgT6NiFD8V9pKZ8B1r4rabD4hZKrFIVqFAAdrnUEZNi9x8mW6f0/6hhn1M+bgsKY8wlS58DCTK63VJvxZlJalJUrKbHihlagVJSTlKm7kG58ztd4o3Ku435us16kwqXXqWpL9RhO587zQAUeKnoWSB8ygCU2BWCATd71/Z0xRQXWN6GCMbvoRS2uaalU2OUzIbFh8ZtFyiQ0nTOhBuRci/bZEb1N/G+6VKpv23qFLxCxSHX2KdXqQgfemDbM2VAlabgJUEEkJvcAi9iLTg7hPZIvbXaY8N2Ps94jxlihj+aDE1RoMKU1wJqZsoyE011lH6SM+jrdaX3TxBmBuFE2SBqpr2QKpVYsSqYx3p1B/FEJrl01uBFQw+8wL/DfPic1OqrgnzPe+JfY59oCl7vt6CJU+uSqdQauhLWdTRUiOsnwyG7EKbPYOIIUgi+oJG3p8/vRoAoy6pS3ffXDQHXWqa6h9aWuxdABBUkHvYXA1IG2iD4xXUWWZ8fUyhjCjysL4jfwvPrfO1SEhLXFUr9MkAEWCidQki47DsNLbIHfFLdiu8Lx9Ks+XxZb9j+BBtfv27bN/ehiWBiPG9axRwl8N59SmlKslTbQ0F9fQXOtte+2c94b0qqT3HXZa0cTwdZ8IJsD+N7gH07nZB/ukVfdBejKd4vuuU1ysWavKqQu/CTfsFkAlAPbMBcEjte4bOHqBA4X3WrI48JaWnYsh1D+ZIPYKTr3GhB17G2hI5hHGbuA2mGp+E4tXisdHQ02l9KLi7dj0uXvpnyAk24g8j/EuG91VU4eN4stiFTpSMj8VS3EJZd0ylJJzI8OUXN0mwBIsdo+2HztgbirCUXmnGmqdClcdOTix0FhTl+wfSE3uL3CxrYC4JsQuqjTIuEuB97fYQtClpRIWEvqToSA62qxUBY6AEjuD32OMZT5TsDhUuoIfQx1L5x3I+yn5VE2CS0bGyxcHTTW+woK47A+FijDzErJlQhErqW2oX8KxcKT2AN9QABbW90liIbYd3S0uvYIn4twRiGkVdD7S5C4C1t5teo8MpAyKT3UhxABAvYEAgJwAtpql1bivI4CPhPpX/YqOgKj8ovoFAEAjX02kSnMG1mK3FwvRFwpq1JdStHR1AXIJFwR31udSCCCTdZiRPaxHPixYkqLKYQpMpLWZKsuhJsfEkjUkaW76C+x2bIkIMQvplRiuyp7VUiSlvrd4rD/AIlPd02USb39SNFH07j4NHqlUxGxAxGy+iFFaXyS5CT8ZF73BFgTYAC2ovYjXWwpNTlQMOONcKLKpy8r7T7XU6yolRIUB5EEgXOlrXAG1tOmV512I07Vn36dCjpfiupXmQ4k+SV6ehsFWIIsdLHai+UsTtlRiXC8V1pifQa2xk8OfVadL9LqbXQr+8dCNbXG1VAwvXqXFclOssLlI/8APNedKk2FunQqBPmBcDW47Bu7vY/28gc1K5VbD/RzHACX06+FwG1wRrYkgkAi1iQQYx3TO4DpblZivIrdLyodd5VgtLjtA9WZhRIAFrkBRAGt7bXKQe6KHD2BZ8BpuqOxMkpvrQhK/E0dTlNtbg6pvY9xqNqqpL984ofqjTK1o4SUyGk2QpVtepNiCR3Cgb2GuzloGIoErlIrXx4WXoWvxspvrluCLC46SCPK42rqvuui1SqS6zRqiunSn8qszF0tZrdwBcgm2vcEm/qNh5nERH4kxhVKo63RqXx6dFYUl1DWTIptX6/mbkaeml/x+axg9rHjvIOusUuvMdSJTtkwKppm+IQSGHR2DgGRR0UAbEH++PDVLdo0ThS1sVunZVr6OlxJKQCh5PZNk6pIHe3mRtFw3FgQIDcqs8Rh9DSlNP8AhzXAORSvCpJHqe577cWldgWDcKnSoHEpeI6c/ClQmuE6l1GV9N9dVDRXqlYvcW76HYYw45yGI34rrL81hhCkIla50tE6BRT6X7n63v5sRrEcWfA5Wsy0Pxepppa7Z2UjvlV6AXISdD2BGwhWcPe4ZXvSK84/CldDVRaYK2HFeaSQCQu3dCte9rgX2ms8yWEUdYltSnfuuTJ+qn/TaJWHnYEX4Xz5Ufx/rtTsP8KqMcXozu5My/4/67EuLWvurfF6Or5+na+NvEz9/wAylo+KqpAdca8bC05FNL8P5en+Q2c+7Heri3DjrDVLqPvGnZ0pUxK6H276gZgSlQ+oIOmoN7bZ7W98X4WxRheoOxZTfFeyIXl6toIhEs/M9Zd0+7TBu9XBHvms1tEWa+nO1IiyMzsVOmi0kWtcXsQNLa7UWCdzGKPtRL5pqnVenU6Rl5qLICkqSOy0kXCSdLXNwbi+hvizB/tBV7dBAXF5TnYuTInOvOnJfw5TfT8CP9dmJhH+Ucn0astu+5EQkdKMyruoUixzIWrRYQTaxuspNrAC+wipaNpYsPva2o0XDkqk4owRLfRV4S1Ifh5gl/hdXYm4UL6ag2ubEbZaxPvJr1entyp7vA4f6VCmgn/L/Tvs1vaF3pUvFGKHMUSqfUaDKqMNK1RZXUlxQzEuMKIGdBuk3ANidTc22zLiLHfNOufdM/6ruUZf8htGzdA2W4MfmEt6/CgcKU8hf+Lq9Pz/AI/PYH3p74WpUVyBS3uhfjSjqSrT6k2AP4+uh02Ry6rWZ73Ci8defp6b+e05vAeLXWualUmawj/autLSlP8AiNum31t5bWFe33AvbKhyK7WZXwmc76/+uxlu4w9KgVRufKiLYfir4qc90dSfMHvbUai9tibCW7+fRorkqfE6/wAlpV+Fu4PlsSvUmvOxX5/u+bwIv6VaWHFcH8QASkW1va1te2wryWXYsStt2x3wsdYcxRhdz39T2Jq0JyPxZUcO5k5LgEnRdwnS4uOx07ozEGGN3NZn+9MEQ5uHpub4rTCi7DcUe+Ztdy3fS5QQAbnLpYlO6mM1Knuc1nlU5/LmUhfSq3fzGtvpfYhq1awHgN1+LS2kPykZlfrZVE+Z7/he2vn22y03VNtEU7hY8RO1NzFuA58SsxYiFvxV8VpakFbSlC/caXHe4uCLdx32eu7v24v6pS8b4IYyIRkdVDlLStxWgugOWSPXKVG3bMq9wmatvfr1ZqjlL5SEiEtf6JTQUlX4gaE389qCXWsJO1TlcR0RhHT0KiyDH6tO4OZOvnoNRtoUuVHIjSUC1fOejmBN6e7TeM641gjFkV+ahPFXAkfAlNpsDqy5+kSL2OQqHqRscoQ060390Qw/8/CWVIV9QCOn8Lkelhpt5eUedS6XiOm1TC9QqkWbFdTyspSkKT3/ANog29NDa59dNtJU32nd6sVptqsxKc+hDScyn45Yd0+YKSbkEd7g6/lsfuwNnTj7Samt+ka/xdG3B2S7F/Rfwr+Pw2ytTPa9xb9o2IHuSLNgrXldQtQzN+tlpsdPInS/e22nqJWKNiigt1lrmmM6Eqyu28VtbEXBF9BqD9NiixYhZp3qbmRp0yVK4jTrqH0dXjT1/n6gfhf1vsrq9h7d9wn2sb4Tpz8Vbqc764qM2pGv49rAZSSbBQPcU3x785WHMRsUbC/AXNz5FJyBaUpvYk27EeV7f6iL/PC7jyjP0b3TF51tPx4srOliUg6EIWPCo+SSQb+emvZha9NZ7EsML7iN1VeqjmJ90uLJtOlM5Uu+7qopXDUPlWysqSNL6kEakg67Bm8PdTiOLPf5p2LW1+NLsV1uPM73sWVqyLsB5LBIN7X02+MMUl3CUpFU3X0mbKQw6lc+O0+FTaapRJKnAshSmrjKCkHQ2IGp2YO9LczP3tUGJPi1vkq2jqVHkJyw5XYddrKaX9dUm+oGhF2/aMbBU43GJPCW+feXuvanYcw5wM6EKRyE+KWlJUfxAW2rzJAt2/HYGxfXMZVSst4yi4hfi1HiqSiKh0oQnvZFsxOtwSSSDYEAXJ2O6vhzFFLiuYc3jUmVNRFa6Eu9M2L1nWNItdSNAQlWZskWsO+wpO3UVSBA+1FGxlS8Q0HpRIafUWJUPMbAPME5kKvYZ0FSSfQADamfiaiKplXIiT6pFcqnCi81nTx2kJHi7kgafQkAD6kjYDxFhWe1K5qLEzsLV0ZLZUqv2Nu30J0J7HY4bp0Xmm3YFR53pyNIQsZkpuNLjv27edr22uDRsRxWm+apK0MZ8nMIaK1Nq7g2SLgX7qP1vbuK52whXdPjcDhZ2l4jiSqzLbYhTV8B+OmRkzIXYcVCgDmUmwIGU3Hns/sVYcxHuvnv4SardRRFXmqVLlNO9fCKznSn5krTqnv5pOl7ADpe6WvUvkKpPiRaxFXl5eVCkZ+kG5CkqSCFfQEnTQHy1piKuUveXubgV5qnv+/sKZXUyo7RdXwEjK8haR1qBQAcpAIKAbG+tqz5ZjITAmUsfwcUbxqpBqlLrlexfUVxcjSpSlqfbQm+RKgpRC1gDukqJAtrpZ+YLxHAoOCIH2twnwFxUcuieuO7HdjpTYWWtvU3PZLiVgW8rXApiZ2l0bgSnWkUuLVEc1CmtLCmkr1J1FlJVcX0Fje19o1A9prHlBafoOKOBiVCGlcKswMjU1tIGhWnKpl4WFznQPQk7HsnJNcbmpLVUdclQMWTUI6cjUxoLRlKbAcVCQlQOlweo6DXXYjxLgOVysuBg2IuiV5aeLHdgSkJYeVe9yi4OQnQixtmJ080XuW3wypU9EqVUUU7jr+ElqEhMVxPeziELKmFi9iEEp0NkjUbazrVFaxbhiJKixIq5rGV+G+06MzKx+qojsfCRcXBOyx8oXfsg9AnbyoOCH6ZijkmKiiOpLU2K6pRZVYhK1AoCk2VY5gFJtplJ74+xhS5+MZ8t2qYUqOF8UMLVx8S4QjmZTpzoPUqXARZ1twkXLjaQSTcoIuBvfDb8qVAYdqjPAfR0qzf2avPvcj9p/Eix2X2/wAaadpTfuveDSMNTVryIlSkJV1f3tf3nt32sB4yivhvUwphOl4y3fT/ALZNRKJi+lsOqTPTS3UuqSnN1qQlVxmGpLdkrAFigAX2bTxoOLa9TfslQ0f0uhTsflY/3KcpIvlcRm+7S0jMCoaqFwVGwyEi9w+LYDqMUT6i/UZT6E/0pCmofYkIHbMgiy097XJIB0se7T3ZVdqlutu4ow9wH8iUc61D9PNRF1G48zcjt2ttEKfIZixVurrzTTjuCKi/hTEqEJTIYn8Xl5lxYgcTqZc0uLLU2op0Tc5gOYL3R70J+I5bW9WrRZWfImO/KaEhrMBYoWu4kIJHZQJA9FA221bUX3cR56phKtUuocqjpQw6FOpseykHQg9ik5bXOoOyG3nYsr3vmJKw5T5sGo8upqbCkQ3Gk5jawJOi0kZglaCQki19b7WAaCVhBPfZ7NrU+jRGqW7NY5VC2Fx+Kl1Udg2UstuJy8RvpvlULjuBe4CroW4j7JQG6pQat7+hLXmWmPw1vtq80LZuCtJ/WTmIvqgaguSErfTS2vf1BxPiFbCM2ejSGm3Usp7gtvpQpdrC3UlQOlzc3I9TUz6pi1+e7ExD99Wl2R91jZVZb9SeXKFXGovlV2uQddpaXzLClx8JSqD7mlUnF8KK+lSZEVcVxKI7pRqVJUCjLpcKsQCBcpNrTN3rdUwRK5X3g/7rmrTyTqFZE5jccMoSSkKPfNr5jML22NqgxRnYDDrtRqjD+TLnYf4S03+bw628gQBfuNktifdJVKXWZeI6pjyqSqJNUnO6hDb7SU/7R6OkIWCCE3dbJtlF7XO0GLXjepCx3inwGmn/AOj0cd/qW7kGfN+NvptUVmn0F2K5Ar0tEVa0K6VyiwtSbeJKkKSsW9QQQbajTYcqm82qYIw4x70wbNra4qUZKpTVomtSmD2UtGZDwXYEEgG2hKib7Ae9bezu0xlhz3XFq0WFVMqJDDUp0sKbdsFBBUqym7juCcpFgTqbK2jYMzy9lGp07b1Y/wBiYV4w38UbdzRmOfe+37CFJaYdi1FlqqN3UkJQpa1BD9swspRQ4ALkuHXY7wHvNw5vaoP2jwlLXx4XTNp02zU2D9H2ybgeixdCvIm+2Q8NYai4tqjlLn4ei06atjI7NdhBKMhvnzgDrJsQlQOo0ubXDJrlXo277lGqXW4SKjTv0TsV37xHQE2DYI6yg69KioAaG4sdg1apHTcJu6fqjVVDucmaEfjNSmm3eMhD+dK2lfKrXyV/zt9Dtawag1FlcXm+VffRkVmT0qX5Gx0J9dQSO59M7Q8L7r973AarNQxJheoTcq/tLg2qOw+G76yYZuw6CfnDZUL9wLkNlzcPv9gYYco2HN+eHcV5GlJiyq9SeBKUnyQ5JikpUkCwuWs3qrttoIN4yJoV6+vUDiKP2mN8TVLdboLVORKqi1/+yuQUO9JAUfElRtc9JCrgKFvUZwVhTCUqlt1Ssy5r77+Z1qe6hauGsnwHNnTmBuCkpUe/4AJd9k/fxQd4zeLd+XKym86WlTaDUcsdtBsEtJWU527+ikAEnxXIs4Yu6LeDu5nuVSgy2H8L1RKV/fHUZ+KRqkpKcilCwHj6gdQCBtV1xC9zd6lJQ8U4toOKHKW1us+0NLzcVU2kxS+ptGewcVEDvFUQM11MlRSU3CNdCU4+wlAxQ47AiUiLiGUhOZpU16A/KSLZc7LySlbo0AU4lDiR3UBqfqjYj+yUr7RuxKWxFQ6lp+VFlBcdtXktzNm4KhroCARYaWFo29gfzqyoDXvyLC4Hwn48rK+w8jvmQpzMkIB7pUTlJJBAIJlDiUaElZ3p/aOA/RpW7fEL85jolMRZraV8InuptaiFJJGqk3Hn0gi/7hBqg0aguO/YOosMSkraVFkT0LQrKSSEFWqFC2qVhJBBAUqwOwvhvePu+wlw6DWeSf4H3d+A06tDqkgAhyLfsoAEgpNiBa6TptWUPenhJqvPysG4hYreTww6ugsSnGkK9FKSsLFwkqsRfsQSAZO1pUQ1l1qLPd9zRcPP17O7xUwJUpHMRVjQLQ4FFSQB3SCb+Q1IFzXaHKpcViVPrcL3dKa+K060hS8w0IDp8RHqlAOh02Da57Qm77GXIO0uk+4cVwpCY8iLKjlClNAEnhvlISuwAVkXkcTpYG4BnxqfijeC65WcEM06avIlchiQ6tKFK10yqBAJTqPDfS57bUNclmn8zJ3fRePKiy4s2oxUr4Ts9ZdzWF8iVklaFf7iQe9z2H1QN6VUxG1wqzUURWGHVcJ2jSEP8O46QtCkpUoE9lIIJHYqsdk3i/d1AgYjfalU73W/kzcKK6czKzfMVIJJSkkaKFiDmsbC2xRhFWF8R0ZzC8/I/Kip+5ymrIfT2Kb9swNuxsDpbtshbX2vsiVuyrkS4xBvRxlS5Uv3DiZdRYYX0qzpS+39FJIBIPYgpBB8za5DYeKN9zteYr32sRFhIdTkYdQWlud+y1XQtJ0AAOYXUABpt+im+9JXIVmW/Cm58uV1RyvJSe3EsQn6EgfjprQYz3lNNUH7EQIk2o1eFlStC2kolJVYW0JKXb3Fx2IN9L7TQht5M6hlt5MatN3n1R2sy6NKlvwn+EhSmlKyx5CFeZQSUDUHVIABFykEhWwlV41Gr0p+K0zkfYdS6nqzrbVa90k3Utu+hSCFAC/kVAZo7tUxQ7AqlGiPofRHXxYubMuKoHsQbnqCuk2I6TcaDaBEkT/ta477vffz5WkJYtnUkC/hOqlDW1iCLeY2R1K3UWfpxHU1vS+6qHePHYtGi0nGXNri8BKmlLQ1zTClXBCynMFWN7ZQL29O+1nSMMVTEbTlZwHwMPVRbXXKi35V5RBBzsFQUL3JBvc9lXAII7VaHWcW0GW1hd7PUWEZ+BIgF9pSkm5aksJssJIvYp1HcHz2HMD73ML151jCWI3l4KxQx8JjjulMOQoC+VuULXBv+ieFxY2Uq22xprGuTJ4PzHtPczp5e4aK3SY3gUufKqmIaRVEMfeHYrTQQ/FV+vcWukEEhRTp2KkjQiUfCcWfFlu1SJk5pKmpEiK6ckjsepIIGYdtRceguQSCh7zncOYj5WvYemxapF+El1pRXHmI+ctqNyFgC5SCbgfiBErmHpU/FDmKKNUUQuaVxY7SneEpN9dUJUAfMXGvc2v3OUhw8FFbvqNAabpbVWmoYzpUiQ0pKn2Unt3tdANjY2Itob67VdVwJFpfEan1zEsr4WfisfFTkJzXTrdWoBta4tcEEX2aeIKfjysxW+apNEWxl4XFVdHkQLKCLqSSAOoAhWtz2KyfpNZwlVOQr0udFivq+7wJvxUMr7/CfSSpJ10SFlNraeWwu3Lg7pHRiOjcg37+xPFq/JIS1HmI4rUjIrsJCD8TKQRckKSRqbDQUK8NYXnyuai0nIuEvmEoS6epA7qbcSQtJA9CCkAWIFrG2HcPfaie5AdZQtaE8VDUiOUPpSSdQk+Ju3mCR62NtpuIqfQYDTcBrJFfY6FLaUM7K/LMLWF/LsfQnttXZCIYBqxBiie037rrdbmwoshrI07M460624Si4QCFEAAkm+gvqNpkXeDQZVen0Z3d7x334v8AZXjvpkJvmbU0UgpunUAEg/sJ41LD891px1rjoQ/mQt1popWlB73SCM47qItqfMbR2N21UpcVuvO4mYr1IR/VavAd46mcp6WZMc2cZIN7EXAFiFm4tOZV03HJgjQsBcWvP1nm2JS1ylLdi8VCX2bkZgUkjUXF0EAkHz83ZTMIxYrrHK0lEWbkyI4STly37EHSxsem4F72AN7jrNcpdUlMQHWYs2qIU0hCnU5XcgsAULUcygBdViVAC4vbQamwPgKLRqMw60y5nyfol3UltV/IG/7PLy277pUttiYn0drctFl4yr1O96IldSsrXUnyACAbpFyLAEg6XBOyQqte/nQ3l4eqlGa4kV+osIkNIX1ZuKDdV7ZhawKVC46jqDto72h3+aozeHJ8Rt/nXUoTmSVZVdwrTWw7nTQAk6bJ7AGDKDRsZUmU1RFxX0L+8O8fpz2txEqHlrfKQQPIDvsUDaIOXHtXUd3FGI4EWjU5c6bh2jLlLjx1FTqUPO2z8Eg8RPwLKygqHl67ZwwsZ7tZbi8pkQ58KQw+1lUlR76aKFvK9tLfUbaq3z4eqju8ZvG8XgVGKiG1AfioirU62hIWSsFPfxG6gQQABY3vsqXabPax5Ai8ZcqEhCVxX1rKnUtElOUKPUUjUC5uOxtcDZe8HYYnrE/SJH4nzS6K60658FH6qcyxl797adx2tYg+W3TDOGZU+e3S4ETOt9fXnWtSm76FdxroL2BA1Pcd9i6FQXeK+1KeWtC/1Ejp1PfsLW17XHqb22ZG4XA3KuuT5WR9H/dXfmS1e6UXvrpYa+QHprmaWjNmWnkRz90c27ykxcG4S5qU0hC2GOv8uw1vY27+Q2xTvDqte38b2uFS3VrhMOrYaWlZy5UkZ1WJGexskWuT5aAnbT/tNbz2sB4D9zQInHm1T7qhCVhK0qV3UPPRN1W1va1tdq/2Q6NhyvUtuU0zFlLzJWvslfpZSSARqNFWB0Audtj/AOsaQmkbwJ/bi/ZVpeEmpbs/4/vRrJPQrxPJ7dTY6VWGhte4731Gxhj32at0tGo3xcPQn4qPi51tBL7au+ZChoQdRcDW9j3ttpsYLpbXDle7snzZM/Qrsbi1rG/e35g7IP2qnsUQMGz4uDaTVH30IVlS18Vab6dPz2/IkW07i0muLnuu3JmM6DBwRQd40/BruIWPdb+VMJcrp4KzpwuJmuk21tcDUCyTa+mN0tSr1BxG3Rna4iqQmMvChOqQqUm+vwXlC6wO4CjYWtmFr7ZI3Z7lsW7wZT8WsxJVOYQ71z0RSpLl+6ykqBRY6G9yD5X21tu69liqYcit1SLjGoSkQsq2kO+FNhcgKCQALXumx+oPYo3aYb8g8x3UVIrBwcn5jnmUnCWLaz70pcTlaowlPFkKY4Tqu3isCFG1gdSDpcnTZKe0BhPfI1iNiqQIlIfixWFcvNgdEhxX+zcTohQItZQAV3SRbUtpLkr4fK1bjymMqc62gh9KexBIve3ceWmhF9vzG77tLw45Pn/en2E52lof6FaeEgi4v5EAgeYGg2ZT9L3BJaUfdXPLjGz1Udqj9ZlREIqiJHFkNZFNcRROcjU3StF1AG2the2h2k4lpGI3YtF3g4Nl8Bb6EofTwh02ICswIKbX6Tcdte+ov95aZWKMb1aVAok1hC1qVwktZ15k2SohIuVjtYpF7C9jewtd0NJlVmjVbC7rq8+VUiLmRlyq9AoWPi/eBcA7MeLT1CL3VBcSOxSKDiOA/S8b4hRFflZFJTFSFJZXYKK0BV1Dt2N7a9wQdhipYPiu8pFi4np1U5X71FdSjokIJILagept0aXIIAJJKRewLWKfAgNNyqphj3pUUOqaSl1K0u8VFvhpcTpmAUCm4srUAixO1G+9QcRxX6pS3kIpyMv3hDXx4aj0nOEgXAUCCk2BtoRtQ+MbVOJZbtZU+l1lugu4ZfpbFb62KvIaUlpxI0OVYul6xudAkggAgDXbVWEfZw9kfE7suBjbf8+jF1RSlLSXZsWAhv0HBWDnWUgAkrJUBdOXsFOmJVJ+6qmwMJVDmkLdS07F6H0zEoCknIm1mZCFFBQsWDgSUmxIGy6Zw370nuRZVJffzpUl/oDuVegV0GyiQb3AufIA+Za7M/dCY3LHbjqkbud0EWu4cwHien4hqkXM0t1MgOr6UnKFOoUbpAIAJIJBsRcAEd3Oe0dijDm6rEO7n7Q5Kotpa4FSWhedSHSVLzDVKnTqlKkFJSMt0kC4AoWJoE+A5hxpmExV4TqoquXWEqea7JNxY2tqAfJRuAbja6rGF4sXBD8WKyw/WH+tXCaCFJWbgK0IIIGhUDY27HY2ZAGIES6lKdlPymq4jlVtZXWJCsqlNEKvZdrOJ7nW6r3tYXJffsr7iKzWaXPxbi2o0v3IwhLsCBIQWlqQBclS0kBNiAlF0mxFwrWwg+zh7PU+qRXK9jeJnpHUtqFUmEqTIsPEqwGUA3IuL+d9pW+zeHPi8TC+A3noVBba4T6/9okI6rKHyaWGpNjfUW2CT5TmaHW/rGFZn7tKFvL3D1BdRpcKrqhVSO1lW7kDhRn/APEUFgEgEAhSjqbWy9vJbdxRS3KpFp9LlPynVOz46mlIQ8tX9rYWWy6beNJuLpuVABIb/saSHXYuM9y0qnPxYOIYqpUNEhrM0l3t2uQTcpIUCCbG5uDcQYwNjz4/vT4EWK6trLl4qUqCiFNqUSFC1lFNhoMo0AI2q528yi3j5h1uXhxXcJYepcpmaxky5EyHy6tnRIN1EAq873FjpoexPN7suBQcBuO8oxKcQ6lLsLxNPJUQklAB6T4bkAggAEG5IGKK07Ao1N+Fyq0Zs7WTxKsLEXPb10/DZRe0LvDxQ7QW6XAa8buRb6F5utLp09QCMpBJNiLdrEZNVW7UdwREVb7C6SjqWK930p1yLFiLp0pHVwmlJUltd/QE+R8hqO9++wbPxpA5/kGqihHvFORpTqehSgDYE26SL209fIXsJYapEqe7z/Xnzpaf/WSr6WuBr5Amx8tu+Kt01ZaoLdZgVZC5XFWnk3VhpWYEgpTnsM5IOhtfte+m2viEAaM3c97RNe3Nz5dLqlOzxX/0sCVmXFVc3SpKwCtkGybWCkC98lys7C28HEtBxvih/FGF4k2FNW+mRFXIdQvrFgUlXbyAub5r3Nr6iEGFJxlA+zlUz0vGUJCuQTKaKE1BFrmMsG2Vy4uhQ7i/cbfW7etu4I3gsUvGWHvuspWXisLPTcWDg1II9UkAjtYdxJdtsJNaSMZ4cd3QS8eT6S5VH2GslSaayJfjvpKU3UlRCSgi5Kr2v52BJgYTxRFgUb3zAyTUIWpDUVHTxkfKixtZRvfLbsbi+hPNyVQWmn4EDrp1YaVClNNdGbMCkLQTcZh02vcHUG4OqhmbvsZRYrnuF5/Ix1Q5kBfwJFlklp+Obll0EdQIA1ulSh2RqYdzD8GJarptdjiwe5pXFuBMJb2sLsSosRCJWVOVUhJQ6lVwpcaRay7E9iSCDY2NhfOG8r2e6pu5d+1GA3psqKx1P0lay6+lNteEq+Zyx1LZBURchSjZOxnuYr3tI4jgPu0Z1iVFpDqc/PxS1KygdTalEBLyALAXOa17FRAG37j3fzi2fPl0ZrDzHKoaTzGZBWpl3S5QQMxQR2B7C1rDQ7CiSuPtERpZalVliqUHP7uqnx8niQ2tNswSb3SCbqykG1yAQBrcY6mNQOUiyuIthfQta0lScx8/w8tdL+hG1lVJUVqU5WYvH+P1uqgZEL8Gps4MijbsFCxPci99l7Pq8+g1R/iuoq9LlI8WRTSHEn+4onhOA30uQddSDpSwRgHas5vYRi1Rr+i5aOAv+y+RKvpfwn8NPpsa7s8ET6pWWPujDHuvqW7nCkuJFlaX7+HtqTbvpbYDwrXpTVZ4UV5j70rK1nUhrNfQBJX0hWugOh1BPmGVG3gUvCVL5CBUM86V8JfFYLSm9TdK06hKgrQi5SoZSFa22Ey7hiJ6lDam0RoYp3htQKNPoOF8kqqQmFL4Sb5ko7k2sDbzyi5Gmlr7JzcljCVP3g8XFDyJS5WZqOmZ4Eu6HKlWYZbjwm9gUgaA7Vwp1UgVRvGWF6stFRiuqfTmdKsy/msexSQSChQsRcXAtawxzTGqpRnN5eDaShhcVSHa9S490qhu/wDnwgdi0ohRIGgNzY6kyBtEDXoURMfM1jvn31NYIwGxyuRiqTczHL5ylTa9U5Vg6pIA100I08icb1qLPxHzeI26t99f63UK+K04ofKoA3b7gJNja2oIN9ijGVdxRvQwlRcUSoj8piE0thbui8uoABPnZIASCbgZrG5IAxR4DvPsOtPZHFpyJW1dDqVaEEdsySNFJGth2JG3PaX9xnR6daZ9YRxLA5+mu+7mEVGK+hDrqP7RrONVDssC973NtbWvr6tYNgQPcMB11nJxGkL8fTlsCPUdvr2/PbyrThiBWa8xwnfvXMJ/sunMDe+v107DTuL7erGB0O/Y2k//ABqhK8nUn+PP89n9ABjMzurV+QM+MVUiK1F4sXoWj/yVX/jT/PZbV2pT4DXCi/P8v5X0vf0/567NXErbTVGc4UvOjwKT+qr6eey2qUDitOcL4n8fvGzVv7TAsG0zOu96oT69S36XVKdFfY/8/UNFD8OytFpIsSe103IIJA7kbSPZTrUqBiiXhfEdR47FUaSlbqWh+nZFkvEixWqysqlHqIFj5HZgYwwLKrMXhQHsk19CkoVxerKbA6WJUOwskE6AkWBIDMEYExHuWxH9o6yyw/CWhSmlIdCkK0zKBtdOvYKCiCToRawwry1WTPUdPU6jS4s/tGXjqgNVmst81UciKd8qrqQpSrWuLWOgFragHQjyKHcc1nC+HKTVKzuiYqMWlyPuVUp0oLaSjKcySrMHI7uXNcaIUDcpJCklWz95mEsW4tbdn0+VS5UpWRpClcLiKsbAE3QrQGySb+Q9dmFgPElZpdecaoNW4/AQpbsXLl4zFwDnZUeoDTQEjzBuL7JVB7GxNGi+nR+D8Sy3mYha9zU3Ee7TG/JUSqNLRNpMrJljrUixI1SlPewAFgbaJuUlNLo2Eqz/AEXWYiH5U11LS58BYQ08oEZXH06pQsd84ygXuo2JVs7cZ7tsObxpXvmLTotImvrTzSI6ClqRaxBUzmCUugg9aSkqGh1F9kdvI3V1ndBVG8RwMQyoULJxWp8Vpb7EfXVt5Ohy3IuhYGYEgFdidtFNM+OY7XrKLOFYGW6cO7jMJSnKNjKIuiVuFHQ66iY6hpLzRBsvMLoBNswUCQRqhRBB2YO7qkUaLVGKpg3E9RiymEZmkOpQnoUARlcbIukjsdSQSQTqdspY2VvVxRi1yVWcHe+1xY6I6/c1nUZLrUkojlXGQCg5gnLY6gFRB2cnsrVGlwIE+e09NixUOrTyE1K0qjug6oCVWWjXuCL3ve57QaCgzmD1DY+2NrePHa4Tbvu5GdebMtPSrNb1Hf8AO/p5nbOOIMNOxXeLwVrYW6pKWl9GW/a2th5+YGz8xvWvfLvCivfDRlVmR1dXp/l67AlLgRcZYtpuF5TyIrEp1KFuq6kZte/n+Nr97202XKhvUBQ53YinrVUaoNZYgSqI+vjx0Z0So5Q62lVjclN0uJNgSohQI872I+Mae9KXylLi1x/kqhFzffWlux9F9PWLqGv0KgBcgjUa83m7tqXQcOQML43p/H93ZXabWWms/DRYaKI6sumpJ+pOhJXGPsL1mfAb9zU6LKiwkqQvjxQ+0ysaAhwdTBNiNQpB88thtONwmjgRO0Kh1SvRfc1eiLRKYSp2LKgSG19Vst21tkmxFsyVJIUD1J7Hb9pFAo0D7hXqfw1o6UcJBW05mOt2U9SSqyrWvr2Tc2H0mM7P+FKp6KRKirzx1R/ArX5Vjz1JIUCDY63JuRQMRUGVFci4ya48XJ/X2nSxIZUFlJIuFIuLXyqBCr2Cu4TO2TA+o0Kl4cgS6phLEK5UXxLhLWlS2e/zItoO2YpBIIBF9SP4VxE7K4lZapyJvQnmGpTuVfAsrRK7HQa2USSBpcgbHOMcK4SlQPekXE+eqZlLjyko4SnlC1uMnUZrDKTc6i9zckgWGKJPo2KJfNU7JKfjqXlirCOJmCiSlBuhxKhclAtcXIINrwZWSoEOL7rfgRXn2Jq31ZUO26kEm9spIPoRp5G1rWaW55NLanuRZWRfUlXLupHwVWF8tr9CtVGxOt7m+yRrzbspqByHHYWvrQtHUpt1GgGpvcXtYG9tNbaVuDd4dZoON2JU+I/kQ7wpietSct7BYB6k+vcg6drna9Yg2M9FsNUTCTs/ixaTFhIldTvCay9f65t3P1Hfz2a1b3Vxaphd9pp5jItpXCfR4VXHhV5pv2uLj1GyP3c1J12AxPayP5/7+ZOXyP0+l9mvUMcYodw5PoOF8kWqPsLRDdd8KVkdI01tfz8tryuNzTGDcmlwJ7nuauQskX4S/Cp1tXk24EkGxsDe1vKxOh7x95VLaqjlLlVB9jOnO60toKSnWxLayAqx0UUqvbuDoRsnKRhaqYIrNSdxbEXCqMKU6jmHUZ0qSFqBS8D53uQoeIHsLgkjVMaxRVIFGr1Wp1EYm/Fps2Uj7nKUNClL1ypF/Ik2vYHUAbSa93MITthJiyfgivT+FS2ZUqb0/wBXX4vMAoJyq0N7psPW+wu9hKvT6o5RpUvlYuT4WTp4iSDqkEDNYd03vqPx2I6lunlUGqNu8HgeHr4okIUsHxoWLHXWwAIt5312/q81XnZTDvu9cpaEcJ1LSytDmUaOC1lIJvqLWJsfI3XyvxOGH5gxN3LVSjRXItLZXUULazJQmynfooDsoX+WwJ8jfYOw3Xp+HKo/S3XsnH+BPgSuhqV3sFA2AWLXTcAgj6W2Z0rHsp12A1FpOTgdD/xetNgOtKdNQRc3sSAPTSSioz8RtT3Z9JhVfIjrU7Hyr1ToSe+oAICrAlIsdLAZltkc2Kd3OHMEUvn5USnIi5etpcdHh/G3/LXZE719wGF992EnMUbjJcJ+qRcyn6QhfCS55HLmtkULaC2U9rjb0RXg2jYtgORfgTWH0KS6w60FJy/3kKH+mwtA3OYNwQ7/AEDh6FTv/jJoNI/8kafstsQnZzPH0WOi+U8SKpg6s4brMig4op82kVCKv4sWZHKFtq/DzHooEg+RO3eFDdiyuE7kWj5Fo8P47ewe972fN32+Sg+68ZURD62M3Jz2F8KVDUdbocGtr90m4PYgjbza3yezNjfcZihuLPe96USUtSIVUjtZEq7kNvJueG5bTzST2IOm10vVxH6NQLP6xX1WsynWuVdyLyfN/dtsMKVxXf0XDXsRVmBKiz+Vd+J0pV/y/H8f27T8PYQqlZ4kqLRJr7EVaVzFsNcVTKCfGpKbkJ79VrDW5G0F9seWSpuIcRxcGt0F2W+uncVDqI+uRtdjqnyST52AvsYbmIe5vFtLl4X3jMzaRUX3VOw69HkLSpm6AkNKbKVNkXBPxBbqPULC0GoVD7ONRGuCtaH/AJHWjmTb93fS4I1H5bUqJc+VVG+Lw/1+pAQvKTpcWBINtCTr5bQlkIUE0Xup9l/dVWYr8Ws4sYZryMyEKizylpxQta6FEoP1AJvfz2f9E3KtRaX7rrOJn3GGPhNLlR25CcvoHEALKdLgKB9fWyH3O70t2mEmuFVKTNRUej+wK+Mv6pRfT6kEgdtn9Qcbu1771FpOSKheTJxSnMnyNrBQH4g9xfZe2wtM/V3FDhRFsxuPdo29DkKXianTW32s6Kc7CCkvIuCqzaznUj5Tw7EZhp66aoNAgRYrDX2eQxkT0ZF8VKU27DOAsDyym4H12o6oN2lZpbH2op8Ja4q0vo4q8jrKxqHEqSQpCh3CgR/nsX4UxdQay03Fiy5r+To4shXFUr6lwXv+JNz6nbvuillu8TP+8rdHS6NPn4owQ6uLxOuZS+F4VKPiQAL3JGouB5i5uNswSPZo3q7wcRuV7DjPAYyK65qXGsygvUDS3nbUjsbC1gdr+0Jvqo25ZpusuusPv/2TEi6eYVcdCbWN++oJKRdRBAttX4M9unctPoLc+s0Sr0R/+3aajomZfUpUkJUseoISr6driC7WzL1g+1EwZjPcvvL3fT+aqmHn1oQvqdioK0aW1IFzlPcHUd9dDZb1FLVZn/8ArP63rt6pVXfz7MmLYHNSse4elRX05lrXdpSfotC7LbV5EEA9gCbgHF28/BW4KoY3+0e6DG7a0BXFn07Ip1GYm2ZtxJUE9tUEA+epJBKLCPcZrZvTRH4Zw3KgVnkHePF5pGeO6nqQrz1H5bFjeIMZRXXMOVl3PwP0Tv6ye3Sfy7eXptoGj4Qw5PgNuwOvieJbSwtOcDTSwGa/lYEfTuVvvToECLVG2mvjym8ubl0nMpIPmnXLp3IJ+uoJ2yKupi67ZiaXC15lPg+G01P4vB61q/3dPX6+g/G/fZ0N4zrNGpfINVFbCH0dHzdJHdN7ajy1GtvrsB0qFFgUtuVwcj6E5loWrKtPRqCbD0Iubg+p77fwmVSfPiQKXncXnTwk/Lm/zPqBp+7Qxdi8wtpvtxKkYCn/AG3bxa1UGKpQZqFLVN4pzMuqIulY7oJBJFrg20Ow9vExN9l6841hercrUWEpQhEjrT9Sq4IVfWwJBv8AhtrXBmAazWaNL5rBFOYqjicq1QmsipCb6FaRbX1JBJ7kjyVtS/k/d6GPJ8+qe9qdTkPuqWhp9C1Ot62A7jN2udRofPQ7add9ajBM2CnaXbFNg/2ipWHHWJ/umlxaujNmlQlutJc1vqklffQEA2P7tnphX2mGt4MVyBAiIoOIcvwuauuBKVbstaQVMk+pCk69hrsuq97Au9rAbXPyqTFxDFR+l5B0LUlOlzkUQr62FyLaX7kv3J7pIEDFrEXFGGH6ctaVNNSEcVTTir6pXcZkm19CBb17WKXXblYB6ktmhYuG2t42DfdeMqcww+4nxNLDvBULEONrB1T+BuD56bZaxNgvDm6XHjFGxRLf5p9eZrir6Hmu3FQo2uBpm1uMyQRYgbbgwsaNgOVys9p9iEjwP/pWm1HyUgA3B06gCQe4sSRM3sbpt3O+6guQJVW91vo+LAmx2krQy7k8adLFBBsQPImxB7RVbuPMjT1tU2PiZG317jncB0Gm71cGusP0uahCXXY9ulSvBmaN+56SoFWttB3K7o1Xn4ogcKqS1/NwsqAhSr6WNrAg+Rt2P7dqUTCmI3dzdS3S4390VSVTmlNRZujsVxKOplWlyAFAdJuR2IB2TVVwBhefg37/AIeYwVV0NdSqTPMiOpQToUtrBWlJVrpmsBpoCNjPVv8AU0QVlLgHAjrUVv8ApaUww+vipQt/oT2On7PLtoB67PLBWJqzu0rLbU+IxVKJUfu776VJWuKrIbFwXCgk9uxB018tsq0Cs1nBrrkp2t++6Wh1KOaiqOVWh6HE26VHyuTcjQXOzdw17RNBapbn/YioymcuR12BKaUtlWmhbXlUdeydQfM622AEdJfO6F+8bd/QcUSn92m8ukvwqRVFpmUaenrYcSTfhFSbFCtQkJJBIGl72C7xluzoOA2mItLpNOmxYqPFoiVHQO2Uk5je+pBuAT9BtJxJvPqmLcJOQOM/VKdTnUutfCyyoeU/oyhIzpUAdUglPmE6C19Rl0HeDuvbrzry6pFb+FKWw+MyVJuLrT2B73BFxrpe4DGcrJA2ynpeIos+K21RnmH333UNLVH6ZTafIqCgCpAtckA21Pa5O29yWInZVBc5nOtHUrM11JSgWANrkkH0AJG2Q8DYDpdGlS5WHIiH2FpyJXIu062pXdJNyi4HzBOYjztoHt7PWJorrtSddqLmf9ElpEhC0ZEmw7AWX2Jvrr2vsOWxuhXjOXvB+1sejQGWWItRWvhVSBKH9V1JDjagUrtdIFwDcjuLnakj+yTu5i4j+3kqJUZ2IVtKzylzXFpeuMpPBUrhg20AAA9NhzHW+B2jVmrUGU0/nRIVIiuqR0qzi4OYXPfMO1raC5Gy0h1X2wxXvtbRqJUcV4U4qkZGJrTSm0XN1JBWOIEjpIAJBGoBG3IdxxL4jJwtvc3abucUVrdzijHkrDCFyE8miexmgJUGxdAQoZmTc3IByHuFXuAyJW+zdzg7Djb1ZxPh6rxVo6HabKQ+hzt4QCVakjpFyPqATtlHe/gPFG9WvcWfROAtCc/CldK3EJFsiSu5WqxN0pUbaXHY7LbD3srxcR1R/wBw0lhdRi9LqWJSI77KhYBaFBC0lQsbpVlQdASO+1n8ZwX/AHRu70/au3c1519rBuCJq5zC/u89p1cOQlYtc5fGoAeQAOnYi+1zQsTYt3q7uWKpKxY+h9hCZEWbmV8TzLbhUgocBCSCcgWL3J01RlJ9m7FsXEbdZrL01FRhLS6tqU1wlpSDpmDKlpIv86CWybkWFwNBYYjfZfJKo3Apc19pKZiGJvwpGti4WT8Jwm4vcIJA7m19qdxlliFIhLhaXXqDAYlQGadUcmXmorswoyq7lTKrnKfOxuDfvfaLV8c+68R8+7RIsXmsqVoflN5HHzqG1LBBSrvZRRqAACddjGnxYHuFvlaGxx15GlpadPAUpWhy5klKQT5BIsdARe+0N7cx9qHWJWI6ehDCMyHYqvCprzQtvMtCwdfMgAmxB2tndFm8YDVPenVIuI22msBvvryZ0NMSghXiI+DxQErH94LB+hOg541xhPxG0267XGKDTpX3eVAr1JLT7atBq+2ooykEWWCbW7K1AIMcb2t1W5GB9nItOYWtCFcKK105VW7gDQX7eWuvkTsAUTG1U3qxff1LwbzVOQpS+XQ+FLTYaXSOodikgJX2I8jbiYJs7Zd0DBlLpdLfo3F94wpS87Ud2zrGut2yNLHvmFje5Jvspt8m6Sg4To/2ipe517FaGVKWrlXSuoQ76ki6szrY9E3WNLBQNxW4q3p7wcOYobw5hLCc2g58y2s0ppTWbuChKiUqBN7p0IOhANtnRhLeLWceYcY+1tJixa3CRldW1dCXNLcQDNcA+YBI8gRbZBs1nynl9Suo0bmzOR+JnXcDvkwbArzcDixaPT15uFzDRW1HdPiHbMFZswJJIFtSTrtsCpzMOVSBzU+Jh2b8yHeAhSladwsWI0763+u2f6ZgmqQMeT8ZfZhhh99X3pLS+K1OTnIS6AR+kyg3ABJAsSqyTsxcVYladwk3S3cPRadKzpRHkJR8JSxbNmKASF+qTcC97C4BrWsQfVPbzAfe3vJ3q4NaYrO6WiUGosRZCET6XPjhWZHa7LgUB3yg3FwLm+mo5vJ3rVmfgNivNfaXdZjlhpSkxeO8iLKXpmaCwMq/LKoouLjUXN+UbHEXCUqJ7+qyKcuqK5NpqR1R3nVD9ClWoDlgQkaXOoB12sDU6ziig13d9iOoofoMrpgTGmlyuRdNrNyG0gdIOoFwvKbgeQYrfyxPS9NrFiBz7meqhv03yVn/AM7O8KqTf/Sq0JVobjMEgXsDYXBFvrrtyoWJN+eMuJhKg4ylPom9PJTJ7bSHrk3F1qTcC+gB07WPba2q25ms0Zpt2qcrNyZUqdgSkOp9ElIABUF6EWSCCSCBtW0SiRWuJS58R9//AGTuXMpP421/AgH8tqHcp5noBOj+F/aM3fVRiVK3e1BicwrOiVS5TMriJFtSlDiipPYG6QkjKSCNdtk7ut60+vUuJA3yeyfx5TCU8Ct0tURLUrXRWTPmbX2JBKRe5CRrYJ9m3A0+luuVSs8d/PlW01NutOUWAyqJOo1JST2toNtRNxuFF4sVrxo/sv8AUWuR9dR32p3yrYSeZ6j1izT3dtAOJlrf9vylYcpc+g4X9nWVSKWtGSZKqlL+55CDcq4WYLAsCVEgfXTVd7oMNT6pAl+/v6UpcpHxYcyOh+KpJ7/DWCkpsctiO2m24W1RXXXIHFQw/wBX3dfSrzuLGxP1ABH02WeLsH/ZeLL9w09hjjrVmio+EnMf1R2GnymwIvYeWzCWt/PO0HWu8/btGCf8RKzcNUHdzQX8bwHc9BYRwnaS/mdTDQLq+A6buttkjKGiooSQMgAuDbbud7GA8JVlvFG7THkXmsQ5eYoNUkFjmlpQnQB0IUlaUhIBISSEgjNqNruuzXcONRKM0zzS5TvCfjqT/ZC4WlSQTdKlFIzBVzrp32SW9X2ecYyp7deotOcxLheou5OVlcNibR31dm3FWSH2s3heJCh0hYuCtTGZukRzYr3i433yUuXKo2GIuF8Q0t1TSY+I47iEOdGawcSChaD2CgFg6keW2dcUVLe1ArzDWI6H9nqpCVxULhT2X0vJzD9GlxISppWqikaWNrgjR8+ynDxRhzFEvc3vaZlRYtUiq9zOyHVrUlSQczagsFC0kEKCiFDsSQbEtuo4Gr2I5T+HMES8KTcQ4Xd4UzDlURndehnL8RKHElSkFBHU2SCSUmxAG1LELLwIG04HqZRwFiys4jdnxcUdeReXitXRw3bD5CpSm/pckX0BIF9iPFwpcqBEn1mk86tCUo5xp0MPtqSTlJBISCL24gOQ3F8mg2Z2KN2tGpbTlUn4NhYeleBXC6eVWRqnqGdtNwDkJIsAAANDJqG7r7b4SXFr1QQio0770nlVNJVIaKTqkHTsDoiwJAFhqNrVV7BiDrrCciJqi1/iym3fjrmxV/d0T462ndFa5VlJ9R1XsdNbAEGKqTVJ7rlUgRFoffy8XmGlrQrz8aQQfUi4J2KYzmHMEQIDuHGqdV4UppXCdhSEI6NRkWDoFaG6bEgXNj22uaRGxlKnv1nC/KoR/wCeE13gZk6FSMqkE3Jzd02BIIHkeercYQ7W9xe4MrWI5+N24EqIunSpsVXK1JhfwswKdEFJ7WzGxIN0+RGt9J3cxa86/i3G8SK/NXIW773Q0EOpdbJQUyMoCXALZesEkJ1ykAmxrkCK1/TzTKKJUeLzDUV13rjupN1BBuFPJPVfKnKASSkEXEhe912ltRMWwMPTVxau+lirR2I+VCZiUkZ1i9kZgnRYGUhIsNQdr7NskIqwXxPu9wviOl8hRqgigzX8nFajo4sVTqdUOpuDkTYJsQRbse+3CZhnDjtLiQMeYNp1RRCXndWmUeldiOMhKr5QQddQAbkC1yCTGWIPsbS/tHg3BC5SJSuK006ngISv50JUjM0oEqJCSi4NwQCbhRVLeTjfGWLW5VZwnKp1IR+naW62pSVAEAJChmUQdcqrDvdItfaADJxLiq4ZrPP/APrtKtUX6IvhfCadzvt3GtkqIzpAUekXBsbDtfpSqPWazKc4UtiVVIrX9VWjhJV2IISvVAJ7pUSD6DsSPBTeHJTvC4sqlykNZ2nYVkNKUNblvUIWSdQCQfqL7Ws3EfxXIEqW373hJVy7qWkpU4n1Ug/KSdbEoJHkbWq5lwIISouPGnYk/wC60iUw6jhIW6FNZwFFZbcAsggAjLa5HkfIXqVRi16vORcWtIhVRfQua01kYcUNElRGiFaXBIUg6AlB0N7UMX7y2qo5hKqYIiv0uanxSmujN8qkqRdISfECEpvrYqsdg2vxqy18J11EWUwtS0LQ6FKUkE31ICT31BAI8wnziXEsaoMR0t3kGqGuqIQvJIXHWjit6EheS/WLd7G476AkjpSMFV6e047RuBTqpkyZZXESlSb3s4CL3t2I1HmSAdjn2ecLyt6DU+VKqK0MU5rl4sphoZm8gUFJUlQKXGzcfDUFAX6Sk67Au8LCG8ag1R/7L4nfhLiqyraaWt2PmuPiNodKwzcAAJSbAk3G0FdsobJYUfc/P9/Ul2sxGELYkcVPL3yK88lwb5bkKIFwQkWFxbbW1NoHualt81LzoQ0nx+LQd/pb8dO22O8O1nG9GgT6pjd34a0ZlOpWphDKkoNnCDdKTqbnT9hA2IsJ70N79Z5/BuKJfHp0rK/S5WZK1ssEWyhfdQPcgk2vYaWAqfEQFj7VzLHf1Tq9i3EbFUoNPYfYp2daUtSutKjZIKQpOUiwN1A37i3qLey1hms4txbiHEeMqT91pyEsNZ7odSoXJStJHkmwuBqSdNBsWYm3k0HdBhxuLXqS/UX1qyoW1+i4qgLtknpRYWuTbte50GzJh1b3NuHl4yaofu6o1SHzCIc9YTlfeFkIUsXSbXCcwJBsLX0G3B/zE9NqLLc7xx+ZlTeLiSK1WsST6VW6pS2ITrqEKjrOaGgHRVtRwxlJBWCki99CdrSnutY8o1FxHFriETciosiew10pd0IWrLdISbA9wk6GwNhsJ4XrE/CVUbr2KKTSHFrWvpdfKepZu5ZWYGxKictiO40JJLTqG8fC8XBDkrBuE4tO5paUq92qGaOohSvBohaDrqLEegJFlrdQMePMLdb4ccwcqWHMbypTcD34w+xNRk6Wg063bS4Pax/WFrHU3vbbSO6vDrWEsLtuyuhbCUuu515stgAB37aC+vnoQLbI/cs9ijEc/mqo8+uKt1SuEtWZOexHY6i9rZtAcp01OzS3w1yfQcGt0ulu/fZSko8fhvp2trrqQdCAdNbiumPBdp524AvgDEQuPTK307y58WVUZXu6KtUWO6w6EqzaFR6roUB27XFjrckbaH3ZbuKNg1pifRpb7ErpSqQ67nQ9a9sySRmPqpJSTYC4Gm2Yp+L6NulixIEqnI57+ylJdKkSlalxxRABSsuEgpNjcemoocUe0ZvQrzTkCK6il0v5OgKdcSQB02slB+tjYaAk2OzFdm7mXbTXag4A4norD3yNUaU3QcUS2KdUWE8XKuRlQ8124ralAZk+RBAUDoQLgm2qGL6DKgOcWJn8KszXUnXzBRewNtCPrp5jydxBvnxRPaYi1nj1GFF8KlKzpUq1rEH5h5Kza99i3CVf3gxaM3AwvXJSIrDqHYS2pvCUqOr9I2pJNtM50NyVBBFtb2st2jmRf010TO6bZg1hr7eS4tGlsPolI/QLsniKHmkkWKyNLE6nS4NtjJeOK9u5qjDsB5fu6VmTwnWvhPW8SFd+G4D8t72FwbAg55wCuqcJis7wajUaXNpzSUNVlpY48dV9OIDdDiR4VAgXtc+Z2Z0SXWazWXOVriKj18J/l+njJHYlsfTKoWvYKFiAbbUr/UmEGdYxqnvb3XwOG7PlxaXUX0Z0tOqHxND2BFtPodbHTTRD769+9GnxeQw5VkPr4S8nLoz5k2Fx0kmw/eCbHy2JPaM3PYXxRgPiysiJTCVOw3+EM0eQk99FBWS9wpJubFQ1PbAKa9i2jVnheNaPC7HyLzIGljayXU+hICrdye2xnqE3+l1JqOT7HxDWj47r3v7ixZaOJxeOl/lQpjubtPN3C06m6VN2A0Oltrl3Gc+l4oYxG6yxn5jPK4TQQvU9V8pAXfVRIAJPe5uTROVWBi1pviuvxauwrO0600U9PYpUFiykkC2VVxcgg3sBElNcXiRZUtjjoR0ZUFClegsRdVzpY9ib3HY2E9Ukd+K6fFqkD7UQGUcDpkIlR0LStm9/iWA6gPMXBt2JIFoc9c+A03PlYeolelLaU6qKh0okPND+0ZcbGZxWiiUKSog9wQCTG9nas1mfQa1hzwSqRmW10cVKkWBBKTY3FjcDXUaX124QV0GfWX4tepPAYQtTsfl3SuLHfFtUmwWzrfqGiToSASSVau7L7lWGuDathyVg2fKoLz9O5XI67ArMMNPpUFoXdTyAUXFyErKGyLWJsLkNxGqLvBxk3Po33Jc1r48hpfS3KQcuRBJ1Uq46Cb6Gyhfazp2K4DrtWozUT3dNQ0pp1LtlocaOhzAJ+I0cyQSAopKrkAamqqdCxvKiuT6W8/0NIdRwltvpea7gKDllEFQslQWSki1ki9hmoiXDrKx/d5PxG7LaqlRpa5sLNwpC2jnzjpVmJudbZSATrc9xYuz2bfZ6dqjrePN4MSaxFhf1Vh19aVqSMxIeQSU2FzZQAJA17Dbr7Ou6mvOtN7wceVtCKWjwxZTAadZWDlUX3EqIW0QE2SQNO9ybAk34bx8b1mjMUvdzkfoj/wB3fVHmhh95GRQvHcsQUjuLEhQFhcXIkeIxI+6S98O8WjV7DkuLg2rRVwoWZMhrIUJqDSQQQw5cWWCLgAk6WIsbhd7rqBhfG8V+jYjpyJr76F8q+lP9YY1FyWyAlwfMoaKsVAC2q9LWKHaW5Kap8rmoq8kpHw2n3LJGhCTkUQB4SCo9jmBO1TExTS8L4jptUalv06UwtMph9S1R1pWFd1gWAubg3BB8xrbaKz58xXW0tZVhTgzUmDN19B3X16JXqC1KYQwtSkR3ZDjrSUmxVlzEkA+diNfp2H96mAapi2s1avYIxMigv1TKp2K+0Vx1OgCxugjL1C+bISOxBAGztwBieg71cERK80yhaJScr7XzMvjQ2ItY+YIt3tqNqfEOCJ8B37qyt+KtSeEvxL18lADv6ECx9B22ffTK6zyTam9PAmJfB1Cxb7mo1Gxk0hdUi/CdW0rjsOIsOtC7C6fIXCSNAQDpst/aYwfQWqpTYsVpcVFRd+8ZVFKGV6EOAg9N9UnyJ7Aa7arwSqA1VHIEplhxbGb4TvicUD1AA2yqH1UL6jUi21DvNwBhzGTsSVAeycRSnWH83SpPZTatLpOpOoNiBpY3GIq9q4qJuabVdnTmxpilvdLPlOv0HoXXoSEux3c/AVKYPyEpv1akaggmxskEkNnBO5WLvV3Xv0uqc6xKYWrl1Ou/HirA6kZiCbpVca3BFwe9wC42pFe3X7wWK86z70hdUObTZToYWlJuLtuai+Ui1yATaxAUVDUG4PElG/m5XXoDy1/FzJ5rItaUBIs2sjxKT2zeYF79yX18vUcrvW9A6zD9U3YbxsG1RjC89rjwvBDdkJK4chKBcFhzrDLuhs0taVaKsVCyiIYoRxao+07EQibm+Pn6lq8gSm5GotqO9gTfvt6R4ZeoON4GIaDVKfF5WVmdda8SFKBHXbulQISQpNrHW99Th2q4IgUveDLgSpfNSos9aZDqrJWpoOdGa1hmIy3JABsqwHbadu6XVlaGO67AE93AdaiynlyquhKZEdhTuVeYAqsFKsND0i5ABT4h3250GZPrM9uLAlvomyltcWK6koWpJFuIUnKpJuDqDY2GgN7m/s+Uuu4y3s4hwc00/wASkUZl2G6np5ha1LDiSQQDYFAHY9rjUbVu7qbS8Zb6WKXAaWhdEffS7m6FpfbcyOJIsD4tFXGpSO1gdgtpRY8S1moepOJqzdNTIuDcJe5mnsnNIUpXMJ6tdVa2BzE6ntb0Hlljf/umdwbjf7R4XZQ/SK86rhI+aPI1JZUR4mzcqQTqCVADtfXsmNwnWGnfgZ8vV4kqTr3t5gdv+uwnvXw07VMLz6XAl8rKWwpUV9Hxcy/luj50kiykGxIJAF7DbSNYqSYOk1lgvyT79zCxnxYEpyl1SnSoUpC0pUxNjr4T3rkeGnfyIBFj37bUtYp+HKzxGmmkReP4eL0oVci4NhlXf1sD5i2txLFOLN42HMRvxazLbqkViYtp1ORCmlJ8gBlBCMtilR1ACexvsVU/Dk/HkXkKD0P5OLwHVdSkgi4Sb9Vu5N7j08wPfnieoxu9RT1TDLrTrjvCycBeR1KFZur8D2vbTuNv5umtfDdn51xVqSlS8+VSfqLmxNvIkXt32Zc7DFU+PS58RCH1p5dTqEFac6T3ufw7318tO/1WIv2cw43FrzLC38niy5eIkkkXFhqB3/CxJ2ATthBXB6tzqNhyKw7Rpa1/+gqT9R5G2nb9mxFg3FjsCL9o4DqGH8nCXnQFpUg923Em4Ugjy/GxGyrpLDtZnuReMhDHFUtrN4dT27iw/jTYodpvCiucqyh/gITzCE9WVV9Dca2H7Pw77SDB/MamCMSRcLtVKl+7osqkVTMpUVKv0PcpcZJuND2SbggZTbQj4n4So0WqRKpFyP0GotcdLEi6EpsbLyOBRKFI0sm3YghVwbJpmq1mB8Vp79ArpyL6k/x+38NLOTdfVpWI6W/hyVVoKFysj8B2UhaFR5Q8KHOknhuAkFwXKTqQoC4pYi+xJDFYUbuMG4co2LfejVWlSmM/wlOozpSkkZUqIOve+Yi31Pc7U3J48oOKIr+HIFWiypVLy5GmljPwtQTbzAULE/hp3O2KplPlYDwG/VKoy/RKpNR4ULQ6jir7HpKm1gC6sySUm2pI2XeAsSb1cEYypuLcOVaLNqNOd+6ytcrjRBu08m+bIQTdJzg9xqBZrRnYfcX1lHeTj3PUrFdMadgPymv0+Xr/APET9R5/j32EY8TitcX/AA/8duuD96FG3l4S5+K0iFN4SecpvFzqjrI7pVYFTZPY207EAix/pNQi0aLxXXkfKnL/AHv9P8vrs9bcvueXept+2LvfDhyfKw427FiLW2xIQ7K4TpQ6lAWDnGmtja9tQATsp6lvJpfutzC8qJnm0tXFam5eOjOSFLS8yrofRqeoAKum11C421NRzhzG8Vyl1mI+uK+0rmGEXzqSQfAUkKC/Sxvpe/ltlXefDwlg2suUvC9RRXotOQlLS5VmpCUEX4WcBKHLaqS4UJuDY5SFgYNu66zcPU9f0urZTgxaYmxjAxHK/oFmLSJXTxYDS18q8q/6Vkufoxex4Z0HkRtp3dFTPtvQYk+V0VendD6468qkqtlDoUDmAVa17g38hfXHlRorXFlz4tJXNi8VXHgOu8KRFUbHpPiTe+guALEWOlzDcljzHmDcbxKphLjzWM/Lqhu9eZB7tOCwvpoSSCCQRaxBfpVF9yvUNIdSvHubrj1Kfhx1trFDPNRV/wDsxaTlWnT+2SO4v8wt31Ha5RKDUqBzUDgTWFteFHXxEEdx6g7fmG6pFxbRufdpL8Ja8qJEOR1Ljr75L2GYeiiBca2BvsI1ql1nBE9yqUH71TlqU6/AznNmPmgnwq/aD2I7EaaFWXxnmLK7dM2DALfLuTo29CLArOF6t9msS0hpbUV9pBS08hRCiy8EkKCcwBCgSUnyUABsD4RVjyBhdyjY8l87VIq1R+adsp9TVzYFwElYAsQokkDzGgGg4tSi4ji81AdyPoy9K05FJV+qoeR/aD5E99lpjMtQJ/FlZEP9XFQu6cyR5H637KFiNRrptndR8a+JqaLU2W+DmLSqT+Q4jTTq0PrR48/zW/Ej69r/AF2DaTjSVhes/aP3fFqnu7xRZVlJea8wNRYk6BWhHbzttb4kfd5ri8HJ4ltdYWlSb/T/AC/gnO6L2dou/OBLalRKixF6kInxcuVNxYoUFgg3v3sbW7HbH07+XM26F2xh4Y9t7dVvGwk5QZ8So0uosISliLN/Sx3bC3AkWyuDW2VZSq2bVY0CH36Y63oYX3gU2vbr3pUVx+LIdlIaRkzIK0jVixS4m2bMmxym2guDs9WfYXw5uvnxKzS8TVvgIVndRMhNyMyb6IU43ZJAKiU3ShVwLkgbGGMdz275pqm43r1RWx7rj8BqY/HWlhKTYqDgvZKSoC5VdYIAChtpdsfEcBXbMI0TF+LWmpcqVEXNW+pSnUxYpUjKQeghsHhgX0WAQPMW7/UvEeI4tBb91073jFfUppTE2EuLNj/rNuIJCVixFloNlCxudUp1tjbBMCjQHPsRjGiUvmkKXHi1ZK3Wm1EaOR3wc4Rfukhwi9s1rnbLu8qh76WnW2sR1aiPsZOK07TlpW08jQWJAHSQpCgcoBPn6d2/xIJgaqbAi0ZuVRpc1jO6nPCkWSpl0G/DUCNLEWsALgEWGmzLw9iyBXorH3Rha4TSZDsdSApaUJBDhbvfpsM2UlQBy38iFZCpvvSU3zUSVFQtCUIfyZ0Zk30UCBcHQAghSfMEdpVNgz8Lz/f1LyPrp2ZLsfXK40odViDmI0ubG472Oo2WeSDC/eLTPddZbdaaYXClZXUSEZ0pyqPmFHMnU6pJOvYkHSv3gR8L0GlwPc1R51+UlLqOsKXHRY3Wb/37pFiSPQDbtiauRZ9BcqjTMpiKwlbvKtSAt1loqJVwyQA62Em5NiEjRSUWTcDwLKwHiPEbDtZZmvxULSl1bV2ltp7ZgknLcDuCDbyBFwSVLu5kWNtjs3Z7x6pysSgwMTrp1RYUjhKdQVJca8wL3uQnuNRYXsfLTlPYxvjyfAoNG4E3jtJfdkIdDDraU2uUnsSfQiwJ7i22RcaYXpe751uswKi/KpHC4sCVl+KlI8TSgRlKwSBm7EEEEEkB+eyH7YeF57reEsWtMNzYSs0VS05H0sdrovqpGtlJJJSdNAQSziD3R+fzO4cwbjek4jrPHq9FrzSqNV0VJAdQlZHwy8DfqKgEXNwQQAddQHen7MG5bB0qRRq9/Q+EcSOqUmK6rNAblG9nYq1ArhSBe2iy2oaFJBIGrpDFA3gYbfitvIeiVSPlzp+ZJGhH1Hke4IHpsgd4eM8NyqXL9nnfwywh+otcCFUn7JYkX6WHm3VdLb4V2SqwJ0BNynaPtkBmZpkOrYWqns51lvCUWtwsUYUm5eA7xc6HovEsrM2m4adQoAGwCAQCLAizowhu7nz6DEr3Nvv0taUrjupQFu8I2IGdIuqybWUb37EnUla0fdXVN0GLZeDd+eGJtUwuhCpEWqMJUhao/EH3yOpJ0cbzXcaVcZc19CM2kt32FGmsL4hwHQaijgIi+8aRIYspp6O4k5HUAAXsWwCkWUCCCOx2SsqPuHQLmIv+ZmjYoxQ+1S62xiFfTK5eR8Jbfi8LzRug3GU50qSba2F9ptJGCMGyqlu+xbxKDKWwpTCZ/wAJ1KTfKQq5bcQT2UkkGxFzY3Y/2SxlVHefap7ELEtIdS6xNSspanMEdLqHm0kjMi17pUnMCFpWRmCf314jlVnDk/Ae8Gh1H39FkOyqDUs7XFbzOA5CpJ4amnARex0NiCm1tltxhm8R4zSVdruI6XAbqmEonOzYvXws4RxE+ncfuPf9hKqZjT7UUZiVPiOQpS0pzJUvwq9DoPP6DYbcq3C+E6yhaF7SYFcgdbUqIhaF/J+r+B8tisOJ4cfbiXId5X4W1BjPBWF8eUZ+g4jp6JUV9GRSV2/aO9iO4I1B12ns1CLxeE08tbH97xJ/P/ptcpia8VrrR8q9k5RW2tuWebW/LcR/N9ihtqA6xOhLa+EiVZDuXOb2OoXYEa2v9LXsCU7hYXlMVmBEWhbDuf7q7kdZUR402v5G4IPlrbbeHtWbuWsb7vpfINIRUYqeK0rIfELkdtf2fht5pvOV6BxGpTTC32Ojix5XUlQPZSb3ve47AjY48p6LSagWp+8MsdT+LKiT2pa1sTVq4q1J6UqPUo+Xck3/AAIOmw9WJ3Ci8q66vg+NppacyE6d0kglF/PKQD5g7X0NVUr2EltNZFuZFLWhSzlcUnUEf3tD9bnuBsOQYErhcV15aOrwrRmSn8FJuR+w/jtYRgiV0efVKXKbqkBlD+TL8Jd1KSkEagemn8dtmyd+OMoFBbdpZ8GTLkulbaranyNzr2t9b9tl85R57vxYrufIjwIR1eXpr/ptHabnuxXHWmsnX4Fp8Khr5G407eR7HaCIJ6lf7peTd7eKMWymJUqoeB1PzZeq+hVprb6gggajbeG52utO4IgSubiykLSlfHyjN20uUgXsPpf9m3nuaRPlNcXlEf4tMqvx89B+O2nfZ1mVT7Lv0t2I+whGZHStK05hqDa9wLdjYfXUbDd+IjraNteV+I0N9FX3c4jpfuvG+E4VeQjMthbsfOtlVvG24nqQe+gNzYi2u2EvfsWl1mfRotOi+7lrVyqOLnU2gjpBUQbkaXB18iL7aqx1JixYst2U9wFr8fF8HkDY30N/I+uh0F8d1JyL70nuu5FrzKyKaXmza9xa9+35bAqJcmD0Q3JCPBW61rFuKHKDVKsxS2FtKW1KkLSlKl3SAkEkAklVu+pFvpt+y93rW6/Ec+l4oqH3qK6n4sVYUlxBF7i9iLg9iARY69jtLbTKr1BYlRci8iOtaf1R/l+/vtSVqA7VPuvvBhD7iP8AvCjly2ItfU30AsfK2xqssZo7fGQqLiGLFrz/ANnJcrmpTquLnWtKJF/1r9PYAai1rdrW2ZlHwXWa9PYrM+krgym1pU0ph3NlVqCUlJ6fre2gGmo2X+DcJz5VeiReMwtHMeJp3Nl1t30Nrjt+OvfbYGH8OutQGPi58iE/NlV5WH4eR19NO+y+pTDZX3E9RaU8VlRONGaozcWss80+tKWkSEtBKlKP01BV20AAPc22bW4HdPhKvUvmqpQ0P5HfC+x8wJ7XA07WI7Cx7k7Zz3pzmua5XjLRKRm+fpy6WIt3Pr5/Ttsd+zD7SsXCUWfg3eNW+Ath37g7MQUqyW0Gc+IA3AvfsrW2wLdO7VZT3GdJSHG+a5r9Pwbg2K3WaWyth+KjMthpZQtxAHkCbKI7jQ38z22lYcxpQcUNMT6DW0SkLQnixX7odT/dUg6gj1AIPr6o+r+1Bu5qkB+l43w8/Tos3N7urKHfhPKtp1DRN76XJB9Btm7EPtIYIwvKfgRadKlTWFZ88OV4knsvMOnUft12Lp9G388cuq3CemceBRv0rrq8nzpXf4avwPb8O2yn3/VvBuEqC/VGuiUhOZpTSz1K8rKFzfTy1H7dsi7ofaY3l7wcR+4YtWm06EhP6Vp1Cn0p8swF0rte2qRfQka7O6uUeVPpbkDEdbXXmF/FU060lCVX76IAyn6iw+nns4KNpg66NsBsLe1M1jfj4Sx5Q30cDMiLWYShnUi+gfb0BABHUCNO6fPYowziaqYc4jWHKjFr1LXmd5VF48ptR1ORKvH31SM3nb0K0qm77DlB4c/CWHl0uqQkq4XFUeXlJPYHzJ7jNYEd+wN7XB1e96VThSonKymF9Ud22bMO/wC2x9dLHW+zdenDyxTbDjdlvD5/eXLozuf+kWFZU+DMoXuLadQ9LX1/EBWVxugwN41doOMqdNlQlz3VsLydKUrse6uhYFz03Bt2INwWRNp0BrEdNxlAp7DL7GRD60dKVa21toT63AOnns0qhgul1mst15qIhfvSOmO/lkFKnLEkEAgpWRroRe3Ynts0RsXEgCZ0mbhGoEVzFG7TFlUojCEKycqrmI7ydboWhd15R5tuBYHkfSVuPpO4yLVJcXG2LKpSJU3pRlgB+na+ItloEIQb6oIbtcgdrhlYpgO0Ge/A5uLFlPp+58VISiRe3wl3OZKwBlBBIIt09hsvKTUsEQKo3zWGeSmvvp5qEqUppbmtjww4Ae/YAFJ8la7C3QwSHOLMFYSozshrCWLKCw+xl4S0XaS4kEHqHcdwrNrY+oFyNbu639kqy/VJVWp1RYWpTVZgO2adcSbm4UEhLoA1SFfEKdASDYtTFre5avYcbitS10ursRUr5WVFLC8l7FBHgVfsQNR3088/4iku4cabda5V9DC1xePyoQ7lBOqrAIWLWFwEm9xYixMhMzsxuowc1hKfUnaDVkIoNXjrlUaVotGXIBwF9iSgjRVwrLlBuQdkfuI3wSt2m9qrUvFFJW+xKdVxeX6kqUDq4np1BABt3Hbvps4PZ6xpA3g0aXu0xGyiK++ni0t91GZrORcpvpZROpAsRc22E8b4Gr2A8eQMRxcPMIqNOmcfO66EJcsdW1FfSoKFwDcAg62ttV9suuY0Mc1LBFelMY3pbtUQw+hEea1lyqjqNyLpIOYXuCUg+QI8xJwDOxHhx1yqYXra0RV5eKphWVCvTOz4QbdiBp2FtrbeLWaNvkwG27gikzaXW32l9DsXlVJfSgKsHCnhqvawICgTpZQJAHtwkWvQIE/7RxOuK6qPISqyX21DyWgXym5uL2BBuBsKsZOYbIhZUMUQJVZYlSsJrqMpasmSPKUhauwNrkJUoDtoDptXScPUal4ycxbQahVMNVReXxxc6ZFibofQmyleQDjYUe1yLW2t3qnxao207TkLYzq4uZYS6zYXCik65b/Ty/Pb7xbhivcXn5T1UzsIzxWl24Ui9iAFpIUlXbUAi9r37ixHMEXlVP3kYtxbP+zk/BtLffzpVFn81lSq5GY2UkLB8gQARc6jues7CUWK170n8el58yviu8wlNtbhYIJB+oJHqNLieLsXV6VS/wChqfKz508xTZ6Ap1lWvWi4zqSdbgEkX002XdJe3oYj4kWVW0LyeNh2a2hakmxGbNZNgkHpBB+hubQRKb2jLqeMpWF6X7+wbjxioxUZUyoqXW1cNd7DMDbJr3IA1tqPNJ7xfbL3tOyvslOq0KnRX15GJ82GVJ7ixL6AAkDQBSswBtdZ027VH2Zq9VKz96ahSqXKzI4rUgodjqvYBaT3TfUKBsbd+1z6l7tP5ucLuQKpSYr6GOhqRlS7wf1RdIB0vqrLcC5JPfaRIxFfhbDdUxlAfr2PKTTsaom+GfCreR1tRAIAscovexsRqAbE6C8wZusn0F1yLS6TiHD3NL4qM7qH0qSfCQtCkLGtrKKVX9bjRa7wMPT6pP5qqYTRRJWf7rW6HxEtOJHhStaLFJsSAFWuQrQAi5v7OWOd6GHJ7cCsxKpV8NZ+FIpE+PmQyoX+8xnlatLIICkkoQrQi5uTYJmDdlrWMHFGHJVGo3NY35qVFQpK1vup4vDWBoskgBA7XUQLga+WwvSMXtYcdcaixOeYQpWdpaynyuRfyv5G2t+9u+jcR192VFb+zkRjItr/AL0kqSr/ABtnukjQgE/67ZY3x4b9/V5ul1TDzGHpTmdcd+kSHOA8k+EpTopBuLaCyT2vspqaVPIPMxL+zqn2q3Mbu7DeThLFrs+gxaTXuSWhSXc6W32m16XBSbFaRp2APfUW2m1/DWKGpTkB2trXCWhXCantLWlxGTQ3IzgCwUCCSkgG9r7V25DddF3fYcblVT3o+vL0TUqOdvXsRcgpJJF9CLXINydmLUMTRa9FbpcWrLqjCFqXk0z9rWzC/r2PmL7RUMrlpkX1bfBRMq77sFu4ooz9BapLD2daUqi5eKpSgQpPgFlHxAKAFu+hBGw01usi7xqDEaxQ9UaDi6lxeVh4gSp1h1xAOjEzIoEtk2yrOoJ1OpJe29HebgPAbTjrXvGl17LkadaaXnUs/ItKQcyddSUkHW9tlPVN8+I8R/cMWy4s1ia0rl5kdIYlNqUkWyOIAS4LnVLiQSAbkW1FbvU5Wa+g7iVDiJKRQaphyLVqXijD2KPfdIWtqQw66uUw4kXAWFKAIBSbhVlCwvcgXI3gKs75KzKcgYExC573p3xYVJqjSHVykJ6lNtqeuVG3TlUSLWAKRY7aL3bb0IDUr+arerElLW+0pqBVJUM5FNdwgmxDjZuqyblSDpcgXKvxPHawvjeRhyvUl9hhbuZiQh1z6FDjDlxcE6hQIIII1ItsxXYH+4czYSxmWMvcf7ZGIeMxu+x/uyNHrSOhqowUkM6X/SRnSSgdhmQpQJ+UA2GhJe8eVPo39M/0f0dDrScqE/W5Nv8AMX2xzUsV0H7b0mfiNmqdbvLprM1hxCm72KW3HCnI4nvZRIJuLkm+2t8SD3XghiBKycBbXF4qlhSFIOoykkWvcagkH1G0sqe8Qdmlpt83HP5hVhistV6LEntVBD6GEKSvmGuKhxq5sCQSEnzCu4PY7XmK8b0GlxW6XPqKFoX0oYUsOqSnTQG5/LQfn2OOJXtB4ywvVJ+EsG4ZYXwF8J1WqUquBoenvYg2uD3sdhnCbG9WqY8YxHVKs/KhI+KqHITlQlKnE34aiSnS9sqgkixudReQm6JnpdbWC1eP2jyl+0RgiBjxujYowbKqMJhpDTs+K6ErjpVrqhy10jS6gR5XNgSHi7vJ3N1mA/hLizWPeMPKrmmlqyoUCAVWJSts9syFG2mp0G2VN5eAWqzWXJ8Cre6K8hCXWlSGulSUqUjUoBVkuLEWXYagdrlW7/AeLXWmKpK5JfKtZPucpEyK530F7FAJv0lASToDe2x8bZswwibr96FUw5ErOF8ZRUTcPSOK1DnyFyI7yG1KCHI0qwdZUUk3SoEA3BsL7M7eLu+gbxouHt8lBq3u6rrj8rMa1Qh5/wAKVJcbOaO+hYKQ6m4OaxHYgIwTi+LS/eeHJUvkoq1KSwpiyeCsaFPxCL66BshB0TZRBuD/ANnGsUHEcXFG6V2XKQxKSqqQHVxylOVaikuNhQBtmGYpNikqA1BFiJBPF6n2n5+HHZGA9+dOYxdS3MzTDs9KY9RU1/s25LY4b6hoAHAjNpdRuCWTQMB7r94MWA1g2rc1FfTxY9JrKDDqLKdc4YNgh3S4ISbDsb3Oy4FCo28HFFS3c4yepzGNaQ6tcXioH3p1u6eIznsouZRfpNykjRQtb7p8GVKdc3c4t5qFW4X3hhPAGWUpF8q21JISlR1IWkAnNY2NxtYwWyMTHm7j2fd17Xvme7TkVRGbiw1WTIkKCgCtUcn4ikhQFjZJCxa19V5SKjhevf8AaPdpT10ugvupiyltOlMNlYXbOY6tY6r/ACjKm5uQCSdlzhKXWd6uLX8JY8qMXEq8PZkUuZW2jzkPrtwxJW2h5JAGVRWFHUgkixPKmb8N3ODazWsOO4nqmGsVwnVxZ9LlQ0PocWBcEZUlD7a0WUFXBSlSbpvoLIJx8Y9qtwmmvslvk3e8rCfRnarKmszGe3SpwC7a0mwJUCLA3vpfYKqFYi4cx4/u593e5FzWkqh1SLdHEv8AoHFd0uXKdFgWNsqgbXJnu8xQ1vQwaxK3fY3mxUMdUiiTY5SiP5kRiuyggm5CSSASQCAAnb7ge4cbu1rdViiksLrdBjqm02QizS2ULJzJSQCg3ISSmyRcIOhAIgiSpmb6nvtxHVK9Wt18/D3JVTrjuutKHAed9VsqtlURZQsT6gga7S8PR97UWUxAxHhhEphHSme0vMtKbpIBSQEqt5EEEgWIJ2bKcP4SxbAfn4jiRYVepyeXkT1IGVxKTZl1TgBU24BZPXdOguT5jsmu4ja4lB+PNXTulS+hDraNClfUsZgRqFJUoHscuw7IRYZS8O4XlUtiVFp2SosNJXx4S0I79+KhVgRcWIsLam4tfauw3GoNelPwKNUWHK3Fzu+65rBjyk2sSQyvUpGhCkZhbvcEHYFxM1vGwvFgYya5Wr0hheR2VHfVDn0+5RpIbBGds6gqKUFJtcLFlbM3BiMB43i8/VIj8WV+nhVSOofd30myVoeQBwVAkdKwEkkgE3I2BiWgrVcUNfElcpKp1RpylofQqKeEq9hxACkoIOmouLi58wFpjek0bFEX3o60iLUUO5HUR5XLpkIF/wBe6U3TceQGgA1OzMxhihr3o/S8UVZhiaxl+/wmkI5pI14jjegQSNFJBAOpBHYZp3kRqzXqow1FdQxFX+ikaZZFjfIQo6DQGxBuQruLkTO3beZpTB+J3dze76B9jWc79R4XwpVlpcW4StQUdDpY2KT59yAbjtVq2LZWI3KzPairiv5uaaSkJWlSje1jf1PVe4BOhvoM75MO16s4SoVBoNOlIyOpUuQwheVORvIHEG1wkEk2GgJFjbss8W4zr0WAxhKqYhm+8eAlCOdjlLqbki/hS4VKGgULkZr69tild0RewFvcJt6GLKXvBpc77JOrX7oUlqexnzLbWNdQoAZRexAFz3sQCdqLdHjCLRp8R2U7x1sZvu+ToyFAOihq2RayUqGU3I00OxGKBFqkWhVmjU5jmuEuLNdWjMpSAhILLwJK1JOZR+JqMosbjQmo+GcJQID7sCIww+xmzcLxJWoWNvmsbEBRFiLDUjbznWOuUdM8HBJ/Aimt1tdA2HnMGKwYG+TeXTaC1k6JWWU11MKeaBSo3BJClpSCCm4sCSCSNmf7UeMYEV3Bm6Cly2IqFqTIlJz5VNtJRZlvy+ayrAgnLYX12/dzVLoLu8b387RELqPCUnjoQGncqiAbgXCu3ne2mo8qLfpuMxbva3lyK9heI4xK/RcXXlWUp1Qp6/6M3sCUFV++UEEknTepV9To7icfGDB062l6dqnEqMe4ZwlS8GvwKo9FzykcLiyGszSV2s2boIVYr0ChY3tYjsVbg3CLUXn4FGzsLlZmlZFrUjip0JLZFhYkagm4sbi9tmrK9miLhejMVn2kd6UqVw0I/o6GpbUdxabfOEl185r2yhGmlri5LcFbzcGuYc9+7oMERXoWdLTs9aA0p5A6EuKAJWuwHdRuQBcW12ZrQoMSKLVVCPc/dwOG5VLoLcqU9kfy/FRonqAso6aZidSbgE9hpsu9/OM6pKxG+1S6dKqKKcjM6wjMrq1QnoSM4IHUFoNiD2Ot2pifE7WHMLz6pKZQxzSlLVwkcJDd7qJFuwv6fXvfbO9SR9t4EuVS6hNi1eKtLrT7UgtOpusHghwC/Dyiwva2puDrtL52cRWtN5LxeiZ9suJAlUNaESvhKWtZyMrBsknQZSD3ubixuNjjAns9xcRxeQxHiZ+iSovSlpCA6xKR/cWQSnTUEgjyy3vYtw9VovutiL1v1HIlDvO2UpXqCQD3NwVdib2G309iKLQZ/Cns/AfzZmnUFKWVDyvcFQOmuth5eWyv1oX1M/UdXsHjVxFtXtzVBwvXnIsXFnvFhaM7S0x8vmQUqFyAsfrC4NwbDttVQjjfC7vuGstRV0heZ+iT1sB9huQO7Sr+HMLpU2q5sbp112ZeIsX0H9E1Q/0ismbOHUKT3vp8t+1rG/kLa2+BJ0XlX2nWmJUKanLIhSkJWnqGgIUMqwO4uLkadxfZYdQbfhuRB19Vu+2zkRvbucfUbEeA259Gl06LOQ1ysqlqdKk8dJykZXCcySRoCVWHY3sRDG83CWEoDdZw5EhZGOK1PpbSw1+jICwwb/DUkFSuEu+ugBvfbLm8ylxd31Zfdi56jRKvnfajtJWh2Os6qRkub20KVAm+oIFhexp1EaxRAj1T+l4S8q2nVO+NKT2zC4JsNCLg29dCd7TYcAiamn6dVf5g8GbgRvR3N48wa3KaxDFqKJUfoalXzuZdFNm+qXUXHSTpYm4GowfiyNhKjY3nxcOM86hbq1R3VynEqUlQzKbUFEi6VXsSLkW1N9r2lblsRxXW6pu+q0KVK4vXFyuKROv3CAlIyum5GUDX8TsQVD2d8Wz/AOmfs9NpD6MzvVFfWhKvO2ZIOU69yCNDc6gutWzTR0miXSMSD7ixarXuGsucXmskpfFi/d+pVv7M5gUFQ7hJ727EXtcMuQMZV5h3lOSmsZlKzNLShSU37oVcgXIukE2sToDsUNUbFFBqjDUpmKiKt/K1kdzIUrQWsoA972KSSk/Lrfa5xNKw5AqjnvmoMU6ooytMLW0UZVFHheAvlUdbOWse9gLDYX2tNRGGJJ3Gqntby6k1FidaIefp6lKSmwNrkXtmPSe40uNpu9ubPwxUKbjbCWGmK7RajnVVKcwgtTW1IB4io3a7iUpUrIRchKhqLkV+72LWaXvabd41O+9MOyIshh39MniJPbXKsG1wCbd7nua/dxj6sxcb4s3cz6e/UeSq79ShR3fC4lSlLUlKibJWSs5SCAoKAuexOr7ftlWnaa3Ar1Lbxvu0qMLEtE/71TZH3WbF6DcZVDLmFxoclx2JFiGZ7OVN/nadbaw5LlU6LSH1IlOu9XBa0JY7dibpt3Ay3vpsvq9/NVKrzGN+brdIi1HPzTSLIS3IJs4UOJ0Q4lWbM250EhQJTqSS4Erte3S1T7W4NxDCxLhfEP3fmoDWVbj+cBKlspJLb2hS43qq6AUJULhEk7pw8Y7d88hr3XL3c4cdiv8AuhDSqvFaWFfAKelsWuScupNtdQbmw2Vm7ByjSoE+jYcZioYQjitcJQ+IkD+0QTZahYHNkzAq1t5JpO8LCLWIpG8bDGMHIuPKZKdartCmSC0qqRypWYoOiUvt2BKRYKsRlBIy20XEMrEdZcxRRqS+xx1qdkLjpCFZ+3EITbuD1EW1uSNSTU1FviFDQ1r9Odi8eVFyMVF9PC5davgSEEjKq5UMquo2ANwcpGhsQfG2H/elBboOI4iIr8VP3VeqX21eEg5tHEEAXBJAOXKpNrA2EWs4jabgSs6Ft9X3phCkqSbeBbdtL+RBF7gXHam3oT69QeQiz6SiVF/RcVCwtpN8tgFAEpzX8yACnTU22XAZWlj6nX2bd4U/cZiNijVR19/ClUkchPUhPTHUNEPEDzBNiCQMtzr323q8XXWm3YryFo6VoX4kKT3BFu489vNWkUt2vOz4HvHIiUwlS0qvnbXcnvfp1HiuBcHQ6Xfm4Xf3XsB1mhblt6HHqMKqfCodZRZfBV5Mun5kHUXJBB7Ag2206r/5Wnn+o6As3cSM7e9j5ql1luVXmeA/wlJXKaazcwlJFlLt84SMpVbsBe9hYVwnjyLi1px2Az4FK6vApWp7psNRbW1ge9htb7/KPzUpzi5ELYQroX+0EHtqLet76W2/N1m7Ln8EN1SlvZKj48qr5HL3v9Uq+va9xbttipT3dUxES1FT1acZghvi3fNby8JPxWokV6qMIzNIX0qkJSc/DCvlcFroVcWOlxckAGFn8L7vsL+4Woi6W/K61LU6tMdxd7Jz5ultRvlzXA8rkEAOSTKlQJTkCey5FlMeJCv41HofPYfl7votedfdZqMKUiV8VUDRUhLtrqyJsbpI1um57jTTbQ4r4ndN1eAaW/tBPCVfnynW6phxla1sZ2Hci8qm1DuFDS1xbvobjy2+MYtYXoPHrLWHlrqk11brqmkdSXbJClWGp1Fh3B9fS4w7SqNAdfi4NpKKcxKXndkJdCkpUTcksZs6tDoqwtp2Gm1B7RrWCMG4I5r7e1FGJZSVcgjhIfYkO2uWTawbBAUrNnzJ75VWtsjXuRyB8zRqD1E4+YHeyhvEqlL9qCA1AztsTYUiAliUjqzEpcDZHiSmyVW9CnzvcmUOjVmg+1piyqNZIqF16U+hhfUrI+tLxFyNfGbW8jcaEk5k3EYxn0HfxgzFFZeXK5WrsZ3co8Dl2j2A0IXb8L/XbR/tqV6Vu+9qCm4ypbq0U6t0SnT1x8wTmfbcdae76at8EdyCR5WB20UV+IXV1m6kge5qSZiFqVFc+Dnyfq+JKv48jb6X2XWKMQSpUCX4+hCl+D+Pw2LaQqBXsOQMZYcl54tUiodQtPUnXuPpY3FtSLd/PYG3hVprBuDZ9UdyPrYaUrhI6luJ7WSO5USdAAST5bRqSxUieNQOtw/rMo7zt3dZlbxsLYjaZXFRV5TrXxUZ48hfDzWsb2UQHLjXUAgakbA86sVTAe9CpYNiu8r1sOwlIdKFR3+ElQW2QboOYkZb2PfQHXRFIxtPn4tpO76fSUVfD1Qi+9Is+OgLdhujL8NxJAvYq0IIWDmGguCi/akwrS6Ni2u4jddXx330piq8KswOVGU97ZUgk6X89kK7hwpnu6rBszLtO/GfApb9G3v7vUVFhfU1UqX93fT31OWyQT3zIsL3BTbUK3ejjjDmLYEf3D7wYyeJcj9XXxdySfWw+uxRgzGX23wHLi1TgTapS051NZgl1SLAZwnQlJsQbaAm9wSRt2wXuRrNe+9O07JTpScikyvElOtxf0GluygR3N7FzZugdRrK6BljE5SIDsqL91ec/uqXtZYfolUa5uqe8FoyZkqShZT9PL6edxbt57arw37M1BgQHIrvHf6lfpfEryHawv8A599L2F7E3E4Xwu6477uYyLy50r6kqTe4uDY9h5adxqNqEbZknrVIPozFiKxAiu/0yy/k/wBqjwqT6G3Y9/Xy77Hm7+qUvn2IvFW+hxaFoXmyqTc34mlzp52sR699nRUty+CJUp/lcPcBHUlfCupHbsRYpt5ai9tNfNcYh3GO4XntysLtSsi3c8fgWVw3Qb2sq5T6i9wdRe2gqLUfiOaPqNOqOAcH8GXm8vEuKK9KYwviOnIYfpfxeLk4XMKXYiSALpN0dlJvcFYJJBAp4ODMUNRfelBq0JeRKnUwnXeEtVhf4LngK9RZCignWxJFtpmPZNUn0ukz59OlQl8LhSErQPhu6aWuMqFEaeQPYa2EdmrQKNAblUuXx+daUt1pfStKr2F03Op0NwSLW11IA3tNQyJq2MlSZaX+6feViOBjJifF4/PRXVNSEZCl3KLBaHAO+lr6XvY38jsFVW9/feuvItObhZirLfvbt6fjtjncyzS6pPcnuxH2H2PGpq+XL8ih9QLAp1FvOwI20NT8auz/AItBqMrmmFJQ6hTQU09pqVJFwL2Nuw0uNbWUs1LXcCYGovp/7ghnhffTF3VYjbn4jokqVCfQtqVwGs6sh8wk9KwLaoPcdtRfZZe0FvF3fYjxvWpVBwRFq9ObydDT5YTMunMpxlduI10qAyLzJSpJsE2N2FSKzRqo621WYnJPr6M6kHgK7C97ko1PncfUbGzeA6DPi8J2kwn0LSn5ApKkn8rEH89tTSU7lnafroTx2/8AMzPTcG7lqzwJUXG+K8KSn4SXYrFUaamR3E2P6NxISV21t1gG1hYi20nd9u7rMDEbc/C+8LCmK0SkKaTHdWumynE6GyOISkOjySpQBOlyNNnBj3c/hKLhJylxaSunIQpcqKuL08u+rxFCSCkBR8SbWPc6gHbNj1IxbRp7nIS6c/wFqUhSfgLyg2Nxc30ANte+h8ga2s1Td03U6NRx6P4M17hmpb0Gov2jo1ci4hfpGePWcOTYvJVeOgFIJCQpSXgAO4IIIsArRIYwrNLxRRm6pAd47D6cyVZ/2g/UHQ38/TbGELeVVKN8XEbS6XVGMquaadGRywy9abgdtMwtcCx7X2ssB+0K1hfGT9LlZPcleWhSWnVngNyFBOVSVC6mgq+pyrTfzFjteq3YMQHUNEuo8k9x6VHitVnmovwJWfLmydKteyh5gn9ncEd9qTfApp2gxJUppaH0Zs+Xqy3sLE+hNra9yL9rbWULEVGxRzbtLd+PCd4UyKtY4sVfcBViQQRYhQJSoEEHXYOxjXead4XxF8NKmkdf46H8/X67A1tq7JlaKtqn8opaxUHZ/DgRXkZEKzdVuqwtbW2h00uT6bNLcF7UtT3BynKXiShzqphCU7xZXJsF96lr0BeSACeGTbMnQDvcEG6+r9HgOxXHeCth/wDu/hr2/wCttiLdzSmuFEqjrK1rir6ltLyryH0PcHKfXvoT3GyNG0eQm8bq0Ty9TQNZ/lC9yNUn1Kgzy/No+Rp2BVoDuXiXAUCUqAU2QryOumqSDqA0H2ksebxqW5heU8io0uap2O7NoMBuZKbYJsG5UUhaVgAhKnWxlv3TroC4y9mfd9i3n5WEmVsP1FaZ8V1pKWlxZB1U2UABCkrVcqAAFyTYEW2pd2m7Gqbvp/vSjRH6RV0fopWQ8JmUANHkJutsHw8RskC5C0EEWdSwH1HlRQvjLmjzcUbvq99l/e1Ixlh5ha0NQJjr1OlJRpmZeRfMw4BqlRQRexCiNB23kbrt1WPHYmI93OMqpSH8nFlU6VNQp+G7cAJQsnI+kkElJKVFJVYqJKdi+oUBre1WW6zXqiw/V2GkMcKOlClJSkmwKPGi19R1DVOUHumkrWA8L4cqjlUlU+VzrCUoddjtId6bEAvMLGZYsfE2bkKGYAixv3JQp/NExNpdewbzcWs1Fa5UJ1aGnWrcrOSnyNhdKx5AiwOgUdDtAw1zU92pOxYj60dTsdWQZs6R+jIFwSVG9vMXtsQ1uPAnuy/veSLxU8JqPxWk9r3CHOpJ7Egmw1sbbW25vANLxRAqWKIGLJsXlVraSh2KrhZh58RFr2JF0i5GhIudlim4zvtgJSKdQa9xKDWWULYlZnYqEMFKku/MlIJssgdWQEOWzAZrWBZgbck1VKo/KwHRFzapCiqlOpgKKkuRT0lSdesX0KbZgdCDa5nP4QpfvR+VAqPAfXm48WQj4E5Qy9bZTqh0akEgJVe9xqAW4efx5u+dbrzUSbT+Vyqh1Zhri8v5qQ7luchtcpOh+p0Iw/aMsU3SuiYQxlAwlPlV7Ca6phCotKakIirbWqGrWzl0KKm1jUm4Asb3teyVp24DmsRsfZd6cwjmFPw5XzJsekg9tLAEXPzXuCDs8aIZ+I6z9vKziF/3dV5q58+AmU60xIdTcqCFJX02FylN0keeXSx3u83hbvsL4ykYSoLvvHDz6UKiplOhb8OR2cYB0XdOhGcdQVopZ6i5W+/iCtr2DM/d1W87eXuldRQa9L4i2OtOe+R5H64SdB5gjW1+/a8vfOy77QTrjvKMLqjEdXLsNLPUkA5gB3IIuSnvpoD22c2J93eA95eEm3ZXDcYfRxYs1h0JWyvUXQoapUD0kXBuCkjuNvPPeNi3fJ7Oe8v3XKqLFUioUmRAmtILXEavpew6HUjRQuQbgg62B9nEHXYs1juu3u1Sl7v28E7wf6ep8V1MeGp90Jl0t8HKhGZQIUgEgDPcWNrFJA2P9wlQaZxG5Ai0NtinMJd48dpfXBcK/wBKljUpaXpnCCUhWU2HUTjTE+8yl75GqbjfBvGoOK38rWIaW6kKh1CwuJSCLhKwQEqSQCSoKBIzAzKDjbeXg3FDGKGuahPsqT8WKorSnSxBTYqyHzABt2tbbItewPg+ppIKinj7m65uDZWEqXO/paUulxX3VtOtXUqKhZJuk62BSRcKGUkXBJAIXOLt27u8F1iqO5K3S4uRb7rCiiQ3l8J6bkqt539QSQCkJaB7c+9CjVnhSqTS6ihC09absOuJ/LS3e6bW76A7NfAHtJYIdrLlek06bRfeKkrditOpUlKiBnKRlCV3Xe6TlzA3BB0VTG71KfbCmsU9qjcT3o7wMnizr/02Vm8PfLS8GxXJ8Bnmlo8KWuviK9NDYfuNtdsp4n3vbxq9Kcar2Mqvx1o6uK+VpV9e9/ztc+nlsPUYSmnX3XZb8Wa4pS0yorubid7X/Wv5gj6W2LYizz1fTl/mmwMHe1NRqpS+arOHpVOf6sy2rOpV201I9fMjS/bS723d7ycOYyi/0DVmH1/Oxql1P+4dfpcXF9L7ZO3B0/DmMqW5RsR1GL7xQ0paM+Rp2Qq57BASCLEG9r+vbZc4zVP3fY8XS6DUZS/d2VXjHSsk5cjiLG4RkN7DVRBHcbLdsQ1nTa8eE9G8RUxqs0Z9pr50KStKk/57ecG+TCEXDmN58CvREeNTrHwupSDrovQ9we9ram+uzy3Pe11VIDrdL3jddO6UtVJahxW/Ky7eK2mpF7dzcaxvbJw7S8R4cpuN6NLRKhLfT96i2WjIofrJvaxsf2bEHjAUVPp7MH0ZmjDzzsDiRYrPwH09C03yelrnW4Guut/27CFT9/c+5woj7/WpGZpg5tPom5JI1PfX12K2cXfZyA3AgOof6VI4Epr5vNdxa3rqT+Gu19DxfFi8CstZGH32sjqX2gppS7DUEEKQSNLgjU9j2MZ2zU2xaKk1nhcV1rrR4k5P26jUbc22apP4jTTy868395X7fztrsc45PvSe3PpbrDC3kI+Fl8NgNQq5Sbm5sTcCw2Hvs9iOK7zTUtGTqRxWvDr3uLj8rH027dIxK6BDqkX+tVB+L4epV0py6jU9iDf0B+p2Ot3mL5+EsRsNc2w4w/050qKVJ17hQNx5aa6fuqHKzVIvE5p6FKYX40Zcqvwtc6X/AOG1HSo7UqqNyuDkXxc2dC8uVOuh/dcefb8BOPGC1FfcQiPPejM5/C7jsp1aGFoV8VCQpSU2FydNQCSddkPhndhFlcOVKqy0fqLaWOlV9dCLH8Cdf8nVPr9Ui0HhQHULRkSnIq6s3loddR5dvLagpUKfF+/wOVWj5+EoJUr6KHYkdrAeVte+wdP4iA0Wn7Q8pyplNpcCLLpbWfjrSpHSgZXO2o9NBcjXUd9LbJGvUSswKo5Fdzo6svxUdKvpcAm34i5GvbZ8x8SQPen9UYYfR0SGkqLSXNdTZJtm0IJKASNL6X2qN41Zwu7Abiuuv06U/m4SH/ix3FD5AodTRPp1A2vYWI2sLO0YzYFWA+6fC9e9/c/wciGMyuKq6kKV5WIP5aW02K942+vG+Da8xFpctfAQhPHSnqzJvqDrexN737W0t32P8A0prBuCPfNUe4HEa4ruf8/MfuGhH+QLNG77FrrlegVFC5r618Vha8qk3GgAUQlQ73AN/pfveuxbXziLrWtsH6fvG+1tU5qVRH/j5s3CfzJ+psUnKfU62AvfudiKi7pazvanuQHcTfZ5hjIhC6pAUppxehKA8hRyp7dWoAUNAQQeGHqfS4tebi1TDzC0P5eXkIa8SrXHUk379wQdRrbU7aiwz7QnuGgt4IrO7KE/nShMefCXl76AqSb3t/dN7eQ02cyG9RyuvZAzeyzRt2mA/su77rmv8VMdUN1DUqPIyI0BQqyVXsDcG4/MbKT7I7tN42Evf1LodLw9W4v6WEiQWmnLnxoVlBHrlIOhsFC2xrjyhxcW1lijYtyZFrdlRXWrZ2dRpYi9u+hFr9jpp1Tu6ao1Lb5XDzGKGFoVHadivtokKRnJ4a0qIQoehBChcm5vYXUbYU/iLDAFXpeDa85/WuOx+o1mWlQsTZSbJXfvYgG3mb7Ntr2laM6047KiVGVkRxVtZQ06q2gCD4FE+Wo79/Sz3fYQ3fYjdci0vCa6DV4q/wCq1drP1J1HXfOkEa6AggHQ21/MRYd3g1Ss+4YG7fD0KUjNmmx5QWw9a1rWQLH1BAI0ukd9uZd0qJ/U7ek1vQgORcEcZdRitKU/TZqeXlJTcBQA6krI7dJPlr32XvvGlu17kK9RJtImsLV/SNIlcvIZSTmUl6KoLZeufmCAsC9lXuQ8KTuVozUVjFs937IYop2ZfNcq3wnFknxPJBQ4gi3Ss3A7FB12l70t3WHMW0t/eDFd93Yow8n+l47V1RZidAX2zYlNk6lIJHi0J1PVtsMsRM7Y/wAeY3wa7xaNjGFiigv5M6ELMeU2m98rjZvlIt4redinTZ+eznvm9/UZvC8+rSmItRUtcB+ZFHFjrzaNKzBSFAHQKCteklKSdQjd+/g3Ebs+K7ScKVFC0I5d+LkWtNtDmsTnTc6EAEA9vMilarGKMJT5cCl4ORyT6lpQiPfpXnBDqbEWsU3sQbWF721Zdw0GBNWYkdxHwnGsb0mnP5Glff6ao5XkDUF6K6DdBGpUhSgnXUWuauoYOw5vLwu3AgVylvyoTudCnbLXHdR3Iy5li2nlcaXNrA2e7epfzyYIiNVlmVTqvCTkXmdKeIm2qk6dQIHrp5nUjame3aYNwHjyI7i137rVE8ul3PkT37qCClBue6gARexve+wTCVnccSwmYHxl7hiRay8iUuFlQ07HRm4ibC2UkG1gPCD6m3ouHN07tUlVLn8GoWxKazfClOQ0vKvcmySWi530UgEk3BF9tFYzXA3fNR2nZdRXRH0Jy8KQXWspGnfwj0Oo7a3240pnmqW5WWqTV5tEW0rLKzodUlNuoOIBCiB2B1J8hpc0BaHdV2zNlZwl/NfAgYjoNWmwskppKGpTRX1BJJQVDS5A0IPcjTzLdxNUnceYIpO9Wg1HOww0lqswFRVPoyki7oRcHMk9wSBlJJ1AO1/E3mUbDkp/DmKMJ87hqatXLzFRQ+xlA/Rvpyqy2BtcpsPM6X2j0Or4cwRVJ8XC7KKdSKilTvuuUgriuKUCc0daFEhsgjpBIHa1hbalgLSiPtlRhv2lqDQXWKXKp1ORTn1JYlPsZ0JTZNkhVwFNkWtY2HkCQRcnai+zxKxH9rWq5Fi1eU0iO7KYlZFOI+Vpwt2GmgFgm4sCTshqY/hfFs+rUZpr33FYWpCGFo+8JSO6UqARxUJBGUk3AAGtiQc4bg7tPcPFo2DpT82ErgSo/CKZDaxclt6M6QcvkFpUSCRpa9lq7Nr7Jaz1mNDF27eLi2lyPs5UIXwM6I6pTWdpKbWIJSbqB8+xGtvXYD9z70KNhf3DP3prpC0ZkIalOpdiuJCbFKVOpVYA9QJ7XSCRe+xZRqtKn0vn8G0SbwOEtqRFXICJEVQGoVqeIkdrHtfxDa1gUmlz6M5ArLL9OfX1oVkzJbX/AHQLHuexFjrodmw8BiDdAwVXqXhxx3EeLOdfi/FQpp0Ous6ADIFEG5vqkkg3NleWwdiWBAxRS3HZVRp0qahKeVqjDSkKcUNAh9FkLQsfMhwHUkAnU7d60/S6DAfiwKjhevTaerJPgR4q4cpm9jnMZACtQMxsggkAgjahr9Sadw5zXBpbCFozsOxZpz6a5OrVJHkkkjTsLnYgCtKyr3N4x9883S57T7FUpy1tZ4qM7SrKPWkJ8SD02sABfUA67Frimqo6/wAXJNz/AAltdSHU2GhKSoqSryABAOoCu+yK3f70KzVKpPpbVJRKyOrWl1pA48dQVpa9x5AqNwCbEjzDkw3vu5Cly8OYtwzCpdbYzNRZU2LmYeUdEh5SbLav5kpUASNSNdrFMSpeK/Fm9ujbpXX4sDDz66u+6r7q06p9LigSAoIV1oNrXuCCFAgkHaPuY3kY3xbjJzFG8GiclQVrytIgILUpKAepa1LITl8z2NuwtYmgxbg7GTu8uBjKvMsMIWhDUd2nSlrSlJcvoVDUG+gAItoD5h1Van0bEdG5p2t+7qvCX94ivpCETEJ8kk6Jc7+gJ7g9wjrdV9OAF+YvaA6HMc6atu+aitz+bm1SlykfRp1Pr3tmUPQ5T9NL7AW8lG6XFuF58+jYmfX7uSp1Mjhfeodhe6hbMUgDUEHy9AdocvBVexlhf3W09CncCP8A1hq6XVJtoLgjMnXzuoajS+iawU3XsG7wX5UrgIRlXHdaWkodeUbd0mwWoWKTqVX0trbYFFjW8mZWl0dbvuE+N33tNbwZ9Gn4NqmIadyUX7vHr3CyqZQSQFrusEpItooi3a4AJ2LKbVZTU9t2LVotUqOdTvvKmp4TriFE/p2ySlWmoUkkgEg3AOwrXcIUbC9UcxbFpNOfojcpWSfDaCZFPWqyuDMQLLCbDRVwCLBQuAdiiJRHeKxVKXTpUVC0J6eYCmlJ7lTKiDpcdraDSxIILO0Ga30yYhbWsCT/AHp70xQ6hdOmpTmlO9CoqSNbvWKNfQixtY2JvtDr26+gxcL8/RsY0H7q7xWn34pfhqdIsm62SHYzgNiFWUnUk9tCHBzkr/zlyqi/CW9m4WdpbTEhJH6rZLZWf7qUEmxyHUkBxFuXrPFxDWd32IWETZSVKkQ1NNtJmJU3YoKQkJJF/Gdb2uCdTJTcMQorVRtljTN3323wk5PpbUGa+xkVysWQWFNyEC+dglJbKT5hIAJuSm5OyyrWGqDvG5T7b4Tr0JcJXCTNXmQ7DdSbFDnCWErQdLmwGoIA7ge3IYux5uWxG/hyvVCo+638jXCdzq4bouSeogqTb5gQR52vsR74d8zsqf8A0C0iU/N+7zWtUJmIt3SofMOxNiq9vpfkG0YkY2iDcDGVLozs+g0ahsVhhj7rNiz5HVl1tYOA3B7BSSACPMEnatrW+bEc/Dn2IgMsQkRVdEWU0ePDSVWSLGyVIUb2JAH+K4UAeh4e9/VThT5b6Ko/8KEupSAwh65BDSZJSLLABCUu6KNusEnYzlNVmfFgUuvMrhSqWvhT6XKQhUjJ8ryPEFpPfpKwolWug2gjdIHlBSbXt5bTv3BmKh/qUuRFj58319dE21BNh5C1gebq8VYt5r+nonOoRl+OwvNmSDcnLoCALXN721NgL7DWMqBFw5VIjvNr5LInl5sVXCfbUNcriDdKwe17gjsCLCxZR6VPgQG6pS6tT1xX1/1hTRStlZABD2VVtSDZRBNrAXtYESFUQixxvDiwMW0Wl1miLQ4takR56MyVx1oWdWbjq8rt6dKlEk2ttobBkSjVSA5WYHuiVUWI+aQiO7wluJOvERdQKCoGxFyCTbqFgM67yYvP1mmtSpeSlykuplRfhupUq6Cl1IICkkHsoDQWsQRq7MDU3CVGw5TfddEm1dEVCZENXNF1TdiDZD5utIOvTmIBA0SBclljIDe8ifKr0ultUOnVSEwlSHWnYpdmNoselSFIPMtlOmQKK7G6U2IvdYVxVhfBE+Bi3BuDV0HkpSOdipdzQ+u4dGpCmrp6gkgEAWKdANjnD2EqDiiL9ssJUNFUmoSpXIPykIfzG+ZAIIClXuMzigCb6k3Gy4qNTqmMt4LdBr2E69hBEJP31p+UU8ZrUcQBQIWnWx7pPqdLT9spC32ldwlU3l4ypOPMB+7l0iroQ/IkKmFHLykiwdbW0lZCinQ3FiEkEjsYlU9nrehAwk/VMW7woteXSF81S5SHXWJEdKQDZbhUSVAjuAkEWFvLa03w71qXul3fRMOYSdblLfVysdqKsr4aO61pyXIIAuTprfz2U2F/aapdUgPxazx8j6FR5HLvlKVJULagn8bEW/A7Qtm6WFZlhuxxl9st5fFxHh7JV1xUoXVMyWlzEhZALyAOG4SOoKGW2UaEkKLcw17BG77EeMp29DFsREp9chMqFF1SltQRbMs6En0TqEkXFzaw5uNpFLrOI6bKad479L6E9HS9HvcXHdCrgEgixsSPpsKpYk5WjrgUvJzrbX6JawlSfTTvb67MZ8YvZ7xMtTm6Xhfe0xg2BEWxTpUdTTvC6VJ+txa1/OxF/Ptfaqd3Eu7r96DG+TC+IZs2E+6pqqMSkZ1ttOWBuBbOkHKrOAlYt1By+ZIM3XMbxd/rH2yiPxVvuq4Ss4U04nNcLHmnTuO37dtcxHef48CVE8aFJda+X/LzG1VEvM5YimwMJb5JcWVEhMe9GmpvwmihiqQnuhYWRZKXm1hRNrZkG5BJB2nTMMYN98ue5npsWVCaSjxeFqxyEdJHlfLm16iQQNiffNhJp3CVNxR72hUibgqR/Wp90xXqcoWeZkLAUW0CyVhRBALYuLE7Lape5qzwKpS8Yrp9XpzSYrUqPNQ+w41cqDK1Nk5klZGXOLg6DLmO1yitIDYkgR8bwKW5Kis0TFdBleBWdKJUVR0AsddQCkpClBV9Ra9hVmbFpc9yLS2l4XlPryuxXWg1FcWryJtkQV9rKFlHQHW5q65vSrOHGvv9OXFflfClOx0haJCU21ItZaioAFQ6gNdAQRBh7zYuLYrbVGq0qnTWM6USFID8WUki5bWFeJBzaotYdWUJIBK5G2ElzA3aUbeDXnGoD0qLW4q0LdW6sux3tU6FBIIv2uCU6kgG5OzSgbjMOQJUSsu9FRYRkda8TSv8OYEoI101BBsRpsqd0talQN4LfF90MRX8rSZjTuVpS9QtsEkqRkskBJsCLAAgE7aantymuG674P10f5jU+Wxa0V/c8v1rU31WbFPEucPLpfC5VqIw24hH6LhDL6nTsb9/X6bcKthugyov3qkxVoQvoQuOlaU+dhcaflsLOVRpp3i9C/7/AIF+XhWLa/jceoO08Yhpcpr71UeAv5Vq/W+pGn42H5bH8VmELmaUeKsF4NrPDdn4epy32PA6qOEry+aMybEg+huPodk3vewlheg0tufQWeSqKM3Rn6HkWuQq9tR5akkaWI7MXeTvIpdBoz8pr48phCloRnypctfTy17kXsDa3mLZpkbzKpvuxG3gigxFxZq0LWtqVdLSkAXOdYukEWBCgO5Tr6+Z6/o69XQdqZb845Et9JqbxvAJEj4V3mV7BuKIFeitLlMMK+K0iylcI9wL/kSn6X1229g7FeEsRwG3Wq5Np0WU0l2KrhNqS3cagZkkpIJtre1vLzw9RN3tZi4tfo1eiPxX6d0yo/i4aiLC5QSMvYhQuntrqLPCgBqBAfo3GWuLmTllIUfENAVgdNzbUAAHSxJ2w+g0towyESteo+lyrjmN+v4ZwHPlORZ+IZUrJ8Xi5h4SNDYjT6G4vrbQbRmvZ53Xz4rkqjYxfpzj+VUhDTTKVK9DqASNbaG31PfYDpjM+U1wmneJyuboSsqUlo6W1J/O1h1XtcnZUb5qZjzAbTGI93OIZTFOqK0tSIvFUpLLpHy5iUpBA7EDqKfx29F9SV+4cR7R62ux8OMTQGMvZLgYyo3uZreRKpa2/wBE+00lSHEk3KVpI1B7a3AB87A7JbEvsvxd0EWXPdxvFqK1oTn4scI4iRdQBygWOlgQLEDuTc7KNftGb38GtMRZ+IWFoXlQhp1OZOvkOrUjzsR5j0OwxiD2kt42I8ZQML43oiGOOtLTTvFKUuNLsMyCqwI8im9xpqNCbWjfUdk9BYirSdv4MtxClRZXNQHcmRSuvJmTr3zanpsde/l3sNq/EFQxHPi8rVMi+B/tb8XKm3gUbBVgNE+K1wL6AnsXBUpqUxytRQw/8nHVkzen43HlcHsL7f1YonvR3hSnkfNmQj8e5GtlaaWse3ca7YHYdp4horIMhqU63FdZQ5/fT4VeRsQQb376A+o9WRTm6XS+BKlfHQvL8djqW3p8zZAuCe/h/E6bCWKKe7giqNyouSVCX1qRn6m12ubdJ0One2o7kEbWaMe7vsURfhUmbS5rCk5lK6mHFWv8uie5OmUa3sbbB+h1OM4jSaK5k7gGRHru5pu5HeXAcpe8vDPvRFOdS6w6hSkKZUdMyCiygdSD9CdCDs4GcGbh6DwPcLUXJFzZGpWRfSdcirglJuNFEm/bW4BwVLx1yDrcWgy1sPv5mkOtXV1etwL37aXtpew2gR3cRynfi4xm52EZ0p4/ygH6eWmgFiNLbej6Ybu15jE9b0ysrpwCMT1Mo9f3Vcq3Pn8qxyuVSVIslKfSyk2Oa/n5m+33U/aQYgO8rRQ3V2OyV8dCH/roo629dDpc+u3lojE2I+LysquSloY6kLdd+EpCr3OhKO1rE2I1v6k4wHEn8X3p4+JmSuPKlBLUruQpK05cqxa4UNLnpKe+213fGOHTt+Zt7Eu8qBi1pzn8HIfR41qVFaWtWvzAXzWsCTcgAXF7aAEzdfuW3tT26ziPB2HpsqK0ppLq2kpfbaBTcaWULK7KB0Oml9s/RMbyp/HoLUSqU6oxf6q6xIyqlMC44iknpcVZSCQPxsLg7coLFL3jReFAyU7EMXL94jyOE+pemXiISRxkHqBVYKTawuAdkyrMcwgqZZpgYM9n3CU+I17kpDEqLl4Tuil5bEaL7ggaa69u+l6qoYU9mSLXvta7Q6cuorzLdkLa/TKvfUj5/MAkXH02yvBw9Kn4tgNVSozeA+7ytRjrlHipUdMyFadIPkQbHvoCNgHe5Ucb7vsZS8EQK4/ORFyrj80vpeQoDTMkix0KSRbWxFtBtQ1WLyJ2xpvORQ9wTVUfdi4epzHv5aJErJlUxKdyhPEWFgJKzlsTa4IF7Gx2P93FR3D4DqnuaLhOkRZs11PWmK1xXHRoOoAKNraA6jsNvOvcXjPDmI8ZOYI3gszYrErO1HW7IU1IiyNPh3BAUABdKhopOXQFJzX+KsH+68eS6XijGNe5Vf8A5yKot3MjNqUpcVpkUVdIWkWOhJSSdjVBlOTKbGPE9S69B3LY84kDFuCMNVtDniRVKWzIzX8/iIOb8bnalj+zj7OjR4VG3Z0iiL+X3NmhfllaUEkH9Ugj6beYtc9o3fTu0n8q7iGr8DOtDD8povtOWsDZdjlWBlvfUjUX0OzM3De1jvB3quy6XVMQrhV6nfHaS1bJIYJ8QGlyNAoAfXS+z29QINKbN2AZo/GvsW7ucWyuLhLePivB0qK6pSERXWX2krNjlWhaM+Q2GgIULAhRttT0v2N5TsByl1TG8Kqf7KU60rO5mvqVINtbixtfTzJ2DMVb0d78qqc/S8QwVyuElGVbQSpVvPMFenpbsB202FKb7Sm9CjT3PtHh5aH0KTxWkOngKXaxUnS6Ce5Glz3BsDsDurGzp7FEZ7XsQ16l/FpeMqRFfRlz5obi0qV2JNlp6joStISSSewJBh4o9m52B7taqlchPvxV8VrK14nRdV0k2Uk30FgRbQkk32jUz25Of5Slz8JrbmvpyJdVI+E5fsSoA6gd9L63t5bLfevvn3lysUMNe74sKLk4sdLsripetqo+QFgR+qbHTsdh3PtHEB55xG/jvmpWDeFPeXKXFyNIWvqUnKTb6gjsNbi1vpt03Yb3MJYSpbGHMR8SFkSnLKSgra8vEE9SdSdQCPWw12i0+r+/sJMSpXRKWhSnevN1A638+3kQDr22QWN8H7xncR8/hKJzrC0ZOFHdTmzeYUknW2nrb1HY5+luZLYtq6ltTBmzKpTsB70KW3Kpdbp01/JnjzIUhtbrKrj6+oF0kEeRGyvlRqpu5rzcXGVJhTac8vMiRIi5o7yxoFFP9k5fQ62sq4J1AzFRPZu33T5TdZ4MqnIWpKlKaVkVlsBYhJBSfqL+oOzxw/gLFuHKM5Gr2Pa9NhZc6oUp9MprLpdvK8k6fXQgaCx20tQ+9M4mKunSm0OrCMZWId19Ur3Pu4NoM2K+199Yda5hh7TVRQpICQT8w1BF9L2Mmm7q/ZkxvFciysJ05+l8dPFpEpXHi5SQQtGay0gX07FI0BtYbYWxTVd31Lrzn2Dq2K0IRIUh1hp9xTUdZNjlzdVrk3TcgWAuddqs72cb4cqj7sCuTUP51f1hCVoeT9baH89T530ITpR92Zv7vGen0D2JPY8a4FUi7rIUJ9hSZDSo9Rlx1NrBzAjI6Adddbi302t96Hsi7iN9LlNn4oFU49EYdixX49SKcqFlBUFJUFIVqhNiRca6i5vhXd57W2+7lW4rtOhSoX668yUpT3sNTpbpsfobjUbM2r+09WWqM407L90Pv5v0UhSU+Duk/ttpofP00XvFS7iZm3a6uk4do5cIbnoG6Xn8EYSq3veiRVJdQ0p1KXYq1dWt7AAjva4Oh0J1Se/b2UN6G+mqRHaNjeLCYiq4sdp+A4h/OT2U6h1N7DRKraDW5NgAKke0JPw5WXKy1jdcpb6lIdS6hC+InsoXB1Nu9wLdreezFqXtP4jgYciYjdqDHuh9fCXN4RU0ypRsEOWJU3c2AuLE2AN9NsqzXbjnJglehz3FEFd3+4je1g3eXh6qSpdBqNRw1xWJrHNFiRIhrQglTRKQlTgW22ClQFwb9XbaJ7V3slb396FeYxRg2hwn6RwFLda44adS7e6TlykKFioGx0yp0AuReqx9ijGVeYxG1LQ+tC0ZXY74UlSAPPz7HsRci17+d/M3r4tpdUlwJVbqC6W+11Ij9Sk9IuQk9tT3BuPL6hq1IDeoZNYgO1uIktzHsXSsJO++cWxM81C8+Tip8PY2AVpoSCRfS9idtDR8FNRWuV5RDCEZUZVpCUp7jt5E6/ja3oALU7eZullfFlYsmvrXnzJXKKFJV3NxcWI7WHax7EWDJw9vf3XtNMe66iuUv9E6h93OhXcWBNz566H8NtKrUlvvEDqOnJed26C9WXAoP3Xg538+TpaPTbTtoLfvvtRU+gT6zPY5p3o4qehF8vfTuNfrc/T8NP4XxBuvxRKban0NhfRlzOoC09uwV3BAOg9OwGxHJ3RbuZTrEqlurirz/okO5k5TbyVqO3kQb+ezwKuIieklX9xYVTdThKfhdyVKpzDEpDWdL7SMi86RobjQ3+ZJvf6Gx2QGIMIOtQOfis+DK7nTdKtCDqfy10IHa3ltsutbrJ7XNu0F1HHfYU0vJIUhqRobBaDdJN/WxFzZQBIKPrm77FECA5A90vrcWjhJSmy0+lu5/frbYfYQy1+matw9Y9fiZh3gM0bHmEokqgvf0oxnjyIspH6NfUkpK06kHRSVAEjzSLEbCdN3J1SBhxt2VEircfdUtpWikq7k2I6e+l+9u9jcAxqm6fFE/G8+jNPP4eq6F8/C5qK5wJSkjwkkC1x05k3sFWINhsbGgu4IgT3Z+SFFqilvyoD6wtqLNNyt5hdgqx1JSdD3NydFL69omrrHe6kfmJ5rDjWEoHKtcqw+v/ZW8hYrAubf8/Py+aBijEeF5/8A2caQtDnjzIzIc9c1vELfW48vPb6xXX6NKxREiuvLySsrSuVdGbLpoEr0C+1r9z+Oxm3hGjUZpt2jVH3iwvKtD/CWhSdDmbcSbdaTpcWBHkDcbI1VlGyZjGl0GW9Rj0JyBiig800yjjoSlEqPk6UqOhGutjrY2tr5W2jRMWV7Acq8Bnnadm64Dvy31JR2yEn0NjbUHvsOYTq/uGqNz2pf+Na+pCk9yF27jzBFzcDW+hd+H2MEY8ivtRZcV99CPvEVDqFOs+V9Ncv94D6G3bbc0j74kaju8ZxhYpw5vGoLnuaXncQj7xFXdL8dR9QPI+ShodfS2yH3kbuazS2nKpAicdhGZauFfMlI/G5t9Lk6eZ02YmPNy9Zw5KbxRgiW+xKYRn+F4u300/IggjvfbhhbexFrLv2cxk0il1RHQl3wMPK173/Rq07E2JtY62Ddib1wZGWX3MoVV6LK+4VlnOx/ax1pOXKdCbZgrTvcWIIBF+20lncrFxRg2fiPBFWmvrpy8sqBkOdKSbJfYcJsbGxVnGUm5ukpUA19+26FqK775ozPjX8Vr9W/mPX+PPYW3FVXG+F6pLw5Ap65tOraFtSort/gqUjLxUKHU2vsLjQ2AttlqHqfYfU2+mdUKHt3cj8/iSd1GIWpTXvTHnOxcX0iG6xFq8W6UVKGkpCY8hu5SHSqwKiVJF9baEkeIK1wpXFdaXnX4fhZe/a9hr6evqSbnZu0zcy7Fwk5VMWy+aqjbCM76LJW8lI+GVjRKlhPSVEAkd+wsk6tVWmsRsUvrWxmzcLJ4Uq7j6ajWx1uT3OwdR75m5lLmykvBCgSorfFZ8fyOp+b0vp+Qv8AkdrLDMmLRmnIrT3+HOr8P4+uwxjudFgOschLc+XN2V3/AA1/I38iDfaXV6dPn7vo+KIDWeVF6JGXxKQQbLI008I0sQNbd9g12dqJdRUrTCSo46rNBrNNaaZhLoM13JMddUUOs9gnIcpB1uTcgXsCCLbT8eYoxvFr1No2EnYS11FpCIbspeVqQ6blIS5fKogagZtBoQdLrLA8TEePJT9Go0Tml5M3L8UJUpN9MoVYKUNSBcWse4Fy1d0eJq9Anz8EYowbKyRUpRndijMynvZY8Ck6AjMAU3slZBAJ67Qwmp0uw26cbpA3z02s0ajRMWu4eWxV218KUhqOYc+HIsfiIdQAl9o21bWkC+UhII6l3hn2it4LtU9w43wn9oUISnhKkX5pTAvYZ8wVnFgq1yq9tAQbavxbuyrO8aguRZVW90PxY6kJTMazQ5Uc3KUcQHMlIKbgkEp0sCdNs748pdGpbVNo1UZRTq3RJqmuvqTIyJtZKwrK5dSkq1ubagAEWIH/ADNB1it3i1ajSpXNYcdfYhIyu8rIWOLHVqlTfYaA9hcga9rjZq+yzvfdwvAqWF58uE2xNWp9iUj4UqCsgJLgJSULRfxIUCNdSARdLbwMKV6fihysynVoQtCcjqbqUrz1HcCx172NwbeZhu53TwKpWabXuUfWiKtKn+EgoWpWoHq2TqTpY2vcanaUO6Ac7ZqKu4VxHXp/vSvUnDS2GFcdiVRGltCQm1gXmSooKjck2Sgg30uQANY13itYSw4467wIrHS0ri3yZbgEm2tvVXp67Nimrai4Nf5B5H3JhWXpycRIBJ08rC97ad/LTbHW/qrYt91wHapT1xUVR1CoTumSQlKwolKrlKk9Nikm47EC4GwHTy5llt/Eb2Jag7ugpdJxbQcJwfd1UQmVzVLf4sN7QqucvSR3ucoIIJsdAc+Y03kNV7eNIqlBw9TqC/Kyvtch0tSHbqJWBYIC1agpAAKrnzJ2McOVOjVSjQJ9Zl+7oUJXFfaiyChCVnpU4lCSOCo2HoCRqACCI9fwjuWgSnK9zc2ooX8VqbTZSVpUhYPjQbJsVBYJtmSpNjcCxYoGw7pL2bhiaJ3T4hi1nAb+N8L81zsVCUYgoa7palKT08whJHwnb2SoG17AEkC2wLjPeDuR351T+bl2nyn5S2FyGJDsVTT8F9OhSvMAptVwRY3QoaAkEEiu7usu7gsRwMZUHGKMQ4XxKpKFRZ7RYmZlWCmlAkocOWwBBIUBcXIIHTfXhyg0uvMb1cB4slMc0pUqApKkZ49weNEczgocQeopSsFJBNihYBL5O5cxUV7Zm2qQnd1W8aXAivLRyTqVL6Mq0oPZZRrdBGhtoRmAIIts7aZvNw59nHJU/IwvLnyrspDlh3SbnpJ7X7dvQlR45qtUx5P981TDEV99lrKt1pRS1KQfQ6rYWFXvYqAvYGxsONDwZVItBbd5R+t0Gbm4sN1Px46rj9GpB1UPTve1tSQc+xA3uHRtv2ykxTvyiu1lz3NTor6PDkUnMlSr/KRrofL6eZ2Kq1WsZUblGqzhPJCmpS7AqkW7rTyFeFaVAHLfsUqCVAjse5lU32dqXXuHKw48wtiVmaj80oIzO+TClf2Tw8rkBQtYA3G17h+jYjwRAbo2KIlbYYiuq+7yEdDaxa9rjS9hexsRrrcHYDEJ9sBfqHTnGYj6xVapKdbnuxM6M6l8WL1pV29P9PXafHkynWuLxVo6P95X7f8AltoSsezT7r48rBDyENrzKWw7ZKlK17K8Kj2sDlP18tl+1uz4s9+BWc7D7GXitLaLSk389bXHoQLH127hvtgK9Sj8gyFu6qFUoM9yVAl8dC0ZHY60L8QsRp2v6Kvpre3kQ1jF7sqvS/fNJ4DC1ZWn/lToPF5gFWb1te5PfaMuju0FrhQK4xwP/FazK7eRGo19QbfXYNmVuU7Kciz3WFo4qvCrxJHaxsB/GovoQuOY5v4lpOoeEp7vFny30If8K4sjp/EBPn69x5W2lYPclRWp+F6Xj2b7ufaUlTT77aWnEHSykPCyVWPcEC/n3G0BvA7VZa5+ly0IX4lLRZK9PUGwV+Qubee3Kq0zDkCK41Kq39IxUeNpXUpV7XPkoA6ECxAGgABtCyp2yFPwq79o/dcrxo6F5kZV5Ta30IOhzC4I1BI12O49Ei8h7rixOa6c6mvFlt55bH9o2WErEkWU63F+680x0tPqaLSlJ8uoad+1z3tbvrYt4xn0Z3iynlsP505VoXlUlPmSoG5ufIixt5+U4M4GS8UR6zS3eFApzCGEdCkI6VZfLpVax876g9tBrtMiU+LKit81UJrHH8a+EPhq+ovZQ8tD387bSm8ZtVSU3VJ9R5peVHxXV5VKt2sdO3p39NqzF28eBF4cWBwFr6kKyJCcyrg2NtDa2t77RtaduWGeHd0UDEbXCny2G2Pmmrz/AA+9jZAzkC+twQO5NthzFO7uqbuZ7kB12LNYca5piVFdS+lTWtl3BuL69r6DuTsVYLxS1Kw570pcTgVFhP3hhLp4SvrZV7adraAjsNNoGF0YclV5yU7Lfhc74ms3SlZ1JSAOm9rkdu+nYbD+2W+6Lan47apcr4uf9VWX6X8jp+235bXjONItUa/SrhSsqlpaQ7wkvdtRm0v+Vri3nt94xwlAarLjrXKzYq1J4UqOoZkqV4UOCwuq+lxcG/kTYFTG6d2fQW2qzSZtOz5uE6hJU0rQi5QpNkk+vSSRcHttHjI2mL6ViriynPg811da+XDD+aw6DZRQr6WI7eQ2cO7/AHcYN3gxWOfq2d+LkfW1wutu2nU2rUpPqNPQkXGy0d3eVTDjvxZcWbkX18v0q7akpJNtPqbevfYmg4YnxWolZpdRfRwMq8qllK21a6Zk2sO2ouDe1/Ve5Q/AgrU3eMIN/LnutqBhf3tCYizZHCXIylSU2BsjgqIULnTQkD189l6N3lew46xKlRIsqK51ImQlh1pxIPmUm6De1wR+BNr7MLHCftbAbdn0/nZqEp603zK00ICbki41NgPU2G0fBWGZ7UVyU1h5+KhhGV1pC+O0r1zIzEAHvpcH08wWlNgh6KNkqpFKiz2m59GeySoLqVOwlrLT6bWIISQCpJv4kk2unvsXwKxWWsUYXdnxPuU51KXZHCypV05hcjz0OpH5i+0fE7cCfS+fgYe4FRipV4OlKk2ucqjqNe9tB5gW2MdzeI/tHS2IsqJ0MZVrakWztqBsFg6J1A0PfXzOzlZhbPGU2+XC9exHiimtYcaRzTEdUr4qDm73FlCygRbQgi1u+1VHwVjyK027Aqz8KqLy50oaK47yibhC1Iub6GyiAfUmxOzE3nYrpcCssUue0/FXy6eXlR0OZU27g5ASL/rC4vqQRc7V+7ptqg4yiVmfLxLVKW/lX8VTUqO2om4PSAqwNiAkkgXCgTsYwYkxO6ne/FdpOI3a5TloQnK7z8fPlSewzAAlGpuCCNdCLDZyKoFZwbFiYjn1GiPwlp6lp6+HfX4JJClj+7c2Gg102t8W49w5KpfIQOPKYWhPQ0gqUm/e4AuPXUbKipReQ+9YXrjnxMy1wpvgc0J4a0aoI07FANxf124GdiG9ZxK7ArLE+lvcenP5Vu+7XRmTfuClRA7i1iAPU7XETFFLgVliVAaWtfyyExw156tOJToQf8JTrpY2OyWpWJ2pUrkKpSciEIyLamoOZNif0ckKGYDySu4A0FgLAikYiw5hJ3i1TFjFOYWrwvulTCb273uGiT53Ave9r6isO0SmocpUWHufe8/clulr1ZbxRQcJoo65SlypCIaA0qO+TcrTw7WQTdVr3BvYDSxFgKJu5rzv2ci4h56ooyp5KpZVPuW87LsXB5ggk3GhOg2lx3mpTTcrm1rYWjO0/FdQpKk97pPhVp59h57SpisGtOt1SVUaXUX2F+J2A2xMT6dTYBvr6EG5PftWuzcOZlabWPqUIxyJQKRXt32N4jsDBq4VIW7wnX4CyuPlJNukgFJ/umx9CQNmDj2bAagNysR4OpeKKR+laQqyHW1Wt8/Qq4OmtxcjXZe4vxxhL3W/Fi1GrwpS0pUlTHUnTsrLrdN9CoAna/3d4mn4y3fS8OO1ZHvGKheTNZSXkagGxBT2tcW0PnsxX5e4zpXsb/uDE7OYkoOI6M37rw9VKdTouVKmmrOtM3sMi0JUrJ+SbanUbfeGcMV6BzbtGxjKi0SotKzwltIU1lJ1yOINrDtlIIFgL3B2CBS59Git1lqWibNYyx1tNILDqvIjQlLlvJNwRqACQATuju1SBhJyqSqfKYW+pS2kO9asyvqn/UA2tsVEjzvLanUqgz+P/TfNIzKQ+6xbMlWmi030I+vfvYjaml4O5ppyjSqhFqMJDqnWmn2sqW1C9iB8psdSk2/ftD3eU3FvCn1n3fF463VuqalR8qXmr9s6DmSbW6iCCTqB5G0KDFrzXF4S4q0eOK7bKlWoIzDS1r2IAI+u1CNx4k/EU0OiQML1R/hRF874F5rOokJNyM6ldRBvoe4ubny2NKUJVUdbaqlWYhVFxr4CJTXWpPm2FdCloGistyU6kEgbfNbw9QapKci+8ci0dCEqVnfbt53CgsotpYgi1tex2tKczhd2g/Zx3GNOm5PC1MdzcNQ7WVbM2oG3UbkaWI2omn2tmSbN0i0quyqXPfpeLaHCffXmRHqkJ0ZnrAdCgcqswGnUBYW1O1RXsYOz+JS4EtcLIjJk4RdTkBvm6rm5HexPY+ttq3GXPtT0RZUSoriyuhqVFirmMOJTa/xGiVIUNCFWI7C1wQCLCWGcEVlpultYnQ/W0IyRXXZXAkK8i042u2bW4FgCfpbYbVktO3LB6rpqkqLEn/da2iKvJHmx0oVIjq8+tN1g+RBtoOxuTsNbycW4Di4NlwKpu9RV35SFZmpEcPoeV5ELIC8wJHSBoddAAQQVTedFo1Zl4SlYCfRVIK+F8VGReXuD0gqHmQepJAJCh226UDEWF5VL96V5mLFQh3I7IVK5d1mxsDnVdKjfQpuL9texsPGR90zV7ONBi0HHnvn3HNp3jfajuq47DaS4egKVdemgAJNtLWB21JvDq27TGUDhYtw9CfXFQngSFoyOt+uVeh765b99QPSqqkCA1XuLS2adVEcJSkxXeGjiWJJKbZcpAIIUggXNxcX2R+PW8Rz6o5QaXT3+SqOZcXM+UyGVBJui6gL2N8uZOosbnxAhfxg9sW1XxXi2LWalgOBx10HP9y4rpf4jRFyE5kmyr3Asbag38ti0O76apS2KN7pXUUMZktLnoC3WY5SfhFwWJBNlFDhIFtLE7U1B3V7xqNVOK1SW62haMkyBIU5mbTnPUhKUlQUO3SFjqANhqNCbsd3GKIvxYrNUYioUjPFdkceG4ka2LdyA4L2APQbGwSSRsu6b/cFYoQSw3Z0yvUvBDDrudEqElXFaS7mdZV8wAHURY6eotbvsEYswh75qkuqT6iucxUVqzPwl5VpWQOlbawLdrnX62Pm+Krz7UXhNS4ufJ1IW0Eu+IeE2tcX1BsR3F9gKobtp+N3XKpS8Q+66wjMnLx+Ap6x0AURwnO9ym976Zbg3gLt9RCodkFhFixgLFFLd5+lvImt9LS48por4jV9UkpWCk2J7ad+42YETd1PqkBvhVaVQVo6FsJdK2lIHoHLKFx5AjTQ377RmadvGw405PlYxRTp0VaULjyGhMgSk5tEOIXZxtR8NwSAdQk3ABVhfCuKN7/D980l/CiPkkUuohcWpNKvqGV3UhJt0rBCjewAF7EEPRc7+8SkotBxbKd91xa5TqjwMqHcrBaQ4n++UlaeIANB0knXzBDhwzuto0ppyViOW/Fmv/LHmlKsxFs6c5JK7fiCNDpsWUXc/AwRS3ItGZfb6MnFT1LbsDa5Oqxf9e/8AxjYMx1gOvVl/AdUqCGMVwut2m1JjgOyE+TzJIyOpP903BsCASL3CRovE9vO9n+BWaM/FlVFE1cXoalIaCHVJ+Rt0G6UuWFs105u4tfZS4c3cfzfVn3pXsJrqKJTSmHY7qOKlTGh0vdCyLAgoUSD3AsdtIb+8Y4Xwa7TZ7Vc9yV7mkR4TqXQhErzUy5e6HElN8qHAUlZTYpNjsmcXYno2LapSapRnUMIZlIdmQkLcaQ4lRAWTHVYoWUXIuSRYEG2m3YlgN0T2IG8ET5VSo0qiVSlxVu8WLxbSEpTbRK0kkka2SQQoaBVxcgHqtS+9MRZVJhVREVPCTKaWph3KD2KTcIVb5tQext5MrfPuerMDGTlZwbzVUw9NhtSloTK4rsd0FSVWTfq8KSAkXNwAk6kCVPg1SBKcany30RX0pUuOvhqVkI75HboIBOtjr3GtxtXbL7ZWViM061Er1LzyoLalLXAntIWlv5QOq4UCkEGxBHkbC+1zgidAlVTkIER+nMTVpQmKl1S2Ne4zWUSka2S4g6aki21NiZz7LwOLhzJNZfUlSI7rS0JzHWygfCfS+nkCNdiTdvg/FtUlQMW0ukzeBzCXX1RVBKmchCrqNwoi4AuAR2zWBB27bLxg4r3d0avcg7QcQxUTYufiwKogITIQrKCB3RqTYG6bWTYg7RXsB/ZeK41RsWYloKH8uZqO6mQxFd11QFgqa6k2CtAexSCbk8n7uIE+qNz8Ruxfe6I6EtKhKLE1LpBJHDBzO9KrrRZSVdykG5HWRhjAcqA27Ax5kfpy/hO86EZVDpU08lQPDNzqlSSRYAWtfYmJSLPDlHx5hfj4jn1aVxpuZ1NUpsjK092AeUjQtuXsFIKrHLoQbHYzo3tg0Gsyv5tPaRwyhaGMvK1KRxGuhV7LYlostokC5BBBukZyDpa4dbpdZi1KLVMG1SLyq1uyFRXQqK4sBKhIbyEoUFWUCrUEC5ABJECo4H3S7+ID9B+ybDGJUJUlpUWqGG7M4d7lNrsqdJVoFABXYKFrCVlWgtjr2AcL7xmnMeezfvdlTai/mlNUuvTc8z9ZKWJIUA4gEWAN9NC4LAbZ6qeCN/DVe+xG8Hdu45UWFcJ2fIhqjzWWk/MHwE8dBHhCgoKPnbUG1Zw7vB3Gf0pu+q2JYTFLfyz48hht9htXq8UpSlKgdDYBYsDmsDfRO7b2rXMZYcbg77sMIqlLbVy/vRC1oehrOgs7bMm9xoSQoEC57G/h8zsusXO5Le3XsET3MG0uXNYqlOaaUl1SkZktFCjZRXYLXoBlIsM3kRsTU/2usW/aiXF30st8CKnmIDsNptKeXN9blRVfpv0rAuDdNwQLCtbocGysWy8W4IxixWGJqc33hpCJTOhGRS2hw3kAAAXQlSctsx8IxjVd0deqmI6lS4tWlRXqdKX9wkSOhTROYOtA/IM1iR28++s4lC02jirEEDeDvVwfWaNVveMKUwuVCmtKzJeRoMjoIzZhm7G+unpfVlNVKixeK07nQjwZ/En+6r8PXbzK3PVuLuqx5hqjYtqyPdcV1X3hrrVDSQLqIBzKbuLENgkaEpIuR6UsSWpUBiqUaoxajFlIStqVFdQtqQk/OlaSUqv/ANddNq5hceMX0SXiis43ruA8WsvrpFbiqaiuoSEPs5kEEHTItJTeyiCD2N9dsiHc9S8B7y/ddedRS6jCqSqal128VM6OF/DNx8NQKNQkiwJIB0I23ziCC7yDFU/t4vWheuZKe5/y2U3tFbsYu9WVgzFECo8q+t9LUpGieYShCnG7kjUhQ0A1IBH02LmCnKNuzwlXoDm77GWHmKpQaihDrTT/AFKbdA6XG3AQptwHVK0EKB1BF9kTvJ9mTFGCJ8trd87NqlEXlddiymlrlRU37haE5XwLdrJXbuFE3216mjSouHIDsVn+kaWlpPkvpAtrbU3Hpr52HbYmNYdlQG6pAZir6FcVpd8ydPJQ1FvQi/rtSz1kwg8p5s1LFMWl0v3XQXoXOrQnM067lU4gkhRJ1IUbHQ3FgdAANmvub9oOqUZpjC+8F5aKdlSliUtorVH17Fab5kC/zagDQ+WxNv8AdyW7nehVHK9VMMsQqu4pKl1Slq4EhxQ1+MlBCZAIFjnAVY6LSbEKio7oKpg1pt1qX77pa2lLYnxXSp3MkElDzCgFJUL3NiTbXqT1bJrqOeIPWdOTUJhxNbR6hQZ9LblQHYspheVSH4qw6hxJ8wU3GvfvtVVaHS57TkV3J1/3M37Rb957bZ73R0avYcdn4twRiZfJMu5J8KK6VqhrVr94iqBTkUm5BAUDckAG52ZM/HFUgRff09lhbHTxc8U5G19iFZDZSDa4UCCm4BSALkll+4Ynk9R0O9G/T5Eu52AaDVGuVqkRD7PTk6sqk2/VI1TYgWsbeeltvnd3uwwHuvxRVsWtcBHOw0NLaW6hK0pbF1KAIGYkJSCrVVgAbgCwbi3f9QaXQXJ9Lic0h9rPnQvrZVoFBRAuLdzpmAINiDfafvwwxWapuRb5V1b9bfjo5dHFz8ZJF1DMPFYdlE3BsbmxG1a8xrpul1FL/qeorcFYlgb5N7WKMR0GoPwqjTpimnUupUhXABUADpmANiAD0kAkEm4Djk05qgwOLK4C0Zf0qF5FfmCSBbv/AK32w/u1r29DdVXm8ZUaiPrfR8KVFkJC1qaNwpLjCVBak3uApAIsLg2BBctQ9sZ2vcOBFwGxFzp4q3VrD7Ta9SAOkLUbgaOIHfue4Uup2kusB1Lpd2ot7iDiM5NU5WvNyoDz6MisjvR9T5+egFvpbXXbvjKl/a3BtWgc3x5T7CskdSTlc07GxvcmwBGu0fcpX8Jb2qNLdgU/kq3TuiZFiqUlKkgWDyUHsNbKT4QbWA7bWGL6G1hejT59UdXFQhClpla5U6HxhIsE+ZUACNTa3dE72mEtD03BcfMwnJwRVKzKf5p6ooQhaneE+6c7dvTMcwt2ue31ttcgz6o1TYEp7joojqXYq5F+lIsMpUqxKRbzNj66DaZJnSpUV+fPlomxZT68iEOhSkpJVa5sCSfM9zobk7UFHkyuVfiyuefioWpbS3fG3pdQPbpNhaw7XJ77aFZ3LPdVJvXyj/w67VMW8Np11DC2EJad6ulStdRmNhcWtc2v6XsCSZE9zSm4vFXx+nOh3xp8vU3HeygSD6+iP3TPVnDlZYrLVRXKi8XK61IXm6VG/D6gCkeYAIsMvcWOzTxiqqYjqjbuHHskpCf6utpa+gakC11H1NgoW1FrbLPVtbief1fRrjZuqHif+JB3mYRn1mjN4tgc08ilpUt1phBz5dLqygXJ0uQbgi2myzq9Or0Cgt1ml07mqWvNHddhcNKm1K1OYC6U99EkAEG4sbAkEDH28bAdUcnu1GVW6DKzLVAaW3x4roKs5bWojqHctOEAhRsokEC9nVPdVvBdfn4crnuibK+7yqNVGhF5hWc2DLhs2tRKtEqIJvYEGwOpVX4CbujqNFYrcepnuXTazFlPyoHOsZMvyZfPQ5bnXt628r99u9MjNYolc07idcWooUlS0rjlTSVJQBclNikkAkkdzcnW+znbYwv7091xYlXclMNZltLQt9LdlauJuCoI9UrBAuCFC5A/K9Q8JYjixKo6zFizYqsvPw1ZFafrpSepJAtrcG5GU31kjbNBFX4kfA2GYECK59o4kV+nSvitOsOlbT17aAdKkX7g6gHsSdNpVVjOuwG6Ngjopy/hKaW78JxQ/swRaxBJ6gQbkD8eFbwtKdab96S+PCW1llJiu5OY18a7XssDtaySe6ewAi2cR4Xqn9DNPzac2vhJVMSErykGxui6FWFrjvYgkJ2pmEh5u6oOHHc9GrL1ahP50oQ0qUUqZWldg4wu4WCFdNkrvdN8qgbEtwvQoruKGJ8+rIqKGFcKVx/gTG13uhRGVFrjUkgC+hFrHZTJfxbKdfiz2ULhPqTwuEsr5VYuq2lwoHMEnTMkBJ6gQAz8LbvcUOtRJ8WrSpsqVljqad61JzGw0UDdok6ruR0m+osLCSDDvF26mfFrLeN/szVIsLisSmpS0nI5r1nOgKR2Ouaxv3I12qN8e7qfjessV6l4eXV2H4CULdaShMhlSSrwdlZge7ZuhQIsSb2b1eHtN7ud3PuvBuAl1SEtpK+Vdmo+H2JCVKJR20FlAEC1k6nYWoVa/wDXS0neXi1p/Da2JCaXUUu50IhrN0ht4ggtdZSASCCCCCoHKTY4lScNMp43p8V1qBiOK8wxV6RI4S3VtcJSUpN0tOf3AdAogEZrXsQC/wD3XF357jG8ZUaWhFboMfPPY4QWpxASc6Sk6lQGoOhJvqfMcxlgCvYjqjmKGuaXSKpnWt11TL/G0GqHkgBQPUotOZVkHNYg2HX2Xd4FB3aby5eF2on9CVRPCmtaqYz3ICkBQugHsU3Gt7Dy2qsgiJiDTZVUpddgNYhWhcJp112E6srakNMtqcCkhQslYIURoDbzINjCwy7PwRVGK9S2WGJTGV1LrXSrKbZh5ZgR3BFj9O+zx3n7raXu+3l1alxci8L4l4s2kSo6MyG8wVxGSlRCVAZswRdJyqNikJIAwcMUuBFc+0dJXKXCa+EhOZ1qQhTdyY602UTocqCErBAACrhRsZw/MkYw3pz6W6xKgMv55qEutJzZct+xSfCpJOgI1HYgEAHpQd7TW9qsxMJVSne68QykKajuyEZI8qwUohZ7JUcgCVDQkgEA67DVMptLxHRn4sDjrp0J12VTXVSPi8JVwplV7DML3KbA9Nu971uHZ1ew5P5rlEVuFCdQtpa1FT7OUGwzCxGgsLjXQAgCxpjmH7hxGllgYXqjECLh6osVeluqi1Sku2TMjrLaCkov0uZ7kp1s4CLEgpJmMLlY3lcWLTvei4TqVsL4QS62x6ZT1ItdJUkkEWukkHKDLeTWqNiPCWGt6sCnRZS+EmLUku3S62khIulQOYWOQZSQALnyNheVUOVrMCU1ElLfWtDsOZFkZXVIvlIuEpKgL5SlQFwQCVaqI7fGB2LuzHHT4XK4cY+CthHCUh1CkZcv7u49QAdPK5GzMwFgmjNNN1R1r46/m8Oa3mbaX2BH5HFgMOtdaH2s60rV8p9NLE69tB+GzHplV4VGYaivda/D/d7/APTanTa1awkzA6s5UDbCCpVJpr7rFydfR/1ttTKw5zUB/i5F50K6cubv9DqR5W89ptEpv6SVP/x/x22k1CtReLyrX+DPnH8X23TWpnnN3lumSp/sxtV7FD9UgREUtC8yFKgOnKrK4RkyKBAFhpYix0AsNTileydgj4bteie8ZSOhbqrI4n1WjwlXeyrA+pOzxbdgfovB/hX4tr6lU9p1riu+DayUIscbWXWfPEA6DuywRhKBwoFDisIRlRkSgZe1gPw0/wCGy53j0J2fK4VGokVdOfQtDsOVHQtpxWnhuLDz1FrH01u+MStQGmvhPIyL8SVeH/l/psBPqgNRXIvNo4CMysil5uGrzsf26+f7thX0I4xE7V3fdMpr9lvDlelOSnZb9EQteZPAstLKj3sFajX5TpbTvY7DVcwvvL9n2K/z9Oi4y3eVH4U92nILq46VE6vR7EhB7kgkXFwU2F9FYgxXApbrnIS0Lz9DrWcegNwTp+/v6WOy4q1ddlcThOryLQpCsiinLoba9iD3zWI731FtsXUJTWhrIzJ0+rOl49iDns+4apTWN48Cl1VybgqvRVv4fntLzLiyUi64qyBqUAqUg6FSRqCUqO2kI7VBgOv+9IiOPxVI4umXMmwB+nbv59/PZBYar9BwHPbiusohN1RXW0hPRzFlFLoSNL3JBVoT9bgbBWJ9+bv2on0t2ucBjmlJX0/LfyKSUkA30JsQDqCLBPTWeXqapp+vAKcRo7wafgiqVRyfVKTTuIhWZLqktoW55DX5rkixOn79lFimr4cixZbuF8Jrbfyq4uVOVf0JHcEGwJABHlfS/PHkt3EcVifS3ePna6XY7udDiQfTRWhuClYKkkkXIIBV0NnFrs/lXZcrIhalpzO9KU9rAG1wdNBpYkai4Lj6hE5aGWmrREdxjLqgb/t5eHJ/C9+L+ArMj9ZKbiwz2BKRawuAbd9b7aE3ee1hvGx5PgQOU94ymP1Hcik6W6yQe+gBJBv57I2q4bo1UlMSvd+R7JlfyL6VadJt2JHbMALjy0FijAGNMJbr69ElOsrYlZ05VtLSlSrEEg30It9PzG1V1od9iRizXVsQtfM15VvaVxvg2Ax9qKfW6ItfQ1Imxc8dVwCkccXbJ7gXWcw8/PaDA9onFEp1jEcXlapFQ7964Xiyg/qEDuOx01uAexPWLvlwvvBwbUqN/wCErOhaelSbfMlVx373BAPnpfZQ09zC7WEp9ZgS3KRNYQtK34SglCvo4jVDiPqRexNiD2fWtnGRK/XV79s1bI3y4Dxu7SXYvAlNr/Tx5SBmjr8uo9iDchQI07E+f5i/czg3GXAlcbJnzIdgTWg/HkINrjyUi+nUDceXnfzGpm/HGUCe/KpcRa2ELWha4t0dF++iiMpOttNCOx2aOF/bNxRA4cXjSkeFCY7qwpDiQdct/AT6fsPfZZ7PLaY8Gqf+saG/D2NsWwMRwK9ginQn6XFWrhJakDispJBSFZgM1rm3e/kPIgDmJMUYcle5sUYIm0R9C+Eh2UgpiuKT2s6EmwVoRoTrexAI2bED218OYjpbDUqrIzrSn4T6wjMk9wTcWPpcgD0uLGVUN7GA6zKY4WeoxXMmfobWrtqgi+Q2OlyBcaHW+w7LP2lX06W/fFNjSk4ylRYjuHOBFXUfu64U9QSri5FFGV5F23QrulSVi/a3cAc3YfaOgyn59ZdlRavTpCkO57tLZUkgEBSbaggg9wfz2f8ASfslXveUClswVxVpUxPoM9gcJ5BNwDHcTlUDobgH/XYbmbnpVUqkus4Xefz5/wCquul1OVIAyocUoqCgAAAs6CwvrpNbt/LEtZo0VP0RGnhTfG1yrcXFuSUjInJNaT1K07rHhVfzKbH6HbjvL3UYSx5Acr1Bdi8fKrK7Htk7dlAC/buDYgWuNkZPmT6Xw4rsThrQr4sV3xJ/CxuD6gi2txfttS4b3nSqDWX3YtQlRUZkodRmPw03GgCfGjXwkXT5aGxnV9YHT691oJH7TFNeeDDOmP4tw5KYwliinSqpS3/hML1zx9e4J7pB0KSbjQA9rvvd5u/oOF2uf5RHHX151py5r/x28tlzu4xVWcUYo5Cs0+nTaWtpEqLPipyLSo5gW3E3KTa2ik2BBIIBFi6avOaixW2orP8AcRs7pNTXraxbX6MtXRs9yNimQ7PpctproQhCv8tsfYowtPlVliqRWV5GHepaepKU9yg63tbufzt5ba5kP8Wgv/8ApLr/AOYv/p57ZqrVSlUuU407EcR4kId1yuJJIsrTS4Fge2pHfuvrvHE3+lP7zF3ihvi/C4q2H+lSV/Kq38fjbZ87m6M7VMJcKU0jI+jIroOVXcXsR379gQbXA1tsiK/IiuyuE67kXmy/rdR7Dz7/AFH7NtP7lYHFwQw1+u0r+739fT6bJ1pvjfUDnb/WBq8E/wA0G8aBXpVO49BraFcJ+L0rirHiKbnIrXNZIIPlZBtd24cfwvihqJVKpUUNvsOpaTNhK4S+5ylWYEpURoUkFNzbuRsFVZDTTsfCW8Z5yVSH5SlxZTt15VpNi2vvnUBopNuIE6hSrFKI2L8PNbqoDmLcB1FidTkNIXPjyJCFvx46gQl1DxOWQyTolThIBJBWBoLbfxNbT1pUmBLjHO8DEe7SvOe5q2+/CRk4rTrAUhSlC4+Eq4QCBZSU9KjchSTdJzTDx9QapXq7An0ND6JTvLpj6utZR5DMrMEgpuBckGwtps6sM7y8L77sJVKBih1dIxRREL4WRrirejhBIcaQDmfCBoU2z2Fkkmw2RjG6fehRqo5iP+hKjSH3VKgVakv8eHMauDw3M6QQsa2SAVd7jvZqpNy+Uq9n4l6uLQXYsTn3lsIiqyIdTd3hpOouNFFNgOk9rEaaHZq7tN4eDaDPfarNWi059GXK6lGaPKQfVemVXmAQLEkX7A5+p+C8R43rM/3pW4tORmUjLws30v5A211vpoQSSAK+tsz8Luz8EVnlZspCM0J/irQmUjuClZuErHYpUTewuQL2MEVYI+UfG9vf41VJ/wBiML4elPsSmkr96RU9KU97t5T1gDxCx08je4ypvdO8ulxX8JO1Ga/h5DqKu01nL7TKwFAvMqOrY1UlQvoCoEWOz/3G0yK77tnz2UMPsKU06mQvKhPbUK8Ivfv2v56g7D+8Ot4jwvvBq1L4SOSlIztNPoCmk3uleU+SjbWxtbKfWwT5GDiKwZLaxRAco1ZeQvOhKkcVR+JbQg2se3zA3A9exK6ZhivRZ/uuLTnJrC2vhReKOLl7pspVg7buLkXGuYkah9Xo/wBnMWucVrkmJv3hritZUZT5JyjKU3/V0toNdNmjumx3RsOVRul1mJFlMcVPCQ7KyJbzdiytX6NRJBGlibgg32AHZGxC1uN20yikwq9gie3Rp7NRi0uorTzUJ1oqaeSTrZKgU38woAKJFwSACTF9zdzKd+yUrE81/D1UYzoSporXDdFgQUqHkbW1CrXsfLZp4mcw5XmnOLTveNOydbT6kLVHWPJSfE0u+hULJJHYnUJ/G27512VHr2F6swtHSl2FKUlMiOpIJ6VG3ETbtqSASAojTZqu/wDMm0bRAlumz8B16XhefVor6GPisOoX0vMKICXElVl+gKTcpJsTfv8AK8Q8hPfgQIi+S6VodaWU5V379J6bmxv5k210Gxji6hxd6GDW4rrq4uKKD8WG60gZlWBugKBBKTc6EmxOlgSCn8E+9Oal81VmEcDMjPrlVY2KSnQgi1ikjQixAtsbYG8ouLI48EV7FFB5/FDURdXpb6EoqkVbpUlxFzdZT4gRbNmGoIuBcX2vsf7x6DijC7FLoMua+tEpr4UzIp2O0XR8NxRuFNk2AUbpII8JugL7Cm+Sl4IlcLjQpWf4UqLKQVMPIPcEpIVYjzABB8iLgg+Iqrgil1n3zRua4C0KQ1Haf4qUoNxlzWTp2sSL6A20G1O2rNDNYu2b8Djv/uuwzjPBFGxlF5Wey+w+j9FKYWWnWVX+VxNiB6i5BGhBFxteLguxWvhdaNvpt/4XCd8H/oOyCTw6OyHImYsWYDrODZUhp2oLlMP+Dju9Gvl2sPwFv37LxuqO80/AdycBasi0uoCu99Uq8jbsRr+222i97kbEdUiuRWqciVFWjJxUr6m1X8/T89Pr65+Ru4dpdUl81LRkW+rokX6VX8zawFjoSNQO+1nnqdJedRWCfcGptVlNT+VoNRfY/wDCz9Cv91V06+osde+p2mQ6T70d5p15aJqMy1Iady5la9gTrf6H8vXrUsB1lqU5xWkPsZ1ZFqXmypvcZVpIV20sdNpQ9zUtrhT2uvJlzeJWUep8iPU2O1QY5iUlWeixWvixEZ8n+Ffr++2p87/jsv6wzVKpK+FnQj5eoqT30/gW2b1LwxAqjrjrsvjxVp6Uqa60/vIOnex9e20abhefFlOQKW9F+ZSF5+j6AgjpP5H87bTmQRFrSFz3eHS+KjrXlR1FKlfut5et9jqHgLlf6Un06a5kR1LSnOlKfIG2o/YBa235h6jcrVHGsUfcn8ycqtMilK7akdvIWt5ad9nbRINeagNyqDVmJTbCVfCdsleTt3sUqBBNvL6jaTZtlDheTA3DFOdiusSoFW5Ja8vCXws6FKIvZYBBH4EEHXYzm4Oi8q3XmmaXzSHczqGl5OrTVtQsEq7m1x6ADvt9tR/enEiyqGiKt/r4q1BhKlHtZV8oVf1NidfXavqmGcUQHean1ZCG/AtrMEryjyJFgrvp2vr3Gy5O6GrYfEJIdRoLUVt2fERNXnyrXkyOp1HhWkHtpqQoXFyDtHrOL5UBr7hVs8JebO06gZ8pPbMLaHva1vw12GZdQpcX9F8DrTxeAvqToBfKrsdRexsdbA3vsMV5qfK/72t9haOl3hZVZR+sD/l5d/oBmGEJBUWsR1ltrrQtHxULR1J08iCCkg6X0B09O5bHqrUD7h7uffyI61x0Zkt+XV3y3sSLixI25buMMchhv3pKZRx15l8XJ8gv6Ht+Ot9hSeIHv77R0urI5paMnCYm5V99LDQgWAPe99QNbhYDfZFf+7Z/SHMD4sVx2LkircUrPHkR0pRmA0IKSpB11PZY10vtJwtFnwKo47KluL6VeF1aFZT6LHcfTvr6bC8jeZPai8q7h5/Jn/SvqC0s3NvFYKAKjre4JPbXSfBexu7FbqleqEKEjp4TsWysybX72CXQB8uiwL6HS764juYbKRQeE/F/XQpCor7oUhSSL/DPmrvoQPPQ9wFYGXXsEYyfgYcz8lOWqVFad60ZVHUC9lC1/I2BOg0F+qIWEqzF5p3FjE1crNnaiulHG0vrHWkoXfv5EG+g1ssaviufgh1j7L1GU/Tlr6OYSpKUqBvZWtkqvoLHy7drlEpkx84wXVPhz69T2WEL6etjpSrsOoevoR+Q2PN33CiwG3eDFQxm/SqUhKU+nhsPwvc7AW8DG1er25ZivUak+8fu+dfLtF/Ks2tYC6k+Zt273BtbZcYCxNjyfjKhRapTprEWVKaz8K/xOsE5kKT4e1iR3sL662xukTUS99O7TdzP4uPN2U1aH0f+dSltNP8ARcArUm4JSL3NtQB2Ou1BI357qseVl+gwIiKvS+lcV12LllMrvfpFgojXwm9wLWA2M8d0CjRaXEao1PYlIm5kPwnfEr1UnMCQb301BBNzsmajuyoMBp+s4cZYivozupW01mVHWB8yUqOmnmCR2FgdifbOAhhigYSdoz9ZoPAXKi5szSOlarWJCkXBScv0GtvO98Vb0N5cXEdec5VpC0QncykLQMjiraXR2Nu3a35EXZmLH8WyuI7Kez9OTPFUczltc6kG2pB0VrYW9BdFVnCbTUrmnWVoyLVxWltZFZR6W0Prpp9fLYLpvi+pXemwQm3V7y95dGxHEoODf/ORUV5HYHFc5VtV+6CLho29AAT3B120n/NrvVn1RisuusOMZFrVkUF5kGxsoKSE3tfyP017ZhwTMgYDxHErMDmuG+tPFWlWbL6XTb9twdCNtRVLfhPdpbErlM7CE+JrqSr0BAOYG3oe9zp22t9OVGRMfs2If05Z1XD8qlxeVqlJqjEXJ1LgW4XoSlDmZKV9zlIsR2PciXuzxLWcG7wYFL4KJUKb0NSlxwwrKT2cCTlJ7XA7EHUi21PTt8jtUitxZ/O8PJ8KQvK79LFQspVyfCQfQHsNu1G96fbKiuyojkqEuVngVKOj9Cq2rLguNDra4tcdrgElrmxSHVPP3GfiOfPgbxm6C7T4XuuqZH+loLazX1BGpQT30I79wQLnGO63KgUZiLFlymM+VeRrJmcT6DiApJuNAQQbW9NoGIKJFn4yotUdiIXyrXV0jOm6gbg+YHofX6bU+9qpUF2exAlS38j6ehrhZkKSNPQi+unn/lsyZOYI0XEe9WLXm5WDa2irwpTSUIj+61JfjqOvxmTrlHhPDVbUWPltrTCmGfelBblVSJFRNW18XhNZPLsPO349tkb7O9YwlAiv0ug0+VNQxI+K6t0rdbWeq5JN7HNbsBp5eelItY+F2/8AL2F9shiYhMUYC/p5yK68xx0L4sV/KeKnXwLSFJK2/qhSVG1idNYRwTRna9ArOLYlEhVSnIVytZgOlrMk2BQ8k5V/glZWkXsFHts9K1hPDmMmuVqjS/FmakNOlp+Or9dtY1B9QbgjQggnbOu8f2aJXNcLEe82qTaWtSuXkZOFIbsDopKQUOW76AA/qiwGxN84GWGNqZAdqnP4DqHAqOb46abZCZVrElbSVBt1X+IXN7BQNrR94eFcEYow5ExHWeA/UYv6XhNBKswAHUm5yq8golzXQWAttVYHo+Et1UD7G17E7fx1qXFlSkjK93+ZKbpPqOwJubbFb8Sjcg41Kwn7346M/F4ufMkj9I2u2hsLkEG9vXYLtu9QsVeJ6fRqpS+agMymMjSUJkJTn4abXFxmGW/mkFIv5G1tqzCb9Ldw5PpbrSJS1pVxXWluoazWsMwUSGlGwsbgH8LDbvNp+I6XK5WBSYU2ncVfCWqQ40tnUg9bZCkqA7ixHcEHtsw6Nh+gxWmKzK4DE1aMrrvgXITYCz+UFC1d7KKE39b32GJOYNbvxvBgRXIFUw8wxCRm4T7/AEKeQBoelJQtP0IGuYAjbtIwNzTrlZiu0tjOtOZCHciFLHkQOi4AFibq73uLDa5lw6XQXXHaXW6jyq8qpEBD+VTaifEhKgOg/qk9uxsLbBit4EWLPlxfccpcKUlKX5CYudcdXZPGSg5uGSdSUkC+pABO1TOBhen7hFYd5tD6EIy5ZC8rqcvotNzp5eEj1I7C28PfjVMOQOFzfK5OjndFqT3sh5FyQD2DliNLkAa7UlXiNVmguQJVWcisLzcupLGbhrJNvFYlOa4sSCDqCNqqnYfi4opcvCWN8mRCFcJ2agpfZ7g5io3ynrABUb9rnUGPUqUVvctYdWrO9DDjcrBGLPvrHXwpUd1pelibLSFZh2spJI9R6y4zW8Ge1zUqrVRh+L/WnYqgpCbE6rTYjLfQqA0HmLkbDFYxB/N9ykCghEKa38KPPhO5o7irXsVISVIJFjlcQBqDdQGxnuu3tSncRuSsZRFvv5U/fYrSOrMNASg2W2e4UAdPLXanuDspWEbuOMJSorjWN4kWLVIrSc0h1JSlSLaZlagjytcXB7WItd4C3mz3ZUSBhzAaJuHn83FlQOGjptcZUXyKI00JSLED02CsQzWqpXp8r3JFRSEdC+yVJdUqxLAJASD5pNgSVAC5uQ+kb3sG7oMWxIGN2VxaDVH1R01KAnPHSok9TyQAptQIIKrA30JtbYqHmJpQ6Px6m7N3OIp9Zdl0aey+vklZospbDjHEYVeza0L1S4i2U2JSoWIIvYQN5+AaNiPhuyqcwuoxczsWRkyut+uVSbLGnob3sbGwGwZh/EMCjSmKpQcQvv06a0h1P3pb7CkHUKSFk5b+eUgfTaJiuuQMR1niwMWVFHQpC2or4UuOoX+MyVWzJNwFJIJFtPPY2Y0EbMRO9vB892qc01SX8Q07KpiUh13M+zbTKpY/SJKrn4iTa4BBIFouBVcJ1uluu5H0dLSKk0lKnEZdElRBA+iibeVwbbMvFvFalcX3suU2/wBLq0LQnqtcaKATmB1OoPpe+ws9QWpUBt2e8/S0f7eQvO0pP+MHpPpYkXHY2I2DujI9Qkaw/u0nyuVxHzTFRYayNMNO8B1xJF1IRbxXAHSoki4ynyAbKmbr2qp7rozNRlU6UtaELWkKXFdBurpduFAFRuNbE9gbnaBVsGwKy037r3jymKjSMjqorspK1pQOy47iwczWlimySDcAg6FoYRp0/eXQfdeKKTCmsI6VyENdaVg+NCwSrXvc6gm2uu0iVJ2xNype76g1TkK9LQiFNzIzNMFaUq7E5LZiki90g5knt2ts0KHGa4TfuurRapFypQxNiuhD7djfItBHUBqEggm/kOxEd7+46g4oqkeU1T5TGT4UqVTpAS7lvogsHvqO4KVW1BPbbMuIt3u9/wC3jFG3aYhrfI5FImtSl8JEXUfCIsCo26gCi4N9RckX4xBPYqruaaB3s1ije9IledeW/Ki5kNRePyr6u9igq1JFzoBcXAABJIvN2u8DCVZacnz4j8WVKaRnTVIqcyu2UlaSUqBuUlRJGh11O1JgDcJKo1Lc+1uPKvW+dzLkRak00+hV8viGW4JIvmCr9tTsQ0L2et0rUByltUN/gcXOlpqe8jh6WuOrS3l5j1Gm3JakzH6zp145/wAT6dqFLi1mXAwlT0USqISp37hdhacyT8Us2sQqwOZBUg6EdthDEwlT6oxVK8zFi1dC0qRV6coJdU7cW5ltNlXNrB0i1hopPYG1T3BcWl8rhzGM19iLmXFYqis78e+hDcjxDT1AJ81E6jO+9rAm9+g0aXKaxDW5Xuv47sV+GH3W2AOp5P8At2wAq6mnAodsqiAna+5D6jdGtp1H2H/8zSKJcDG8BifPxNyVbW0pp2ew0jLMTYC7iAQhainTMBe3rrfhhvcy7RnZcrDlJolRp1Ua5es0iRmiomNFOUlKhdCXAkkhYQL9iBe4yDu83vwGmm6pWastfDyu/c1KUhSO6VBOigm1rkjTzItfZ30/2sKW7Fie5qshhjMhqQ66ooS3c26wq10ntmAsLjtsElo5xCXdzucqm5GqYsapby5tIqKX5UBUhgJW21w02jv8McPOFA6gEKFj1G52xHvKaxvAxQ/iOVUVxWKjPdXAUwspSldjdsa6KFlXAIV3NgDt6C0TftgiK6xFn1uK/NlLSlCeKM2Ym3SCbkXI9bD8NKzfRvS9n2jYclxcb06kVfncq+VXFSpby0kFBTayy4LXCgbggkHS44W/EoUmGXMXYtqlG5DFGCKJiH3d4eaSuPNZ/vtODVJA10se9j3GxvuO9puVuvrzGHKp77oNIqKkrjuyHSpDalajrvlUgn9YKAJ7jQbT4VTo28uV/wCwnUWOVQtqPxVhT7zBWD1HxKA7C5NgCDYnVnfzFYXxvKoVLrOHmF05jM7lT8L5Ept5W76jW+lu2hO3kbpD2rQm5ptDCGMGsUYcbd5th9/hdeRoJzad8oJF/wALD6DYdxg/VKpu0qTtGiZ36JITIyx/0qcp7oB1uAfIgkaC/bapwvh2Lu0pcB2jU7PFYQlpfVmzJAGhsSQqw08/xtYG1MxZQXWp7TTy0e9GlcJDvSpK8na/Y6gWve/bzA2lHWI19Tou9HH9YAbpfaP3fb2p8vBrVRei4upDSFzKXKayLcRlTd5hXZ1sE2VbVJ0IHck86oe5uO00791fzLTn+VXpcW7+Qt2/PbzZ34bpt6u6WvMb5KNVlyqQxWedizIq1NSKW7xVKSlZGoaVqkOA2OexSL67m3VY7gb38G0XEdLdW/7xjo5ppaRmZdICsqwNOxHa4JvrsHUW7B5eppae6u0ZQ5ldjKsu8LmuFnX/AOhXNrfjb11P0tsvVDeNVHeVw5hObUWH1/FS6jKjJcdJuUlQ10UTmToUqB121dD3cwOE3xYi/h9SEfKn8Pp6emxAKfyDX6JhjIjx5B/H7Dfbzd+rw+K4Y6n4EyLgz2ZqNPrP2to1bxlgavIRkfRFlNvsZbWLTzakkraubhC8wIsSSQDsKb2KZvQ3LcpAqmIYtUoNRd4EWaw1kSl3VXCUi3wb+FIvkN7akgF6b1KlKgOuT4stxErpTHfYdKVpV5WUkhWptoTr9dqFp/Dm9DCTdG3vy0cd/wCEiqNLCEpXqU8yjRFtB1AEE62B12YOospwx5HzAne3MVeHsF0HGXuKfQcjFUizWkVGA7ZKnGgoFLqQSCRdOXMkkAqAUnW4le1niysxWqThfDlbXTpUFhUpTSGs6HrdwqxuLeWh10toLEeBcHNQMWv0uVkRKw9I4XjCk9bdkuJIJulSCSFDyNjYgWSW+HHNGr29WpRao1wH4q0RY8iQ640hSU5To8AbaEAgjXsTrpr1W91ARBgRTMYlqkXiO173vx8nHyIUX2GVA6OIQsZmkm1jwwASSFA6nb8wZWZWKMURKXKoaERX0IQh3hBC1JJ8iBa2t+1wL6Xtsf0/EWF5VUcoMpmowpsLqQ1IkJdR1X621Hqym2qbgEEEeu301hqBFqnP0Z1a1rdzJQlWRKXTcXsCPLQAgdgDc2Ow7TxB37lrOIZVbDDuDZUCvYXZlUua+7xechXaT3spKwi+U2skjsR3Hlsut51Y3jV7EfuGfix+VRZTSMzUh3gJSrUkZ+6RfQEKCT2IHYu/DDOI3XYjs+IuVwMqVdAUrL6lKu9uxtqfK3baDvLZpfuZx2VSYSG+aQmU1lHw0KIBWkHUDvcXAI7dthbC3qecqKs/lMvYlw/PoMr3X7vfivxUZsilfpEnsU/rI00UCQe4J8pLdRi8rys9ngP9OdSrJUrQaKGXqTr3sDfuTps0cS7ucZbr6Nz+CIiMcYU6n5+HKpxHZEFq1i5CdSoLSkJsSlNyNDZZ7KvElQwlPdbqkWhvsQpUdLrTUqRn4d/IPJsqxFlJUCD+I02Mv2zf0tquuBORxG1S3W+Qz5Oni5U9OUEaFIFz28uw7euzJxamqe5m6pFloivraafiyGHcqelaD0qvcEZtCCT37W2AsD092qOvwKDLYXNYSpbEWUrKtxB7hCtEqWAbZSQSAe57mWIH58Ddo/70ayck6lGRKMyW0lYBOl+npsR2B9NuIjglHR5tZxlVHKXiOnPvrm5XePHdzZnQAOIE9i5lNiANbK02O5vs1tYjgc1AxjKirX8shrOnXte1lD87kHuDsg8e1B2LyEqlvL5Jak9UV1bS2XT1gjzSSASCDa4BBBNyx912+nFtU4eDazibiSpX9QflZU8wvX7utWgSoi2RWmo1J2sbHQcRHVb/AP8AZwzxRRp+CItCrPNsLr1EWmKt/JkS9ewTrmte/a+UdRBBuQA2exAqkqXiPGXNYQ99qTxeB1NJdyqN1JJKdbgkJIseq9ib/b+9jGOEsRyoHBYxRQW1JQ61V2Mr9NWbhbKlAA5fIpWFW01tYbf2MoEWsxXJ/B5WnSuvkuaD7TKtSCFa2ToopB0BKgDoNipaXHMvpTYfvEoqrIlSqDEpc/mn1wnfutXpKgpiU0Ld+6k6DNlIJBy27Gx5QN5dL9zNxapSadUeVazu8eOFqyA34qFDUeQUkkC4uBcgEawPOo1GgPwKpTlrYX1tSmmCvLcC3Sbki41uLAEHuLgfr1Wo0Wst1SjRPdFRWpa2JUdC+E9l0FwVG9zqFJuNbEG23Zjm2OWnYxrPC5X3dTvck1CeA7FSHVN39LABSiRlzKFzYAkm+0Smwp9B3jYIrP2nfi0v39C96cKRlaUkuAB0JB6flS4m9inWwAtsqW8S8/A5/gsQpS3eFIQx0NcUWSV5OwJJSSQACTc+W0SoTceT2m3YtWRKWj4rClO58q2/DmI6gQbEE3Ompvbaa32tKET3BqNNaao3FiusL+65ml/2TmnnbyPqNsD4l3g0ve/hzeFgiBQ107nabI8KkqQ46kkcRBIsDnSFAKuk2uSm5BdUH2tsByvZuYxu7VmIVbiwkxXYSFhLrdRLYCWVJuQCSdTqLXOo74T3aY3qmEt5cCVPqEWbFfUth99hHWpLpvqEnytm0FjlHcEWY37pQCMfc47VKpul/oaWzKXBaTzlOVfjsoQCQsJ8YsCPM3B7WIJAp77WDayxjKBEQ/Tq2hSX+AgqQ26CbLJ+RQB7dlXtYG1++J8Fz8Lu1LEeEqjUYq6dVH3Y8qKspVkczLDKsvlclIBBBI0Go2q/5869heA5AxRg2FiWkTc+ZDqS0+lNgTw3yOoa+FYNj6DajQo8o88F1SLvp3fS8Bz3mPfdLXzVJkO2X8UDpHckJUCUqSTqCbEWBKtxZ9nPcLEXFuDX6XNhOoYlIhu8utK0OGxSnKEcRK+oHLlOVOgOu0zB1ZwlhyVScUYNqz+RauLHRPjhE+Ck2zxnCn9M1e1gniJBSSFWNg4N9eHIu8ugwMZYcyf0o0hqVla4uVZGmawJI1KdATqLWIA27PjKfbEAaNApcr3zS5b8qU+rKpDrRSqYkgDrSm4Kza+aw7C4G3Wk4di4cdfqkWkrei1HMtHAulbOcE8PIBmBSCb2v5XSRcbccFxpVLqjkDFHK1RhhCkKaU6MyUElIcQsLuL2IGvcEAg6bRsd4sxG7XnKM1L6FtLRF4tlKeQbAdehUoWUlSXAFKSpJCwbAi3QwjI9nJcDeNS8Ybuapn+9Z3Y+dOTxBSRYDRB0vYDQCxG1jubwjWYuI/cOI2fgU51bSM/Wht1J6spsLAi2h1H4Wsq9w1en4I3gwK9KqCJrHHUxPS6spdSlThSokkhVhqD66E3Attsio0Nql4ofnxZediqZJGV1ebqAAK/2W1Frg2sPOX8lMS1NhUcSqxcrkHWOE6tCOnp0y6E9h+GxrSExWorEp3x5Pm2BMVv0vmm2p7uRaP8Ae769vP8AK9/27XHPOysG8+14GFZeKj9U+ff1JH0II9Nl9FZseZ2vra2nj3CSqbwKXFdbiyqgiL8mZX8eX+WwjVd6uA4Drn/ayKtCFJ4qkKzJbv8ArEdvpfQ97nTZU72qBiijVRiBiOkykc0nM0n/AGiD3KbGy/Iaai4BAGuymobUCLz/AAmWEfF4S5DqOptNiRmJ1KcwsQbg6G4Ivtp/WHMR0nSTcubOPxNs4PxlhKvfFpdcizcmVS0JX1JvqNCAdR+7ZhP4hgRYHFa6OnbH1B3qYI3X4cYdda476EZFpQrMpvXXTuAVajU973OxBJ3/ANerMViVFokWDCX4HZDv09LaW9ddjpr0PuZ19X077YzMR44dlSnIrX/mk9P5/u8wRfuNhCZBdqkpziy1oYXmydGbLp59vP0/Gx7FDY49pyqYXd5XhUiUv5kI6/XsbXF9LAgkf5raX7YO8t3iOwIlLio/VylfrbzHl38zYeegWt1itA9p3PM1NMw9A/tXUL6smd22XS+oNhp+4jy02BccVel4c4nCiLW+jrUnL+ABtqMlgSPLTv2vn2l+0ViOvSpcDG9R4EWanKl2KkoQy7rYkXJCbganMBroBqGbg2qyq9Abiz6jFlMMZuAmQvMrKfFw3ASUjzAIIJubXIOyFiHUfbCWaALXvz/afNTjz589ie60vItaXUdPTplIP08rf8b7Um8rB0Dn/ekX4EqotJUpDvgUpNk3SbEDQoJFj52A2eeBKJQfiUGs5FwpWVUV3OPgr9DqbfQjtqQT5LDeJTnZ7r7XX/Qk1KHUJUpKnGOIpClptYggWJAsTkPrbYBTtEGPdIcpkRibq93lGpeCGKzxULfyJdU0070qURe6Rr37WAsb2NxsE4oPv6qf0XTlsRUdXHW0EJVrqQR31NtLWsNO1wyv41rNGdRApbL6EIyZlaoQ4m3YZbAK9VAa3IP1lwMSyp9L/ra0MTV8JLuieG/cZRm0SVEnwk66jXYWpsLj1xF9fpdTa2/BxLnEdKge4eVpbqItRQjozq6nFa208xroQCfxAOyNk0iLPnttV52VFlLzcLs61mN7DQ9iexF7dvSx0+iqc+5FlZ+OheVaF3V0n8RcfwNhjHlElNQPfMCX96py0uusOo8SQRZSf1gD38h6+Rt0+xd+zEJ0Ztz9thGJgKvcq77r4vK1FhrJ+s1KT209Va9iL3v3tYj2MpdZad+zkCXk51fg8Pc2tcaAkXv6XJtY6huBcQ1Ss1n3y6znWwhOfv02ATr9Li97jXz7bOmj7v59exGxXnYmdhaEOpV/eBvpbQgH99u+u2ozFHws0NRoUqs7vx/7kXB/s84oaa98uy2URUNKVkynNr5X0vpf6dj5XFGrAWHKpxIFUiIQhauKhSF5XW16kKaULkHyI7EaEHy1Yw27FoLkXjL6GlJ6/ogj+O99km/S+fa+LkR1qUn9vkbW179/pbYllAbn5mDqdQ5tDrM7YhwLFgSn6XxX0VCEvPIRlztPNKsUPIA6spB1TqQbi5Hhm0miz6XAiOyqi/4/hSI6l5HkEa2WALOJJFgog9wLgGznxCcUNOwHaDwX1s5Y60ymi6nKM1xe4I/AXAJ1FrjZjYVrrvIMUuqUmEiUtGZC+EnI8qx+GoEdyOyvyI89sm7Wppn2OJsf6otVYLTPUfedijCVZiQJVWYxDTn0cKBKXIGZKb/oiq4UhQJ1SSRqCDYavTdr7QFGiz36XKqC6dUWHcj8Wo9K06CwzG2YWIIURexBuQQNuVcpOEqy657+wdCQj/z6hMBPoOpFwD6EpINh2PbZTbx92fF4dZoryH0QkpaRMiqOZlAJKUOJ0UiwJ0I0Gnaw2P8AUp7EqnWq29ibXw3i7dU67zWMqJCfRKR0vutJWjNp599dBY9v2bRcXbq/Z4x5FclYSaYhVd/MtLsV3pzAJ0W2TlKdBc6GwFlaDbzfVjreDgh1yA1UV8BaP0WuTKfRN7AfgO+u3am78MURXW3XXpSMnhU06UqTbw2/D632uzJeuGGYwj1W+U37uowJFwlVH4HGlQn+r7q71NKWe5QSOlVje17Eaj1LOolUgVl1yK6z1xV9Wf5bd/zH7tsBYO9o/Hk+stz2qg/N60cVrLmVkTbukH08wDYjzAA21luexc1WazPnu9C5TSX/ABfN4T+8X19dnun1pV4KMCB1yqqB0jSq8mlxYEvi+DKrxp/g+fcH8tstV2qNO821Ke8Dq0NcVodOpIubdtLeY7g3ubtzeBijhOv0vjdfTkyfqn66W9AfLv8Agiqoviyn3eN8/UhfyqJN9R2ub/UG3fZfqdibwghemEtAqa1xZ7kV1ngZFpX/AHcv0t5enoLa7aZ3eYi+yWCIk+qRH0RUdGdP6oGlibJKrjtf9l9s51mE1A4cpppbf91f0Gn4/wDTY/3e+0pA3fSm8JYtwmut0GrtLzpYTmUnyIUg3QtJBvlIv5gjzDQP9s33rVyN0tt8u9RrFDTcD3fUc6JXLtVakIztSGlWSW5bCtS4lFlJIN7CxCgAdj3cxQGqpg1/BtUxCibkSuRFan5mONHc8RjuKB4Dlj1ABbLg0WkElSYWG943s5yqpzWEpaIr6+rhLRwn02sUhXfMB5XBAGmug20JhbGu7TFFGYgVR2kPsL6Mi0oya3AIGuRR/WBGvpe2zG2NmYjxdusdwvWWKzQa2tdLhSkofW1bOzc2S1IbSSpIOqQtslBBBStYuRrLdrv23IxcEfZesssRactjhSortlIbUCQUg9iQbKBNj1JPfbM3tG4Zd3c7y5fIVBa6RVGkoi80oraVmFyytQsrJbVKiSRlIzGwGyqptIoPvn39S6jyVRQtK36XUeHwnE6C2ZVkOpUbdQKSPI3vaSdgi1njNQ16TuWoM9zlcQrqMJfxWpUdYUrKb6qC75VgixBGpAINiNs479UO4XrMevUuosYlwpWEJWwjlyl+O6CAoEDrQojQqSVJ0BKVDQcq/hqq8J+VAp79OY6c8B1ZUplNr2GbX6gHWxA+mw9FxVKlOsUuU8+jIpKmP1VKGlikm2YjNlNwbmxB2Qr1L9zBmanUN1nbI4jVlGfF3c012jRH4r8ppLrS1WUj10N7qFz2H+ulBVsWQGqC/Ar1O5qdNYStpTqcym5AtY5tSkDUi2hsb20O0d3fq1S2m931Zdiop1RWlqPIS0csV0/ro/xG2Yag6m4AGwTifDmPMOT3GsR09/lfHAqOX4CtbpUHE3ABBFiSDfTuDYzbszXQZWRt5TNUxHheBVHaGwj3ctX3qOvKpTVzqpP6xFh3tobDUgC0Giu16A3yGRcphCsyeL+kR9Li9yTYp1B8r7FYm1mfAcgO9EqUn5UBKXk/30WyqI/WHe+oGhI3S0SqDK+K8uLkXkV2+h1GoI9QdD9RsInacwdibWyIY0KRWaW7AqnvB9bDCMmfVTrebTqGvEbHZQNyLJsNCQQN1XmmpcVrItDHQ6hbqMzPoU5rg62Govr2PcAMSoNReJRq9L8bq3UyE3TldJuF3vdN9Lp7eY8trqpx6pPi8WqNf1VCkc1nyOpQbWOYEZk/mSDsZW3SW/8AtIMPE0DC+I+aaqy4r/F+K0rwKt8pAP42NgR6+RmY2FL5CXvBoNJiv86pKZrsfpyu2Au4kWIBNu4GtvW5A6vg3n5XP0viVHIlOZUdHW2ofro7nysoXv2vptebucURYtUcoNU62JqeF+rmVrdBBGvqUkHt67OI/jFiOYrK7VZ8+VxeURn/ANk0j92mp/z2+nuVdablUbjoX/bxXerKr1Se5HqLXGzoqm7eg4cdcn0uW3KQv/ur68rrffVFz1gW7HUeqvKqwdApbs9+e1wJSH83FhvpCk57EBaF2zJUO5BuCRcHveiPzLTc0V7iu7RKrGdad4rXgX/H+mxXBwRS3fv8V1a0f4v8+23CsUVppr4XR+vm6k7Ldsqs8u+isVN8Bn4rs9pz43QtP+H/AJ7LneBhOVwuai8BD6P12s2b8bEH6XtfTt6NJ+Pysr9CtaF5uprw/wAfjtVYkhNOwPhO5F/+Kj5thZldJe1VgxEnPp0qVA+FEYX/AH47ubL20Kbki/qe20ClYarPx4sVmKtbn/dZjSVZkm2qVA3vdOh1HcWva167Hn0uU+7Pl8DJmQrhIGVSb6XBtf8Az2/olTrPxHaXSUVFHV0JdCeq/odQR6WGn5bXxPYq3jKdrC0+gtLntRIrHi+Eh3p79ik2IPodRY32gqxBKlf1VpHHR8i+pP5XH/LavxDUZU91/i0+owciU8WPmK1Np+bp9Ab31N7Gx2psKrqjrrnuaIxVGMyv0UgL87dgoKSrUdwDfT1G1tgkSdW4/Fi+9OMwha1/2Sx0q87oOo/AjU7TsMbwqo1FbgOtU5b/AIGloVwsydfE2q37UEg9wACBtLi7rcUV51+fAw9KQvKnPHn9C/rbOBnH43/E7B9cw1XoDrkCqUlEXlVqStbHy9vEnW2n0Hr5jYZQNBWIH9y5xfiPFDsrlfj0thaOtpaszTibd05kjQg/W1rX2H6TUZUDiQJUtcpC8y+tWdKf8J7j8tL37bWNGbo1UabpcqoofWhHwkqRlyq+ua6SPIWI/LYqgbpHaz/7KWKPKR1IdQtxcd701ClFtWvYA6XNhrtTCrOSvHqDNPp7teable/H2H2Ff7IKUlRsNR3UBpqTYnTsCATYKoLtZrzFLlVHwK8SElKVJ87iwHl2BI/0HBHaoNZ5CfLRFfYdy5ku5kZvxGhH8EejuwU1AoNGkV5179O1kz5SpOW5GqbfXyt67CsXA8Za19i8S13i0tql0FujNZ4vO9GZiyXUp11TcgK/C4/dYgSdyVLr0DmvtCuUhGXNnSF8PzGYDrH4jMBe9vMQKXjGVjKsz5TryOAh1aGlJUvKpINjmSRYE/gLi417knjwMWtOtuwKJK6+nmGnUpay/UiwIvY5SAR1a6WPV17BIoIROZBiUis4Xge5nWedirTwmnciXenzGdACV+lrJIAvY6gfFKjOtNPtQInAzr/qq3VKjqT6JzElBPpcgaaC2zCp2EJ7sVyVPiLp0pbqVLaUvlVuIsBcKSS2s6EakA6A277D1VrGDYtU91u1bmn/AAZP6vMZUT2VlUErHnmAvb1tsTEaV1aCSMI0aBVG5XFZpcri8VKJqktIcWCDw1dkqUOyVAA27Ed9u+8ehVSstNtcViKvhcJ+FNYClOJsOpLgsq3ewItpcKO1nVoGEq81/RcthiajoQt3wOOm1wUm2UkHuD5DQ3uP2nTaz/7C9Zp8KVFYRnT0lLrfYZkLuSodtLAEdjrsRBJMkbk0OwIrmHPfa6Qt/KiFxUBcfPrbKrMNbg9jcD012Pzi+vOyvcNZp9OmyovxUSoq8q1WP6TVIII8la+XUQSSKRMFQPie63oq2JSMsqFmVHUpVr58uqXFehIB7EE22H63unwlAntz5WIa3RKijMpC3ZCk8Pz6X2yFJBOoIBtbvoLHEpmFuO8cY3daYlVSJ73p0LwOsSG0ykoJ8YOYXIV3B1Nhrpcy8NY5gVmlt1SLL53OlP3jKeLoCMqgLLCh6kkjQWFtv2hI4uHJf9Hor01hPhXZK5Cu9yU9Nz5qIJJuTck7BOF8BQIsqXXsOO1jC76+p2mz4uenPLB1KFIJ4a/I3HyjXZqtFYcwbuyyuxwz9o5TjsrmloQtS18u0VfmRlvoPMC/463H8Q4CrMqg81g1mVNcQtPFRxcy06WBIPiNu+l9O2zNw7jyjT568L4jiMU6r5OhSLOocT30OmtiCUkgga202ra/SazS5XvmjVBFOW278WQ0hzlXkeZUg+AkEkqFhfv6gNlbL6kod3uI2TSK9yDfNYOmsvoQlPMcBOVxIHdC2iUG4sClxKVd7A22PaPhXGTtG5qBEYmo6mssV0JdSkakcNRBuAblOpt2BsRsa0ml4olNc1S2W62jipzJp0gLdZUe54fiULXOg7bN2l4JdaoPCxRRPeKF5evJy8iKo/Klxv0Pym4uALHW4u4zDE5agvlEph2g0HEbTnIU5+LiWKtS3aW+ngPvJ7gsocsFqBOqRZVwQASLbMXdniqstVThSsPIXS0K+9MO/CkR3SNCQrVKxoSkgEHTvptMxNT+VgNyvsw++uL0Jd4qUTOqwShfZJF/1R9AL6knwJQnZWF3K9WWvj5FKRmRlW2m2iBcZhbXT19Tc7XrUlpLmEUnEUX3o5K6+AxH6EqR1a/W5AvYDUHZF4pcanz5c+jVZ/rdUuVAqTRUw8oH9Ikg5m16ixB7eXo3eboNeo1Niu1FiK+uQiOta+lOUm1r3B8VgD36tL6bG+IdzNBaoLbTsTOvhdEiOopUnz0t9R6f5kFpvUqgi29lmvUuqV6XF5RbE2KhLS1tO8VKvQ5iAVaC1yL2t6jbVstvhfots27lMNQMG48c5Dr94r60LWM+mtwLC/1vc/XbTjjnxW9hOJWz3OlLVxXW/hbf2K6PFr1LfpcrP8dHyKyqSryKVDVJHkRt9yXGorTbrW3dhjmnea4y1sOf2X6v1Hp+R2gQcwhvPoO9V2qS8B4oxDC4cV1S2FSIYQ7KaIISpJTYB0A2LqBqUqN0g22ON12Lt5dLpbGCMW8BaMqY8WoxXUupV0WCnklIQVXAIVa99CbnRh+1Fg33pRmKpS5a0ToTuZLXiQ4k2BFtCbaKtcXtprtnxnFFUgYX9zVRmEw/kyZkdOZR0BGa/Vf/AK7UMYTyEP10bFtBxa47iOWuayv4rU2OspUq46Qq10p/VspJJ0tbbpMqcp11z7L1aVF/spUJ2EPhr/XCSAlY87IJva5BGoW0GpYyagNz2q4uotwk9GWQpPB08JSokhN7jzAFu3bZ3YBdi16VAxG7nYXwkolQpSAlWWwsULsM6QfMj0sQLASKz7kFtsE59clVmA3Kiy6JNqKPhOtJtAW95WyPryZu2oUBfvpa1gmXQYtLcn1SuLolXhIVmiz2GsycouopWgkOI1BzJUoWNyLnZt7wI+7n3M47iOkonRX0cJS0R+KrKRYC6erTy9O4tfXG+Kt2tBi1SW1g3ENU9yP5FNQ6u64rl1EaZeIRYA3tYoNrC/cCNk4GHO77ejAxbWZ+HKo1TqoxxVNZosVaH0qJvnFgQr8QLG4BGtibVnBuHKphzmoFRYfWwtKVNO2Sn8C2pIyaCxUAkADUntslt3WDHcJVlyvUvgIq+dbvFXZceUkm1lIc0Pfwkg9++l3RK3i4oxu0xAdwnRKDKXlafm5yppSfVKFWVYq17ry/WwtTEmLWqbnt3NZivyuE/S315o8hbS1qQ2tNgE8NRAFrC5TY2tqNNr3d/u7wvgiB96lsLWxl4U9p8vpUs+oVdQNtMqySDbU9zcYhwPPpbTk+fW30ZEfFUlKVoU0OxVcknLoBYiwFhawA5UapuwGnOViUSvRVqUhppcc53L+ijfzAzIUACeyjYA1xOxAifvloM+st0HBD0WauC6lqVCkMcxHlJUsp4ZRoVKJSoaA5SBoew+t5WAcB7waC/Ko2DeBCfj55CYchxSo6xe44ZuMvkFIzeVwm19jdFO3fUZ1+vUGnsYemr+O/S3YAdYcWBcL4arWB7FSSCAO5A04bu9627mLiP3M07C48pKUogSnTHWnL87bjhyupNwQLhXoT22sBOgP7Nr9ei0FzBs+rMSoVOdUuE+pXSlrxBBVYAWSbHMNCACR32ek5cWK7xXcMom5Eq+9NdS27g6+HOgeRULpPkSdALp3g7r8L4oclSsBLizX3c630O8JTiifmClFJ7i1rA30B0IPKq7gjFtBcr2CIj9IxCwnixZEV3ocdIvZaEkpVqLGwuRcEEEpMmdFdUsQNV6U3AxRSVxYrC0pi1KL8XiI75FJWDnFu4JK0kEgmxvUT6ZAlSm4GHGVykL6VtRZqo681zmBYcuCkgAqyEkgnwka06t4+PK9VGKXiOh1GKiUpLDvLx8uZabglK1pSkG40SbeLTIRr1j4tawRPYi1n+uxVJyx5UdTUhSc1roFwpQOhJAUNRcg67ChDJVJpE+LXvdbWAqjW2MvFaalRw/w7jxx3EKCySAL5VLsTZXlZ07gqjQcG4Nn808uEww6rLFlfpWUm6lIsqx01NtbC3pss6jvzpeLZ8CBS4i6dny8KZ0fBWO5tluVC2mhItc2OgXWKcUxa9VJeHN5dcq8WkV5jkk1mjSCl+K6oHK44g5kLSbEEKFxa4KSb7WzBnyn6Pa2w5iPeXiGBhx1FRirkfdXVNLSl7KQnKoKshQABUFApUO4Chrs78A41gY3dflNNQlvsISt1GincnZJCvEU6HuLgemo2R8H2dv5oIreI3Za69SF5UJq6Y4zqQRdJcKCFIHlbLYdrm99runYhi4XlN4jo2IURUePiyI+drT5VkALCCLjMQQLg3Hfa58liuq05upKJNEpS1+idZX8TN1eL93+g2pZTDsCe3PgZ0eFDqfElXrodRp21P4HzH8J726NiiqN0aVyUWav9EjihSHu2iVXtcntqb6AEm4DFE9pr7q7Ezr8GVSD07LG0IcGeI1Gktocq8iNLa4XF4vj2FsfchKpbkV2uIp1Ryfd5CFJ87XFjdKgexBBvcixvsRTYDUp1vkM6Efq/xf8A422FsSbv6DPi8KqNLQjPnUjN+jV+u2Dq0q/mggeoJveq2B3hdBjvDPExlUfZ4xRi3FrkrC70VE1+QqU0mG/kyvrJJyJVqkE30vY66EWGwpjTdj7rrLlGxHhmr06rsZkymotk9VhbpWcovYkeEHWytNtj4Z3fYSw5PclUurSkSoLvNMcVjKplZWDoTdPmdQQki4II7cvaKwhKxvVKFjdrmn0U6Ktp12Kgoy2ULZzYjKT3CrJAJte99tCe3x4zAcndViOK65KoMRdbisdTrC7odj9jkJNlMOgkZRcg3BBN77HcbANea924jrMuVUWUZGmveV1KSgLsWldRBt4bg3I1tfZ/4PrPubEbjtBodRYq6GkJkLlICo9SaUMwIGbKoAlSTYCxUTY3A2vpeCcUT5TlUoPuvBtRlKVzDEdAkU6Uny4kNxKmFjQXLeRYsQFJGyt2u02k/wC6wEqrD1mCCY/2SoLFUapyOSfyrRwnQ+tKr9whwpcBB0IuVC1gBrdg4Xq1UlQKLi1prmovFyPqQhac2ZOlrg211NxcaXA1I60vdPKxbQW4GLYlLRwFp66ItxEV7KvUKjuEqQc1iE300sT5sWjRWsJReQo0TgN5MikJ8LnlqOxv+GzCahGTevIMyuodRrqzUf7y3FXiutfpeh9CVZMw/g6+l9ufJNO/pf8AczpP8f67BVZbqlUlMOtZOAheZCNEqToB3Fj+B7j1tcbTUrlUvhyubfR1daV/La2h7g39ba/Q7K9zmeMdvLxhPVoVLqdLl0as09ibS5TSmJTD7QdaeaPSUrQQQoEGxBHnsVbh8F4Nwvhdyl4SiRYrEJakcLX4aQLDU6kW7E3Plc2J2WdIxw1KntwOEw++vKnoVk6j2BJNgo6D8fIa7R61jmjYDdl1RqWul1Fjpdad6FZT3ve4Wg3B0uOxA02W1Q+oTCzW6XqHqs49H3NDVbGVGpfxZ8vJkVkVkWFKT+Xe35bIXfZvnai1SBFw5XM7ErMhXZKUqIBQUrJy3PVoSTpoR22QeI9+E/FH3qgxJSH1q615VKaVodQo2Cb+RHe+nYHZMYz3hNQJ7jteqOSUwjhPozfpEEC6CLEg21IsAfTzAqdPWPjmepXy8gZpPHDVUdoPv6l1yU+tClOqirXkdbV2LawelxJ1yrTbUpBvqQt5e8iVyvC5tjItGRKVdWa49Lm5/i2yjhY3wbWZ/KxceYywvNWhKmpqke8YCb6DOgEOkaWJCiRbW4GoTjDCm9DCVZbdrLyJ0KVmdgVGluh+HUEWzFTBAHUBqUFKVpt2sATeyjfHKrdq4M1tuhxDAiwK7VJUuVzqE5WkO9KciWxla8yLWJH4DQDXZfVyHQd7+HG8R4cqLC3+KtE1ifkakRVeRKm1EuNHSygDYWIzjUR92+NZVUw4w79nn2KuxmaS6078CYi5Bve+R0XFr9J9UbXA3PtVmqOY3i0NdOqj6FR3XYr6mkuIBJupBscw8ykamyikgXDNFfaGJfKtzAkYD9zVRiLiPgLYQhbSUIlBS2dR+gKhdXoQk6XFxqbFbGAKpWaW47S4kpdLYX8KVHuhaVJuSRZRUAkDWwIFz4bA7fqMBQOaban0/wB0TWF9S0JOVWnjVYlJ8PcXIHYakbW0rF9UoMBygwJa2OlDGeL0r1VqUg2zEgi9jcAE620m1d5xKuJSzt/Fe3fV6i0uvPOTaQvJHflKa+Kz8NIS9nsAtojL1Aa3sQDYE0xQil7wcbwIvvyLNpc2KlaHWHRkcykWAN8pQQq416h2F7grv2j4MqLAwu7FiIf48hbS3U/CSpHBCSCT0G5t3IJPrpYb3Q1TCW6/HjdZxbRKwwhaEp6Y+ZDenZQGqkkXIUAQQTcAC+0mvaMiZWo0Q9oJr6Y7FwRhzmp7K+BFaVldYVlWpHck62UAPUeut9sjYgwA7XsRz6pRqshEWVKVKirkR/hOJUu5DiQCnVR8aQQSSSAdmrE9oHC+LcUP4DgVxCKXNSpdJdlJCWnHVXSuI8lVspIALawQCD5gi6+3jYV+y89ylz6S+xCQ7ngT4vhyjThuIJyqI11uDYjvbUany5hNDT2fu+YHUvd3A5CXPi56dUWPvCWM+ZGYIupNifCVdgCCnSxsLbEtScdrO6X7R0aW+/FfdTDqTTquuHMKhYFJ1SFGyRoATY66jb8oymncJOf2D/FS0rPfK5c3Nr38rpAFgbjQ99mHhii0Ggym+fpLC6XW4/JVaOhHwpSCAnw+FSsv1uTcAHQApE0nmZqlFnwIr9BlRF8BaM6UOoPw1EgZwfyFrXANwO52rFU1pp1h13OhCF515V+nZQ8wQbHy7aHZ571cGysL4o+zkqIwuKiLzFIqWimJkVZVlChqpt1ITlWLkKICu6glP9gSh4X4rfvSnsLlI8Cc2V1u+udtaSCDYd7jvbQ2O0fyyijcOZIh0J3eNg1/FFBzrxlSIH39qLlV76gJFi8Wb9brSfEEi6kAkZiAkhdBrjvuZj3zTospjIlUWqRU5XclwUoeA6XRYgJURcAgBWpu10t/zcz2942DaexNiofSt92ltfeGXwLha27gqURcGwBPey7nNZ43o9BxHFb3l4IpPNYexFI4VSjsNFEig1I2sALJXwXrZmwQQlWZAICm0GqePEuBsiyp9fwHVOG1S6hV4q8/3hpDS32G3/PW5U2LjQIUQCQACADsVVioUHkHIFZdi1SnTUZmpSXQl9t1I/TAgWUoC11EA2te/cjHuOswKo/VIFJmxWM6GpU1EVeRtZAUAsZQU3BsSQQCSARqQQRsNUGvT34uI2VrfyJ5eUmK6hEhVr3GgsR5pWRcWIUQQdiQsCJ9KlQJTjU9mK/Cm5Ws+QZG3QOhw2vkNgbKB7aEkE7dpdHoM9pz43uuahSkKadTmRn0HUW7E3FrKGU2NwFAC8kV6LXorECKyw4wwpCGn1+NuxSChR1C02FwrQj0NydumMsC1ThQJ8CXTpSOElpqQ1nQpxIKvhPoT4SNLKSbkDyPehnbYIM7tMR1SqMO4NqL77D7qeazr4qYb4TfMVouHGjrlWQFjsQCdndh3cK7S5Ud2s1FHXld4C44QtlQXmC0kE50nJa4N9SPI2u9wMqvUuBL5DB3NIR1uralcVTKu1klV1JuCSULva9kqIFg4nW4FUit80ytGfqWla8qmVk2sbdja1yCAbbDNp3YE8p1Pqd1F3br9ThVavhz3W5FayPypTGT4rQV1pJylQNzbW1xcg27gDZL4yxLFxbRmKX9g2FzYT6YspppCfEFapcQoA2OXMlROpsQSRYNWRhXlZ7bsqWjgLdztdXVm/D9gNgAb6bLpipUF3eDLpeI3vdE1bCUtSE5FpkICukpv4k2KrpJWLXsQRcFqd3MN0jqFuosKWQVY3Y1mBxGpTL7FEfQl9iOmynW1Ziq+RXiAsAOGSSb+A9JaG5KutfE3X4je5qkVthSGnU3TwX+4Uk36ATYg3uCB+X5irEjWEmvc1U5Wr0eo5lIlJWUqhujQOAXKglVxcAgA3JBBOZXVip0ZqvRJ7VRlUtbGV2K+hoLjuWscqjbJrewAKVXv202ZSegIhZW3Gt0FeqeF8btMVCqIWvlZUpCFc9HV4MxIJOlgq3iI8za4Niagz58VvEdLaQ/S5TqczTD5WuC+bmwBJJGhAsSdLW0vs+a01hf2lt3LFUlZJtUw9mQ+1kzrcRolS0m+cEdxY5gb97jZRbrKNxcR1LCX3WbClNKdp01Dq2HXMn9m4lYORxPUCF3BughQ1BjZJB3CLms0F3lf5waC9x5tOa/peEi2WZHT3eSPCHUG+dIAJHULEdWvt2mIvtlhKi1Rp7joQwnhL/WSQCAbkm9gB3P499s3V5n7JYjcrMCWiFUWH0tTYbqyhLi+1+1rEanQ3vfUWIau5KbRorsvC8WJwKdNRzkOOpR+HoM7ba06pAJuBc6FJAGpFLDsWKaiouOId4yMXmm3eCtfRk6LeuoH1ubWOp9fLb5ZXRqzhefAdlymOajqazxV5HW1WICVC589exve40vtMxNT3ZXDaaa51bmVCsyyleb0NiDe9tQb3sb3Oy7wbS3cOVlx2VEXUaRx1oS1IWczatUuRyR2WFahVrkeR1OydWMS6BY1t4lOqG8b2X6TWYtWf8AtJgB9GeQ7b71HHw3Cq1kkFJQs+QKc2trnPVOpbtZpbnNS34tXY63YsqKFR5jSu6UOJAykXByrSUkA2IFynSm6CsYcqlexDu5i0+o06FV47qEomWVlu3l6gDqCFWF9dBY2tsrN4G8zC+7n+i8Ruo96QlKiraYa6lLBy6o7gm1xlIBBvlBNy+vkJNpdU/T9zK+P2J7XEgNMvoYQhORC7q6fMAnXJcaA9iNNLDYBqOLcZT6WxQZVclcrFzIaWtXXlPkV+Ij0uTa5120xSd927Se1Li7xsBvwmFpUhEr/Z6kBRSAHGyOxtcWBN9QNgDEG7DBuI6pz+6XE0WqQpSVSGo+YLWlHa6VA9aQUkE6KFrEDvslbUwOVnl76Lt26wRFoju/2vx1/mpW0U81xeFyi/8AyT/w/wCuzzo+5LFs91vi4ef4a8vUhaFZk+vi+v1FtNO4bmC/ZIxRjKLPagU6nc1CaQ6hp1WRUpKirRCrWzC3YkXKtDa4N662YSoWw+hMy4XwF75i8Xg5Fo/49v8An+WzuwfhOg0FpvivLY/2qOPlSlXa4Fx9bG17HUnvtaSt1OMt19Lcn1RlhcXpd5fPly9yRmKSSQPKw176nRYVzHMWqRXGovHYWtHgV83qPT8D220KilSwlejvu4xxHbWpsWjcPkHuJnQlaFJX9BlN7/S+lwb+VthpjmnXalKivf1prI6hebKlRuLlNzb1JTY+eU2JFDuuqPvSjPxXXeOuE6nitLvmSk2IBB1A7AntppoLbEyozTUrixej+/8A3fqLEd+/l622wtTcTYZk2X3dPvKCC9Ym16LS5DTtD53pUiQ0hCX0OII79r37aWFjY28iC4NqlBpcqW1AeXS5T/Tyq7oSpNx8NWYEaX0SsEECxBFwHW5TXXf8C/nRbKlNr6Hyt5/s2pcSbuqNi3l+L91lIWlTUprpVobhtV7gp/u6ak63Nx1Oo3eJE1dF1w2uKrh7+Z+UOrUasu8rKicCrwms3Cy5ETI+qrhFzlsL6A2tfKLAAAu8WuNe+eQisvsMcJDvSjOttNyCUjQqT6kdx3vbZq4mwvWYGCG6W1wJU2kLU7DmMLyPx1fqA3BCD5oN0k9iSBssIUD7UZHXa2unSmFJda4qBwm1k3LZXa6L6gZuk+EqQQDswm2p9wmsmlSjUd5fRkfBlPi0Z1x2K9zXNZlsPxUZkqQruCLXT0m5voB3AvbZzYRqTtGabaaz5FrSv4vSpvtoLf52APp2sH4MjutVR92UywuLkUta2khKVLv6XuP+PmbbGKVQHeI67nQhf6J1C8ykrA0BvYEa2PY6X2fSxW8pndX1e7Faf3jATiJ2VAltdaFoaUvxeL19Nfpb/I7LmiT2nWnGuN83Sj5v2+Xf/ntaRJfCiv8A+BX+L9t/26jYLjq4TrjrX66vAvxXJvb/AI7WbUbZ59jug1vgxdiPBs+A7S5fQv4uTXKrQW006rX8joCCAdj+lVyBXqXEn8XiIlNJzK/VWBZV7dtQbEEj0OwPvLkT3aW27FeYmoi9MiHIRmXlIIOXtdGvUm+hANrg7L2i1nEeEqo3PixFv0talI4C+tpxBCczZy3ykKSCDYEECwIBBzdZSuoG4exPRW9L7+jGz3jM1B705pr9daEJ4qk/2mqRfy6jfWwFzc29IrmDpWI3eai56dNYzZpDTpQ6nTTsoZxbuL2P4X2o8NzoGI4DdewvUc/ASlb8VaxxYar2GYJ0U2e2caHUEA3APBP96Nc1FeWjJ0yGuKVcNQ9b6lB1sr8u4F1kXHDTzlekZW8+MQElezxWcUO8/Pl0vmkKzolNNBC1a3OZJJQoeoIHmSQCbFs32Xty1epbbuMsPMUSroT8WbRHVx48pXcuKjBakoUe+mYHy9NpSMXSovwvAtC/8XbW9jex/d9BtexcSu1SK41PeY/9B6tdRa1r/wDHQX20aHrUR9PHhYpkeyLgNr+lN3282at9H6JCktOqbX3A6QlRULZu4v5jzDIwA+7hee3z9QYlLyqiyHWuhOcDzBF0m/qBc3te99hCrYRgO1n+i5a0P/M1lK+2ts17207eQANxa45xZLUV1x2VVlyunhIU66XVKSBoMxPUB2BJJGtzptWzqIqMcRGtTEvMRVSfPrz8qLnWhtScvRm7HwE6/np29DrsM1B6VAlOSmmUIWtHxUqR0q/zv63/AA100sIWNKXAd5X+/mzaZdPTyt+Nh9RbaHU8RNT577VL4a0L8SV26Va+pPpoAdknu7rbpq9P0/agFU5kp39Kz8Na/D8qfyOtr+fqfw2cODPZ4pe8ug02vRa2ukVeLmQ1Ia+Kw4m9xnTcEKBuMySDbulQsdlZUZLXCc+Cjj5/1MvV59vMeX5DTaww5vkqm7mqMO8bgRX8qHUcU8JxIsE2uelRIIIJ1vfTS2hQ+zmadmVEDN+u4Pfdu+xu5iP7MvymH1pVFq9GspjONAHEggoURbUgAk2zEmxHqjvExvheKxWWudpz/imQldKEq/2retrfrJGoOouCbei+AsfNYygc01VmH4r6E8ww60FKb7Amx1sO2YC31ta9jjT2StyO+ml8KqZ6XVGEZ0z6RIQhaewupkgoWPK5AUB2UL7N13732yiajEwFR98n28o3uGvVx+E+tKUNStHUKVpbjIIykX8wUqHqbbDuMm8UUuAw7F++sLQpp/l7riq1sHEtnrYWQMpINjaxJ1BbG9r+T9xlu+ny5+7mtwq8wwji8ulfCdcQLEqQ2okE2BJSlQIINkqHZKUCqu0t19qfLfzsL+RGbquL3CiDp+RBtp5bdbZWp2yfqA3uXOEt9HutpvDmN+P7uX/U57V3VRUHUtrFyVNg3AUm5TmtlI12NFwqNVIDfIS4s2C+rOxKYWFpTc638/xvbsb2IsFRLxRgivO8KqU9D+dassjwKT2uQRbv6EEG3bz2I50dqfQY8DBrtOYfRmX1qKFqSOwBBsRoBrqPr22GaP5gJmvo2azeshY6wlxZ7/K1CLKqjHxeAhYS64kC5sk6qULEGw1AuSe4aG6z2gIFUpcTCWI3uAuK0hHF6FJ00yrbXoU+qSBodLEAgdw1RMJVmgsO484jdRiqSjhTOtcFafC5HfSQsNnxJUhSSPoRbatETBsXEbdLgVCEta83/nSQt1OUj/bAhSdfmOmovYi550JE2qfAeUYuKcYYXiymKXPpNOYlPu5GJEVOVqQrWwTclTazbwq73sCryTm8HEEWVWeE1EWhfC8fy6E2P4g32YyN0f2joMuLWWYq87q1x3WnTnZdSO6CNVpHcpUDe4NtASkp7WKPtG5RsRxEe8YSVNLkNO/prXyuehv5kAA27A7V7alMSLT+IRysUO1mlwJTsSK4/CRwHcyP0iQNCe1xfyN7dge+x5XcTUvEeEolLitZJrEdLXT1Zlen+AeQ1t/kosHQZU+suRWpa2Fr/RKaRm6h5eX/AB/Hts3sA4bntYob5plmUw5mzuoaKMv5Eeuptp56eY6WQeLGBFnHlFNTKtiPDk9+K00tiVF6OtGXMkmxF9bj0I087m2x1hmjtYoivu1mkuIlLX0yOFl6h6EW1GhBAJ7WIIGzzxHuow5KlMVmqU5DD7DXCWpKfl7697/xoDc7fDFW3fUH4XNsIydP+FQ8tfP6d/ps0GTPuZOr1rr4J/mBiMCSqzAbarMTmloSnK6rxaeEgnW47X7+u0mn7sXYrvFaeR4+haEf6+d/P112OPtrg3hf+dFj/B4f402+GcXYIlNOOtVtjo60IWvxJ+n8f8Cde1MdrbnbJJmhX65Apf8AVci/1kZ+r92whXcWQOa4rueL+v1dP7NgedjmLFn+6+UlfNkU1ZX7QdfX9ncbWTtH+0cX4svI/wD2XFaKEq+hsTb9tvQ7Ib/iaVju/vgS2ecgVRr7q9n+ZCk/6bQqlClSorkV3Ov5f737/wB+1VQ8I1SguucKWhhC158njTmvr5DQ9+wP1Pfa6nSf0nwULyf7JRTm7+nbt+/6bVdAsB9OqMGU5iaxdgfEeHKy3VItPmriv5f9q0lv9oKQCDobAa/t7t0GstSm2pVEXSFyl5Wn84UhxXYZikFPnY6n/LYjnb0ZUB1+BQcbyoq0Zs9JqkUqVoNSy4kLbd17JUGSNbk7V9C3nfzgxX6XAdiomwnepEJ3IpKk2vdlWoIPkkm34d+nqK/tgJXKdi2jVluBjJ1hCOrK6lPwnNSAQu5IGUDuLdxfzMREvAdGdciz2YUKr5fhK4vAW9cnVDibpV9b/s2e0DDsXHjUSjY3qEV9jwx3cgQvW2hA7631Gv4W2JKd7K24JrhtVSnwpvAX8LjrzpZV/dvcj8Nh/UIp2tEdTrxQ2MZmXnvaYxvhd1ujRZaHGM6Ux1TMq0dRAAzeRJISLkAny8thyqPVnEeI3J+KGeVYm5VdHEShtdgm4UeyNB20IHY219AqBuY3S0v7hS6TSELbRkQnI2pWX8COr62vtayN1uF3WuFKwnRH2G/CtqKhKk/kNP3W2v3FYcRP/WBu5EwOjd3KoMpt5qk9a052n3VlceQnXwrCbX7dJHY622YlFxhPagONO4eio6Ot1p39GoDuQLg2111/y21hE3NYIitcKBE+B05o+dxCm9PJJJSR5aXH12DMYeyVgjFDTkrDlbqmHqivrztfFazf3kEpUR6gKA2la/zGV6rSfzMzLwZP3l4tbdaonK8SUjPKQgqQ40L3CvLMAO4Avbzvs/GsEUvlWML/AAEcdrrYV4UtaDW1jby+u3Td/uIn7oOYdn4hXUULX0KUvMlSQNbaAp7+EjsO58hmq1yU7i33zAz5/A11dOUHTTsQdT++2yeos2GD1GoW3yU8S8l7jMOQP/ODEYYWjNkW1f1vYg30PqCLaaa7EGHcP+5v7nhzJ/WUBby7/wCf47Q6JXsUSp/3BpbjC/1khSU/mb+eltPXyOxR7kxlPnt8XD0XlV+J1qRlWn16SCkjztcE+W1VLWiZ7anfxmAGP14tqjrkCjRPgfMrRSf3Xt9b22W2K9zNZxHS23WokX3ixlWhDquFm11CCQQFeYBIBItcXB20vNwTVOE3yuTjo/XvlVbyPmPyNvodhXGFOxvFi/cMJrfWwjwNPo+J/hJvr52IGnnfQ3RXzGqNbtcYPEzlhfdpz/Ho1ZiSos1hKk5cyOKlSfQLKUrH4G9tQO2xFu93VV6jSn3ZTsp+kM5U54rRddZTqSFMrspOupANu+p823QouF8UNcq1ElU6t5csqA+sNJcV9ELBym+uYEAgny2HaPXpWDcZS6DKemwpq8q0/CRmUjXQ90KHqCNSL3GmzYE9CrrYvEqoFP8AtHWZdBaiPvwulSJjWZjp10HhUhQINxYj6kEDal3gt483fQOQlVH7ZUFa0qRFqzTSpkfWyg3ICR2B001FgQdTs26RjSjOuue63YXvR9f9VVaEpxd9coWrIpRPkgkn08toNPp1G3g16XFrLMrPTuibAU0vmIqrmxLPiykAqCiBewsTe4usgiAW5ynO43/obCTUVGfrdTIzo4Nja2UXOnlbQ6EGx017hfcm7RsJOQKzLi1Fa0KUheqlJvra51sD2BvYee2esRb0qXuRnxJWDcMUuqMLVwnVJvxcotpntcKBHhNyewGmzjwTvEr2PKW3iie8/SIr6fhNLSVdP52H4aX/AG22aTC+oFstMO+0Du3xHPr0tqLT4THu6RkYqjUjKpKgAqwA6j4bFJBABBuCBsE7vPaAx5gh1ul4tp3vFhGVHFQ6FOpR62t1a3Gpvpa3e+sd5DNGr1ZnyotWYqLC0KjuxUZMikD5FXA6ioEjKQQfO19lLL3Ec0047QcJ5ELXmXzql5U3INgoKJuDexue+o1JMGzBlwka24/Hu6qsynKzQaTC94vpyqyWQ+lIHZNzZN79tAfrsdza41Pny6z/AEpTmIWbmGo6C6mO0bWU9HSVFQ9XAmwBIvYG+NKtub3g0aqNz6XkQ+j9KuFIUleXyGZKTmPoCk9zYgEnZmU+l4ow41ErNeZqjFRyK5d11XCWlKgLhLragTfS6So3A7WBO0EqZfEaMmn0bG9Z5rBtWW8+hKXc0KZmRKR5EpvlINvMXvoR2GwjD3l4tax59iIGRaGE558V1YR0dk2BByn6gC5001Gylnb38W4SxkxXsGxIq5S1feGMoaXIUVi5UNEjQ+YF/MXN9nBVsB4I9qDkMZRZdU3eY8hJ/S5y0xUE2PSVpJHcdwSLaHQ6SHCyhEs8ZxIFUpc/CTUR+LNWni8LLkfZUf7RIvZQCiFZkKuNDYabVHs8+1pWYrv83O/irQoq4vwIFZfSUJUoLycF5dhc30ClC5Jte41s8MYGrODayxFxa9KffRmySlpCukgEgZSUK/EXB8767fuJ9z2EsW4j+1EWowaitbX3ppUIJU8hR6syfApRtckhJI7m9tpZ9sIgjTrWE6zKrzk+jS2GFoUiRCkK62uKATdK0HML6Ai1iPLvs0sGYmn4tgcrXojEKvQkZJTTTuZp62nER5gHvY3I9dszYSVF3LO8XCUSr+6Fu/FhtSC+wldrEtpUo5QANUgWPa97HYspO9/7R4ob9w4hg06vReqK1Ka4SZSfmacbVlurXQggnQi9rEZfdK2CaNfan8q58Lr2kUee7yvxWl50fqf8BsP0jeZS6zAcante66uwjNKhOqzZfVTatA43fsoduxAO35hypOypT7vC/wDWdrQO0yDvhi0GvYXl81L4EphpTqc909QGhNtRY63FiNs9zZjtUpbErEeHqe/k6PeMXI61ITYeIa5SLDU2Bt2Gmx1v2xhWZ8+JQaCytiVmU6l1KClWnkDbKfwsSQexGmwjRN1uKMW1mBAlYZlQpVUyrXPYuiO4gjVxxIOXQCwKfEdLJ0vIXLS4baOYw9xe6JnEWI28UO/+cSF1NJatkkOeSDoDlTYEiwHYdjtqOdRKXU43KT6fGfZ/UdaCh+Xp+W0TCOFKVg+hRKBRoqGIsVGUJR8x8yfUk6k7Xu1nb8RKyzcYnMS+znh2dLXWMKVuo0GWcyuEh0uxlKJvqhRuPwBA17d7guL911do9HcFZoi6iy3m+LCSH0eeqUKGZH17Aep207t+EX2jfn3IW0rPOfFmIvddGfpdBob/AMDqaRwuKlKhfNwSbLbIJIIII8s1tdhTd7vanz+JFnvU6vUiU7l4rUcomU93NlIeYX+lQD3IIsRoCNvRrE+7fBuLTxazRGFv+JMppOR5KvIhabG4OovfZG419klqVPcqlBlRZqFqzOtOtCLMV3sQ+3ZK1DTxpAIAudNpG0Dj3GEvB+6IWXKnyov3VnoQjMhiLKyoUi4GiFgFCuxygi3a+pBpcOT+LKn+4aHV38nW/AdaGZVvFobKPoSm5GhHYkGtbw+N30/3DjHEMqitvryMLqNOs1p6KNkLtfu2pINxb02p65un3lwP6UgVZC4WdMpqqQkDIpHcFaCrp8uoaaki3fYLVv8AcYyrr8QOG8p3FFUcpbT0qLkaTwE1RHxWXwohSErN+Ii1uo31JBOl9ltvGo3P0uXVJ/uuahfFdjuxVZFMqB0ctc5Vam9jY3877G8mjVRp1yqO1ynSquxlkSoFRhlSZCM6Sp5s6m+uYq1IuTc9ti+ubqotewu5VID0Vh+UjJH5e/iF7gK7kG2qTcEWuCLHYJ8ZJmS50CqVSByFZqz/ACq0oXxVdSf7pK0kkW7WUbi1xbyY27GqNbuXfekXENUldSkqalSHFx3raaOAEIWc1xYdWpIFgdhiuYW3g4DlNz69SX0IWrKlbUNSmFL00CE5kkE+hKgCLpAOzD3S4UqlZanz3atCp632lZouQqRISLE8RK7I7EEgAFJFxmNwOxJE0Hg7GrWI6W575if0c+hOSa0sSFR1/qPNkFS0BQsVDUXOpGoOKTEwHvVoL+CK9LhTZVOQlcWVop2Ooi4JUkhYSbd9QdQQbW2U1FFUoNGiVmqValvoYWlDrCk5czF8tkOaKJ7XBAsO/a5C4tVawRvkiVnDkvJBfT8VHUlTOYnx905TYHvqQTcag9iTDLEeDfdcr3DykKo1GnOqWxntlkIAPgWOtpY0BSrQi5A0uIOGMAxazi1ufKqMVhbLrS10aqfCRIWk3WA4ElvMALJuQSSQSDs2sUnmmvtH0IYypaW7kStKUqsBmv8AL2HcEXHoNhCc3QZ8rhVSh81K/sFtOnM5fSyCkhakq/VUAdfoLzIxHk9iDdziPBrlLpbsJCFtcKRAW6hC2b+mouB6g/XTbL2IYGDcORXIFZiLfioWppGZrK+yk5rEZbcROXXpBNhca22nY4xJAwvWeFiPd7UYuTqkNSEhK8gH9k6OkAJuQSFAG4vbQEz9Hwli3CX2y3cxPfUJlCUT4vCPHho9XmFE3QLWKmyQO4SfKROxFLSGsEYSrzFZoNbW/C5hEhUKQjMttOqVFBIyuoOirAJWmxuSdS8pLs9qUxPi1FcqiSoTUiKuLIyvpy3zFCCM9xp0gqSRbsCboLeocJRXYkCvRJVEW/8AFa4S1qR30dYXY5hqO4BFyM1iNmThPFdZn7qmGpTvH9zupaXITHQpDyG3BdYNwEqyqF1XF7HqIJJC6bmlDRXZ94zC2n706y07yvFizcmVcd9SU8CoIGi2nAjqYeHYkJte3YEDafUMYYIxHKRAn4sRTkP9CoFUazJzAFJ4MtpQIUCRa9iLEEaEBSVTFlGpcqrSoFciwqvFRx5UN1oKQ8k3s4uK6kKRfsFNlQJGhvsvMS4u+0bsSs4c4C21u5ZDEdQyJuDZQLuqCFWIB0Ivc3BGwD+lYMeoA6Sio7gomnKPh+g0ufLaa3kU5a+pUWQhRVlaUdUPWBSUkiwIzDtoNusnF9Uw5xOFUYqF5OpLS0KaUk39Okp+otooXt5JDAsSe1ihvkJdRhLYa4siK+0FpVcD4iEq8SCQoLAJAskiwN9rvFVQd4rjUVptGdWfInpT9bXPYHy1IB/MuFtwmZ1bWHTpsT5kOpzZUqe5Ki5EdalZGujKu+uXva9ySL2Onfae1XvuvClRH+jxI8Kk+qux/wCm1VSJ0V2B8VlheReTPwsqu3qLeg79/Ii21fXZMpp1x3wIRmyOo+XQeul9fy89gWU1Wp5jInlk1Lo+8GNHdWMbu1mXFo0T3jTn8ruSQttSVI7WB0Lah6kqvYdIvfY6xlLpeHJTDWI2vd3NL4SFZwtGc3sPI39TawsTcbJmpe0pPo2F4jrUSKibCVl5qPHyrV/dsjRCramw1FtO+yfmY235+0PiN93DkRErlU5OKpAShKT3UEDqJv3IBIFiB57QlteBXXPRnTJr8OR79zQte3l7tMOT+VxHVkRV5EqQ611pUkk5bWsSRbVNrj632oanv/3GNNOf9sUSuAjirSlByqR3OtiAq3dJAN7i2wQx7JtLi4ccr29DE1U51CPi9edhtVgTYABIHlqSfRQ0siK/jCl7qq85AqmA5VUwo+npqSIriuCntnS8tH7EOlVr+M2vsQVbvcqeiUe+YRbyN97uI5S5+6XnW2EZeKrLlW3c6AJ+dJAUCSCLk6X2MNx5gb1YD9exlTqjKq9OdWtaJDoUpST2IQbZB5AEEWAAOlgPYFw/g3FEr39u5xDClMLT94i5OFIi381Nk9ST1C4Nri4va231vIxnijdU1Ar276WxTsQsPoaWjhBTTyOJqFIUAlaVAElJ9dCSARU6c+hGvoUoq21x9z8NwJ8BuBFocqKteX5ClSrDvfzt9DbQfTbGntDez5PwlWJeI/tY5UaQw0lS2pScr8Ni/bP/AGiApRGoBSD5jXZ1bqfav3g48rLmHN6FJg07O0lUWVDirQlKwPS5yg2HYlNj2HfaZWl1nEeKG57tQQthh1SFKy9Xpw7aoXdI1SQbpudLaBprdLMYgqBYrYmX8HbvqXVIv9F1tjmmPiqQl1SFpSCBcJPfub6Ea6CxuGjgXDlUaoNSw5PiSqvSKilK3ac6s8JxYJIcYWB8N4GykqSUm/rtxRu/+weLX/s5ysqkSvitNKQcra7G7ISVApSL5gQSEjQaJBDgwPgbGUV2BKwviFdIhVFGWR1CQ0lRv12cBRcm9spsTYa9ttK2vImqglHu7g1mjRW+LVl1SFFdztc60ETEtA/olqIstQ8JBsdCQSdBpirjdzXsL8VqW2iU/HS7FlNdDqV20JUgfSxBHrf02WuLqK1AgcXFFRRzXV96YaQ0v0OZChl8ibE6gkjyGynmVnC7TTEqA8t+bFWjOlpS0JcRcgqHcJt6EEWuD3Fl18fct9sPRFrPIOT2pbC0LXwpDT9lJV5lwKSQW72JCgbeRGoIoMPU2gtVRjmnn32Kpl+7yupKlFVgtF0k+liDYd9NSBjHeOvelGRS5TPu59hafjqQWsyFo0cNrDINATcpvcAiyhtHw7iCLFisYcr1QizWOKiUw6trw2PiQpJBSPO5uQRYKOg2sF+ZdW3Rsb7MR0GLhJtp3CaJzDDTqJC0cN9TLSnEoBeavnKTl1UCbdzawO2fKDVYGHKDVqNVKTKqNOmsKdhcXOpLeVJDYCwCpKQqxCuwJNwLDZj735GDcbtMUuLh6Ut9DSvjxULUpXX20ANwLqCrEdgbg32r8GRKxgOgrw5AZcxdS5qlOsOrpxYmU9/QhuQ0pRCwTpxGxY+aRYbW8dsgsq/dFbhan4coNegVTEdDqjCOLkS+tIyuKUQDcAhJNjc2IBGbp7jZm768T0uqNUmK1LQxkyrYdd6e4NmrkAJvewBsLEgG2xTV8K17EeEm2sRssUtGTK6qO1mQpQIIy5lgpWDZQJsUkWCdBtSVXctAi0tiU1UapUUdXCaXHC0pTYqGTQgG9rpII0vYWNgkKWgO/Sx9j/MDGaBP/m+lz2oi8jC1Ldj+LKq99RqRe49bix87mpo2OJ9GxG5Any3/AHc+0lGV1QWhSvPU6AgkgEaiybW7bM2XS3aNuRntUbgsTWE5GvhK4SlXuF8MnMlJPdsKITY2JGuyyqWBsRutOT/d3KvsITIfVq7yqiOlxQy5uEbXK0gpBBGYEHY+yH3bpqHC7TW8bdfLddyTq3g1a3eFIYDqJkIkZwQo98oCib9062JuFDHVhKK1/RdJ4C8ynWsjp6bi+gXcKFjbKANLnQ2J0j7NWEZ9BwlErM/ge8UNcLnGlZkykHVYcAtYkmwJuCADcXtslcaboqDhzeDXYE+nIXTn3VVGnMKWczbDhKuh4HMgJWVoCQCAAkECw2jtzqzzACo1mlwJ/wBo6DnhVHoYrMD5Hmk63Ugk5SCbgm1+9wdnLheqSsLxYmKHaejEOCsQtclXGmkFKo+Y+B9k3KFDQpWgnXKQQSNgzDe5rC+8Hn/slUZqJsJpSERZ7WVTa0jMW0yWrBIKbEJU3ayibWJTsH052vQJTjTrVUYioWqLK5d0ISpSVJ6HEE5c6VdNyNLAaEaVNfEKTHhDitYNxHWsEVTFi20VGKl+iOzEhUeqQl+AZwAAsXUkpJBzJJtYglZxqvPlcfDkWrIW+hC/u7/icQkZUuIPiVew1QTrY2JJueyKDF3tbtJeA4FWfXiHCiPeNBdU1kkONGxejdRCVJUkBIsclw0dCNF5hKHiPFsVuK7EYf4GZ3jtXSttQHS7wz8ZKh5qCVlNwSSBc0T/AGyldnxBc4Yd59+fwX/jr4UjM6PH2yKsLg6eYuDbXaRUKdKitROfq0qLkVnadjo6VddgQDopI7EXB173Nww6xhmqOxXIrUtcWo9SPjxxlzWzBwFu6XE3OoFxYkixBGy/p+73EdBlNtVlmbFbQ7xUrirztanQhKbjIRoQB20NrXHEQ0uqPhreDQXXMR4XreSUx8VEiPZKZiE/IQCD5aJUCAcoJBsSQUj2ka9xWKNiihxZq+tCJvCyK6SSsKyi5VZNikjU2IJAJ2j0mlV7iv8AKy0Lpy05GsniZWoG+XKb5dTYEEC1gPSgm4ArMWqMSmqTn46+Kh1hQWxMSgjK6i5OVY7FJKQrNpY6Fc43xDUaKnUN5iaXwyz9qIr7vBiryNcdrKrioUod9fElVj2t2NiSds1b54PFqjeKKC0jrdTzlLW6ErbkMuEcZINihxKQTnbN1ADMhQFg9PZ8f5XEc9pqI/Ff4SuajrQUqbXpqpBsqxOt7eVrabL/ABRTcL4jrOIcG1mXCWuVKXIpaZSBkbkJQSEpcTdSFE3sodtAQdBs9SoX1KafRU6Vj2xBmsVaVvBwvTZUrD0WowX2lNOuxXeA+m+bvlOYKA1CkkpJ1ATqkL6LgXFtBoMifKxC+inturQhcqOMzKb3AcKSU6DS5Fj1W8gJ1DdxRu5rLmF69RH6JFreblXXfixeaIyhaSk5AFEpCkpI1tYEqCST0uRWa9FltcpyT77C49Upzqc7DirkHIdbNm4UBcggA2BOpO2WbiObvzBXdnvAqm7nFvP0vjrird4UxcVGeLIRYa2vZBsdUm1tQLW1fWLoEqBVIGI8OPMMYXxCrOuUmPxfdsyxIC0ixLSj8wIKCPQiymk0drBFL5r3exnWjLxWupWTsBe5JtrbuR+83e4rfNhfEcqXuvxQ9wIVR6EsLungqN7OI7AajwpIIIJBGxCm2RvghvKodZdx421iOWjO/wBceehJXHnXtYBfdKkggG4INwL312O9ykxr7URKXKob8WVFWhbU1Lp4Tlhe4Cu1yMpF9QbgeZHN+E93BEqJQubcRXqO6XVpkNFpNQpyrJEppYQW3LEIDiSkEGxNgUlRTuTxvFr0pyltZESul3gLYLGZQI8BuU63ubHUgmxNzsnfjbkyC3EcVemz/fLbTrS0ZMq+Fp1X1t6EWFwQddNddh2VVZ8rEctqA191qjSOK6tfzJSEkKSSUggAWUCDYgEC19iqowZTvDd4LnHYTn6bKUn0IBNtBe4B8tNRsr3N5OCcR48l0eLVkU7EkLNHmQ/AriFGhCCbKSpJHYi/nqNM5IqH5l1haPi3CW9Wm4j94ofpzDrS0KQ7lU2g9K2nkXvYk3CtQD5i9tq724t1UWBvQRi2BEfRFxRTkzFNZ8yOYaslakj0IyE2BAJvYXN7kz4tLdiO1mIhdOWlSmpqF5XY6vP/ABoOtxpYi9iL2aG/Jyjb3/ZV+2fKLmysASkzJHAdySEx0DhvlChYpPCUHADcKyWIIJG2nR5pGVsDTANVj16fF5VqIw/ysfoQt1K0uIQPJRBv2t9QALXGoXhDDGI8G15vFtGe5XgOqzISvNwf1gpPcpsLG19ALWsDtPxmzVOK3Kiu81QZUhDsKelfCVHfJsUPBPgVmsmx0J7AXsLxyiT3WojU+oZOO1kR8IqacSRe6HknUAdkqGYEm3mBOdstYiHyaaC3D4lxk7QZFUxkyj3W++p2LPjyM+XUWSq5JSoAXKiRcakFV1HZe5ZEDlZFUalsL+ZC0OhSXEDW/wBPr5A6aHbzywvQ6zRqM+1FxC+vnWkxZsf5Hk2IDgtdKVpBNlaHsSTe21dTZ28HC7TlLwviaqQkIzI4TUooV2sQnWwNhqBY6aagDbjasxreo0VNgTS/tHqdnwHKXS3YuRf94K8lWAF9T2sb2v312yi7hCVS4vPxaexV6QheWVlWFcuu48ZHU0okkBQskm4OttuYoeI5Ur7/AFyUt9hfU0/Ic6b27AnKk2t5AkW9dWBgMO0Z3itZ19GRaFX6knQg9ri3kdP2bQo7vuVTq6L8QOwfU8OUGs+9Ir02l5MyHYVR6UTo9jnCXLHI6PLQi5FwNCHLUcO0uVAYqlGdzsPpS6lH6ye3Y3srTUAmx+hF6PGVJoztLciwKShC/kQ1ZSFK8u5NregNje2mt7bdM+666/hKqUN+LTn1KUlSU5VQ3++dN7nhr7K7i+o1GimqSoEAkZiHUkq1ydxB5D/mT6fTuLFb4sRC+rJmy9SbjyNu+uo1Frag9qKsqiwIrjrvDR4loWpWbNbzte5H+pGz/wANYC4tLc4v6/V+r/y0/wBNdNs8+0hIaoLrdBgeN/L0I6sqekk6+ZtYAeQI/ENmlNKbxPPU0Orhok5mKMUc+/xast9jhcJpKupSUX73te9xb8Ae+3PCVQn0uqOO8px0Poyuoy9Sk37217dxodfy2ioYlSp7cVqJ15vBmyqc+Y5f3m3n+7Yml4elReBK4y2JUFKlZMmVWW3c6EgC2pGo87jvVa3tHM9hpdPdeu6w8fE64ilNUuU27S/gIX40a+Y/y0Pf0trY7GeC6rz9G4Tr2dbGX+9lv/01t2H5bKWtYodqlZcpbuRfA6/AelV9SlQOUgg2I0PY2AsNiHd9Jqnvlxppla4vCyO9J8/TTW3c27em1kY0vgzE6hpjTYR7jYdk8KK586Mn6nzeoP4bC8WRxfi8Xo+b/ptNrMp2LAc/U6v97/PvpY7UVIc4rTcD4Di5SPA705tfI+mlr2sLakC52JZYuYlRV3HAgNX5de9/PtQJb7CMmXItIUjMLk6mxTe4tYG4BB0JBu937kWVWYkCfn46/hPoWg5HPMhbZ/WSAPXzHlsfU7cdVJ7XPypfJfrtLRnRr5Dzt5EHzuQbdxneBhZ3CXAapcvnVoVmad6syUi9xnsVWHYAgkdgbbXSwMcCe3our2ilD+0sK8aXgivS2sOREQqjC+KhMd/KrqtYJBIuCRYjsRoRYjaxwPvKpc/FDFGqj3uerr647+f7rOvmHD10bX6pN0KtpluBsoN5VOn17gV7jPolLzcXq6u4VrrY21sQLjTQE3JXvIwe7AwbRcb8ot9cVCGqolq6lONFVkyUnVIsohKtLWN/IgH7av7gr+npaOff5j3qlCdi1TleEtha0Z0509Kr9xe/kb+YtsL7wn5+F8OP16BLYle7lq52LnKXWUlYHE1BzWvcgdgO4vcDm6DeRXsR1lulyqiuqU6E0laUPpPFZuLFIUdVAAhQuTYXAPkKrfrUqpS2p8/gv/AXzC3UIzpSk2SAsdrG9jceY72vtA0yKZXT9MrVPMZMVmI8eby+aY5Wov8AjzxZUK+ZSLkJKVeJKhaxAsQfyJLaQ9vLrMD7UYozr460odlISlHEV24i0oATnPmoAX72vrsO7nsaYDlYoptGxlT/AHdCmuozJ4rioqXwQbgklbSFdtFGxIBJHbTm/wCx3u+wvwML4cqK/vrXUw6gqdjqF/nCcq0EdjYGw7eZpqtKlo24jldCL6ifFViwHXJU+Ita+lDrC0FKXEXuSFJ1CgNQR5nUHXabHZa4XNcZaOP4f7yvK58j21/67ToGJaXWcOcKVEYXKQnhKX+t6H6D6/U67C5lSosVyA7+g+RLqDmb9LH8Dp9Py2C1SIAglk27syFUKpK4v6brX4l69Xft/rt2YkQGnXJUp7OxKYySoqupDnYjS309Lg9j6QqpFad4DvF8GXq/W9R9Dr287WJ0G1bhRr7R4o5Xo4CFpUt3wpTYi1zYgfnptzI78JFtc5CeMMcMbzaphJ3hYc47COrpSo5fPsdRYen/ACu0KDvdxlAi/aOsxK3Toq0ZUVJrOphWirheXqR27i4sQbAXIDMXRKXAdiUGBERx1qShSMgT+Jt2uRqbWB9PRs4CltRcOOYclPZ2H2k9GuZtXoUnukj8wRcHa1dNlR3EzMr3N9xis3g+0fK9zPtUvE77i30KYQvmM+VJ01N7+tj/AJd9l17OXCn7xm5VUiIqlOfVwpqXUcVDmYgnMDe5Jv3NzrcHXa93m7t6DiOqS4sCIiLNXmWh1PhUo2vmy6KBPna4+tiDG3Zbud42CJ/P0GkyuOtHCVmQcjlyQLmxsB36k2Hr3tViCckxmsEmaM3k+wfuWxdG96buXpWEZq+vLDWX4SlWFvgLPwxpqGyBrewO2bMWeyJv93fSnHaWzFrzDHUlVOWULcT3BShR/aAon6bbCwJTd6sqKx70pPKr6c6eOhSfply3IsPInTtYDTZ2wIzUCB9/8eX9fw/gP9P3bGGrK8Zjos2+p5Q0NjeNXp/uF2k1FiUhamnUPxyhTKifCsKAsf7pF/x2feA/YUxHVGm69ijFiIq/Gjl0ZvyJUdfLsLdxfbT+K4mHKpVOf5RHNI+bJlVp2+v4en026RMST2orcBrr/wDWf4/6bIWdYbeUWQzO0CIW6mg4IdYlNVZ/j5ENOo5fM09bQA21H0Pl67U2M9zOEsR15uvO0/70xlyup8aU6Ei/mLgaHtrsbYymYtoMByqNYTm1SLkz8WLZ/L/iQm6k/wCLKQBqSBtlqre2r8V+LS6GtC2HVNO8V0ZkqSbFB0uCD5fj+SNj67VH9MES65+THBQd0mF6XP4sWnIQ+vMvMv8AW7X+v8fUbGsDC8WK7xWoiPHn6E/N+zbMyfadxlPgOT4GRhaOrKppK0+nfKP9Rs2vZt351TehXn8OYjZhIlcLOlSEZM1h29CfwBOo9Nl06PrHffYef6wVg8oyX6Z/ZSvn/uZvLb8TgfC8p1t2fRIq30LzpXwhmzfs17ajbrj3GWF8Lu8rVJb7EpHUhKf8/wAD9Pre20XCW9DDmPHfddLd++sK6ESopaX59lkZVA2NrE+f12n6HU0Nnmca8Dmd8TsUaVA5VrDFIfeYy5eaio8Q+uW9vTy+m2asVYrwHQa9yuLdxkWF8VP3qA6phORXzjL0qBPncgk2ve4Guam3FlNcKqRFsLR/bxbLUn/EPT1vYjyI2CsZbpIuLaNIitcCqRcilIdYXlfj+hy6KT9RqFC4NxtNOpt0tn6mSIu6V/IlfiWBhxqfEqkDlX0L+ZKs2Wx8x39drN5bsqL/AEXE53Oj9EnqzJP4G5ttnOn7yKpu+qjdBxlT1yuG7wkSotlJVf5zqLoNwQdSL3sL6PrCGJqDWeG7S3lsrWpK8uYo/MEdvyPfb0Do6vzAarROPP2JUVSdXoDvCdpM1CF/2WYtLT+3v2v217W24uvOtO8Jp199ErLmalWQpPl4hpf0FvQX2bdSqPvmByFUlvysn6JbvUtPpZVsxt9SdgqtURp1r++hHzICsyf3fs2IYslm1ggEWFa3UYSxHVOVrLM2kVGUvMwt18qjyFegBJsbDtrcG/lsJVPdS7u5xG3VJ/NMIWrI7xUcVDmlgu5vYDyAtY+Zvo4i21VGvdcqJCXwOtpp1R4SrEdjfMg/QEj6bdYddi8Vuje7pVLWhXCVAdlceG4n1bKiFoNvIaakEbGXDLPTKPGZq3qQcR4XnsV7Dlbffp0pOZXCXnjuKN9Li5Qo3Gp0JIHe1+GFvaRxvhLhtcV+VF/tWpSQpSdPIrBuPoLdtCDcnROM8ANOwOawvEYyLzZkNdKkqGpQUW1Op9R6EW2SNVwpFnynGp8RbD+ZSF5YuTq7ajtf1APfW2y9iIfYlH062exHThL2iqNWqMxPqmHlsP8ATnXF8KtAfApRAUe1s5trqe+xvSN/WA5TX3XGS6ctf+14jCs1+x0t+8g/u2yDGwBiOl1Ti0vPNhL+SOoZsoPZSFWv/ukn8NdqquP1lp1yLFiPoXmVmaUhaFNqvY5Qb/kBYadtgjSoeRkTNt6TU3rIm+qPvhiyneFFxlS5q2+rJx2lry+fTfNb8R57FVH3mypTvwmYs3/0g71afmfUdx3/ABG3mxgjCdZlYjYnutLirR4Fra8V/r5Hz7fs2e9HexH9t4EXiofi5E8XpKXcwFrhaLHTW5+pv6mr1218q0VfpewZzNZYyxbRp9LcgSmsi30K+BIR1Zba/wCIeWhP5abIbDMaK7K4UWttrisO/wBVkIyrSnyyq7KSfTQj6A7FGIKvFadgUt3JUUfpeVkSPjsqGmdBIBPp3v5ag2PKI3QeablUuIjP43fl/G/8EbL3dy32Ivs2qVjNodVo1Lit+BC/8GxTFxjS+FwuKtf+BH/HTZOVOXwmvhMrY6ejOnN/1Hp57DVCx3PpcpyLi2I/yT+XgSkpy+l7Xse99DmB9fLY1QtUcQNWisu9TRqMXQGv/Zc//i/jvt2RjGgu/pYi0dHzIG2fP50qN/VYGLIudC+E7xbNLTa3jTYd/IgW8722k4rxfVMG+7cRysTU6VS15VymHWhlUj1StChYWNyb6C5tbsx+oY0nSb/2jixAzu5xa1ytepzD+T9Ep1rrbUdLoWNUKPqCDsp8T7may7VIlewliz3vCir6oUped9Ke3QskE6a2OvSO5G1njLE+HKzS4lZw5x6dN8SkJkcWHIQElRAVopKh5Ai5vb67LpeM/vTE+LLqkJa8vzHLn/VHTY9jYXPnsZQ80NNpNRS2c/2lBvL3ZQOf98u4sfi+Hix1JyqS6Dr1pt3NtCAD2IIvsNA433c4opuI6NVudir+7pdWrMtKQAQi1yki40SCDYki1idj/G2OmqNKgVSqU599EpaWnX/0sdxKhccTUZDfTuDci1iCNiqdiOg4jwR8XATC32Mq8vFGXKkfpAbEqIGoBtYWGbudjTXktnH7WKHeFPZY559GVUdaUZ3k+RGbxEdrE+SddjWsVqLQcG+4WnWIrEpKYSErSUpSkjqJyiw7nUiw0FxskIUX7R8Pi0mVF5VaVIdzZuokgHXTyuNQbHubX2LX6dPlRW2pUtz4CFcVK0fpEmwubdu2h7fjt2dsJiRou6Wgz/hNcqtaEJU0hExedSbnwOZiSnv0ggE/WxFtydGpfDa+0NXi5Pu/iz+ZuhQKQq4+oV6g2tZVVPCDUWsuSpVWfXF6s7EV0oU3rc6p876kgAkE9tCLiRi2U063FivVGawvN0T1hKtBY5HyOpR7gKsfIX2jMnEYco0bDn39rlaih9fX0uJXlve+UElB79QJB8x2Ar6/iNqvQHGqo8uVTkLzqazdbiP1VlCRmSNbGx8r22H0qiyoDc912b8D53el1Nj55b3/AGX/AC2jM1NqVxJUBlE1EXLzHCWGpDaDpm06HvpYX0UL32mVgnU8KYci1luvUbDy69S5SsrvFmhKoax84snKqx7Am9/MAG15W8QV6LS24s/D1UgsMLTwkdDq8oOhFiSkW1uCSPMabWtFbwbxfekWoPzX382aK+kpdbsbqWLi976d+3ceezRwFiNqfxKXKZivxfl46RnzfXt+369hfbpSCGFMW0bFrUSBylRiykZFo5+EpCHFE9RDyfW+lwQQfKxGxLMw461VG6zFpM1fR44s3IrQkapSoKVoR2Bv2sRrs1RRcOVmjOUaezyqOlceRFQM7KgdFAgGxHmNQRcEWNth6s06VFpfKxZdOmvsfOroS4r631QfXUi/oO3NLAwMmSvur/FiPsMLy8V3J1pV550pSB+YAI8+1tgPEe6B2symMUcJibFYy9WcK4aR5K7EG/qR6389juPQ8WyuO7xUMP5E52ESs2ZABtkUbpULdkkm3qPLlTYOKIErhe7uVff8D60/Ac11SQAbdtbE6ajsNgyWlOilxYrsRriyoq2HUrj/AHhalNq88p8ri9wNLXGoJuf0jehVIEpuBFp3HyIUqQtpGVSvIHJok39Ukduw2WlVjVSLKc9/RIsLg5nWJEJ0qYV5aak3+hAub9tdiDD2KqXWaNLqlBeYqL9OUph+KnpfbUm2a4vfz7m2uzSCUaWOJMQSp9ZbnyqevJ05l8BS83mkBKSSbeoAI119NS7psLSqDhxDtU/rU3462soSlu/lYaZvUjufM99lfuHw3FxsGMXSg+5TmHVLjofaKFKfSbX1ANh+8j6HbRaRYbFfwG2J3v8AE/bjb92+Ep2+ldthxac3bFpf+HakgYliuu8rK+C8jp+m02oN1N0WgusD/F3/ANdg6bRKw06t1xpa1r6lKTY7MU1o/wBxjulprtyrnH4jASsKGmu31p6bL2BXqnSzw3QvJ+qvYtpleizxa+Rf6u0Wad05+JS7SPTz7EkVWk0uvU92l1inRahCfTldYkNJdbcHoUqBB/PZT4m9mXB8+I/FwfWqvhRD+ZS4tPkFUNSrf7BZIRr/ALMoOltnKFbf2nrsIMV9RYMV9TAWLPZM3lYYqjbzsR+vU6E+ZEWqU50c0yrtmLZsq4BIN8wI7nU7fGMGcWu4Ifaw5EQibFaSiQ1ITwmpShpdwKGVCiCDb17EjUb/AFKFtshb9cawJW8ufS8ONIYlQY6Wn5niYkPgqKm3Ak+QISSQRfuBYHaGHd5xG6bCxwYjarifG9UapsCs0ldOffyMT4dSQVtSEAgXQpChlIN7KB0BBJIFtmevDDWDaNEntS4q1sZV8CVZSHEW1b4iQFggXAVrawvpc7UtJqztUqjfvTD3JPwVfeGs+dGt7OIUCBlJuQADe35bU2+TFNZr0D7OYXdRzrHxUpdUtCVJFrkFJBCrXtqDe1r7BjQkCfhrCWN+bn4SlrlMP5H59GdlZFR3U6XSlJyKtYkKIJ17Ad++FcS0vBteY980lcqaxHWlaGv0qWgQoFOQXUbKuUpuPFoBbZHUWvO4NxG5KqjNRizkZFrlMSApCVE6gpA0BUbEEKuMpJPcNajTsW4tdYdpdOfmsvoUpHMNJSltShbpWOwNwoD8xa1thkTiMiNJe+LCVLdbxlheXFixZSkQqtRqsosQ6hHIINl2LaXhoRnKb6i57bB2O8LVSlxWMb4DxCiqYalfFhtLdSmZT1d1Rw54JICh0qJS4EgA57XIdNpWN4Feq1LqkR9hD7qFLivtHK5dKbkJPcEjWxsSexI2J93GKcG0GjVLC+LcMrYwpV/hPu8m4qPHkZukKyjIk5hdKgAQQLW8+A4kjxnJjFGMt6sX7OVSoP8ANUtpS6clDTa1KSoAqTY2NzYA3PYA5QNqPDOG8URay27u5q1QpFeivqQ0uKpUOZFXdPQth5A4jJBuoEKQQQQO5BJTMFYDwviNiqRXWEI4vHgT2JTsd1SSRYlLtk5x2UkEDQkdyNmHT8T4N9/cWLXFxagwlWdp9WRKtbqylQAHmSAQL6i/faZ2ZQ76tzWMp+HIk/G/uuUtaurhcJMdT5BsU8NKAlYPUFNobN1G4Op2u8I4Wi4X9nirUv70/V106U/H5ped1TsiyWRxh40AZNbm4Sbk63v8fN4cxbS+QrNWmrirQlDTT/SiKvQXuRcXVay7m1yL2J2HaHTcUcq3hyl09+K/S1JX8VQShxAHRw12KVpKT63voddNpxJ37RzM6YswO7i2Ax75p0rgRXVpVFVZSY6jdIkRypIV8xulKgrQixBsTXDG7WLiPBrDUCkxZUqFwoUpUhHCXKjpBSMydASDkIsQQUm19NnvhvAuKMUSpcWsxKjRH2HUOtPpWlaHkj+6QoWI7kd/MEjYiNLwvQePFrNcWirsI6X0xx8ZJtYHLfp00FxYntptFlW4czP1up2p4HmKGg7q6pFozEWVTnOahfFYmx5R4rK/1k3toRplVmAFgCLXNBizBle4r8WVh6avJm+Kiykq07gpJKfpfQEa7NuDjmBKdfitcfOjMjLIaLSlWNri9syT5EX+ttolUmu8Jx1qJKXkRnQnNly/T1N/p67LklVnlNZadRjf7iCwpu/qkCU/KlS5UXP4mpCcyVakeMCxIFrJOtibHQg2FZiwKW0467nWhCFIUhdlJy2ufwPb1B2rMS+0DAwlVH8OYopNRp3NLVy8h1rO0pVjdBFswXobWBBBFuxtWYom1msxW6NS/gIm5U8V9ooSlJ88wBHa9rjy1+lqmDJiAr0FtrAKPcXtMk4NqlelwK9kRTpuZhLq1OIS2tVh0uJN0HWxUCR3uCDseIpn8zcVjFG75lC1sOp5hCJASlxJy3UQBYK6QQoJA8tL7Qd4OG+Q3aN7uaDyPvSU1ljqmqCkpsQCSe1z6g3Iv9dl5uwxbVIv/YPG7UpiUxmYQh3OnLqPUZVJN7hQNtNbWuQJpu0+8Ge10lA09QQTZOC8c4c3oUZyfRsQ8lUOF99pz6+tOtiFINw4i9wFAEHzsds+b66Vvk3fT/8A12kRcqnTVqU7AjpC8363BSo2N7A2AJAvoogHYJxU07g2vMVSl50LRlU060osLb11KFAX1sm4vbW1rd3Xu639QK9S/svvGp7EpC0JyOutDxaWKraIN7EKAAuD2tfZ1HhnEytifdhiOl8pvQo1QYhSkO5pTUBfKyIqlEA9AsVJJIBSkEXsCQQQJy98jVLqlNd3g4TXNYfyLTKjupTxFi9nMpOQrsonQpJAN7k3GnMbYGw5XpX6Z9+Cvw80kLkQ3RezrEgALN72KVKUCAB5m4jVNxfv6jP0Z12K+vP8JbXwkqUDoVIIIvoNQRYk622MlmIjZrKFOwsIud4Mug4y5CqbvnmKXOyJ5h1DS2H3L/2i2yCkq0sVDRQBuTtywBiWfRq8uLAic7UVtJzLSoNNOKJSCFA/DtpexsfQ99rqDuPqlBpbjU/PUUMeKkT2uAtvMAbxpLROXtpY2Vcg3IIJhgPDmHItGc5WkzYspjMv7+nqeSLWClgZSbnxX1GXQdiRXRjIrtpzhSJ9z6R75pbkqLElYemv/wDcnbqacsPMhRsL3sSSAB5WA244ONUo1LluwMWLivozceLIRnjuJ78QoJy5TY2WhQUL63sALCkqlO54sp59EVjKhac2ZTf4am47WB+m1TScCUuViN9p2rIRKycdp1pS0NTLnsplRGV0E5sw1I1BINwO3yMfTbPifiGs1mV7mrNRYYWt1HKuxZRdS5cEpb6rBItqkLAzXTa5uQJVzd19nJ7lZgVZbErKlaoshDeVSshBKFJAscqUjKoG5I1INiwMa4Wo1Z5B2l0NEqqUjMheVAVzTVsqmXEmxW2QQqwJspIIHnsJ76oDs+jU2VS4j8KahaIqeaWVsSLkBVlm6goHQgm9rkCwGwsDE4pFjip133oxFr1cYgrWn4UN9ooS4i18zbwGUg27KuL6XF7GFU8R1TCXIUus0l9iLKdTysxFlNPehStJyJVY6pNldrgaXIxiOjVmA3hfFtEqNLq8VHF5OU0VtPJNhxIzgzBV0qsbEA38RII2+W8GSmoEuLFxjS+SQvmotNnsFTTiAOwWkgoV6EhQAJ0IBAKgXbiV+2F8TDnuuvUHeDRnpX9LsJgTUtdSEqyKKHFI1SRmGUkJuA4CbgEbaw3MYfdlOuOtU/OhGXitZs6VJ00BJJy5exGnqBewR8Ckxfsaw000xkW1xWMiC6htdgUEeYAKh21Av5jQ43Ib+GqM65z8RbHXlU61dXDtZPUggEo73I101FzfZV+Yh1Kp7Kxsj+lbn6NXuP8Ae/uT6P0S0D4as+oudbi2hIP09dusPczRmmuVa8CMvRqntbVKgbpNh2tY+nfYhwnvFw5ihpz3XkWvxLaT4U37FJ06DcEeYvY9tipuRA+G1KyMIX/5pXptdQrTBFKzPO8fc/QWqW41wWJSH8y1505M3qFkXFj5m1h6DuUdjekQHcJQMR4XiPoqNElcq6hS8rral2zNK0KXEnKLGwNlAgpIO2x8XqgNRZbUX4/zdSRmb8tD3sPXbNtXhRaDiiRAr1OlMYexWlTUp3hHKy72Q9YiwSSddL2sQCL2LX+JpdOvfeayeIE0bE2N6DRm3cL1xDEJ9fFlU2V8qlIIskkiygqxukgKCTob3Evfjh3EeLcB4P3g0uXysph3knXVyi0hxSxZIJI0UHQEjuBnIJHYgcqdXsL4yn4IrMvOxFV8DM1mSpA1BSr5klPlfQ5hYkHZwbtsb4SpeHKnu0xu777whXkKUla4p4tNfsLEpzXKc2oUCCD5XsdikTb+ZG9lmI7Kqk9qsy1v1dlKUymn0ZF5S3cIJF0qUO4WLlVxqRbbhvCw3heBvBq3/az3JW5SELWqQ1mYmJKFIHGABSkkIsCoEXSToTmBBuvqTuHN7THuanUirsSmkxUP02b1SGEqUUuKCkg5gFWAIOqgCdNBr2lqZiNreWxKdp0VdOfaTwkTY6FOs982U97XDdxcgDLYdwAkwk/qBPapc+BVIHJLqlLdSl1cBSVIkNEWUFNnVrpGhSVAkAaabUWNcN/zS7y59e4K36RiHLVKWhCMvL5v00fxAq+KXSLWCErSLWFjxpzuMvdf/sM0iroQn4rsXofbQbC5CSFZfIK1t3NgTZzVHd79st2kSBjenykSqQtMyE7Fn50PMKH6POAAFJSUHUA9AsSCbrfaYPZsbMQ2KKlWa9S2J8WoZGFuo+7upyusq6fROoACrEXPbS2pvqNvAaaaiQOK+t/KnhOuqC0vJ9OMb3UNO/WkiwI1GzHoWBcOfpWq4iVCy5X49UhdeUE3upOUggkgKF7gk2AJB4I3MtRXZ7VLap2TNxYrrS+K0rNYBD5UMwJB0NjqT622vGMiL7FOJaW1WY8/g8lx0ZZTHCCOJY30TpdasyilbZANgCLg7BERqqQKyiLhLG6OA+lKk06Z09Z1JS9dNl3OoIWlQ0uO+xLjPBs+LVG6NPpL6GPmaWv4Wpv0WBsnzykEa3AFyCJs0hqltT4HuN+UtCOpr9LxEi3YA6OW6tLqOUWOg2Ds3NmU+6MPDUuqYIr0TFGI6dNirlKTDW0hedGYgi6Te6U2AUEnQEmxIIO02o+y/S8b4ycx59pptORV8jqmmrJUq4T13IUAsW0IIOnkQCAjBW+ylutN4IxvEQiV0JjuyFngTGs2iFKA6HQRYKIBJTqRcjbV2Dalz9GgNeNGVC0Zref4aX9SNNPLZTWX2VOqIcRbUOyDIiy304F/7OQOfqzErleLnddjlKZCVBIGYAnrsNbmx9dNk1UavRqXQW57TPEmoaTkdjozpcQNBmSeoKsQNb3tYqNgNtJb90NO4Sltcpn8TqMviSsa38vIa+ff12yS/heqOymJ9Gok1+K4rhSsqVKjpWb/AJJsLKyjTta4vtqaS92TmdRZ3U8pAp28yg4trzdLrLqIKEKV1LvlyFI1UBYpWT20II7kdtv2s4Qo0WvOOwOBKlZEv02U0oZJSCBooi4vYWCuxOhI8r2dufoOMor8qjfda2wtXMQpV0u8W/ULmxSSOpOhQoEEZTqQ1jC0/AbrGN8JS115iK7kqlEzlD6UFYKim5AzEhRsrKTrYk3GzIsL+Mu21Y76TWHd4OEmKNih6Kuo0vO7RqlKaC1Jy2SoXsdbHIoEX10JuDt87poMX7ZNte6YtOffQnMwnoyq7qt5KGl9LC1r20si5uPJVGxa21hKoIlU6opU+006n5xa6gDZTaxqkp7EG1iLHZ/7n5s+VP8AvTS2EIdSpLSk9LarXJAPhBN7AaDt20CupIRMGBa1QcR4Lg/Fb+TxNZVqzJUk/wAeRHrtjrHlF5Df7Liz4kXPFfQuLITZL7cdy5CbpN1oDiXrAg2KiBbUbavxtUJUWjcWLnQ+x1f4ra/t0+t9NNNs1736N9st41CxvQXUZ34CGp7XzJdSRbvYfrai40J0vsnWV2GUNiJ7Msd8EvhQKThz357u96LSmG+rhqaUs5vhnMQQFWygggg2te5BOPYRr1ZgYjxZubxvnlRa20+0qK6o5U/DyrRlUkFCignQgpKRcDXRP+0xToE/BFBlOurioYlI5r4WdLN0qTxbDujMbKvcgG9jrtW7jN4c/CW8HDWI58vO/RJrSFuodLqHGCoBQC/lugkJJJHbt5N6QwqD+aUOK6FP3X48xRuqrNDYqMWLMXAlQ1rHhFi24Da6CWi27YX8QKT2O33hOI1QWkNcV9hheb4TrvFRl8jc3JNxc29Px22P7Ze7bC8/EcDfI1LQhur0lpD/AE9Ly2D0XTorOUOpSCO4SAQLDZF7tKVS5+N/slWcPe8cPYhpudqUi6Vw13sbnsNFAggg30IVt2pSxj4QGsW69O3Xx+ZQiq8LhymuBnYypQnN0OJ/HuO/59raDalxNi2jOz+aisr4fgdad6ktrHlmFja/mANAASfNz4LhUHBGKKTu+r0RFUlTpqmnV5QpSkozHmHBodSkJBGt7aWBOwr7Ub2A6NvkoWF6XhmEwioxUu1JaLtKSpZskpCdM1hqrS4HmbEi7T49zHbotmN2RFTIx5VJTTEB1njoYzJjqUgZk3tcBfitpokm2pNhfYg3f4WrOKJTkp2rZ2GFKzx0rGbv/eISBa5Frmw0vewJqluSaiwHKphzjylsJzuw+KEuuI/8MqUBmA+UkA9gRptQTGYDVBbn0GXKi15hKcshCCniJ/2biTa1vIEEg3BuNSjq67O2QrYMomi+nbN5AEcdNwrAaa5XlM/X151ftt29DY+W0Ot4ope7SVEnuy1vZ462F57Z+2hIAFybDXS5tfuNl1Sd7GLWmuVxHEY4HT98ioCXW1W0zN9jfTQEaXOt7AGnYrqlUqkuLiN5iqQmFZ2H2kFC8h8iki+YHp1uDYEG1ht5jT6PVNb+oc/3mkLaHXbWRNQ4I9o+g4owbPd/qtRiu8J2PmOdxGgS4np87620GnbttnDGtTxH7+cn1mrceVlS6jmGgpKmlXtl0sRplJ1vrpcG4/NXS4s9vlXmEf2rDv6t/IkaFJHe4uCbXAuNoWJcT4jqkpjn2n+Axlad4XxVJ7gqsTf0vbv31Og9ojk1BHhdFo1rBLjky85ig1533zFicq+haUSI6FnJmBvmSkm6QfodLkA2sNrefH+2TsCVK52E/TvitPxbJVmObuU2ULXFtDa6u1wdqORhzkIDbsDwP5VIkR+pLlzcXSe19AQQDpr57F+EhijDkVyfi2Ijkv7J3hZVN2/DvcmxFz39Rr1bIPXqN2q9Q/TEocVYIwlAa+1vvZDdUW796hcIMIczd3WwBk9SUiwNrgX7w93e8DDmA69OgYjicrFm5kRZ/CzobWoHKFAXOUaAi+lrjQED+xtVXapVOVaiLqNIfyqWlaCpSb2JIA8wLKBGvkTa+wfLwfPoMpvhS0P0ta88X5kuJvfKpJGhF+xAIPbvtFiozZitmlXV4NgwYZO4sdxR7yiymUMcB91rLHWVIcRrlcSqxukiyrdtew8jjDc3DjWHGIE+WwuVFd48dK19bK/MpBucpFwUCwtrobHZT4awliOsyn6pS+GinL6ciFZk5gLWy6Zf+VvLSyqeEcRxYrkqfLQ8wjKnwDMn01vcegN/p63Uto3nMxzpK0vKZjer2PWpTXFwvLX0LTkVHUheXtcKSdLXuDr27EXAC1x9UqzKlN1R2h5OOhKOKlZS0pfkBfsonyIGvYG99v3dq801x+fe+6sOpSp3hH4KjrqU62AJuNSLG1xszhyDsVz7oxKizUKadS06FsSGlC90kXCbpI6dCDqALW2Y0lXbjmn/AOhfLjI/MRM6TKn0FxqfkQ4whSMq2uttJ7jv4c2osdCo6gE2v4eJ69VN3LcBplc1nriuoR18NRbNzYkKF8qhlNwTa2tyaXEFBr1BxHwneA/TkO8VpDqylbiQLm4Cbg28wDci9vLbZe7/AHL7ucW7vm69ghpDD9XaQmVKhxwhaZAGglMJ6c99A6BZQsCb2TtoY2zdSxbFyszN7PNKapfP17jZ/hKQvOjw62AykdJFje/rsZxsUYcxbiPkKy77ufYdS0iUhoutKSSBZxAucvZRt2HcAXvArGDN6u5F2rO4joiJVIlSOXd4XUlvMQG1IVfQnuAQCRcAEi2wJgLdryFZn4tr1We4HHWrgKVkyoF9VjQ5gkHpI0PYk9gsIVPEwaxB7PrtLxlzUqXFXSM+fmKctvhKuSQpHdNjp09I7iwOm2i933sou70KW267Vs8XhJRHddaOZtI7FV7K7eXcW89Cc7z95/uHeMw7F48rDzEph2Uw6kK40VKwp0EDz72t5pTrYnb1npeJN3OF930TGVGqMVFBlQ0ympGbpyZLkE+o1FjqLbMgHZkwFh2+p5hV/d5iPdzjd/CVZZWwuK7kQvPnQpJ1SQvzBGovYnzF72sK5R+faba+fq6/Fm08x/Fu17bSt52+yBvL35y8UUZ5aKXKaahNKX0peaSVaq8rEk2JFwLG99drmmNRZXEdd/xI/W9dPy/b5X2z38jxBJFDXojtLd5V350dK/1vx/b5fs2vN2EBqgxZ9ed6Mi8yF6JUnQdz2sfJJ7jsddpuKYsWfK5Xi/E4qeEtfTlV2tfyFvyv+/njgtQKNAwvF/Tv9KukpUlI87XNvrYkHuLdtmqE+YhrW3YEv938N3EdZl4jlfoGF9DS+lOUD0uNPqNRb9l1iTG2HKNWWGpXjlZkJda6XWVaan9ZOuove2n0NHNxA1gPBrcV17JNWhPy5lK107d7X8tb9x22zxUcTOz8R/0y6+hD6+h1HUpv8RpcX7212vfhhF60z6hnO3p4oaxbP4UvOxx8q06Ze1iQLXt30HfvbbWe7HEterOHIlU5tfx0JWvpCVam+oGh0t2018/LEqqC7PlP1SBUYspCHUpUhMjK62u3fKqyraaHUbH2HN9ePN3zTHPvL91sKShedjw636j9dAFEdvPz2zbaN6ePuOCs44m9sKVyqOykRao7kR/ZO+FSVeh8iLaajQ632g7zcSyoEVyBAl8eV8q/D+F+48vUW09dlbSN6MXG+HG2qNW4tOqMpr7ut1YypX3F9RmRmsCLg2J1Ol1VXN/WLcJT5GF8eUPkq3F6uE7ZTUhF9HGVaBxsgiyhe17EAggBOhdhiNaek/zSY3v+xbFxk/u+xHSV06rozKhpkXTzXn0KN0kkHQE2JFgSbjY8o2+ZqVVGIEpldOfWtPS6sJUlXqL2zAkaG9vLU6bD0B/dzv4pbcDFDLbE1jrjq4vCkxVjUKZcBuk3A0OhsLgi23xi7dDiOVQXIv2hhVSbC64U+Ujl1uJFuh/J05yO60AAnXKLbFGirq9CGsoPxNk0Sv8ACoLDsp1C+jxeBWvYgiwIPqND6bL7Gm5PcZvQqnvTeDgOnVFb+Vp2exeLPSnyPHaKXDa5sCSNe19s54NxnvVpdG9zT6TKlMMeFpUocdnuMticqxpcLSpN9Li9ztHontNz4tZco1UlyoUqKtKOE+1lWm3awPdJFjmFwfIkX2OAyEbYEjaPKaArn8ndhKqUbhbvsbrfirTxY8efZD7KraZXk2SvXuFIFx311GXIm7HHns570G/tlhOUwhC1IRxU5mnknsptYulXa+h9Pz33uv3k0HHlBgVSLLirf6UO8B3xL+o8lW/I+WziknDmI6N7rr0SLNir8bE1oLQr8j2P1Fj9dtdSGXmKHO6eX+9LCm8bFuLYFUpeHpyKI/lyTM4WlSbXINiSCBqEkXNrg7HVJx3hLcZAY+1ud/j9DUppGZWtu4HY2/LTvtqXeZuj4tL4u6+rcBbHX7ufXnYeTbsFakH0vcfUbZL33YTrzWDZdLrOApq5XhdQ61m8R0cbUAUqA7ixuNCbDYZSNK26JTeB7RE+qV739hyuSmMjqktcJS0Zmgs5b2IUFdvXzFtmdg7fnvBrPums0uJnWvMiZ3T2scyVp8JI0IIKTcaDXZe4C9naLA4dexk9wIviQ1rl/O/n9PL9h2PKni+jYX+4UFlCIrHQpSLZsv8Aw/bcbZuqpR/iQ9W+XO/DdC7PqjnuuItGR1fHajujKpI8K099dfz7C99o26jB3uZpyLFq3NZMy+E7ZL7P0Um5uPqLDy2Aabvir2PKpAi4olrhSoq8vNRXXI/MJ7Wc1UnXz0SDcC3YbOHD7NBarLDXvZ9a30ZM7qglXa9god7eot27bHaaCrLL31iOLK4UCWvJmSlCOXzo+l9LpBF/T8dNiSm4ki1mBxZ8TgOZP0qF/CV+F7/5n0270ODiPBs9+VPxlCqlElNJ4UWosJzs+VsxGRwdrEqSQdLG+gbXMf0al4oca4qIUV9fxUZQ/FcQruVJKCtCb63GgtqbXvXxgbtFTZ5ESLiCswJUpyLS3kNzUfKvpzJB1sex/MfS9ztUSVOymvi1ZCH0eNDtsmbTvm8j/BHfaRjPAWDZ8VjFtG+Oxk5j7k+UqT53SpBCVJ+mugAtpt94aq7sWKxK+x0Woxc/6Vd0Sm027pVYpNx2SQkH/KohV8V2z8o1d911TkKzVkRWF5Vrz583p0m5FvQ6fjtcVKDFiz25/GhYopy+lS0LLU2GnWxD7fiA7WII7Gx8iOq4iadw5/Q1JizYq0KzRVRwl1n9Y5Cqxv5lJB08xslG6HKarMus0arIpz6Fqy5I+TKkeShaygdbpUCLm/12vgMsgvthPWoMVqvMOtU5aEOZVtPrt4f7ykWGY30uBew77F7eFcJT5Tcp13JNbTladS6FOqTe+o1CwNe4JFtDsqMQTsUSmm2pTLDb/SrmIrXwHlX8WVN8p8zYC99T6RHMN4tlOsSuKvmkZVp4TvUq3mCexHlcfTy2SbVbTsAmPqOosjFdsfbmEGpX6KJCQ2vxqSgI6vyGn17bf0DD8Wlu8068yvJ4HfDl/HyNvIi19l61vDrLVBbi1mnLblMZUcfKeq2h0NilV+ygqxNz9CMn2h2mmnIv2eqKFrQr4qV5u489R+Y1t9drNcFXzib9SLrsxGXjvFcWlu/FyTWMqUoQvKrp+YgkWH7du2Ca7hLFEX+hqi/CqLCPhJWrJ1fTW4/cCPLvdCtY7nymn2pWR/8AV47QyqSe1zl0/G1tNdhqRXJWHJ7EqVTpVIW+pSkKdQp+K8rv0G92z6WNu4KRtRLlc4E6jTdzBJmhX6xKxlPl0bhLi1eKrKjJ0okWvfOm9r+ihY66g9tqyhV3fS1zeHMOcrUYTClIfgVTqkQV+qTa6mze4UQTbvtL3OsUvG7vvmBiHPUYuXiodWM2ZOqfFdSjYedyR532eGHH8OSseU2qOvNxavFSqO+07b7w0bWWm4BJT2NidOw12NX4Gbla9niZ4nMOtT23cb0mgoflITHW1wilDykgJ+HchaFgAXLayL6lI7C2Xg7lYHwnfe9EWrPyarqXH7E5XvEQBpZXlp630H7Ru7ue7wMR4Ip9Olc6jLUabIShSJSe/ETcHrABSQdDpci19kPSqxPpcpyK017ryKVnj51ry/QpWScup0BI8hYbGMbR9yyzp7mEqM03F+9UilzVfpULQuOlYRoH0XKmrgWzAACwJOp2qMe0FqK6xKw5VvvXwl5mHeFzSRcocSMxbctbxAm5Ftb2E2qwYFZ4jtU5Lj5MnFyFCXE98txcW/Ht3tpsB/Y2qUGU37mpK1wsmRcdDpVwe2qNLZSPUA/j22nO33IJ2x5Yfr9UqmCOVxREirXws7q3YqM8hVxZKgehVj5ggnW1vMaoEThVR+B91Yi/MpCCppPylASbKTbWwN7ajW19reQ207g1ylxZed9DSEo6hmVrci2hPrcX/wBNgmhyaC06+07EqiKiwpTEjlXVp6h5rbN0rTcXuLEA/WxL7kf/AGhTh/DeKKDPfgQHYsqnP8VTXKulXQPKxJzjzJGo8xpfaHU8N71YDrc+LUEIhNqzoYddClNqJ1LJ0Wm47p7edtinc5TearL8pp1xbGdKltK8PF7Zwk6pOmpBAN+3Y7PSvUSl4jpb9Gn5EZ0eL+9/HnsTtyvcmRa89KlT2J/KZ3+pK86siXLHWy7AEgCxsDY3Btt3hxKpz7btGaRKiv8Ajiz0BK27d9QSlQN/W3kQNr3E9Gxlg3m6D7p5qKvNmadaD6ct+l1spssnTQkmxOgBGg7hXEcqL91/t8nFTFf6VuJAAPBUdVeVwATqb32CRthQYYCjSqX964MWEh/KnJxczXrYZiL+fbYZn4Qn+9PelLZXTpuVWV2FdjiJIJtdpXDcBGlyASO6T32mM133o1wneOwj+1adSUKza+SgD28z3732s4KIsB1h1qoMMRcyVo5i6UJUNdQAUj6K8J1uRfaN0tFozhnFFBxa5KqlQlIhLXxVI92qUtu9yVZUWKkn1Sm4Hkb6NGNAnu/0zg2owqpkRmfYXnT0n5iB1pHfsk+f12P6pjLC9eaiUuqckjJlS6pLpUttVulxJQojIdD3P/GrqOBKM1P5pqrfp0fAkNO5mnkq8iUgFJ/FIHlmIF9qkyjQfxnWt7UDBD9ZwHUaWuoxWvhNNTBxc/chIVbiAWsELyk2ANvL63Qb2N6GMmuFvB5JioxcyFraj8BbnYgWScqvQkADv6AnpQ92cV2U/KdlypqEO/ouY60/4FjMnX0Omg1FhswqPgmLFischh5bHTnQ7NaDS0qudeI0Tm1GpINxtI8pBlXXIDvPtz4EN+KvOnPIYkZU9++lrHzykWPqdiGeqs1SA3FalrWhacq32mhl0PzgWyn8QAfX1rKjU6Xhf7ri2oSqJN6VZ0qKY73c2StN0q7aggK9Ujamm44pc+ew00y/Tqjm6JkVRaQ8ntb4ZBJ9bAjS/lpcCVg5jDD1edn+4WqTzUqV1KdRma4yO1gR4VepsfwO3CV7MGN8ORW8ZYIq0VEpaVO1KO/0yHM3is43YLINu4Gl9CbW745r0qfy8Wey++tfxUOxXxxY6xeygnS/0KQTpc20IrMFe13vLwlPcoOKMPP4opyOhiQ78KalPkCu9nTYahd1W+Y7FV9sjmOHdP7Rsrd9Fj4Sx5SVvRWFqRzUVQ4rKiSolaCQVA6m4JJPr2GkMKb0MCY2aQaBiCK+44nNwFqyO/8AkKso/iARtjqpYlgbwYr9ZdwnFhIXmWlqQ03mSu1z1pA69PDc6+Z7bUdEqsppr+i8PPsLQtKHWF3yKVexISqxbWO4IsDa9/PY2+t/u4MC9G/mehgO1LXq07AAEXItaBnXdObT0sCDr9NspYO3+42wbVfc+I6hKfivZeXan2UpN+ycx6h6A3I0tckbNTD/ALQu7qvO8XFlKXSJTC8in9VtK9LqTZVv8Qt6E7WFW059j9os9DrG/CqrrsVt2fT3Iuf/AH0ftGo/MDawSpLgu3tDpNao9dhon0epRZ0VzwOsOhxB/MEjatccnuVjhNtLZRm7+Srfu2oE3H8RHUX/AEwHBOTjiXbsWK8OG60hX+JO1a9hiluu8VprgL/WaVl/d2/dtcp2ht1SnvS1wW5bJfb8TWcZv2d9oDuPUbWxx6M+YsSVFHC5rjo/8XxftH/DaeO237tBqVRiUiBIqc95DEaKhTrziuyUJFyf2Dav3GR7i49oPez/ADVYHfn09pb9am/AgNNNF1SP1n1IGpQ2k5ja9zlHnt5qY/qOMsRz2JUCXFfhP/27CnWJSXSTmOozKUbhRSqxGpuTptpOv70KVvoxi/XQ7UKW9CUqLAVkzoTGuSM6NFArvmURcjS4NthHEdOdo1ecaaaQ/wAdXxU8JKc17ka5QCTdVgoC+trEbEciodv/ADHqK9ozLDdq1Pawk3Fr1RXKW210KdVn/LMdfpe5/PaRRTuvdanyp8uoomwczUhakKUqOkaABWWykHUE3IF9bHTathYodpbX/dVoQjJld6Vpt8h8x2100H07W0vG9Lgf0phyJ/SK0ZlRULzpUogasujoUdMwuCCNCTpsrmGgtiTdvu+xbVHHWnXualKTklR+pDlrDhOAKC0gjvpY66nz0Lu4wRyFGbgUuIxFyI8eXpV/lft9Nl/gapQMb8N11qKjO6paM0MxZDbo7lSbkFV8wKk2Bv6a7P6gUpqlxeK7L6P/ADKfw/i2xBX+YJ3gjW91XPym5VUaYlLR/fWlSb3+t/rcG/07bJneXvHlYDnuYN9yLfQ+0nOvKhK+AdNSU8NxJsRrrproNjr2ld69e3c4cbrOCHkLqKH2ko4qStrMpwAhYHcEXvbUdxfbPdaxfjfHle5+fT4XKvtNdaHVqdh2vdRSEkqQVEkKBKbWB11NWCrJRjG9uwnbkYFBfi16t1Thzc33Weh3gN38WVGoQB2BSSO9gBfYGxBgHCUqU+7FqNRi0SU66mA++10s9fa9gUi3ZRtcdzqTsN1PEbuEmmGp+Rb/AEqRwFIUiQka2OYgJvYWGhBN7ntsdYDqdGxHPbiz8PP0iFUcvNcWUVR1LHnk1QOq3UAD2uAbbC3qpw0szbBmFNBhRYHu2gwGXJs1jxsNOhKlNZQC5lcOVSNB03BGgvbTZnR6PArMVv7ohmUjM606m8eQy6e+UixGosR2PofJMb36fA3c1TDUrDkvJkkKa4TTuZTaMl8yDqFJ0tbUgH6bUmIcc1ms4jcixatyr83KuPIQrqbVoLqT3UD1W8h5D1kiKGze22ObFu/z+aCA3A3g0l/wqRFmrRkU9lBNgqxQ7YAk2N7D89kFSvaswli3FFSqkqJF5JGVr4D5VIbsqwcUknW5PYAgaDNfXZgbycJ17eD7OeJcL16rc6/wFrUqQ186CFpOgIDgIFlAXB1FrDbzzkbu6NhzEcT/ALZcPP8AFQ+1bpSSAWz1FSFlJA1OoIASLWJP5cGCfSh/unoJTccYIrM9uqUHEPQtGd2HIXk79l8NwAoV+AF/qNRT7yN57WEovPtS+hC0rVwlJWpNtb2Go7G99AASSNNspVettVmlsUal1aUtEVGdparqS2pPYJJ6koJ+UWHmAnUlcYjnz+ab4tRfW+jKlHWVZVDta9tD2N9SDY+e2c2d2BEm6SC/viNzebi5reNWWIFepL8GnSv0s9phTqFZSkgAgnKsgHUFRAVcixI2PcH4sxRQcJfZKfVl1eEwlPKyn0hS20X0AcF8wGliAnW+mpGy3oM/BuLYsTDk+nYhpbFRaUiYxo7Fz3B4yFAZkDzyiwGvR5gtxXRqXKpbeF8L70qdTqjFWjO1UneAt5HewWenz72N+2ltmqK9omrTQtAAEsZ2CftHVG58p5FUYXlSpiQhTSoqfLKsAJUhWpuRmB0BUe0Hehubr0qlt8hVuS4CkOx3VOnjsq7GygoZ0kdJuQToCL2vNwhjLeNAiuUtrCdOfq8JCvu7r+VqU1nIORYJB075tPz02H6jiXHlGafxbKwbNpbbClceGiat9LaRofgmychuDYHKAQLi9timvdDZiimUjfJRqy3S4FQXNfYR0NOqzMPJv8mdI101QbEW7bOXdJXML48/ouqUn3JiWlu5ZUVCSlCvK6L62voUEC3cAi5F7Tt4m7mVhdh3FERiLFlLS0n3zFeaYbkWFyzJFwkkgXSo3HbMRYj93bKw5VMbvz6NSWGJTCf61FlZ0vJ6rgp1TmFtbAHztcHauzbzE9bcaaSY9MPUtqA1H4rK1sIy5lfLmFvL/ntYrwy07KflUt5CMmVXCW7mT+KVDUg+V7gXsCRtaUOmuuwG58B5GTp48d35b5vMaHz1IFr+eo2H8T1vlZ7lL+JFW410KUno/d/mLg9++m1nYCeJdtzbjJa4DrXwp7XDWhOXP+P0t59wPP02z3jzGO8al7wfslPiU5unLQlUeU1/aJK7DQdraXTYnzFxYlxwHJUrh8/L+AjKhKkdfTcWBF75dPO5Bt5DQM3z4ai1SAxPgZPeNPSpXwl5VOMa30BuoXAI8wRcG1wVz92RHenWjvAPAeJjKqNV5+BWafF5JbSF800rqza5r9wT2GgFzc3A2aeBsO0vFEpuK60h+nP9SFLulSbjQpUD066ixtfXZG4WYlSsR8rPlsLivu9f+3SoXOTW1iSdTcggAgjsde4Nw21AoKGqXT8iEIzrVlyqzG/c9jf+O2xw+6ew3bftkSn4Hwlu+gOOz2nn+v8ASurDvEuLXKrC6rW0PrppYbZ73i4npdepdawRFpK5tOlKTkadWcyk2upxDlgUrChfKoEdjmGoDl3tb1aDg2g+66ph5Fbi1dXJ8ViZwn2XyCdO50AJ0vYA3T32xv8Ab3eXhyM5S59OYr1OckKXCqjuXjt3OnGAy5XACAVAJSSLpuDlE7IRd0iU+hV6lym6W1UPekKKrKqBUmgpTdu5CVC4BtcKbFr6g+hg3hejVRpuLyi0RX8inYc/iIYUs6B2O/rkdvchCioLAAJAuRPpFRxRjeU3Rvs9S6RUWMuZ2oyix0qy9ATlzKF9QoEJJ73vYXGIqHjLAcB/39VqDKpy+EiVHQ6HUttFYylSCCkgnUAAm4uNQCKEbfUkpn1GPR8NOxcERIHBcRyqEtZMgzZS2DfTTKQNbEp0uL7CWHJ0XBs+XArMtEqK+7niqUpteZKrqykKBsoZsoN7kC1zY7F3s7Uf7UbuZcWfT0RZUJa0NOxZvHYUkKISUOXUTcWuCoqB7ntdX728P1mLihhql0+VVM+bPD0zKX027qTe+ozXSQRe5vbZYh907aW8Zpbc/vU3XwHfhPIYRnV8J2OU8FQ8SARcAaElJ08hrcbaBbxfg2qReai1aEtHjR8Xp/b2t+46+h2x9h6Hu+pdGbr28Z6nYeRy6WHeYnlTDagCA2p9ZvnF+k9QGt1EC+wFSscz2seS8OYNxCw/RFqdXFVK6XU26VN3QdU3NzbOhVs2UnUHTxmc3TQx4M1/vBxfS+Qc9zVGL7x4SuFnXlS5fTIopvYH9bsB5W0OcqlvDqlZpfCxGzUUU7mFIWhCEOpZVYi6wgk5Aq2VYsQRcEGw2qMOUag4oxbysDEK6XW/A/FU+VR5F/7VBGrTqbZQEkEA6gG9+mN8KYyo3HlRXfeK0ZucaVFyv5bHKQpuylt27kpJ1uQb3BU/MLpdCunJPszjhKFF3l0ufK938evYezR5seQkqTKi+JLnSApLibi6wAQCbgiytobVNr1BpfvSA0/kQ6lDsV10upSkBRCkLte9iADcDvr5Glwbi6vUuqMV6LElRaow1l5r9KiQ0SkFpwi4WARdKiMwKjYjMQT2oKnyv6eo0vJFryFqYa0UhS+62VZxlIsFkKtcgG4BFyxu3RwydubxxKdxHE+0eHkMPIdSlMpTQ4qsxASVFHp+sRe2gve+xf7W8F2fVKLPi515Gncy09WZooAu2qxSq5y3AN9DpYEhIYvwbvLoNGgY8o2IVrpDD6FO8ldDsH4iQkKGuds9gSLWKRYA3OhaJi/Bu9qjQKXjKX9nq3y/3eqR2ssOVa/6Rs6JIN72Nx6q7ATpOBinwxgifQcJN4orLr8ph/hOrQ1I5eU2hRsjhqVdJJBuUKHY9jqQz91yuFKgOu1ut8rVErYitVThvw5ClalsONm6HVa6KuFX0sQTt94wwbjejUFiBPq0XjxV8VhWUOwJ3a5Q4e1gT0EiwuCkC2w4zS687RuLhx2FFWtSV8u7n5dxaV34byDcNWI0ULpIUe2h2C6ST5Trj+TXqXWW4H6Bhbq4qlsdSk2HSvQHUpKSULFiFDz12CpO9CqbtKzyvuN+ooXljurjoWnKgjRRRqlTZHmnMi9xZGuztYw87iOs0nFs+nRfvUBLUxqUgqUmUkZQjMklVigrGhI+GT2OqTxzXvdeLZ8VrDyEMZ1tZ1JKvAnKCRYZxdJIdTYkAeMgW7+XmVD8S1hY0qmN6zHlcWKwhDS/hSmipeU2yHOnQWJJFgo2BBvYbAtR3Zyqzi1z3pLfp1XQjI0pp0JamNDqS4jTI6L3UCMpGaxFwQJmGYE+LPbr0CoVFjO7wnWkRRIjpWT3sLFQFza5vby89nVDrFGlQP6eiMRVrWlK3YvgUrSy8pBKCSPCRbvYk3O1QJZIhq3uRgT6XwsRy19DqeFK4GXhrsesq6rWIGpBA8wAdtG7o6ZKi0GBFlPLWtDCetfTmQdRpcjtrcEj0O1FPgRWoEt1qXCfhSk51LzlTWYI0JQdQSLdjZQ1B1uZm5itRWqNL4tQ46ITuVTSneKptRuTlX4ik+Vzcdiew2y+o0s2HErZXvGJYb52ovIONc3wFrQpSE/7TW1iO9u/7NgXB+LIGA4DjrVRp02LUUqiymnU5OCs2yi4uEC/bPrc6kaHal38VPEePOHKwkywtinK4r6uKULSpJ6bAgiwtck2I+o7KuiY1wlwvddZqD/vRaOFISiKVrTbpN1DRQKtQSAbWsAL2d0db115f5irf9OnAzImMW8eUvHj9Uo1QRkQ6pHLrdKlqj3KkhJFlZkhRI1UnVQvoLtrcvh+jYyrNSrNUpyPeMqOiLNU0sZHkpGhWPJYvlJtrlH02DCzul4vFqmPOSczfpXb5Er8goFJKdQQBoCdB225VjGVU3acSqbr8e0SoofTklRZCwrNcW4iVAZ0kEjQHUEA3vfZ6nOcmZ41dzPh14iqxBudnwN5daiwKj99ivqkIYVZp1LSrrbcQSRplukXJBKFC5NwNC+z7iBqU1LoM/4dRYd6s6MmbzN06BKiok20v5dtktibe07Xp9NxRiiXSPe7DSo766ddpDlyQkhsk5FhBAUB0q0Nh22N/ZxktV7FGJcUNS+ablSFO5M/W3olOXW3Yi4toe9tLlHWkuf2jqILfP8AE0tVIsWe03AlPZEfr5vmvprrf8tf2bCtfwjS4sVz7ojOj59M3r3Pn3tf6/l849rlLgQENVmWthh9eXmNE8O5GvmND38iPXYdotWqkWVylZl+8acvpTMSsZUqOiQ4m+ZBNwBpY6a+mDqdc+m8NvB+Yhrh+oDF3v6w7WZWEmPcPAW/nT8KQkKQ4m3U2oHQ37a+fYjUjN+HMK4odqjFLap0qLOfX9zaQkqQ4nUlAUTZSBoSCdALkg2O228UU2gz4DHNS5SF9XCdj9S2+4PRcZ02OoBv2IBNhtBXhmjYIoL+I2sk3j9OdjpUpRGjeiRlJI6rgG/fQDbd0D7qw4hK9b54+IX1uvNVn2X4lL3g0lc1GF1MffY6ytLaEJIIcsArh5LpKiANQdLAhYYR3pUufS4H830RhCKRKQ0pL6AnoVYKKUm5PTr1XJHcX2J/ZUrFUrOPMZ4IxlLRWKJi+AtMVpeVPJ5Qpt2NksBkyLuCQVEhdzcXVmLBdGn4DxRiHde66tuo051+m/ekDPKUwooBKwMyVEJzJIsQSDc320gN81q7FsGRNObr93zsr2kcQ4ynurRFlU2K7FQvqQlb184Qr0HDUCL3GbsNNspe0ZvLgV72gq7Pd4EqLTpSYTTrVlLbSyTe1tLZr9tQCRc9ttXbuMYT/wCbR/GTv/nRhRZEOVlWnNmSSlJAFtcxV2IuTbQgHbF/838DFuI58p37qt+U+6pUeyVOKJJUAk31uTfW47HXYTnbDY3TR2Fd5TtUw4xKgNIz8LhLWl3xWBAIPkrS9vI+ottSI+FVOflNZ86lLWv9Zf5fv/Dat3A0ejSq9L3ae/ESs+ZUVbqENOpUk3KPDYkWubDtrqBfYs3zYIa3fNMRZVRR8foaU6oo8j5k2HkNexJubWO2ZfU9r5E8d1em+/UbV9CA+JqjKnu8WBwGGEZehPhVr/H0sTtW4YpsXEdZfi8Jhbn9qh1fhUTpprYdrn8PpsT7mqhRvtG5AxlSWOvoS7nzocTqCki4Ug9hqbEagnUbMPFns5UFp1zFu77EMqEh/MpUJbp+6q7fBPzIv3QvUAkAna2n0m3zeU0/TL0Gfn8RK1XdXVKXWW5UWW+unZv6rI60p01CF9/yUCfqe21lIwY01F59p3I+wnitZfFpewHkfre/pba+pFZxHRuI7P8Aj0uE7wJi0I4qGVdJ6wASgEHRQGW+lgQQOtfLrVUYqkCnvrgryrkcuji8FR1zhIUSpBB7gkA+foWxBniauivtV+1fx+JT0Zn9A7xlv/rJT48gN72HfXW+th52sNuWLt6MqU6xheLEYlRcnSvME5rm9vQq1Gml+3cay6ngyVjyqRHYGJ2GMikqQ/FWWn03BAVbsq5HiQq97XJtcgW9DCVZwRihiVKqyKu++v4q32kIW921UE2s4QbEkEnXqN8wHVpx7M26xu+YxGKFWYFLYqlUwchDHMKaS6+k5ErACxfTQEA2Iub62UO0XE+HovuFustUOLkir+9JakDM2k9nLdlJFj4CQb6X7bWmHN4nP4In4NaeW/TpqFo5OarNy91pJAUrqTbuNSEmyhYgHaLu6oPIOy2q88xKok1HCfjyGs2W5uSnqCgbmwSbi4BSbjYyUjdxCMoVZa0ij0vC9G96QHcjcppSkLjuhaHLX1H1H5EdrbKTGWP59elcrS/BmVndWnKlSbH0uNASTrc2uBs0HcGYXiwOVpePM6GEqRwF9PmfM36h2JJJNgCTsES6DFgcRrhL/wDIHp3uPK3mf27PLp0nldQHSwviC1Jl4oi8dqLUeVQ+1wHctsriPQ3uCO3kNNdb6keGp2I6D/7Ns6P/AFXy07aeX7tuTbDXF5U8dC8/gW0rL/l6eoAv2J02tG6a7wuF0ZP4t6W/DY6JWkWfUuy7SZBxVOqmI2m2p7KJTLHWjoyqTa3a1u/+p+uzM3L+0lF3SusNT8PPsIRljylxVnI4kJtmGa9vIFNyLWItpZZzG3Yv9jnQj+Pw2hKca5/71kyL/wBq1m/P0+mo8htV7aG4h9PrXpGAZqLE/taYI3l+9sL4owQivUhcfhNPxVcvMS0sJJSpCykLSF5R3IvY+QXspsUYC+0dBcrOF6tKqlLp3RIhVFotVSGgC6LKFkSGTnACtFpvY3AuVVU8NRXWuLFeyL+RabZPy/4i3+m0rDGOsUYDlNxZ7vNQlpVHyLUtTTiFIykGxBGhNrgEHXtqQmpf5DNVOo7xg8SImhNYcrzc+BERK46PA7fKlIOgKtbHTS47aki99m1giPjzG+En8Bz3lxcNLdS6uGheZCUnRTZ7jIoZbgGx/DuDzsQRZUr7g64hCF54HFSEupUO6Fi1lJPqLg+g2INymNIFLxk5Kd5pHHkK5pqO0OlR1BylJStKr2KSUnzF/IZuK+LR1HV1i+xHg6Bg3G79Ba8CEpW119Sb9gNTYDy1/wCGxZCq7sWluRXetbfxUL8P5fv/ADG3zv0nwKpvQclQGlxc7DXMIyFOVepvZQzC9wSPI32HH3eLF4Tr3Wj+O4P/AD+vlsnnnxhqFGDOa6061Pbn+D4vR/dVb/W3nbUbXdOdarNefxRPyMMRUJQjrypTYa/RIJP7SdhGYzxfhfPnzqV/Hr+/9h2HcYY0n8g5QYGdHX8V35VJ8gRb1se/f8b7MVlpma9NpG2cscY1dxHi37g7nitrSlpr5U2A/wAzc3BF/ptMxfTXcR+7ao1SW2FsJUiRwrfG10VoBrb18tAdNQvDNKqjsrmuUXkz+PIcqfz/ADBv9dmvS8TcrKiRZ8Tmsicikp+ZI7G3n9SPPW217PtiqF09RaPwosWqOOtPPsL6c2RHVltY/st5nvtMqVHrNLpces4SxkxV6dK6X46ldbav1XEKA0Iva4SR5XuDs6HYOEq9/WqSwx4c6ovQtNx6C4vbsQCCe4PbYIxHgylwOJS6DUGKuxK62uKxkdbTbUKINibjytfTz0HVoEGZqUDxgpu2xnPoNZY4TOSKhXx4HiSlPYlHqP7vl2F9LbZkYdwRvVwvTff1JizWEIS7DfyfFiqItdKu6b+diAR3BG2I5eDZTTXFi+NH4qy2/VULEW/VN/Q7OL2f94dZgRX8OVTrWx1IQpWVLiD6dtfO34fmbxaNI+1sNH5QN1GEsJOt+64jedjKtPFurp7pt27eR7ee39iysxYHDa+TPkUnP1pv6euup7X2kYUxZz89uBwV5Fr8C+rLfvbzFvpppe3ltRb4g7RpUdp2hrlMLV1usfpW0nzt8w72OtrdrWuvbUXHEtdb+kQh5+INM1Z2LzDTT3H61JSvVPT+HcX89gus4Ii16f75qjq18Dqaz/L2FgbaA+YFgTr3vc8q2H3aXFYqkWWtbC0JWnpHSnz/AGdvxv22G3cQRXXXIrTPA6uhCLpTlP18tsrN1XszxVuv1QblpGbnSsLutz8OOrir+fhK/SJ00V8p+hOo7gjvsYU721sR4Sdcw5Xpa1ryJUni/Lced7m35kH12CJX9p/vZ0+H8fLYCxVSmq804061xOrpdy9Ta+1wdT+Nhr6HY9GvuU7XHENR1RicWCbe3Xe1PhestMRao8iK+5lyqQ70qV9O9ifK+h19NnGjHWF8UReE1LYf46FZUO26vW3kfy2wFuJ3MSosB+qYtZQuKtP9Xd6kqTfQ69iRrcWIvobjSBX8TVnCWI3KNheov8qt1PAQtZWpPmLKtr9CbknW99To9yb1NiuN02FvH3TYIxvwIDVWlUha+hHCWMqVa+RBQoan0OvfsRnbeB7D+9p2e59l64xUWEeBcVJadUk/3VHvb6m/7NuFP3348wvFiRcUU59aH8vCddR0PX18hob6WJBB8hex1luK304XqlLY/pDgPrUpK2lqzJSrz/aToB+zY9A3cyt14xtQzKMHDNBdrP8A50KXnQ7lQ7MaCcyf1FkJATbUC4t9fM93I7UDGUCltMscB9eTLxRnb00W2oXCk39CQR5g7C1STWXYHNcpNfWhORDvKrd6fO6kg5ex1NxsN0unz2nff0DmlsRVoX93s7w/Wyb6X/K/fZHdNrxmrKpu+rztLb/pZE1C2lfd5SkoS4g/KCQE9uwJGvnsssWYbpbUVvlePCqMVSuF1daVD9VSD+3yPr5ll0jHMXGW75jlatFRVIrSVI5pBUw5bQtrTcKHfKbG4PbYPlYgwlxW4GMqfCp01C8qGlOlSUq01BISoAjsb/mdpwQuZxMDaBN3gwHW57TSOV/t3cnXm7XWkWz9hdVybeWxxTt4UXlXMOVnDy+ay5uLFazsPX9NQttYt6Hbk5WMLyuI1S6tUGPFn6A+0r8wQopPqRcdiT32pHKthz4f3tFIqCE8Vchp0ISlXmFJXoR30t537jaR5QDP4+MNYUyA1Fb+M+heX/vEcqVp63tm/EEH6jYA3iYTxHWeJVMEVbJKQlXFSxZSVdvGlQKSCe1+2mtidueLt59ewu03K+5VSnP5kLU10qT9QRodNNAR+R0GKHvyqjVZ4uF8Joq6/wBKuPmEd9WnZJBsTYaAj/La6o49TK/6gNJGBpGMmmn6XiOnxVrXlSnOnIpKtNU6ka9zp9L7M/d5Q6pPnuO15nJFYX8LJ1fv728iCO4v9Nk/vEx9hzG/Dn4X994axRFWnmIcpoIXmvbKoIVrfyNiLgEEX2cO6Gu4tqnDi1lpD8VeVKJCmsq/qCoWKrEdyL28ztWqgdzc4ieoqsClx7hZj9GF3aW5F4KFrWlSVryDN+SrXF9s+VfD8CjcThM50L/X8X+W2l8U0KK7F+Eyh9z9dPV+22yzqO7qfP4cp3OhhhfQ0nxaG9ra3P5dvPamvqN3iomA5dXiXFL4rXNSoj6EfrospOnkU9/U31N9iejSKDXqC/Rqo1FlRX0f2qMyUr1t9R+NgdmTRqLQWoDjVZ+AtCfmSEr/ABA0/HQH92yCr1VgUvG79LoNRi8Dpy51lKMxvpe1wodykjzFtO+UdMyj9xPRaNTdWB8iFW7pyLuv48WsxF1SlrdW60ppY4raTbKNQCbW0JJJ9dRse4SwfPxk7z9GxDnR+l4VUW5Hdb+qb6gg+nn52274Pn4SpcDkN4PuuKxNytcw66EsKvewK7gIN7Wvb6dr7Ve+PD2I918BjFFGalVvBr+VT6YdRLTsNJHjSpKVhTeouRYpzXPqGq7G9OJrV2gHtuI7qlUKzRqC3Ar2LIsphC0radamlEqOs+ov8Qa+JGpHdKthypQJU+l+/na5CffQlTqH1tNr4yAb5VKbCbq/vaEHQjvslMK72NyLTrFUal1uFN+ZFZWZDCleqXMxSNbg+GwHbW2zcoe8CjV6e3yHuRDErxLYdQ6xISdOtNwFWPzaEC+ultjkFOYz9v2yLTWIuN6W407SXGGEK+K6xbK2sAa3FlJ19QL+RI1IwjEM/d9iNuBP+OxmShCnVdCtDa1729CL3BFtQLk8xXTYuA+Ji2gu+61vpySEx5uaG5/dPcJX2ABN72F9NE7iZM/GTvPtMrYYzqUrP1dJ7r+oI7H8L7Laze9PhFNUXevCRyRqFRsZNe+cL1HlX/G7CdWhbCld7pJSSk66AkD6jy7YV3Mz6pVJc92WuCt9aVqS+6FpzdiUq7gHy1I1/LbO2G8SO4NxG3xahKf4fiQmR4km2hHc/Qgi3Yg+TU3kbyt5dZwHLlbluHUZqEp4tLkLCJiU21LCtEu280HKSm9rmwIunamxvFzK6V32YeOvDW6Ws0GfzVLqNOlLX/spgUrNf9W4I/YQT+exnKou8aU1yrsSEjw9S1FSsv07f5bePkhzf7KqjlZn/bVFRzKzrUqTHUlQ7oy6ZbeabAg6nXZi4E9q32kcGtLozuN6vKhfNAriC/w798pcAcR9LEAd7HbWOo2fMaHlNrY5qP2IlOO43q1ORFXmyurupDajewNjdKj62IOna+wRMxfuvr1Llz6NUGGMnglRZQqNNSs/7ZAIdY7XzBAHV52G2MsQ13GWPK9z+I65KqL7686MyjkZ7aJTewGmne37tijCFMxHg2ssVSLT0Sl+BbS7qS4i9ylQ8gQR2PncWOu1FvDRgJ4x8YKwLjfEe8Hn58unP0RGXI7S6iHUuf8ApRK0BYuD2sLW1JvYNLG9LwlS+HS5XHWjl8q0cwFNZvQnQo0075ToNDe6gxD7Q2HMGxYECqYNqlBRKQpCFMRwtCfokWBt31IBBFj32JN128nC+8vm6NQcTVGVVIqFLVFkNB1byPMoQsHiIBtfJYgkXtfZkV7+Z2YZYPwzhyBF4tB5p9aEp4sfMFrb8ypPzZRcmxJA8iR3u4U2s8Vyl8pwGMiuXkISMqdfmRbLbXyBBIudhGgqlO1RvhYeojEphf6fmFwv23zJBNuxI17EbFVRxNKoLv8ATOGVsZ/GuPKz9Ha+YGxH0JSfUbUerE7MjVmHPpcrn5Tsph9GVeZi6enyOguB9R29dmLu3xa7iijT8G1SrZFoQrlXVrOdKe3iFwoC4sbaX1HqDU2suz2uFFqKMi+ppE1ZU16DLcEjy0GgIItsFV2t1nCVZ593DzkVbEhPXDdOVV+xSUm6Adb3SNdD6GqyD5Q0iYEd96S4tZrnEQh3I00+7mazfRQv9Ldxf9gL22sG0Ggvz2noq34vW6uPlzJUdALJ7km3qDprsOneRRvsv75i1Bh9iVl51jRao6jpd2OCOk+TictjluDc3E5WH/uv28wu0iUwvKh9DF3cyLi5TkAJULA3Ta/kCdNiASk7y5dLrM/i16JkR41tJdKFNqVc6697aaWBtp67dExaDFntyvdy+AtCcsh2ylJtpe+trW7f9dh5rE27mqT/AOlHZXvuKtTTU2KhXxFG3w3kgXsABZLiLA9jfa+qG7PGWN6W21hJ5DbDnVldWU8axFtR8o7j/gdoaXl2jHFLoM9jlZbD6JWZCGkNKzvdgSUoPUB5mxt59tr+LiCLiNri0Gn8B9HQ+006EqzEWJT2Ch39DbyvpsDwd39ZwRKY98sr5XOrmoqsq1JX5LTn7+dgSOwsoaXJY78+BP59qXFWwtCfioilh9xXotJGQqHkoC5B1JtoMzlg5jeFVIED3o7XJsqnId8HCDvKqt3ICbgk/MQB06ga7DdOxbS3ZTDUVlaJrCUIadV1R5Fx1B1N8qTqD2FtNR32MMbYBxHjeL9qMEYhX8zUx2moypy6aSI+i0aa5gCnS9xcg0lKw57hge66y05UYr7qkrdU0cvFAsbOJSClWthcAm97EDayOy+pJxDio4yqmEmoNUo0t+kPryoXKYulOY+pF0rSL3AN9PXvs7N1HtJCsVhGDMWVanPVRaM0fqDTr6PWw6STrawBNjpptm6e81hyjMUtqrSqjnytIantN53rC9kqQAlTg9QBe97DZaVen4oi4jptZapLyGIU9LrqeEUuw0nUaixCbEWB8rH0IbS8MMWRZ61aeobONcOSpXur3sxFqC0/DjyFBClf4bnq/I3/AA2EcM7sazExtLxJiKoIl51qdaU0s5VKPa6T2yjQDUbZexri77UQIFGn8q/ni8VCJS+E+2sEfEQo2BtfWx08ztFoHtG7wd1TrcCVVpU2nMKShEeqR1utZe2UPGykX0AIUofQ3sDVNwRWff5//MVbTmb8uBtmL2od8XK1SJuwozyHOJlfq6+EVoSjullRAIBOiiD5ZRbXbvh/2w4mI6Mv/sRNp9XyZGkuqKoql9h1hOa179OW9vxvssqQuqVmVWq9xWEVSU6tUhLq+mQpXdYvqk/SxA7eQ2GB2+WlqqiDzKKkYIi1SU5iOlxEcdGRT7UVSc2UdllsmytdQQbi3YAW2vcTYR59piVKreSKwlWfitZkpV59WhH1uPLsNv3CESjVmU5XqDXOVrbC8kilrQGlOZTZVk5rOegKCQRbQHsUVp3i0H387klU7PwJS0q4S23L2se+VwHXKe97a3tsq/kcxzMAnsMuxWv6Lq0KroypQ1zCA7luL2Su4UPUAkgDQWttS4BiV53Fr+HIGE4sJa3c3HTnVHcRc5uki2Yefmb3+ux/QcFUuVXmPs5LXK5pedTqncqld7k6AZh27D0N7W2fmG8KQMORW2nci1/Jn+np5jYlaY5lXeU+G8LUHC8Diz+Bx1o8a7JSlVvL9UbRMUYw5CA57riLffyqyNNIz5rAnsAb/vP02pN+28yg4XoL8p1niLQnw5cyVfs9O58tsHO79p+MpT7WDcT1SLKiuqdjsIdy/jkvf00SLi1jbtsUmUA3eUYjWPd42Ld40tqJgh9+gxVqRI5hpXCVoCUJzpKcw/VuRqbgbM2q0nCVBabi1SkoYiysuRqOotKjrOUgoF/hmyjcIIBFzlIJGwbuJ37Y3xHij7G1nE+SqSsiELlQ23WkrV/tFHKpsm2ma5OhBPYaQxFu0pf2c9/bwZdIXKhIU+t1pBaQn6AqJuLdrgg+Y9FrfWZUvtaI2m7nKNwm5VUdXKY4uaG74Vpza2sClJV5XsCRpba4qTtLpdBc5WWjlWOjiuoy5VJHzqsEp9NbW8tgPerv8gYSgOUvgrfivZkNNKydSR9TdJ1ULp1I9BodssVDfRFxbXvdc/GWJaRCm5YaZkVriqSlS7BpbYIUppWaxVckDuD3GeiG1tzySd0e2K8bwMRtORYrv9SdVzCFO8VEddrhXkoApKbgiwvcKIOwyxjZ2LjykxZ8tHKvvp+Kl0Kyr8NleY10v5djbbnC3Z4SwHS+LS64uqLmp/rqU5eYui11p17puAnQW0HY7RcK4Go2MoD7UCrIYmxehC0p4qm1BFw2Ujque4tcG+hJOjqHPECibTmaqxfiGVgiBLd5vIxVISuE6lfQ5pYhaTdJuFdrEn0Pbbz+qLfvmUxVItJffyLQ1IWiy/hC3xFAaq6RfNa9rXAsCGrjFze01AptLrz3vSkMO8JqVCWv4KtBlfSbOMgkAA2Un1IGgp6Vg/3M64196iyuEhCEuoCeJa4BStACF9rk3B7HUHYxEMDOeLMGO0tqJWYstD7FRzdUfoWlZAsClQPY6dj9CdvzA+6CqVmsuVmvU9aENpS6nOnpUny1F9CCe97Dy0JA1FxlWZVeYoNeiPxYqJWTM6g8DNcdAUqwCrdVgQSASBodtmUduBS8JRGuLnW+0lSO3Uk9iFAkLGpsb3+nnssa5aLCj0aL8Np2JnbY/UQUrSj621/Ai4On025Ywo7sCs8hPw8xNizWuK1K0S6nS5QoEa/QjUX7XuQY8vPdnuNUHIhx/Kvy8It38yk/S+vpYDYpqeAncRxYDWMmv0CuK1405VajOgg3FyT3JBF++1sqgg7b0qHnEFHqzWDapEr1Lp/NMRXfjsJ+EtKDa+WxNyO+l76C3kCbfviyjT8G0nFGF3X5sWorQ1HfgWWp5Ku7SwLdtbjQix8hbZt4k3X4X+zn9F05b68n64VmVfTzt9O+guCCdQn17q5VBiy4GF+PS1rdS67S5SS/FcfFrOhCjmaUfVBtYWsQbEldyHjMVXXUscZlBu63Pz5VLn8/LqKIVYaUmVHfQtKPIAllYtp5KI+lxtcYMwzQdzdebi9HKvqVmXFazNJ6AErS3rw7AEKCSB6A7S8M75Z8+qLwHVGURajFWppKo7pU09lWU6gg2BsSCD6XAuBtCx+7XqC05VJUTjsZvioTbOlOvYeevlpcbUsctxGrdONTWUPzHm1iuLS4vvml1xhaP12n835EXP7CNNs5by98+I8OYtYqkCrReVQ7xVx3bKTITxLkEX7BPa2n7Bsn8bY2d+JKd/QP5EtLSso6tCQAbWI6hZQudO9rbBFRolZr3IVSK6tDfFzuoWsqTlAGYG/YevfTy9QWLt9zIq6VXW3lzPRLB29jdpi2gxKpFlohPrSnisO2zNrOtj6p9FDt522Et9Fbo0+jN+65cJib1IazulpSVA+Suxv06aG17EWJGaabNgUGBz/GWtcVCVKaRfy87dwnTv5fS42mR69Kxu6xFlU9j3cv4qeYaDuVSVm5BFiFJ6VCxCxcEHW+16fJo3T0qml949xi7kdzOI8b4t+0eKIkqkcBacjXFzoeQSSF5uyrp7DyOh1BJ3BTJdBw5S/dbsv4iGsvC+bQdwPP12Se5TeNFwRhxuLiOIxNhMITwpUN3PlRYWzhViFDW9r6A+Y27Y59puK0047hzBsWUtCVOtc0sJQ8gG2Ztac3noekEHQgXGzh2/EfCRD+0hukn17G7dUaem+7pSs8JC8/Kyli+YA2KEvZFADNa4SQO5IoaJMqmF6XxYGDfeMpjMjjuqQp1v8AXbcUsnhm+ljYEjxA930zvNrO8ag8rjek06iRX1I4TsVpx1rp6xmUgApuR4gkgAag32DFwao1XmMUUaoMck+nl5TSLLac06V3JCkkiySeoGwIIub1xCfbM/YkO8avVT3zVM9EYiuqyMcJfCbSrU5lqF1J72JNr3sBfaYN0zrTTlUoNRpFbYm5eLFhyBx2VK8wy4QFpHc5TmsbBJuLs6r4dxvFrznuHlZTEpXC5J1eVpWYJuyFWCch7hJBuq4IBN9lViHdxiOjYobdisymIubhSITtszKfMIWg9KwE5QCLG4N1ed9g2yqvzND+xNTZ+HMR4lwlWafwETU800pUdTDqrpyjOhQBzDIDmAIINgSOxH7RFC918OqNMv8AQ6lpTsdeVbaSuwXqkpIGbXS+ncAbBHs+46xHRsb0mjSnl1SnIXwEKW/nWlKjdJTmuSbAXCDYdwkA2Gk9/GFYtewvUorr01ht+OpaH4qPit3ByqTfuQSDluL9ri99gkLmXzMX45wM1vBiwIruIXF1Rj4SGqkwtGZBPyZTwlAEDVCie5tqEgdo273eC1K+zkqhsL5VSXUurd4Trir3slZskrIvlKym5NibAnayqaZXIUlqjYsYxCwt1LTs+ku8vNZSR0qehukq7pAKmyoEkkEDY5qcbfThyA3VIFQRiGExwuLHWpLDrjBA8OfpSsAmxJCb6ZTe6aEbZMKMMbsMOQHYk9qXNYqi0JakJf6V5wcwC0L1uTbqSbE6gkEXKa5iFpqlvuu4mqK5UXM6/FzhfER/cVbMlQSLHUgi+YC5Oywi7zKo7AblNPVHIylK3WpVNC1Np7kkIulQAPiQSm2pKRcgkYhRa9VPejtWYYlVeKh2E/Iay8ZYN7FSVZXEG+igQq3me+1x4yDP3EwpeF4FJlRZa5TFRkNIaddaRlUld1m4SAka6FJAF+w11rN1+KIrVeq25HG7KItOr0hbtGlOrzMNyrlSShRtlJOpTcEEqAI0v3rGJqXi3DkfDnChMLYdX8J11aEtv6p8YBKRfW5Qb2FxoSAnEWB3azKbnwOaYmtryO5H052XUkWWUm6HBl7KTcKASQex2sHkER5UnkGotawlXmlwn4uaPMgSnc/DQToU31LShZSVA2I7i5I2XD9Q+y9ZYpeDYnv6nLdTkj9C3W1fMCNQsjNa3dV9O9tjT3bi3FuF2JXN06o4vpbHCjyFtHhViKCc0ZxKznafSAohJJB1sSFGy5wy7xa9zTVEfoi1rydDpW0lSSNDfqQMwuQQCB3AFlbQTJAjroW/d3CTVNpcrDD66RNyofpzqM7XSCVFIJKm1A/LbTUCxG3bFEOBQYD+PN0ry6vS0JU/KoakB2ZD8zZA/rDI8wAVAdwfFsoqtXq81XonvR6LNhLkcB11bRSplafNS0kqCrXGY/q3AIvdn4mxI7hL3bPo0uK/NRmUjsh1SgBogg5VHXVJA8QIA7ipMjbJ+7nfFFx5u+xQ7S6GuE/SM8qLybq1tOLQkuHKhfW0SQUlF9CogAE7JN3GHv6g0mLFqK5VOmqTKyynQpbazcqQh82NiSAATckka2ts98M7yMB/ZKfvGoOHosKozWluz46mgwiQ6AczikkdB6NT2V3sTrtnrDsuqYtqj9ewHSUUFDC1rahLfCUquRdtQsUKBOlrGwtcHUgBDO2xYvhi0aFAxFhfBsBulymX1olIShrmmghWfTQKSQFpzXGY6pUfxtdqhRcUUZuf72XRJSPknxSrhqOoWFpIvawGoNtDY2JMfCUjGWLcOS6DiPdZR6pSH0cVbUKYIc9t3txEMKTw0quNFoWArNYixO37S6u1VIHuGg1B9h+LmaWxVIWR1vW+Upv3toU6aC4PkH1o2rDB4vKzinHlBrLlGqkSFNYfypSuA7xY8pB0DgNhkUTqRYEG4I8jZYYotLgSnJ9UqCIXNNcJXxSjiJJuAv5bjyI/btduYVan1ThO1yl8debNFzhpSVXv4VW1I+YEg6Xt58MSUpqL/X6HKWtjwdGdP0sUkpUD+JFtfLahrX5lgd0ssXYO4tG4VBq0qK+z1pdhPlp1PkSfUWOve4uNe22NseUfFFB3jNutVZaJq3fiyobTaVOdFioosUlRtdWhvqSL6HXOF8WwKo7yEVqVClMdCo8hgtKV3uQCBqLWIBNvTudhup7tqNVMbuVSsssfok8CU10q8zbp7EX87Cx01vtFh2LmVKbpl/etTqzFgNyqzLRN/wBk7wsvQRclXkNSL9tfIajZbU5tp3h/Bz8T/ZdSk+YIAvobDvt6G1PAWF69F+LLirW30ZMmbiJt5+V/rfZWY/3U0uA1/RdOY68uXhIyqbVr4fQHtrprp20Clu6UNMzS7QWqM05yGRfHzIzZMvfuR5DTTX93fbR3scUaVA95cXJkfX4XUn0AsbkegIVew9bbLzD+EKp70lxcWxF5EK6IrqMqso1ST2CkFJA0Jv52II20JuPhuxWpfCiZEZPp4fLt4bdwPx2pqF8JAG2QvaY5prBr7TsRb6MikcLP1fgDceQI737EbKzcfieVWYHuv3ivjxVpS0ri+JrQZSD5g3FiR+AFhszPaSdd+yTjTUvIv5Fo8SbFJ8zr6kageYtsgN1FXao28ZtqUyhEqUhCH2vAmQo6XsVZQo5hYeepv65/062phhA2175rimORWoHKz+iUj4rS19bDiu5QbG6D6eAkG4JFxt/OJpe8F1tqjVuDRKuhC2lQKk7wGpS7gZQ9bhrNxZJVkII0Ivqo97zeI6C7AxbAefRTkJUhWV05m09IAKknMLa2Vqk6gnXVf1TelKiyuFWYi34UpClMSGkBXV53AIF7HUaH1ABBOhR41hRFLNH8pGrHXi3cjvGpNZxHh6o0vlZqel1K+E8nscjiQUO9GY9JJtYkC2xF7amC2qNvaw1vuwu9/ReMoSJDvQMipjIAKgoagraKDl1BKFaXJuscK77MbwIvIUure9MPVFHCdgT2BIjq79KmVdNwdc2ih6gWI0thyLS9/vs+1bdpAaR9oaD/AEjSKW+vOrMgE8Nla9SlSSpIBJUm4BKrBWx6n5naJ9jbGnxjMYSlbpaFjLlOBCrfAhVlcVJSlScmZDqk6ZVhbZSTcXCrE9rISi4Cw5PxRLwQ7LQhyawtfHWgqQ4tXUl0m+dKsqrpVqQRYm2mzP3QY1i172eMUYXqkSUj3Q0uUhpbR4raUfEPQTmuLOJsNQRYi4Oyii16s16K5Awayv7a4eSqr4fQhIzVKGL8SM3mTlW4ls3CQTcEAgXBTzp5TXBiiqW7rHmCMZT6XXnn2JUWUlbUxPU04gEFDw9MyRp2sbgXtfbpvLruI8bwHKXPq0p9+KjO7xXStOgGVCb3v2Ol7i4PlbbUOP8AHOHKzuviYyxQ0xFlLY/TxbJSpNhnbLarkJvfpJIBva1jtl84W5+VUqpS5b/3pK5TSNVJkNWsMnl02ykHX63uNoxtEEyKzZiok4/r1BnwJUWXnlQlp+fLmSLHhqI7j0uCRfTTTbbu7/ffRt4277kIsthcqaxy6osp0tKS+dMhWm5T6hV7djfvbFlc3eT+K58H++pK7p/MHUaedyLfu2+qRS6zhxrn4EvlX2Pk/fqOyh+FiNu+JTYd+Y0ZuK94OCMRvwGqhV2Kuv4U2FPQ2pavQhSAEu6diL3GoKha17RccYoitcL4GRbSltJ8KG1nuLfKCddCLHW2tjRYVqUDFsVt3EbL6JrCEoadXdSOkm2RRvdNzqNCD3AGpIH6XRpUDmotW++oQrmIrtszibfpEa6i/Tftew9QUdQeJXUIuwv8iRaXiqfKnvxazEWhHFztLa8TKja5B1OQm10jt3FtpVbjtV51tqsvLeWjLkWh3OpSbdx3BFvW/wC7aqiHhfCd+J/slfN28Gv7BfsfTU7S4SHXf7LwL6f7vn699o02px4tPGv1CxH8SROjlO5Br7hL4nzNLUjMpvQWAULKy9xY3AvobC21yahVHaC3P5TOjpQ66lebgqNxZeU6Ak9yCDoLjTasff4Xwnfnzfut6fkfz2sqcxPgO8WA7w1r8Xb4iCCbEdiD5A6G22otSv5LNbTdYsHjZyJzw/JqjrvClUlGR/4SkOrKUvJ8ilXyn0ubXsO+m33O/ouU5Faq2Ra3f0UhQ+vh+X/d0J10NidiNiu0aVRl0aqU5EL4SkqkNJKOo9u1tNNQDbsSD22jYBpdGrLU92qZJsVhfwvm7a6CwN76gEXI8rHajBkM2u7VfTmd6RS+LF5+ezkzpz5tMqU9/X63/gnalq+McOUtpz4qFrR40J6lJ9dB6E/t2hYh3hNT3ZcCl/dWKcvI705kKSL9jfTXQE6X0NjsAVJiLPlcKs0mUjjrzxZrSShTiT6nRJJ7FQsoegF9huZnVdJFvmxhWMWNVlpx2BEW50dP6yfQ2GpB8lC4B0Nr7R0wKpWYrc+Lk4C/ArRPV+ood069wRcG17Ag7EGDsMYc/qsrPkX1tOqSELbUfNfYEnzI76XB0t2rUuLRsWt0GLLf5WVm68pUhS7aZjl6NLXUOnsCfPZbaGmhX0uhFxiDLqKzQXW2p8RC2FrS0nPfp9UHzFtLdwbd9rebQ5XC+/06VFQvpUiU0rhZvKyj066EfSxHkdoEqHWaziNjC7sR5/4uRppS8inEDUgHspPorUenfTTWLYmA8L7oOK7LXzSI/C4ExeRaVK1DTgVooZvIEEd031A0dPWMRW3p6A+EzAuFKoPD5qJx0f2S/EnKPIkWI07EajZubpURWuBiiLEYWxn5ea0q2ZN/Dm+oN7K7HtYGw2BImM8Gu4IciyoiItUiqShDqFHl5TXzZwSbEeRFraXIGoJKDTqzg1pjEcVnj0SvNcJbWfMw5cA5c4/ROg6pJuknS+hO2Z1IbVlUqtqIB9SB7QFP/wDXgxJ8DrQ+xlyaJ7G/49iPO3pa2oczEd5VuU7E+H8i/wDj+zv5k7Hu96TS57WF8RxZfNIW6qK73StuybFCh3SoDQgjQg37EEYqj/KtcWA9nYQpPy+vcEdu34/TZLRHwmnXKKdBa+J+ov8Aj/Ow2LN2O6nC891uqVngPuL+V1fVmz99dL6XHb0vsN1Vn7q5KaZR1o6sqs34/X/X6bD7VZrLTvCiy15PC1kX8t/prbTsfps+94QRXUOE++aJr2DaDPiuQKDT4rC2EZUKQgZsvp/12QUKiV6l4jfgVnDD78JC8+TJ8dlQJs6z6/VOgIN7gjZ07uqo7Po3Fn52H0KyrX4kqSALEW8vM/W52MgiBKa+9cB9HyL0UpP+v7P2bLfVO3xABndfARcx8NUGV96lRMj6EfFU0roeTbS4+ncEWIOt/LabTMK0GBzdUw5x5q8qVuxV2UvMm9rXFj3IBvY3IudryqUXBvF+9S+B82RahlT+25T9NbbR6lifC9GpfFoL331jLldzBXE73N7/AJEWF79z22cWwMkNXVcvuUVGw5Axa6/Ki0SUiUhSuKw61kVm9QD3v3sbH0vtdN7q+Lw5UCIzFWjpWlTWRXp/z7D9uwbL31VRp3n4vwH/AAL4Sc3l3HqDqCPL089uL2/fGTrXC4PWv8U/hbW97WuL/t2XKc5zIspTOXP/ADGvTN2VUa+LKqHAyeFaFD6/UEi2v47Fgw/RpUVhqvYsW/k8C1qClJ+gPp9Lm3ltnel7wt4NZ4jTtWYio6ut2/hP1vp9dCNO4tfYppWC6pVPv8rGWTP4mkKyrbuO5BvcH9h7a7MV1l/Rgxdpq/kxvyqLu0/qEqrZ0LzZMq/F9DYi1z3sf29tu0LCW4eB/ZRVr+fI705rfxprst4251qV8VrGUrOv9TIr94tt3rm4OU603KoOMn1r6fgKVkVn9QrUftAJPntd9GfeYPu6Utnb/wARyIw1uMn0txrhQutPSrOM38fTy8u1thiLul3Synfi9HXnYdSvMj6A6HQnsf8APbPmLcEY3wa05KlVaahjqSlei0ZvqdCD+ewdT99uMovEozT2dbCvhO+JSfM973B9CDb67Crp8uZY/TXel/4mit49Zao1L+zkD4DCE8Lip6VJT28vT1v5HYN3WbqKzi2e3WXeVWhbqf0qMyU28OovYkkG3psAK3oSq805z7Wea+nJk8PULdu/kCSLWufK+xfu83/VndfF9zVmJzTC1Z0ZLIdTpZI1t20t+FtL32YKyxKVePqN3erhqVS+BS6zh5iLN4XWppYdjykWsFJv2UBoR+Gg2TrdOdoM9x2jOrhP+L4XgUr6g3/47EUjeo7jee3Kqlc4/wDsmHfhZb/qi9iewNj/AMBPdbpbvDdns5EfP/173G1u5sEwdT3RZvT1HDJrfutrmqM0jozZEcqjOlSh3BFhY+YII+m2ad+dXlfaOJXotORSJr+VEqbDQY7TytSCqxIzZdDcdvLsNtCQm3Yv99H/AKCr/XYc3mwpTuHH5UCJFf6cymnUfpNPMWsq/axH7Ns+sn1NrSdSLEJZFFgGM7Fdf9/S5THOtdEhpRSl5JOgIIyqA7i4AF9DbQ3CIlLxbx8OfaddeXTvhIgSliPV46OwMZ/RElA0s26ArTxKNrpsYqxl/wCybnWGGM2eOhYdRluQbJ1UNNLA9vK+13iOn0us0uJjL3g/Tn1rQiRK4S0cNYNgStHWgi1tRppqBbZ/T/7Wm25/2woxG3KoMBv3XLWtaOhMpLS4621dsrzZum/4EC/rfQBr+8yswHW5VZlsSlxehOdOZOX6DvbuLE6fXZjYOrMqe05FrMtFU47X6fTO8j+8AAlYP61gQR32Tu+qitNT3OViLR1q/vdA9DbXy/bbaGQD1A+pfRt+m77EcqJFrNElUiUjKlqV8KRFzHvnScqwk6kiygPQ7HdYwu7FgMV6g4eQvIvi8xTZSEpe7EEMmyNRfsQo9vK22ZaDSaNKiv8AP5OP1KRxfElI+h7/APXaZh3enijDnEoLTy26dmVwo61lSU3/AFdbD10076a7WQzj6joxQ/hfeXRuK1EXFxDF+Et11Rjykp/UJBBICvlJsQbFO0HCWLN/u76A3KgVbj0tCEozIWH0JTrcECykHtoqw9L3uAHCTrUqe5Kn0lzmkLzNSmlnq1Fuk9vIixA0tbb4qmOp9LrLkDlF5M6etN09Wov3A/HT1/DbrM7Nwi1qbo4sBb869Axa5VMUOrWw+rw+FCfyGgB7knW/n2G2h6ZvLgY8a/7OPRX8nW7k6lN28zlVfT1B7/XTbK89mjNYNcr0qndfCzLQi/Voe3oe/nrtJ3C1fCU+stuwK5NpdXQlS8il5FKSSPn0HfyN/wA9lKrXYTPfp4u8oV7/AGS7P4dLgYhfirWv4q0daVJ079lAXN8wv37WBIBMKRao1K+/8CbC8a30Izo00vciwOo1IHpsd74oMCqYj5prOxKWhHHyICEuaAXsOlV+5Unvp6WC3wvVoFLrz7UCorXNYaUiRFWo+oHSNAr8Aex7d9pxu8poabT9gYEPcWVXC8+K3S6zhOLW4rDSVux0ulC1a28lXvlJtqLdxqNi3CuDsERYvIYNx7W6RCmx866XW0rdi9VwptLjRC02zaFxLg01uNTW4coM+vT3J7XutjwJXxWvEnJ2toL621/bsxd3W753G9ZcoLrLDC2Fq4qmFKUhKT5AK8JOhFiRbyOtyB6lHMPxAOl7od18V2RRnWZUJHVmdjoMhhnsLFyxQBbyIB10TsaYc3A4Xai/0XiFa0MLShrkpBzJQnz7k27aAkDtYdttUYM3MYcwHAc4TOda82fP15r+t++y9xPgvDlGrL9ZitRYr61Z1rX0JT5HXsAfPy2Sv1HcbakYQxL71MKT4tGY5WXFqMVh1C3eYaKVKRb6XBIXYi4A7nuBtV0CTS3cOcr8Bh9Ceta75U6dvMj66emzXxdhSvT8Ly5VLZRNWuOpbTTVld03Se/UL27a3todsRVTfZVMJVTkJ9DfQvJ96iuqyOt3OotluD37gfhsetCybIAngidMbh2LPlypTSH2FrX8eLIDqE3PnqSkj0UAR6bSMD46xbRpTfFxk/Kp2VObMhCn2fIBRWkhxBAvbMQB2t22B8XYywbih1yVAZqNLfX87qQpOb0VlPmexFxbuBsL0XEk+l/dfgPt/wDitZkq1/I/x+2q6baPUEhCiOPF+8yf75f5CXK+Pk4rCbrYVYaLDRJtYW7AjTuO2yur9Yn1Sqc068taPk6z+ZIOo/DsPpc7GuCKfA5Vye7E+P1KSnPm7HsL9wfNIFxr32ssRbrKzXormI6XSX0ZOt1DXTmT+B8/PSx8tdhLSBCISWlluS3cu43rLHF62EIz5/Dmv6drkC/mDa302005u2gYSlcWf/dy8XpTm9Ln8L37/vun9wLPuGjP8J1hC/GvO7kdbWD8p0IVYi4+gv2OxDiLFeN8Wuv4Xn4hmyn2JCVMOpsl3ITbvY6WBAINuxv3JarpjuZfu0h3ehAqWEsW0OFyTCvhcWKUyo6vJ1taUqKkjXpINwD2udlLQNwGLYGKG2qXLRFlRV5osykzww/ofE2VEWJtqhRv5EEHV5w0z930Cm1mfW+V4aUpXKdTnSpXYNrsT3+vn2tbZk4mru6reNhJuLXpbFOq7CPgTI9silgDXN31NtO+lgfItk7V4lB90XsndfjKU17+lVt/EL/SiVFdi8m+r/HZRaznzUSArvfve1gycJRYv9PRJUXgJ63VLdzt6XIWG1FJA7lJSb9thJjFE+gz/uFWfffb6Fymnxn6SLXBsFA21BTc/mbMCFWHay0xVK89FffYR0OphFpakjsCUjKBe4Ntfpbanl8yTPpmJFlcSqUHkpUXxIkRVZUK7WzNjpFrjqOW3+SQ3gYsr0XFvKz6e5FQx4OYz5XsxIB0tdAvbv27kg3LHxJUZVZd4WEpf2dmoy5HehLEhPmBcEJUQALkfl6d8J4B/nLlP0uvVZ9E2E6rIjTKpIAvbOCCc2lxr3INtpCzs49xHoxxFiz+LiOJC5JxSUZdX0q8jcWBAP0OhsLaA7aMwPijdVAgRJUB73Wibmadj8cvxVWFyeolYV/d1I9Tt84l3NUGjUFyVAiIfWj+sNLQMqvotCrj1soH67fe6n2baNXoHNSuPFhPrU6iKh3oTf8AunT8CCCOw7DYhGPcruVoR7waXQWqN70i8rKQ+0lTT6Ujjt3HTZSRZaNOyhmHYK8gF7r8bVSgynPddWW+h/xw5HCUwr/D0pdbXrfLcpJsSTrsYbxNzeLcOO012ly5U2kMLRxWkuhasib2SexPc2BH0BN7bVURG6V2sxIE97kqiv8AQJlfAS4vU5EKWAM3eyb39BrsCx9sJWN0t2McNYonvwK9EqLGfM060+0cibr0uNbHyJ0BFtBtcT6E61F4TWTgZP1ApKkn/I/lp5bcsQbz93276LxXeV6M36Jac34287+t9lNS/amqm8vFH2N3fUlha15fvT7R4TNyRc5L3BI0GhIv2I0TLO5wI0laKOYeyN0OLao6xijdzj1+FVGMqZEV3p4yLahLg6r2OgXcXtqPKFW8Y43wlwItUz1BEpKmpkWZHQpfhN8rqOlRvfpUD38tNmzu43T43i/f8UYsyPL63Y8J08Dy8CrAgdxYjX9lrDedgKqQIrlUdqzFUi9GePUobS1N/VC0pBKj5X1v5nybrqaK2OmeJmtODqNjJpt2fErCGEZuXkMcRqRDSbEnJZQXYjQgHQdjqCQzmZ7XAo0DEPvGLwko4siOFLyWsMxSAkXt5FP4AAbXVF30yqW77rlURiKtjrkNT47kKQlN7DqAUhdx2uAe48tu1c3x7oGuJwqgiFVH8q1x+EFqzE2GYDvcjv5jt5DYmNsFiK7F+LoGCIrdBqlRRUUZ87TSrqUpYvbKFE5SO2ltD9bbQKfvCgVmVEgUurIhTn8qFsO2UhSrXynNZJIuCASCR+JuY40oMreDhxzmsHUuVkWpTVShIyrbSCCCpJJsRbvcajtYg7DUjCtLrNGYqlGiQkVenL4T6loyPpubgONFPVYg620zWBBvtAMmXb86swIrkCqURbDaOriwopQvLpc5DdJAHmggg9tRba1pGLcL1Rpj7OVz3pKyJjv06UvItVjYhJJTrobXv6ZToNumGq1i2vUvkKzh5DEqEtUfn2rqR3GUqyjov5aA9++l6Ku7u8JOynPfzK6RiFeZ1qQ11R5mvZK0aoWL3sbam4A0O19+6V2yxrVWdwvxJTWDpUVta+tMpBU0pR7FtdwMwuRodP1ToNo2DMUfbejVZ33tUaXUWGlRZkJ1QW1ISBbW1230+HUjiAa3G1thB+qNSn8OSsZOTWMiUcKU0hS46dR5ALUNBqSoA/nsE7zavF3X0GfyvKr8WTl7JzJ1ubCwvY6a2sO+u1cycR2bj6xRqW0xFiy0TUfomlZgpSVpF1hVuyh6enls7a3W2otGcnynuBkSpaFo6u2p08xbW2h2yn7K1AalYc+1E9pa35vxepfTm1Omve5012tt7+812e19iIFR4EpchLX6q8oN1Ag9wANTYkehOmzIC7ZDpFdvW9oaBjevOYNqlEfXCXH+8cr0utpUCnihCiFC9jYpOpBBBI2q90nshu43xRElYXq0WVhDMhUpbsXhSG1DuhJtZROlgQALag32ezm5bCVUgQJXGRx8iVqVlSrjW/zF/MEdz5nZ2bl0UHBEVyA1LYYYz+DOMqdNbE2ufXUkabVV1zgQNj7RxPmneypuqwlRuLAZqiJrCEq52VK4rilWtdV+i30AA/A67Yy37+0FPwu7Lwvxpsp+EtbTTSnSrqSbA2vcCxSQD2BGpFidR+0R7W2CN18CXAlVBl99aFI4HFTlVprZWvlqQQRa5B0180qhIxvvBlP4tr2HpXuua6p1ifHSJTGqtAspKilIPzEA2Op89ptTcItWWZvKD9Fw1vG30yn57TS4sJhasin/AISErFrtovfrJ7/X8LbfcfBdGwRWW2qpUEc0w6lDqFWWhtdvAo6FKjfTQ3se177acrUxqjezcxVKDkirQ000p1PWltCnbKdSu3XYEkHUi97abZZ3lUD+qVSLW+NNW1nV0ZlSM7h1KgTmAFzmOv8Aqoa9vqMxg403uxcOcjF4KFsZcnCQkKS2gHQeYtpfQW8rDZg7rKpRp8/7W0HgceU0lqo02O70ykDs6wLkh4eLISLjsSQAcrUXA0+vNOe+XZS2GFqyuoTm4elgNSCe1gPIeWmxPhk4ywk7zWHIk2UwwtPhQpSVW7G4BI7+E6/suOUMs6egdLZwvihptr3hTn0LQrhKy5OMkXBBBtZelikHve4Tew44twQ7VKNysBlC5TGXhIX4XraZATYJUPJXceRsLHM9P3hO4ygcWBW/spijqW61NUOSqFh2cSq6cxFgHUjMCBcKAINwN+e8GBA+zk+iIXV0ZXUR0O8vK8upu5Uh5B9QSgg6kG1ieUkCEmCd2zTWKJ7WI4jCESvG06wWlaDKEK1HEGgIubjyuOzWVh2g4SgcWA1KRTkdeRrOtKdOohKQdfLMBf6kbKnBOJ8R7wXW3apTn2PB0rUESoq9CvMCLlPewProoADZq4rRysBigxWXFrldLrWbJlToSu+mv0F9fx2oTCCB0ybg2VVGMUYNxvFlPoWlqRD4pRIZRn8AzEEi1yUkKBOUixB2ZdHqvvlrhOy0IW3lytOoy5knyv5X/D1100UGLt3eHJ8Dmq9UGGH20cVp3MlDvkSQRZRUNCPM2FvUBWG/aU3fYNqjeF8UVuatDClNNT+EX+GkHRDhTdRHmFEEgaE9iVrPIzE6rp7G80mn6/Ln0uL/AEWyhGdCsnFulKlf3lJ9LiygAoaXJGyN3re0I1u+dYaxHTn6i++tSWnY6grg2F+tJIsk6AEEi57EmxYUbfXuvqkBt2Bj2kP50qV0SM3T56HX8Ra/0t3zxvqolB3v4jYlYX4E1+nIVxWmnfiuZymy0aZXB5kJNyBoCTsJK/LmI9PpL2YsE+KfvfwRvLxG3Kd3esUit5Eo97NSExVqsfnWE5SSSALggkEG2l7jF28V2e79l5VOyVFGZrpWlSUqtqbhVgmwvpr9NSdhehbt4FLw5z7XAlSsmeVAkNZHcw0ztkWWk5hbW4JFrg6bBcn7JSp7EqjVGVFmrzNTWluuKdjrSm4tchabDSxOgItYX2dADT1S+Ky+oO7+vV7n2q9hh9bCFZ48hLRQrKm1myLa3FiCQQb/AEB2JY+5mqVSL/QzqIqMqvVXVqbHTque+p17WttYbnfajxbu5iy8B4opNLxRCQn7rM/RSm9DYLULpcSQEgGwIsb3vYOn2ed5+HN8lUq2F5WGWKdVITq1J5d0KS81f9U6pWkDKoC4JSSAAQNpKbzB/b5TJq8H4t5pyg8KKuo051OVeVauo2OpsFZb2BBGl9CdLk+FajXqNKbaqmDWGH0ZeK0loKyouPjR1gDMNBmSLjQGxOo3zU9wGF681xZVOivvoSlCH1MDjpSPILAChbyuTby2WeKdzP8ANzAf911BiowpSsvIVR3Mht1RsgBwm2Uk+ElJPYKNxYhr2epYNuiHkv1lqqNu0F1hbFRzSmmlp+E8uwBAIF0LHfNc2PcG5IssNYg3cz3Z9GxG17hqK/hOwKojIhSzqeG4QUeiri+ljrYEXNRw3RsL1R+LKaXS15uKhCVcVKVea8hsSk9ibgnQgkAXXuOsLVSfWYmI3aiio059CWltIdCEOdyCFXy9vO9wbXAG0Ey4hZhfGmHMJRXGuFztL4qeLnzKQ20q1l3SSNDexSsEdwvQkMiZX8JO0tvledYXNa4sCVxeaS9cKIKXEAZkdNilYzaeIjXZR0LAGI6pVIH2caQxQZWRp1MhIQtV9OCtKSELHZWcCwA7EG+3GvCjYNqn83zvGm0R9pK1QJCgtOh14KtMpSflIB0BCtDsMbsybMYl1Pq1GrP/ALNlxaijpzwnShKlAWKFi/ULC1iL+gHfYa3hLlc1Er1UiVda0ZWveUWy2tADw3khVikZQbm3mARrZU4shVTDlU+1tBxDNm0591TSnXbrUy6iw4bl73IAsFXIIBvY9yvCm9Xn2uflS+j+qyGshWwpCylBDiSTYEK0uDra50vtcuYMRuNM0GjRaTiOA1nWuRF+8OoHUlDguFKyhaVBNhY5tdL99tr1iB70wlElRfnip/w/n+zvt5/1h6qT2mGqDT30U591SJUfi9KUGwDnnYgAWHcgAXFtNybgMQysR7tIkCs9cqE0mPIzeJSdUhfoQbXBGmu0LOM8/N926x3d9XvtRS2m/dcWfndXohMWzgNhcgBNgFA6kEHpIIO2g6DWWqpQYHF4D7C4aEKzdSVWuFA+o7gXvoToNuu9PCEWqYtruA8WvPsQqo0t2BNYt8RogcRo5gUqIOpSRcA3B2Vzlc/m0r1MwG69Fm06oqVHRIQvKpKlWCbgkZe1ykgjuQbWtSw7uITHzKqpTML7oN6DdZ5R+LS6o6rnYSH18k8kr1ytqUQw6DdQKBlUSbi5ADJ3w0efAw43QcL4hZXFq6FTcOPzVJSh6RkJMVwnpSonQKSQCQQRcgml3pbvefwvEqleoi5tI/tXUrKeD6KKhqOpIvewIPna20HEkGs1nc39nGnVzWKc6hcdDq0ofZt2IV2JA7KuLgi57klUNKtFFiWlT686xiigxH4S6ivl6lA1S/T6inoUFAE8PNZJAvYkXBOdOzowRh6jYXwk3WcRtZ3H0JzvpdzoUrsFpWO6TcAnKFJNgbA3IdgTEsCvOy4FZl8lW1tJivrmsfAqzA8CHLnR9BskKJBUMvV2tZ1CdXqNheXg2e0/wOKlMeVKaK0p6yQ25YAmybBK7XIy3FwdudJAnDFVWdozrGN8JYhmxc6koWlp3OhSrmxPfMkkA5SAUkXSL3STB2RFxlS/50KNLXQajCSl3EcJDGdGpA5ttKbh1o+JYIuASoFJCklVsR5TTT7UWJKQ/nSha2lFcdxd9NO2oNwSARodrTDWMMW4InsYoi1Zh5hClIkU6b0qy9lpuU5gSE5iOoEWNiDpXbCGNbFmFa9PaiVmls0itMSmkI95UmQFNOI/VeABykdwCEkXNiTYD9oeFvdbTHP0RibwFq+6yHVJ4KVeJYvcL17AhJOpGtwSGgo3cz6XTMUYSpyItLfXwneTQEoirBtwVISek5rhCgSk9jbQbCu9vePAw41ytBlrflLT83yu97L8xYfLbv2sNdqEwZO6U3tC7z6NFpbeEqMyuKuUhOdWXM6liw6FmwIzn6k2BuAdQMbnHazS6zEaiu5IVR6JSFJzISm17gEEaXvcA2PobHYGeDW8HEbFUqlRQxNXl5jjrCWnsv8AevZJNtUnSwSBcdijGsThRYEDDmIV0iosKztSoruVbK/IC6CMptbXTUixB2LRhTIxtE1DLre8HDjtNlUGk0it06U7wHUSF8uiRdNksh4EpafNwQF6KsQLmygP0x2lyqpVnZWHqjSKot1K1xZXjb0BIBGi06aEXt2I0Gyj3a75sR4cnz/fMta5s3JDnwJrSH6dUkJRYJW3fJZWhChqCTYjts0m6PF3gut483VVybK5JhSajhqU6X5sHS6jGUoZ5LNjok/ETe/UCAGjZ8SmIFb6qHVJUBvGVGZQ8/T15XUZOpyOe5IFiq1sx1BA1Ha20Ld6mvVT7rWc7CMv6WLKKV5TaxWlVipJB7gEA6FRPYH3u+0NVKXxKNQWuO+w6lpb7D/6P1Q+m90rGmpvqTodNmJu4wxjLeDu09/UauUtcqLndjtIdyOx1jXKhwGybqJGU9PcaC42XctDpiDuOqxi3Ac992l1HmlozKQt3rUpPYeIkg9ux7eRFhtE3VbwHd43N+9HmGJtOV1JaXlS4gkEGx0uMwBtodTYC+xlhXEFG3g8eg48w9KoOIYq1R1r5f4Slo0z5L+dxmSDcaFJIIJU2Cn6X/OrUqNFiLR8LgPqX0qbWkHXXUeMW7AgggAWvTG4eUkiaGpjFG4TjUpljx+PT9ugt5abTZVBoM+K21zaGFo8Ckq8Pby7D/T8L7UNJgxeE3xXkIXnVnz/AK1/Un1/b+e1wKW1wm+FkyfP1/wfLZfG2SJUTMOUvittOy4vwP0XFyKa7WuM17Ej8AfU+Vzhmku0aVLddiRWM/h4XSrL6FI0v55ha/oOxrqtSYDUVzitIWjq9Ffj/B274emf0W3yufIwrL/dTbTtfyt2Gw7C2JSwCB+93EjUBr/uS+O6niolNB1pxNwCFDQg2OigQQbXBFwUo5vEw59soGHK9g2E450SIEiGpbTsdehyJUfCTlN0i6DYiwJJ2cW8TC8/GTUuLAdySkJ6Gl9ObsO/Yf8AM7Z0YwPWaNXkVnlOPNhSk8WOvOl9nTxJHYgd7i+mtibgRUfGUxxNIYqr+7nEeA/c2I4kqEuUjKmQl0paUo6AqIuErJNinsQSQbjbPeOKPgjBtZbpeI/tChGbPHd6XWnE20WhSUjTIR1Ag2Oml9jTe/VXZ9GYgO8Rh+ooSlC0ZE9Y7WGuthqCO57eW1VgRFL304Xl4IrOSLV6X0NOpWPgqF7LSFX8+6b9j+Za0w4gXfZ90GqZRcB16L/QO8ddOXn8c9goWm3YKcRoRY6EgEelxcvfdNXqpg2VTapFrlLqMqEvodizwpExF/JQNySPM+YvYG+yw3deylih2e5Kr1WQhhDqmnUR75k62BUD8p7jv3AuCdtIUvcFu+gQG+VpKOP41LT0qUu1iRbXX11NgNnEpD/bMi/X0o3j7hiWcORcby8W0bgLoONWlKntLSPuswkhxLyLDLxM61FQBCjmN7EbZ0Tubx5hyU3S8L4hRFYok1TtLalJzrhqQSELZcSoWRl0ym+hFr9g76HheVAr3uuqZ/dcpGSPMaTmVDWBoHbHMUepsSDqCdQBONjX/wBehL3aV6kyotRpzSHWpC7KYeQq4SULHiBKSAbf5GxEq52mDs6jbt3JiLr2jNy2Msb0tvFuF+BCm1HKqvUNEpSIEqYLEzItyUtFzu40enP1A3KyVPu1brNGqn832Mqe/SH+pcBcj5XTpYKPyrT0kdicpBvYHbD6WuQfi82hfR0IX++1/poL/T88X7zZeKK9WX3aNLhVGLClLRya3THlMupXYgpX2WNbKBIIINyDsYooXEvodbZc/lGirCVGadQ7VOAhjP8AF5joyquBe6iEg/jobpt31EN4NG3fUGK47FdYX05lNMXX0/4b3t9QSPU3sNrGtOVneNuvcdgOrYq6Gk8eO6kod4qbm9r3uQAcyT2Nx32UtCwpi2vUb7/hNa34rvCRPTdDsdOoJPkUEaEg2PoLW2RcLN7MvcFUl2K0/PgVFibRJXRws6F5Vf6KBGU2sQQR5naZUMV4SxvhJvAcV5dIq7M9p2LM4QXwUhQvcJ6gDchVtSL2B0Ah1dj7LtONcoiK+vKpSEoCU5u3btbTUEadhYHZeVeD9/bnxfur6FqWh1qyer1Pe+uhB0I77IHDHbEbNUiP23jVew7VMLym2qpkXx+pLrS87DirdwRrb8QDa5IG1kimSnWuLFd6F9P/AFPb+PLb5pkrHmN6DEd5SLUURU9M2OpC1t66IfR4yg9h5pvcEWuDzA1Ji153lZTS6dK8K0O9SEqBAtcAA9wRcBRGpGh2EmmGZ5vqPTWRu5Vyp/4gXWKU1ApfPz+jJ415M2XTz/Ant5+R8j+UmXwuG1K60LyqQ7m6VJJPb1A1tr3/AGbNbFW7iU7Fcpcp5bHH/RO5AtKdO9tLp1F+x9LbKSow5+DZXubEcTJnzLTwupp5Q/tmL2AUR3ToCb3A8tWgdoYgNPpn2bzP6sx+aa4rXX/6t/H47E+6XD3IRalAapy0c0ha0JWvMnMogkW7WOtgRa2lxcbDLMprhcWK8h9ha/hOpRlza3sQRofIgj8Ce+xHIxdiOBFgVmVE4EFj4CprSCrLbXrTe2Sw7WHa4ta4Lb5LmaWhZu5t+IrGYGI8OV6W1S2W+SW661myZ0t69QVfqCQnQp1AHrsxqJQZVLgMRa9TmOVlZnY62FlTWbvmZJuEnxAp0P1IAvyRiee7VKlKqmGUVGE/+ldjqUnKoi/EQvuO9wq4Ve4voQSNpDVLozc+K1Nfpy15crtlJbXobryaJXfUKISTY2JvqkTPUoAvEFqk67S2nOFnWhHzp6k5hra/YE9he19v7CcN2VKiV6LXGH2Fu9GbxJUm121p8TSgCBfz9NNLWkMNV6fz7TzFLlI8DUr+pzLXJTcA5FkdtDYi9iLja0qScBtOuT4rK6RKQ7kkIV0tKdubXIuEqNynMDqVWvY2NMQshbz6q1FnxK9hfOibkUtqOtgLdjrSRqm2ikkHwm5ta5JuT9b1d5FexvhKi/bKJCYXNWhHMRbJTIWGRlvmuQodVyDc3sQbC1JiGTzUpis0Go/oFJRnatnSoeoIsq172IIIvppt0xEv7W0txqqcBjIrmOE10MOO2UCUXPQpQNim9iQCBfs1XaEG2BKbvKWu6Hdbg2vYcq1BdqCKwtaVZoS+iVFWPNkgAqvpYAkHUA3uNind1jHBrWCJGDa9VkMSqc6ppbEqyUyE2sND4gSCSkgKFxpe1/3dVurxa61Sa9QWacxNpavgTE+GQwoAlpYRa57dR1Nu5N7Ftb9liqYtxRUsUOy4sL3itTvCaQFcNZGp8gTfW+hPmBspq6PqRhZn6jVV1+I9zNuMqhS3azzVLdf5XOnoz5k5kkpGVXiUkDtmJUNRciwH1i2M1xW5MDPn4SfnzIcRoe2uosL97HW4Om2hJfscOyoDcX3stEpv+1Snpe0+YeWo0t5Ei/nsLbwvZ1xRQaM3wnWJXAaT0oXlWpI8wk99NbAk6aA7LUaN6hzKaTVhnwYgkl134vXnyf4f27MDDuHMJRaW3VKpL63/ABozhPVp/FvTz9Q6Q27F+E78nQtWTp/yH7CLj6bfdMw/ijEf3Wgs814vgZsvn2F9Lm+lyBfzHfa9iqfc0LQjfcIwatvRo1Ba5WltN5EdCM/TlTa/kfW2ljcXHlsvHt8brTrjTsvoX8iPCn8P418/TbhWcDutcRqfElMPsL+PFkILT7f1KVeJJFiFAkEdidbULeEaC1AclOu+BXCfRm6mVeRIGoB0sToewN9NhbRFbNTsGEE61He67Kz8Lx/rfMr8df8APasi1bEdUd/TZEfreH+P49BtydYwvF4nK/72b+P89vp+rNRYv3Vn4fizo/1/jXa20/AijWX3fZCumx2uV4sp3rR+sj89PXawZrDXC4XyI/u+H/n+ezV3bbs8G4j3VMY8rMSVyr+dKnUq6UupvcA2slYselWh8r3FgPC8ije9HPcMtiqRUOpad+FmVl8jlI07dtR3sTpewrLRDU6W1PJ5LgOOymm5TTWTJ/3rwqy6d7E/t8+/nt0qVQlRXY7sp5hHOpzx8jo4Tna+U+E2NgexB0IGl2Lhfd9wnXHZXRFf+RF0p+muvpsyKZuK3aO0ZyBVGuA3KyutcVOZpSiNCDfX8bi4NvptQWouZWjThh5xNYdpeI5X3p2W/CirRnSpCzlUn+6Ae1u3012tp292LhJ3kIstdRlI8fUFJSr0Kj59vIi3npsSzsCNYcafo0D/AM53hTy6zlTr5A3tf9+wpV8DYcixeLKZQhH/AIvyp01/w+Vx22UPU2B24Mb7KIPD3K+Vj6fij4VZaYXFX42tcuX9vf8Ab3/HaaIm6+VS3IDtPYYzpV/WGs6m1drhYIUk+igb/XXYakRIFBqjEB34DD6E8BWbMjP6XPYHuL/hcaXJUYTad+L/AGfzI/V/D1H7x+/bS09rsu6Zeosvqs8oiI0WBS8eOQJ8ta4qFdD6HRmykdJzABJNrXuAO+o2a9KwY1jKA+7P4FXQwpTSEJ6HUptopJ0Oo8xobG49YOJMAUGA63VIvR8ruVA6k/QfT6eWnptyo2Kp+CJ7EWLLblRUO5050jL6+Wv5aDvYeWzFdqO2wwr2m3H5nKPgeqYcqnClRJT9L/UdaCn2/TyAIB1zDW3lfZrYRw661S+FFdXVIXVljqV1p+qFG6ie2mp0Ase20unb3sL4jgchiOIhD/Tlda8X7NCf3n/TpNqnIRXHaDUUP/qcLq6RqbjuD62BOwdVZ9PyOZNdnb4ad92u9GBP4FGrOdD+VXCkZ8yXLHUE/rC/mbnZnVuDAn0tyLKiNvxX0eBSf+G2EqXvDpcWs81jLDCFv9K1Ow5GRKlaWXlVeyrgG1xY6XtcbaN3Yb/cJT2m6C69UYqMnRz6h09hYKTdP/D6325q9vKzQ1OiFf6lf+II1fAsrBE+XPoND5pha1LR0Z+57G/f0F9bep2XpxLiOl1mXz+Dn4VLm/CmpXHUppV9AbAkJBB1uPQ2Frbaan1GVzTnCazsfrJ6k/hbX9u3B33DWWnIFUpOdC/Ej9E72t0kf5G4P7NiJdJr6gVwHmVxW5WCJ7fFZRNoj61OsOtLHSm97AjQKAtcGxPe2zAZTu53tQHPddWivzeEnO0tQQ+zcEglBOo7i4JBItsMb8dzFUan81hKJNlQn1Z8nAKVN+gVbpV52ULX7HZVx9y9e/rVUiSoq0K4rS0XQtKrXBSe4I9RaxHfa5ZcZjf16YzOmPN2NZw5Kc4sRb8Va/hOtWUlSfxB0/MD8NqnDGFYrrv3/P0eD+7+3/TYsdo9eitf+dB+b0ZPvTpUpX1zHv8Ambnudqen1nlZXyZ/7+y5s/2wlV6Xepcz4c+jRXHYrvQ2jwLTlVl9RsOYfYdxHWf10MeP+Px2scQ1afWWm4rUv+709WW//E7XNMpX2SozkqLkflZehGTKpSvz76+vlptD3lU2fmD1Fm31Lit4hddgfZeLL6MikLju2WnL6273v2sdgyj4cqkWvNz6XL5Vf67S1o/Ht5X8r+W1jhmg1msz+fqkR/OtXVl8X4Afv0020bgncY07w5/Fzo6s3FazISm3p2UR+76bApLehEvrSh2CI3ebPxbKaiRZ7z6Fr/RSMo4SkjQap0JPmDYj9+wVhSiNQJT/AL+iSkPoTmQ/nORXn3BBSR31022dvC3bUuqUbkJ7qEI6crsdAVlV9MpBH1AI/dbZcRcPSsLuttT3oVUpy8qEr6c2XUHRSQQq3dJAv6nZkeKzU07taMmVOEcbOtUt+A68vrR45Cc3p6H6Dvc7Pj2cd90DC9U9zV6IwtiUvpf6ELbV9T8wP11HrrbZJVGn4X+JyDyOB1LycIJW39LeY729fr32rqWhqK6x8LOjOn+6lX4j00/y28Nr9Q41ZYfEy77TVfuno5ineJS4EXiu58i05kdlJUm17hQJTb8CT9La7ZR9oTe/Fdoz/IS8iPB13zvK9E2B0Hc9vx2D8aYyo1LpcSfFZfiykK/RNOucBSbC9kagEk/XZYVmqO4j/pl3I+wwj9EtPUnQ637p728x+3T1ujqUoLD7m3W+5RCr2Wd5+N/tHUqXKrnOxX8rqGHXc6W1ggEpHcDKRexGoBINydi/epP3c4tqkug7wafSIs1h3I170QEKV3sWXCL6jyBB9R57AO5t3hYj+1rtJYYYR0pWpPU4okA2NgSnp76DQdjqdHYj3d7oN99Blz4FcioqLGVDrXH4rSXwLWI0W2b6XBI87G+zYt2mCJ8pk2rezJz8VyfgPlZSM/S0ieFJy6+FSjYk+QJBFu58lVjDdli3C8puBVKJKivry8JGiv2EGxHrrps6HsD1TBuI58XC+IZuHqjFUpp1EV0cu8m4sSkXQ4PRRGguBY32+Hak1Pn8LHlWRVOApLv6BebOknUcO+U2v5WtqRpsU2y/0/8ANFVgmPiOjVlhqVL6On4T/hcT56X7jzINxpfTTb0B3W4XpdZozDvKIyLa6svh+tj6f6bZhq1bo2I3fdcDDC32IqOh/N1tq6rWULWNtB37DsNtt+y/Co2I8Bscg98eLlakI0ztq8woA9/Ujv6nvtTG6ExtEXO8HcHhxqlz58Cnriry5uKxdCs1wbkDQ/ie/wCzZG7m6q1KxRPoLtWlUuqU59bXLupzRaglJNl9QKmli1wAQD+F9t8701wMJYSflVTIhhDSsy/lSm3n9PL89vOTeBjjd9FrLjtGqK1yn1IlI4V8yc5unKtHbyse1hYWBGxwNqzkO5oxcTSsRxapLitRF1GkOIVxYbrSHY+uqhkJIULeYBJvfvtTYXwtAlcR2BnhZ1KyxX1raSlVtG0FV02vewJBF7ZbWJsME4zo1eitu8Zb819pKHVrularA2zC9idPEASbi52OMLLqkXm4tU481jOrhJSpKZDKddc9gFAaaKH5g3O1d8MRIdKwHK/sqS8/wE9HMMZFt+QIWFZVAjyJI+pvYysLVOqUufPa++oWjMh2O06FIetpqgkpBGnULEHuTpsRYYTXmpTlUpdRfRFcyZGk/dV9r3KUqLbh7dQJ/ftTT6Pz9UcxHKq01jO6tedpLfmdbgJAN/U3tfubC3bpAkSTU69iis+5vcj7EVa+h19DeVKbgE3F0qA17XP0F9pGMN4DW6CgttUtpiVVOrhdkrz6C6lXuBrrbuBax0G1lWcccWl+64DLD/hySOFkWlQ73Hbz8jY6iw8lTi1VUxG05/QnvFxCsnFWo5UpGhBOoUBr0gEXFja1tiJ4yhM+nt/28uLRvtRiOnMSmFqTx+FdKFNKuBnFiCRbxAi+umt9mxuI3/RXcOSPvaOSR1tNLdQt9nvpYE3Ftb3uL+m2fI2C8eYjoz7UCrMUtDfSqLITmRIaGvDPcoB0NyDr53O1Xu/w1S5/NtReV5qE6tp+PxVMOx1g2IWUL6k3GhAsRbQXttDvulgFmnsSb/K9jKs/Zdqkvopb6cjspCPDa/TYm6gSBcpBsO9j2Jfd2F8b0Zylz+SlPraVxabP6uIj1bVe+Wx1GoB8hodqPAGDmp+A3JUXB1OXKi5uiPNyKUrv3NkqOY6Enz7a7DU/B32tgN1nDlbqjD7C052PhrVHdB1N+2W99CCfqRsGT9sAMRbg6Dz78qly5qGELV9zmynFpbULjh51E9u4N7kZQSQLbN72dcCUagz+agU9CPi5VryjxfloR6EEg7Dj2IapF4lGr2dFUY6FSEJCFuW16gogKT+QNgbWvfalk7xMUYcpc/3C0ioL6lO8BotPqUrRISkEWN7AqBI8zYXO04kFmabfxZU2qNQXJTsthCENK8XT5d9sS4iqGMt5del0Gl7yMQsQmJuVqPzRVFcSbGweSoqtm8gdARdNtou5zFc/HnHgb7qHiuVKYzraWw7xYrabXAcZSrMSP1ilVyLm3kwVb9IG7Se3AgYNhVHDz6ktZnYpamxfJOgSUuC/ZKgD6Edtjh4MJDil7r5VBgRKpiOoTajyrSU8KQ7x0NptqUZgVgWv0kkegB2D8b1TC7VGf+zmA2KjkV0oTFyL6TqUuJScp87HQ2Go77WLe+mjYo+6xasw+wvNwGku9SU31QsHqRY2BSexNrAabfEYV53iO4NlxYTHgdSt3MnOdRYpv310NtALdiNgkwoE5bna3WazS3HZ9EQuExnQt1qYFcHLbpWkJum1rHMABbudrPEdFpbVebdqjyOvwvx2gpbyCAQheUnNbyIJB0NhoBKoVFqnP+/oHAp1X6Wp6WHRmcToA6ABZY8ibE+t7WFvKjVRp3la9hOl1df6XPAdTFd7iywhwhKVG5JyLAJtob7VkwTYxJFwlP8A+yTMWqLW0pXKupdYfU1n7BKgbpuR2BFie2wrVMST8ZT/AHpP3ev4eqMVCuYSt05FehsLg38lWv8AUjscVrFkWjOuNOszc+ToTNaLUpNrdwrR22vUklVh5g61NWxq1KpfPz5aIrCEK6pV05bC9yR201NwLf5lTyg8xLTIdZdxvAxG7/R02E7kS/Fd/slC5Byq7m98p7EX02474HHcRym4tee/TtKyuoR81rWVbsSPOwBvoBsS4od+4c1AqLCJS+uLKjuoX1nsRrZQ8xa/1BFwanDGJ6pjfh0vHmHoqJUVXCanwHczExA0CykgFsn8Trpp3POmJyGNjdvFqlB3XtwOMjIhrIpCEjpUO5SAbg/TX67D+AN2X2txb9o6pTn5sJjwKlXzpuQdSdfIaemna+zkwrhpqVS4ECVk4GVPCWrqSn89e21hjLFtG3X0Zx1p5CH8qsqPEl5XnfzGh87C9h3O1TacYEq7wDxfvXa3fO+4YFPzoX4VZQ60pI76J17HuAbH07nMG+L2lnaXFcgYcqyOdfRnyeJKVXByAhWh7WPobEjaFvm3nVSs8SqUanofblKTnQ11qSk3stKNeq9j2A19BbZPR8BQK9FcqjrvJVHIlX3i+VxJJNiTc6Xv3BFwBYabVrTnMHjdLPddE+2WKGMUY3xDzSH3eEvmnSpTbpsLdQy9ux8yLW77OStSqNuvnuVTC9EQ/S5q1c01AVmUyv8A2obJFjpcpFhYk9zYqrCMCLRpXFn0lC4M1ampqEdTDyEgDMhY6UOCxItltrppfZlUSF9l6oxhyqRGKph6ooQimz1tZ8vmGlm+Zp1NhYk2ICSCCSAY5l9i4jlgxKDvV9nPEMWl5IS34shGbhdLbosQSm5v3uddQTe9wdskVbc3VKXPbn+9mOheZbSFL8JNrJ1JGtzqLdxfbfu5rd7S4uEqtRvGxNzeFfiztZbnsL6dwAfLtpsr6pT4GDZ7dLxlQ0RYsppKIs+a62hhzTuHjcNuDW6CE372O3fdKCQcE4Rw5P3VNtVnklzYsdDSH0ZXeH0ghsrTrY9uw9fO+1PhHdbQaNxJ8WrcB9/+ydX0+O4Gt+1/KxH0GzVxHWt32EsJOVRqk0HOw1nX0NrTkCe5sCQm/c2ItoDqNrfDODa9vLwvAxlhKnsUF9COiG/f4ydCSEr+Q9RCSCO3pba2yWikrm4uLij+v0liLN6lofzBGawsHLg2WrsADckE7B1bVQd3PKYcn4hYrcXPnXFUgImQfV1sqvZQUBZN9fMDW1r7TGM8URaWxRsLsrRK6kKRCaKusaEpsdBcGwHb1tfbL1NZxRRp7lUnxJU2bNkf96WV8RStOlRJHe4ykC2XS20bZOJundPOpdZdcqnG5pEL4TU3hZeMojqK065VjsbaE3t5DbO3tI76t5cXFr8rC9QyYaYyQ0ysvFQl83BBIPwyToLjUnTU7O2JS/5r9yzbTsvPNqMdTXFS6j4zrl8xuSEfTyAv3sRfHUk4owlPfle8V1GlyvgSluozJzKv0SEG+TTzNwQbi+lqTjAidXcb48lcrVKtKmrfd6syylOY+agLJtbS/l+O1jUMDu0al/FicR9fgdyZuN6kECwA1GoubWvaxEyNI9zT+agMobQvMjzUlKVIt309dLW+gGlu8t7EfFcn8Vb8V9eRSFdSE3+UgHTTUEaeeu1JRl3RfOwp7TTbvBRkz5XcvhSr8R2+m2hdx0KsuxYkV2ItHHyOx5WfIpKVEZSFE2IISCnuSfO2mwzu0lUajVRyBjKh8elzUdCuFmW3qLrBPe3fT0N9bEa2wDg3C8WltyqXLYfirzOoy+FxNhY/ja3b9Wx12gquJyV7YC1ZDVUqjeHK9UOVraEq5OaprIl69xw30DUk2uVJFx3N+2w7X919U96cXEeHuazrVIiz4S0O5U2sEIWLZkHU3IIJ0I0sCDeLXZ8/FET+iaet+kK+FPdvlcTfKErQL6gHxA2JAISbW25p3kO0GVLdlVZaKdKWnLDd6kMu2AUW3Ei4P5G4ABB8lzlPUs6n4iag4elfaOf90cWthCGHfhFK0rGigtNydAAQbG91HS1zN3bRsR0avP1ml802tD/FizITuV1lSlkAZkkKFz2UDcajqGmzXrWIPtHAcrPu5iVUWI+eFVIqUIkONAKIbe0yrAV2uLg3sATrmalb08eQJ/NUurLzrSritOxWUL11VmSU2JJ8xe/qdNiaZi5JMGj/AO6bEoe9PehP4kWVvYlMP+BC5iUozWt4lpFsxHaw1+nkPV7d/vp3jVThNYsrb9RYSuRHSxNCmnEpKhcBFkOg5hdCxfwkEHU5kkb3sWypbfNVFbGfoz8BlKFegNkAaDtcXHrtcUDfbvVwvVGJ+F8ZP06cx+iUmHG6tblKroKXAfImyh2BGt2yd0J3Ej2xRhDerih2hNVmoIi17DzuSPIkR1x33mlaFpxB0ULi4VYi4A7AEjsyFjKVWfc3u5EJ9jK6uOi+Ry+t0Cx0N/r9AQb7RsTe1/vQxHS26XvGxCiaxmTlke64eZtfksKSyFoOp1BBGo2GZe8LFtUdYqkXFi5TCE5M3AjqW3fL3s2CdUjX6DTam2d3lj13cSoHCcgNdErirdytIyIzWUn5DlVYk2NkkEA2vc7VGNNye9X+cGXih2iRfs0+www1xXcy2VoTdVz3ALizlOoFtTfZIU3fPvBwviN/msTLWh9aVpWuBGWnv5ZmyQrtcg66am1gyJftfb33aX7mdxuy/CfSpORVNh5k3N7hXBvb1B7d9PO6Ltg3sUwXr9drMDFDlGo1O8a1omNKSlaMwFrrHYggk5hZQ0sQLEkEHAdGlUZ91r7k/KQp1TSFnKm1vCFa2JSFWFrWSSAe6+quNcbuyn6zFrbHHf63fucbqt2AOTQedtRf0vtRjfLvGalNyna38fpadzRY6kuJ7a9Fu1vrb8tquJYWiPfCWKJWF5TDTvAfYRl4qZCC0pP67ahrbQEBQ0Nu/cDSPs84ipdL3g1KjUbEK5tLq7XPsR5C86oqzotu9gQkEAi/r56WwRH34484UuL72ivsPpUhTTtOiq6T3F+Hcjv37FSiO+0TA2+veXhfFsCqRcQ8CVFzNMP8lGWtLRIVw8xbOZFxcBQIGtrXO3ATjaGm4fbWqv8AN9WaTiPgrfhVTM10Ly8vKbBWhQ9QpJWhQHcaXBAOyPrGEaDjzC8DeDKiTadUYqGn0odWFNJSdR1IsC2Rpe906ggg6LHf3vt3obwYtNi4jxOuaxFf47SeSjIyqyKF7obF++noR+GwdR9528GLS2KXFxOtiKwvPwOXZUhWljoUHuALjsfMHvtPbH3SwvXbtnorFrDsrcO5Kap/x+SWhbS7KRmsRYZtDpa4Nr6+ptmndBVKzWYtSwbiiIiKwthSeArOlbKiAfOyki4uBcj0OgAStG3p75KDS5dBgYsW/QaihSXWMrScqSLdJKLgD9UaeQA0twj4zxvS58SvfbJ9C4XQhTrDK1pQdbZlIF0XubG9j9LgzIa0R0uUdrC9eltYtp77C1pyc+pHFjyGlHpcV+BGUKTYjUEDU7GDQxG791r1Oz05eaO0pSi7HkRyQUKEjzRqRmJGU2JINyUIN/NZixXKNPxY/NYXmUlqRFj5m0q8TaFBsHISTcXI1sRYAD5ovtR483fNe5sJVFEWL40oahxcibm5IzNlQ11Oo11N9DtBMp3VmjcI4axvhKqe9GsJvzYuTl5CXUBTUiLnuAtVwFXCiQoEkHUXGhvZeBcONSpcqqPIm0uVkdahykZFs5UEBGe54hAtlUACL9z3Oamvai3+1lpx2JjdC2PnaRAipV+H6P8AysL+R7Cjj76t6Ds9yf8AbFfNdXUqKwtWviCgpvrGpFiCR3FiNqcyTaJpaZvVw5QXfdeHKcwvoVmiuoLC3LWzIy3yJV81h+IIAvsJYnxDRt5cpiA1hObClLQrhTWJGRLiU6AKUFD4oJ0UsAnsSQdsy1fEuKK865PaqyPeiFdHCabRlUARcgIAI8gCLgadtNjbD29/GWA6M5/2hyLf65H3OMtOe1tMyDYH6EaWv22qZAsEIa3TaXhyf7rdq2ebKzcLmrIW5Y9Qui4BFx9PU9trKixqpFlNyorMWVkzZmuKnMpOt7X6T52BIB/ftn6tYlqmI8Rv1mvVta338ikvtJbQptSb2OUJCQoA97ajvcWtHibx69zXxa58dhfi4TSVKtbUEIv5ai/47VVSst3RND4irODcL17n59WWjw8eGnqVltdTZbuSPUEaeQvbYSxlvFn4XrMDG+6rEL6FoyfeITp+IjN+jWEkKBHSfIiwNwQCFPXceVSsusSp8tiatCOEjmI7Ssqb36VZbpIOota3l6bfkaqynXefiy+VfydfCQ2nNbtewBB9SLX0N9mN0rvWbI3fyd1XtLSm3d5cSnUTHkpjIqqZOVTVrgaS0pA+KQBZ9IBIACkm19lVjXcRvf3c4yl4SwviFbHHR91a96cB2Q0TpbMUoWdPECASL6G42QdWx3ihqe3VIuIX4tRhK8UdptpXqFpyJCfxTb8rabGcz2nd6GI6AjC+8urfaWiMu8eKpcKKiZT1kFJdjvJaC27gkKCSAoFQIIJB4bpPcE0XuDrdZoPP4S3l0OU/iGl5XWF1S7T8i1zZSlAWNtEq1BHnrtXbzMWYXn738NYtwlT6jClTeLDqkN1rItKg2sguD9YKSUgg2UFAgmw2RVP3ubxnYrcWLvHm4hpbGbk2p7DS5UXTVrMUlWUjySq3okbcVbxK9Paj4jpdcff5J1C3Y7rDKn4KgbfqdbfobAj5rnXa/jJ78elV9oDAeEsUVKjYj96MPtu5/hIzJUlYCha1yLg/X9211A9q3c3wv0tU6E/7Aqzf5276d9sPbza1WcR4tcrM+Xx5T8drMvhIRmyggWCQB2HpfTXYdj1mfFd+K7k/v5R/qNhGsTu/NyYj9pPCVUd4VBpNRfX1Kyuoyp0FvUj9l/qPRzboa81XsL/emeS5pCVtZ1+K99Cf1hbv9Rt5qUrGlZiu8VqXk/8AkTav80n9uzzwrvj3gwKCw1FxDkYR1oRycZWVXrqi99hW1hhgTjaJqnHDtZoMpvhUnnXM+VaWl5Fa9j6H1tp6i/YqneBWIEqs0l12k1Gl1TmsjTrvUxKvoWi4Bqu3bzsASnQELeRv/wB6Er4UrFi30I8H3KNmT+fD7f5bUs3fdjeU65FlVxEpD6+tp2FGUlVjof0dgR+W0pSFScLBNRT2MOSqN96iIlPsKSrKtObqv6eR1IvqCNLdiFr9od32F6y/PgMoYqmfI7F1Q62sdgoG6s1rEXvob2IN9lLK3s4y+G79ocnRly8qzlyj/c/j8ztRzscVmfVG6pKq3NSmMuV1cVlS27aWBKL2sTYG4Fz6nbkXjEQ1jI4xN1Ybpe8GqUZus0b+3RnS07dCkq9CSD6jztp5XOxngJvG891xrEbXJIY6FIWnKrN83ckW+o0PlptiHD3tLb34HDixceSoqEJ6WuSjZVJ/Atm4+t9dL3AFrOo+0vvk/wDgyfYz9GdMOLl/C/D2Pps1Hmeds0TZyJvetSqXSorn9uvJ05dlTXZk+vT257TWR9jNwHdc6fp/0Ov02x9K3+70Gv0uPX3F/NnYY6u97jJb9mg9BtHh+0zvBgO/CxOtC/1+Sjf+sbONqEgjo7m9TbOHaZjzhcWqUliqRVq60qs075eFQuNNdCLHTXzP7VN127nFDrk92IwxUfG6l1GSQlQ7C1+q17aXBNrn0yGn2vd/DTXCi4scbQtHywIv/wCK/jvtXT9++/jEfxZ+Jn3l/wDxlG+n9z0AAvf8tqO4YcS1WiuU8GaFl4YoOF577VBqLEVzw8u60pKM3c2y3yjt5AC3mALQ4eKazgh1yU6zyrD/AFJkLaEhjN5hRSSlSD2KTlJuCCCbnOEzHe9V39LXFrX/APGrCU6f7n8a9tusDehvVi/CaxO+xk6sq47Hnp+pZQ/H12y7UfPBmnphq0fzPEK948j39ih91rlUMLUnK1FvkzAeYPY9xYeVtT32HZFCa5X4vX0+LXw7U0/ePvBlSnOVlxV5P0rSIDCFZvqgIyqHpYG3YWtbarXvKxHPa+9S8nyLSmKynKr/AA5dCP27C2OOcRbXV3NdvX1CGnNyoEriwJcqKtGXItpRSr93cW8jcW8u2zXwPjPFEX+q09dUfXl4qkqyu5SQVHuM1gCSBqRfQ6bIE4mrP6VqoI/XXkYa/wDWR9PyvtaRt6GLYrTbXvbItHgWmKz/AJZNf4PkNh1i4Pmdp3vrPkePxNd4exTXncLyIuMpbD6ELU7Fd1afbToQg9wR6eYtqTc2Fn96+DZ89zCWPKSw/Cf6osp1OVKV6+Imwv6KFrX1voTm5/ebvBlfFaxZn8XQuK0rv3uMnY9v37RXt6W8FqLys+WhbC/1ocdSfwuUXsfqdtPvfkTVr1FfrE0mxu0aiu/9nJbEqlyupEV1880z3PSSDnQQBa+YjS4Hcl9ODVGwlLo0qJFqkWUjI7DkLCX20+RbKTqm4F03BSQDYDqGS4m/TG8WK3FaxDwEIzdHJxloynuAFINh6WtbsNqnEe8bFFe4DruIX/gL4rTsXhtLbVpbMkJAWnzudQdbkHSS6t6h60pzvSa7wdQapWYD8DBtQio6VNcKa0HVR3bfo1JvqntcXNxqDc7EmE9x+8tqU5PaepbC0fCdjpU47HkNaXTcgKSDa4BBINrHQHbF2Ht/W8bDk/n4uLOBUF9C5HJx1cxYADiXRYqAtZWhFhqbX2cWA/bD3vz4DjX23yPsLyup92xFfh3a2y9QL8+GMRk3cTaFJ3ZYSapblLn4ZY60/HaUnP1E6AqSBp6KsAQLXuLbLfHG7R3BDTjVGocWVSJS0tOsVHOthLR7pUsAqQLm4WQbEeVydk2v2pd9PFbd+2686Pn92w/zH6HUHzB0/dtFqntN7358VyLKxZnQvNnR7tief14N7fTZOtdQjZzOS/8AM6TsO0HCTvCgRFwv/heUoLU2hR6dU9K0FN7KBva2oN7SKjWGosXmujozNNdAWhxPm3fzvbsRbv2OyBru8LFrU/4VW8HhTy7WRKPJAGXpH0Hby722nI3n4o4TnFqLeR9ORbSoTCk/sKLfnYHbT8mWGN67eI4N39RxlAnue5nn6RS1rU7y+YpaTf0sSEgnWw7egFrvrC+McR0trmpVbflZEdauKFZfxtdKkg9jth17fZvBpbXwsQ5EfInkmFJV9D0eY/aPUbUq99e8t1pxqBiFxDC/G0iOz5enR2+lturWyK11Vjl56JzfaRo2HHWOfeRKYX40NLHFSkdyBfuPQ2/HUbUm9/EsDe1ghus7vq4xUYuRSZsfVLrKiB40eJIGt1Wt2INrkeb0neLi2fKc96VZedf9ry7X+WUXH4WI2tsEb1seYcdlxaXid9jj9aFtJb8XqDlv/l57Msz7MH3BvRXvD18TRFF3R17hOSnc6FrX1o+VXqbHQ/8APZhYLo7VGa/qmR9CvGhB6raaev07bZrje1VvVi/dZ+Js/wD4qYETMq36w4YB9bixvqbnaTP9pnehyvMwK4iUjJ4mIEbMn6KTwwpPbvax9SNvNanSa+18qRiWdy3uaqlUufVHW5UplEpHhzLspSbdu/08v9NhLEm6vBuMsRsYcqlDfpEqUhSWqpCRkSlWlw4kGykkkXAGvci4uM5RvbA3vtNfCxD4+nrgRVJ/9tW/02+4/tVbxuLxZ9W/9JK5KL+67X0+n+WxNHodTU+9/wDzBApND4P9lOLhfFD7WI3mJqEKzNKR1IeR5HX09O4P5bFeLtyVBrzrFGwlQ4rE1eVGRpGXq9bDTUaWAtex0O2bmvbAx47w+LjJefwdcCLm/e1tIa9qHHkqe279sloX8rqIcbp8/JvT1Fv3bapazGMRiuxUmiXcG7xvZpo0uBVJbCMNV5CWpsV2y2M4A6036UqFvxtqPM7UFEpW7TEdegV6l0+KxW2Mud2GgIXIQNLLQDZdgLAkEgdiNk3vC37b3979GboNe3kLmsI/RNLixkJzWtchCBc/3r3H7tllgTEeKKDi3kKzUX2JTCfhLTkzJ9Ck5bgjyULHT8RtZEZvcJbfXamCJ6p4UVg2fFcgO0TI+hH6J1rpcT6A2Go9O/Y/iD4trNLoMpyBS5b/ACvzxV3Wlu/nr5A31GtvLbJlZ9rnehhyLyDuPVv/AC5/d0PMpPYE/Btn+ot62F9ljJ9qfeg1iPn/ALT87FXlU7xYEbN+9uwI9LEH67UbS7+Ihtmqqtj5qLPciuxFoYWvxp+X8j38/MdtvytKwvjeguUvm1oX0u9K8i0qCNDp1Wsog6WN7dxbbJ2M9+OKK9FbnwK3klI8TXKx0IUjXulKALgm+Yd/2bBrG+XHjX6KuLRk8C0tNJUn/wAx/wBfPZiqpKRgDMReq5X3gxwV7Ec+jf8AY3EcTrpD+eHNWkJdbjq1uCDZxsixF7gEHta2zawRizn6W3Any4rC0ZeE+uyEvIPYkdkk+Z7eem2QZO87G9Udb5+rOP5PAtcdrMn17J8/Pa6d3tYoaitxWqsjoVnyIisp/eEA/l22hnOPEQupP1CYI5mssVR59Lafo1UiIXx/H+snuUqGuuo0UD69x3CqjgR2qQH4vGyLWhXAkJX4VjsD20vofodkGrflvBdabi/aZ/gMIyNIU00pLf0SCnpH0Gn024vb9N6EVr4WJ1rR/wDGrPhP+5sGtTu3GZo0tm/IM/PedepcqXz+fOw6pKkK8SVjQ/h22LsKb8Ko1Kbi8FCFoV0fMlXqDc/stspani7FFZlPz5UvOt/9L8JtOb8gkDaEw5XuK2609w1o8HSn/hsR6jb7mj2M+56GQdxGCMUNe9J+HqWhD+VSmo7RS0rQdhc27eVh9BsQM+zvu5/Re6f/ACHTm/fe4v2ve2yBom/SvYXn8hhx34CMuaHK62lJF+2oKfpb02cW7jfjiPGUpuLKwahHVkW61KKvzAI/z7eu1RmE1YuXndxDSHgdrDjXIQHn0MfKhas2X0te+n0N9r2iYfdlNfesj6/7qRm/Pa6ZTzUVt13/AMhfiT9NuaxFa+E09wFo8PV4dpG2ZJLtJ0XDLTTXClO5/wC4vpV+7YY3jwMLwKM5z8uKx0eB1YSnTt3/AD2LaYifKa+K7nR+vnzbV2Mt3OHMW0tyl4oiRajClJUlSFrCk66Eeo7+W3cNLpWZiTeBJw5Kiy2mnmF8PMlDsd3Ir1uLaEH8PQ+e2fmUyufc/TrQhasi3fHl9D/0F/pttfEvsX0GA7z+Dag+hHjVCkKUtOX0SokqFvQk3v3Hnn3eHgCBRq83QWvuVR4vW0v5tDqP2dxcf57SFVZp6Mog9yswNh+VVOJPdZ6GPxT1fj9P9NmBh/C9ZxbXuQ4P3VhfWtfhzf8AHvb0sdpgp/2Nwk3wmm+OtCUrzeFSrX00/Zf919lm1i3G+EpTkqjYhm05b+ZbrHiQ4k31ANwNb9QsfrbTZZE7z5+Ixs7xzNY0DdXAo0pt2U8hCEIT15/D+Vh+Ot9di+ub0sL4DgOQHatF46EdGTqS5+I77Yna3o43n/1quTVr/V4uX9nb/PaJDpOLa9VOalU6o1FC19asx47aj5hVxr9Cddn60SqUXQ7myYxcSb68bu4ocddpyFxX+pPypcvaywRdI8xYDTS42+5UPEdei+/v0DGRS1o4pUn/AHh5W87gbcKdhHEbTTcX+jlo+Tmo5zp0+ZPhNidbEX9RtcUfDtZwu65PqmJor8JfTwo6inKrUG17kf4b6W8++yt2oqT7zHy6Up/SUkWa1Ka+T/E0rMnTyHmPzvtLRN4TXCd8CFK/ved+/kNP+mxpRX92k+Vwp+E1ykP5c7sd1bDqb6Z05Ta472II9RpsZsYCw5A/pSgu+/oWXrizVFqQ36ghIyk3HceVzb08zdoRq7jbX6mMaTqnLr6i0hKarzvKz5bE1hHja4vUn8+4H4bM7D26mK1S+fdiL91+LJ4svl38h6+Z7HTTafgyv7vpVeYpf2TQw8hSsjUhaXfzzDUH8gdmPjSbKpbXK4XiIisPp+8QpCM6VJ7fDXodNDlI9Tc9tt2uwKm0fHE20O1AsTtNxDhyLPfo1LiRaijqjqkR+h1tWoAtayreZ0B11OwfVqdXnay5yst6lxUZkIXFUMyldj/eTbzBt+Yts06LHi0tp+VFpMF9h9X9ldKmVnXtY2sbG1tdbEbfOI8PVSsxff33VaIPWt1hGZbaPRSRr+ZFh6jvs4ijbmGSv8xOS92/IO8+7XKo+hfU6vOVKVp31uRr5G4J8xtPw1h/CWI3W6W7UeO8haPivtFp1KtLa/TtouxGhAvYMym1Gl1SluReh/gIU112za27K8r/AF7W2T1bojsCsuSnahyrCF9aEqKVZu+QEXt2vcgjsbjadsYEeL25yqRaXxaXUYsp9aOjI1l4n1v218zrc99oW5vEWN9yOPPfNU5ViiTfhTYvFyrV+qpOgQSPPXt+Gizw9vS3jQHW4uEqs/UYrHyPoC0NpJvbOL66jqub/TttZ71JVUxvFbdrNE5WUjLmRxVIQ5rfpUkdzbtbTX01sjbTIKbpu3fZh5rehulqUWlvZ0VGHnYWnqTqLi9r3H4X/Pby0ou6WVz/AOiycBfxeKsKSpVzcp0AFz5Eed9PPSHs9+0viPdL/wBjazT5VbwovN93fdHHhq/8FZ7gnTKdL+Y2aGJMMbjN4NQfqeDd49Lokqo9a6TXmlR1Z7XOV7wq/C6iPXQAGYhhBovbMzzR6rhLBv8A7KUImsJzLR4vO10rF7fW5sR5bWtZhV7FDrFeo0ubTmEI6eA7mTm9VFNrEG4HcA2/Ha6xVu3a3fT+arPu6o05/oRIgTQ6ltR81DxW9NPrpqdqFWJYFGqjbWHJb/AlKyOo5fN4tL3QbFJv2Kb63+uwoYxmbuFVmBQXJVUqyJS+t1aH2glTdvNKh+/yPra21RWXcRwJ7bv3Xkl/pU6pUlV7g3vYC35eW1hj2XFwlgj718NE3hReK0spTmVa6xf8M3oPw2hPYArNUwk3VPfaKiwhKXY6nV8B/L3DYWmyF2GmVY1tqrttdSsHmMzDe7Wl1SB70qkT+9mz5vqAfUa6A9tgbEFYgQMR/ZzDjXQjpWtr5UEgX/E9zc/iDsTxsc1SjbtP6LiLW+wnKtKfFmAIAN7WurS507a67LagSYsp1yfWadKYmylqW660nqSsnUlJvpe3hNiNR67EPqUAhfh3CcV3Ebc9plc3Ovpyo/AKCsqhpp29LEgkbFVf3OtNO+9JWDaRwJSfjx344Spy3zoVlBOnncHyue21ZExJQaW6xXpVWmxV05SM8xMMurbTbssAFQbIte40Gt/XTuHMaYI3g4N5pquUGvUtbSeKuK+Ph/Ui5KSO99LHatabpL+Mx5g3dxRsG1mXKi1yowmJuV9DSJ5UhNjpfMoWFyTroSNVX72rVR3LSq9IoNeqyKDVEdTsqGp2O7nJslawLKSkq0vZaCOxIvbpvSwdQcB15E/d9iZudS6i+pEiBxUSFNrIv4heyR5apHkQfP8AGN0+CHao3iivPMSn+F/VWs6GsvmbJNxf9VNtT22502mWB3QU3k81Qay3Rnat7xisdbUqQvOhLVrpyLsVAG1spFgbH12+4cbBDvDlddOffytOux3c6exKSlQUCE3vdJuRroRsbVXd3hestNysOOyuRRm/o2e+t9pKr/IVHOlBt2uLadtoUrdbAitMVSjYYm8eKtKlR0LOXSxGRak5VAi/SR37K25ZEJsMz8JYNoLnFxCiqSuvhSMpWpXmB0gq8/r5+QFltiyuUuqNP1l1lh9b2bixcubKnQXyqQFpJ00Nxft22O69u/wviiBHrOEnfd1RRl48ORHWhSldupJIKF6nsCk66XN9rKRRoDuCHIs+nLRVGE52ndUrzp1TlUhWcdzbuPU226duiuwl9iK80w7S5fHYlK5dUVTQS6ysry2KjZNr+YJtpcX02M4WEKXRq97rn05+LUV/1ddRirRxEE3ycRFgpGtgTcdtRbagw1XcOVT4VUw8uVVEZuK6vLxVWuOpNk5h9dCBbQ7M4Up2fQW2moj/ACqM2WO0+c0dZ75Erulsi/hTodbjz2oQ0nMW1UZ3g4SxRxfj06E+vpTF++MKXp4Qo5kG3kSR6EajY1iYoxRPittYyiQuVR/V58LOw6pPcnNmuhQAuUqBST3JubVcypV6g/epVPlYhpzKFfCkMZX2UjUAqTfMLA9hpb02IXa3g2vYc5+fhmo0teTK7Hm9Oa6NSkhRSf8ACqx07d9romZQvPyrUGl1mA5FqmIWK3SKin7q6qyU5rghJy6BQ8lDTUj6FZYwwZKqmDZ+F6DUPvSFOpjtSpQSpScgFs9gCm3ZVtPyvsfPvysG0ZiVRnadiHD07oS0vxN6DpyknT0ULW18gNqqVgas7wWmGqNg77k/l4qUT0Zo6r6lKgbj8LW0AFtrAeUqZknBWCsbysUN7tKzgKtsVTP8BEW+RxQIPEBSopUg3BLgNhcXINxtuXd97NfuajNu1TgNzcnU06oqy+ozm+ZV/mJ8zqSb7OrdhuooODYDbvCWt7hJQp2Q7mX+0nQX8hsOb+sVNYDpbmKPeORiKlWaP+tfsQPP/kLd9jlNwi5t5wsBcVVr7EQHOae5VbGVrx9Kr/tF/wDM6a7ZJ3q47xRvBdcaitLisdSea1U0pJFhfLcC5zWJ/Hy2Ad6ftY1neDiPlaWyhEKKvrad8chVx2SdFJ0tbvYk6EbaZ9myn0vGWDWK81h5hjjtK/RLc4Tne9krvYgWuAQPXudlRVtaEWZ/iw3YsWJhyfTkc7xeFxVo6fPrQoDXXU289bbSJ9Ar2HGnHeURNfRnUiO0k50388puVaEXtcm2g7bOPe1gn3M0/wC9GmG2EKS7HyLLC21g3DgF7ixSCbKIIIBuNNuVLegY8wQ3WXae+/NpyOEt1pSUrcuSc4vbIsX0vYHMLemzBWXiCpdXo2KJ/C+ydQoNUQ6lpTsJORLibdQeZWMqwRpqMwB7jQ7NGZg+VRqCxPdp6EIWhTqFtXSnNoAcp1BsPI2+mxc1X6DjeltxXaTwMUUTI1FnrYCFPIuRw3NPNNzckEX072P9jCZiNql8hXsPSqXFWnoVmzsZQTZwaXyEanUHUaWG1DJzDb2VN5NBxRWX6N72R70itJ48B1GReVKrZwOxSbixBPfa49sHCWLZ+COawb7offYypfps+PmaqDWvwgbhIcPykjQ21HcZz9mujz8L71abiiezyueUuP4vlc1H0IuB20F/ptsjeBAwu7i2JKrNcmwkIaTITF445V5YIIWUnU2NjYEC4Bt22HKGZe3a+zBhzCUWJvGxRg1cVE1ppS4HOnPSVKIVkCb5V6qIKbm40I0JJdvTx/XotGbi4cqPAhIzcwhrpdUjVKRcdidLgaWuPSxfiPHzVexQ3A+AugwkKzNOqLSpC1JPUFfLYEWJ0/bqha7iCBijG78CjS2EI4qWmlOo6HEW1C7juCSm4HcX0AvtfdJH5gtAxXi2fWfejUTj06EnhP8AzOsujXS97pAum4At5kHavwRHd3ob2m2ory2EQkplSmsmTMgDKhBHqTlJBJAKRoLDZsUike5p7cCA10LQrIxk6m9dcupvfzGpNvPYr3ebqqNheVWsW0tpcVE11K+Fr8NaU6jLfpTcXCfK507bU3bpAs5iX38SZXv5jC8WXnp1ORxVNK6uGvubeY0PiJuNQRoNldQ6PS5VUc59lbzD6E9Wq1N2Glwo5gALAd/w8tiHGbs+fWalVHf09RkLQpaljw3FiO2lrKsNLnyvbbtg/B/KtONVmWtheVKml5MyPxJQb6gHXUDS42gwqyibhwKXVOFFloYyKTHd4rBy6nKlzKbAoIvqLgZu486/Fsz7OOuUtp5iLOi5XVsLa6VNEXBINibi5uO+uuht+Vqc1ArL9Lqmd9C3V5F6K4d++XyI0yixsSAL6EjRtAwJhffJg2DS+UYqlbpCUoYqSLcVtBTqlaDqRcWtr56gi21cTpmunVWLwon6DO/1utNIUpDiRe+XvY6ai+lzf12aD+8SqUagxIFAw9NYfWhLqJEdOZjLpe3VosCxIub5tLm4BbUPZ79zVRifKaySoqlcXgNDI4kjuQLZT6HUE9wLgg+l4dn0HhtNNN8B/JxWHUhTTiRa3rZXYA+Vvy2mcDEnuvbqlUx43Kxk7nYlR0tPtLaKkpvc2WD27dtDe3oLku8OixXXX8L0ahsPscJK2JUd0JUlQJytFKtUqvYi9rAkEgE7NXeW3Axlg2I7AiwsNV6ErJHrMVoZXEix4chjRK7alKrhXlqCQUJi7EFew5Rvf3vFhc1DqWnZTSQppxJWQC4kXKUm9go9ioC+1SknMhQKLWWosujVmXUaIvhO8rP4GZClhpQKHU+h0ufOwN/XMrkmqRXeQnuoWvpyfMnXzCvEPp5fs2bFd3l7y6pFcgOy2FsLaUtDSGipOQgkAKHSLJ8iOxsQL22UNOme9OHFleP5c6c3+6fX6bQg2Re8yZHR8X4rWfP4lZOlXlrtbO09p2B8JnI4j/zSfy2mwafwmv0Wf/H/AB5bSzC4X/oGxYs1gWA89v7rzTUvOtHgaz/lb6kj8f8AXb4w3WvddU4v6BHhkNJ/ZnA7fiO/ntb1Gnu8/wDCiI6/lX834fUfnp+Gw8IfP15uB4HP1vmTY9vrt0IDuh7Wl0af91deyLX1x3UIzJzfUd7HtoQdg2VXfc33B3rQjpzJ609/Imx19PX02m1difFnxIrWReRf+7qdL/8AL/oRJpNLd+9OxOBNYRkfYX1JcSfO3mD5EfgdrZnYlTRsQz2mvhS2JsVfRwnWihafoDcjT8r+m35JhtT4rnCeXkXm/wATav8AWx/g7SAzAitPyqM8hHizMOr6FfTXt+fbaliYnoPFcade4Di+laFeHNftcefoRtMjEp5FS5Cfwmmm1rX40L6kqT9diyiToEqKxwvgPoy50O9SVfmf3Hv9TsLwhxao+61wH0Z8yUuoHSoAdldwfqNj7DzMWV+lpPAf+f5kq+v8a7TiRO+IKhFlRW4rv93/AHf+O1TBp0Wf+iezoQvr/u/j57XSsMRXeI618ny5vDbXQf6bfsOJFgfomsi/n7/v/H1/6bdmSJ9yWGmovC+TJ1frZf8AjsH1J6LKiuQIEt9eTqRn8aU2Olz3Gmh2YkSK067xXfAtH+JOwhVMOtRao5yrS1o8SUI8baj3t6pP6p/LbhIg6qle+YEThZ1rY/8AK89Lefb/AJbSI3wmuQlZJWTNwl5epNu4+hHptOaU1FiucLoyLSpSF9PVfy16TtYOSIsppuV0If6cjq/mV5XP7r/tHntBE6Qqep1ppufA6P10L+ZP5fx57cwzK988/wCDP4k+JPl2I79v37dUS2mpTn9nn8TX635jQ/lr5+e3Ohs8Ksvympa+Aj+y+XXyI/eCNqP4ic0vAmBS3XJ8pnJn8f8Ad/D8fPankVB2U1z7vWhfyf3df8vQ67R8Qz3ao7wmuhhj+Cdoba3f6q6z0LR40r6VfUHyP5bVrG6QJ8y6VFn/ANVydHyK8Kk/j9PI+X4a7QvsZS/9qtj5snzNq+nqPT/PaXEm+65TcpqWh9GdKFtK6Vefb6/UaH6bW1ejRZUVDrTuTP1p+ZP4X8vp5bF2yZQu4Zdaa4UV1D7f6mTq/f8A6bd2MNtSoHC4vKzUf2T/AEpc+gNz38iO/a23ZdanxYrcVpnI+j/eSr67Vj1RrMriQJ7yM76Fcvm8Kr9xf8jtGJeQERHeLwpUToz5V9X+R/0/y2kuUF1rhtQHc/z5F/5EbSIlO+6/enkMfrtZs3VfuD9fT/rtZ0GPzUrhNPfoPm+XL5WO0gyDOMWK7Fiv/CyLy9WTp/P6bcKDih12U375aXzSMvCnsWS76dY8Lg8jfW19drFLjvPy4v6m1OYrTVZbd/Xy8Vr9bXRVvX1+m15WXGJMJ8/w8R0b46GEpRMitI/R3Js4kd8ve6fLy0GwnUaNFdac8C1o6/8AqO+xVBrsrDmI25TXEWxwsjqUfMkk3GmtwO312ucWMUFqe3z7XAi1BHFhVGPZX+JK0aBRF9SLEix1sduInboknG+F+ie/3P8An/rs4MKK/oFj/DsL1nCsqlxXKo1ERVKf/wCfkPrQn0zgWUj63Fh67FtFRwqW3wuhGTYLzpDmSPi8L5/1P7u1Ilziz/i7ECqHPnz/AITPwF/2vy7TGcFtQOJPdl51/qq8P+v7drD1LAweqz3C4bTXz7DrsiV/skdH6l9iGuSYv9q1/hX821xh7CrU+A3P5tC0P/Oj+O427EGwT5g4irOtQOE7L6PGnN1cNX08038/Lz+u0X3vKdlcLm+hf/k/n/x2NZGHWqW7xfH/ALo2parR8OVT9K0uFK/2sfpTm+o7H9l/rtUlB7ge2jSmdgyuLwpTv+D5syfoe35HXaTBokB2LxZVRyPo8aFI6VXOlvr67dxEdiwOE18fJ87XV+467f1BpkqVVGOK6hbC/G1+qv12sNjepIqSG2EqG01Fb4vyeD9XYlkutRfhNbcoKWovDaa2kuRIv6XY0KEVZUuPcXYQXP5/EfC/89f4/MbX2K8QRaXF+6tcdf6qFBOb/hbYFhVBr3y2600tGdXXm6Vf9L/s2C4lxDky+E7xfn2hVhmLK+K6z1/7VPiy+h9fxOo9drBqFzW1i1TWpUXhO+P59urSDvqRxAppPF+6xcmdjrT8q0p/1SfrcX2/Mv8A59Nf76Pl/Een4bcavS5TUr4Tq2H2P0Skfx29QdCNulExTAnu+66yy3Fm+HP/AGTn/rJ/aPw2k1zKNeJ2dpvwuai/+UnqSr+PMbV8qS7wnOL8mxO5S3YvxYv/AJHiSpP8em0STTWp7X6LIv5kfx3G0bJXbtgxApTVU4njR/h8SfS3l+R2q5An0GVwpXWhfz/KpP8Aofp/nsXw2+Vd5V3aDiGL8LaO3DodvqBlQqLTvE4ufh/+q/x+f127YVxV9l6y3P42eK/0Oo+bL629R32mMw4sr9F0Po+T5XP+B2q5tC+E474F/q5cv8X24osfXyWPWHWGpTTcqK82thaM6Fo8Kk/x39Nuqp7Tuy53esVmlxXIs9n7qvqQj/Zq9R+PmPPYgqNaixf7bZY18zgJ+1lhriuO/P8AwdheqVv+ya8aNrONClV534TvwP19uVWwZyrXNNda0eJP8f8AC3+YsuFODL5g6Jzs/wDv5/Ej9ZP59yP27RZFEdalN/FWwwvKtKs5TmV5WI7H9h2mvy6M07xYsTIv/vEdSCpCVDzSe6fqO3+v45jRr4bXKIyI+VXzJ8x/z2YHjJn7IQ1yv3qX/v8A8aX/AA/Ye4rGi1FlNutPfN/H8Xtt1m1igu/FaZX1p8HzJ/AjuPx7fXamjyuK7wvk+X+P89oMqTLqopadd4v/AKBtHjS3WneK08tC/lUjpVt9OyOLFb4X8eu3BKNqiT9yyampwJTvCnxOv/bx7JV+JHY/jYH6naQukNOtOcg7zSPH0eNP+6dT+Ww4+eE7t3YqXK7XEWIklfK/opTX6P8A3VJ/Ma/kdiKjN0vhI5XP8vQvqT59jtQsVx2U621PiIlf4/H+RGv+exhTmGpUVt2BEWj+PUbWxunEtifz9H/tYEtbC/1M2ZP77kfl+zaVBEqsz2Gp72SoxUZUZ/C819D6i17a99v5Zda/S7RpDvF4f9zqT+slXqDtR0gA+2CWLGJ8WsvtT8+fP0/4fLanUdmViKH9qKNz/jqlOR8XL/3hj9a3qO5/PTtsvFRHdqiE3ThxXf7V7aVCic1+ieRt9xqY67/Y7XsGg8J34u3Ykb5Hh0mU18V3b5cp7rvxXfh/+s7X8pbTUXlWtoQ5p3ahKwTkSAiE01t2Sw1/sdphpjvC2kNwduGIPMhR4brv6JrYgp2H+L/Wujb+p45X+x27zJsp39F/5P62xkx8ywaNivbqp9UntyqC1FlIzq+LFlNu/sCTm1HqCPLbQW6vD0XCVGblT+Ah9COtXhWn6W/z2xpUd5E9qfwoudCG19C1oH7fMfgdDbyB02+V70MRymnIvvuUv/ErN22R7TqMRy+ksNgm3ahvXiyp/uugy0Lf8K1J6sv4D/mbbDS9329+qYoYrPval1GiLWlciK7xWJDKbaWKVgK118h2BBsTsqfZ6r2Dao7zVZxDTotRYyqWiQ7wlK17i9r/AJH8L7aXnbyqDS6W57mloq77Ccy2oa+K72JHQLqN/KwJOwuczN7LocYhOzQXaXS22otRlMdHg5grUn81Xv8AmTtOouHYsr4sqWtcr/xelSv3kbZzpG++vY3xHyEVqVFYR+ladTldbVfUZTYjTuDqNtL4bLXKt8XrRkSrr6v8/wBuxftM5gy8Gc6jUKpQf6qyiUjwZVeFX565T6G1vx7bLLfHRMG4jgMV6qYe5WqRU52JGQKUlXmMwB0/EDZ0PstcX4rO3Cs4PpeKKM5AdidC0qy5k5sqreRHb8tpxu4lU+6ecWKsbz5U9yluy8kVhCkNO5fFfTN2t+HfavxE3KqlLjyouReTpy+H8Tft2/077MXe/uLxbhLFHKu0OVKhPqUtqQjwKTc6E6kG3r37i2uw8jcfiP3W47Al8qvqVy63+hSRfzGhPkLgg+ux60VOBN+pQUBEpMD0CLPn8hVKIw+h9aVod4q2ltqF9EqFxr9QQbbGqcZ17BtU+zlUwm++ta1IjupRkVk8iV2KSQNT2JtoO1qmg0uqYXlQOaeQhbGRHXbLmuB3H7tfx2e1XThyswGHay8j5fEjw6eXf8QbEfhsVk3Q0X9SNZd4cqVx2G86VMSEeHN3sfPWx/LYdm8WfKc4r2d/9bw5vLXsP+nfXaZinePhKLx6M1VuPwFK6NUqy+VtLajsf8tgiXjCV/3CnSor/TlXIayJUnQ3F0gHuO23mdX0+5rsiY99N1j8S+l1VrDjTjsrIhbaM+RXTm00sR3/AC/Mix2ro2/HeDXmuQwlTuOtH6qSrpHpplva/it6X1sRqv06vV6KxVJTsVeRHWhCsq/Tt2PqdR+G1hu43qVndo6+1ApMWUwv9K0pH0P5aHyta47+Yco0/wBOn7w9SPpVhJS8Q1SqO81iOnymKi2pPFStJa79reQOncaXuL7aLpTzuMsOMe5sT1Ra0ITlTIdC1s6drnVSTfzJB/Ztlepb7vtRi1h2vRPd0Ja8nFjtZlNpJ+ZKfId9O3177aWw0KNAo0efS6tFmxZSEqTKjqzIUnyIKTa/00PqBsTS0u1mSOIxUXfkyureFsZYSafxHAxOvnfnadioWhSRe3e1rA62sfoO+ym/nv3q8V+lu0+nLR1I6UOJypvra5KtR2KVJI73O2hkYjo3KuNSok2toyqzR1XSpSvRJP5i4vbz2UTeL2ncZN0ug7uH8i82ZqUrI6yryta4UPRQ/YCCNtp1RY4pLSbuuxLjzEbXIYoqMJ9xGXKqVH4TvCAsEcROl/x0PnbY1q+CJ9Ziv/0dFqjCE+DmEodbvp0nTU2uATbTt32sqHRZUCVz9Lri8NVtCeulzbcvKVfsCoBJ1Nh5m4sB5TWDPlVn3pKiMRZufIrgfCSpQ9B6aepB873tssxVvUOoxFjgeP8AZyqP0ultSmMmb4EpooU2q/UFa3CgToSdb6Gx2fFJoX2ooznvRlhfQr4T7RQpP1C0/u0I/HaBPpsCs8N2g0TgVtHiazjhSvUpB0SRqRa19Rf1IZOLotBoP9Mtcq/4HVtIK8v4hNyD/Gu0BfmcTFvXsA4cqnEaap/AfYX1radSpSu2i0CwIPkoAfge+11g3CuEp9LcgSoi319SGlcwUO5xpYZhkc0AIHV3uR32o8SwqXXp7c+jVBCJX9lxWijN/hIsQT2sTY39dNv1qBP5XlWsnNMI+LFkXRxE631Iva/0UAfPXSkJKjGdNlUviUuAyh9hH9ktJQ63b+6q/bytYHyG3zgbBrs+qRKpFeQtmL8V1hd0K89AoG4JOpuCNPTa+XWp7sD3XK5VbHytPrz8NXbS97EeViPwHba5wnh/3M05VKpL5Jb6/wBLnypUgCw10GvexOlwbbdKmVW9DeFS5UpjC9UZfYR1LfWhIV4tBpp5HWxBsexsdgekb0IGA4D+HGqguVTnEqdQlKytDemqAD1II1ASQBbQXFjtd46gVR1p/i/11alK4uUPoUruNLajy0INibW0Oy3Zw1WXZXCrzTEL++hB4Sk/RQBOvqdB3J89uJkgQy3We1dAoNUfoON8JrlUGUromRUHnYae2dSE6PJvc2GVQGmvbZztubm8RxffNBxvS6ixK6o8jmglSb65CLJIVbQhyxuLWvtnbDO6Kl1mVIan06ov58nCnwsshLP0UUrzakjQX08tdriPuIlYXdflVmh1HgZuK1NdRnRm9SsXKOwFjYgeXoRbcrzI2bY+KTh33pK4UrgTachH6VNRbStP0BbUSfPQhIHnfYZi7uN3MDGT9LgUSU/KlZeKhcpTSldzq4kjMANcpJGmlthmgPxYDXxaSh9DGVC1tdLuQHWxSBf/AF2dNJxvu5pdBb5WrRVuL+V3pdSrzuFenqDb67WR5UiUtRp+77dzFcdo2GFsLfa61IUVrT9ElRKiPRNz9LbL9vH+7mLPcn4txDTvuq1L5d3OwuKoG+dJCkqvobg3N9LCxGzHxFiyvRYDlZwlREYlYQtKJkNHDdW2we6w3fMq2ngJ+oOyanbvaDjLm8RysPPxWJTSkpW+0UrSgaXsQe2oANyBpptaVjak+0juRqlL+4bx6C++wnoTK/S/q2zG9lXsCb29ddoOAPbBw5hJ1xqvVFFUpb/hXFiqzs3879nEd+wB0OpvYZXY3P4XgVRyVKZfio6siHXVJjqTfQBxJC0G3rcdxqRtordo5giqRWMONYYhRZqMiEKdypaldvNNgSCDa4B1uPQ3G2VaE+P8XYjrzrmLcB06aiKtKXU8eKUtK+iu5TcfrBNiLHW+31u5qf23pfK4tp3Krf8AAhMopTm7myVAJ/3ST6ixGzaNei4cpfFda5VHhdSjqSlVvTuR+/bOmI6Bi2fXn6pgiIxwJT+d1pazwMqrEm1tfMi5JBsbja7fbKgxkVPDW76l1RuVAlxV1FvKlcVSHGFuJ8ilSSoJJ8lEFJOunbadg/EtLxu7LpcDmqdKhO8J/wCLl6hcEWULLP8AdJv53PcKrFGM4uA6M375pOSqLQlDWXO+09YXskt3U1r8wzJF9U9rQ6W5/ONS269iityqDVGP6vKjqKX1MX0bWtA1sOxsDbvfvtVBIaN7F2L8B7qnW5+I6s+vwqkMKWcqlEAAlGqfTwgfgdh2tY3wliOlue5nUPwsyeYiuqKHVXOpSQOpAHbUA9rnZQbx8KT8R4Sl0vAeApWIloy51uyAtLlr2NlrB/C2t7aC19hf2aa7vBpc/wDm5x5hldU+Ork5C3W0yqSqwsi985aKraEqAJ7AdrESoMd26rDmF8L1T3XRq3K93TXVKVClKK47a1KFilSiQm9/QX8/LbZmBsJYSoLXPtU9hiU+lOeQhGTiel7aH6d/x2R8Td/WaDAcqkqnoyLRnUlKfD9bA9vpbT67V1U9or+b6A5F5vOxkytNPq4rSlW+VY1RrplNh6eu3VnmBsO71HrvT3q4SwHRpcqsy0RVsNLdQj/bW8kntf6XBtc9hfbys9q/2kq9vBnt0tquSm6Ih1XhR0q1vkUkn8ekkAC3n2l7+vaKxHvVryGqXT0LhU5SkSIvMFCHtdCL2ssJNvK1/wAtq3d9ivBGI3eE7Q5SF9HF4qQ+lTvci17mxuLEAj9tjn7ZCVxV4dwK1jJ1ufFZRNp2ZKHZTSwnh38zm1SfxAJ8r67aS3U0zG+5aA+7Rt6T9Lpb6eKqK7AEqL5/ETY50ruq5Uki4uSNSRKhOYNlSuVgU+nMIQlPNJYuhX5gC476mw173vtc0Dd9Fi1lug0HFnu5ia0ppDUxPHivLI8gVDLe9roNwT52AIRGNkJKFi6LvQozlL3g43izosr+qzYTXwFKvpZR6kkWAIBBJ0N7EbTsHYLqm77FHuaLUESoT/6WUl0oTkJAsoaotYjUgWIJBBuR03d4SpdBo2IcL1mJChTac6p1bTV1tdQKgtOhOU9we4HexuAGVXevXqXXqLXsL8CVwOO1Ka46FocRYA9yRre4IBGuoPcc52wDvsaaAqW6/BvP++WmV80+jM6tp05XrDQnKQFEX8zbXXXXYMxpUaDhyjOVR3nZVOp2fmoSbupy3FxkIJ0GY6GwOoAJvsvcW+0HXoDTdUpeE3lwsqEvutXSqP1gkPIF/Imy0HKdPwHOXvCaxu03QYuT700taH2FBLrdl2spJHVY90ka63I86AhoZW3T4nYopcWfTZ+Eoj7FI5hpXCdspHcXCc17pN/K5FtLbHe86tRWp9FqkrFiH6c/AdQunSorchhxSVAjRQz+dzY69tdLVFJd3S8gxhzFGIX2Jv8AZZbpS4sdJzIIugm3nYa9/Labvw3btSoGGqzQWedhMSk9K/ElOVQIBGuqrXBtr6dtokmLzCc37ebxpeHJVJyURhHFRkdcSp5ZVrlV3RYEAC4BIsbi42Hd92EZW7TGUSqbvnZXuiqLTHmQpSVv8usE5XErJCk3V0m4sRaxBOpwy/A3fYopuMp9DlIQx0urjrzKyXHy3BJBBPn+/Q8xPXsJYtisV6g1aLUaXKTmad0SptXmFA6pULagi4tbttUiQfUCsXqrzWDabXvdyFv/AHfO7HupWqwfUFNu+YC3nYagMnFuIZ8Xc25WZURfOvx8iuF1KUtw2Fwe51N72P7ANouNaS1Wd0DDsDIhaJEVP63TxQCD6ggm/a/7due8NNUdwlSYFL+6rWtLqmtcuRsWFrWukm9rdvMC9tgu/bG6QgmRsayJTrsSg8VD7EpOfP4ctvCoE6G4uNdNCDrYgfmScWu0ZuBwVsMIdQhqR+qkE2FvO9tDe+ml/JzVndE7Xp7kqVkYQ/lR8JrPw/LwXu2sdwoDKbAGxGmkd1/s3Yci4SboOKKeir0ua0lp3OspVrqVg3JSrXuLWsPIbRRqK9QM1nMKfGee1FwNPxRXmKW67zT7nQjM6cylX/Ri4NlW1Ce34XF9U7oqHi3d9KgVmjYeqK+VXwn2OXXkcR5i6QQpWhtoNbi4BNzXHXsVUbC/AqmEmX6jCYUnJIdWpMyOjsQpTditIFxmsTbQg3J2v6rNqm6+gue+cQzVo4XQh1QUpPewBFvKwJAAPfS2jO2VjA93UvGTTdUaiPReO1nXxUFDqVfqqBtqPX9mh2ocSYddpcBt11599iKtK83iypOhzfTUfQG17d9u+6ip1Ss0tusu1bOh9Kl8Jdsv0IIAvfX02scZmqSoD7sBlt9CM2ZGfKrNr2Oo/IjXX6AwUkpAWtwqX7mc+N8CUnKvIjPmv59iSRp9R5a7ZYxg1xapLo0rJN5XraTwuEmQ0TcLHYZxYXTcEWuL6gaOEb+hn4Ep5zJ4mlo+VVibEeXp6W2T+OsHRZ89uVxloXm+qUZ/JWYapP0IINrWGwv5oeCtHwi1Po1WiyqSxCyMOri8VSk5unyOoIATYgXPUTfy2yxIT7rrMR1qIjIv5kr6VI07n1/GxFzfbYlTwzi2g0ZiU1Lmv059p3KmUkcJy6ekFQBLQJ8KgcpJsAb2OSn3+K6401TloX4evxZvQjzt6j9m1wIrfCh6VKixeaayZMmfOr5fx/122fui/k9cWYnwajG+/wAxszu9p70fi8hFS2qay0QkodkPvEMxleK7RQ4QCm6kkFIy97MGI8ERt+eAXd78un0vDVLq3Pz5Ey6mMzLTjkUFIBsoykxx5g9voXL/AClPtHRd6uLaFQd3OLEVfBtIgCV914nCcqKnFhxagQLrbbS0EqIOXO5Y9R2tiIvWGaNVv+Td3K7wqXMlbkvaofrtQimylPu02rxG1A6pcTCDK0k6i+fS98qrW2xPvP3N4y3Lb0JeCN41ERTq3CaRIQ7HdL8WYwu4TIjvFKVKbJSpPUEqBSoFIItsPblN42KMB77sEYywbLlRauxW4EX4SzmlMPSW23Yyx2U24hRSQb6kEAEAj0Q/lY6bQRE3ZVl3gorHOVGE0v51RVIaUsepAcDX4E/XaBLr4cTG+5H2dN43tLYtcw5gNmKwiFkdqlXmKKYtNaUSAshPU44cqsjQsVFJuUJBWna7vsH+z9hfkMO7xvaTMXEi2kp4XNU2n8ZdtS3Hf4jgST2TnUfqe+yt9m72td2ns8+zfXcERafUWN41UdqkxqaiA2uG5NWFNwXHFFYUUobRHChbQpUBfucwUaA7VHX59ZqMqa/KdU67IlOrddeWo3U44tRKnFk3KlEkkkkkk7WkuTmO72ufYLxRuXw5L3n4XqyMV4OZRnqT8eKWplPYNsrzraVFLzQ1zOtlJSCFFASFLTj6n4ZgOwH3XWs+TrzJ/cQe40110P129d/5P5UqvezpijBuKC5Kw9TqpMpcNEpZWhuE5FaW4yCon4aVOuWSNEhWUAAADyepCYtL5ig83n5Jamo76/EpA7E9rgix7d9oJ2zhB6nRWoHElNO5Mi1ZHcvSq307fiO2xuqS1RorGI4DP3WVlRKaSvobd1stI8gTcEXtext32r/dVLdivtSmkLQvxJ/zI/5bFe6rdjijeXPb3c7vqe/W6vUc/KsKXl4aBYlx1Z0Q2jS6laC6RqSAbZkyiptRlSp/PwOtC+h2Ppm/b/lfTbav8nrue3Tb7Zm8RneVg6LXl0JFHXDTIU4gx+MZue2RQvm4SL3v4Rt90r+Sg3nu0aPKqm9PC9PqhazOxYsCS+0ly3h4+dBIB0J4Wvew2dnsC+z/ALzPZ/xvvXoW8Wi8PnY9AXAqkd3iw6ghBqIVwVWBzIzJzJUEqGdJIsQTEhiPieaeN3oFL3g4wo1G+BFpFeqMWOhF1cFpElxCUFPfKAAkHuQLkHvsOz8RSmvvUqIjJ4OO11J/4j8DqPQ3ttL3lPu0vfJjuVFdQ8tGKqupWb9UzHjlPnYdvTZy7gPZU3le0/Acr2CaUxR6I26uLIrNUzIiqdTotDQSkqkEHQ5QEgggqBBG3SYj6jJiz6XxXWUIzp/WGVX5j/X9m1bDY+68WLkfYR42s/V+Gh0P7R9O227Jv8lJvZo1Kf8Ade83COJLpzqpztOfp3X/AHHc7ov6ApAOmoG2RsW7mq9gPFtSoMqI5SK3TneXmQJVkqSruAqxKVJKSFJUCQoEEEggnpOQYMNvUufF5X4aH0eFDtkrT5aHsof67TZSeQo3xf0605P1lagDv529L6bfrdEntSm+fiZEeFaV9XV6g+Y/YdoOIuLxW2vh8Bjr6l5UpsCbkk20A7k7L2t8SJ9UxmL8N2U0tHyf3Vfj/H5bV8wNOz3IsXiIYQr9TN+Vhr+fp69ttc7lf5Orf5vQwuxiOvSqXgSl1BtL8NmsNOvzlJN7OKioyFtJFlBLi0r1IUlNtrveN/Je7+ML0Fys4DxXhfGsphOdcBphylyHkgE2Z4i3G1r7AJU4gH9Ydtjp4rO3LMXSMMRZXxeMhaEKzJWtHU3+fn9Li424opjrTvC43wPkyKzIV53+nfUGxG3V+TWYEp+BPZfYfYdXFlRZDRafjvoWUrbWlQBStKgUlJAIIIOuzU9nD2dd6vtD16XRt3VEZbg0tSPelWqLpahQ1KsQ2VBKlLdKTcNoBNrElIIJJOi9cwdKditz4r3Wj5PlUk+RHY/joR67RazRaXVIHKutcB9C0+L+zV9D5jb0DkfyYu9Sl0VwwN5uF6vNydMNVOfiIUq3bjZ3O/qUAettk5VfYV3tUbdVizfJih2FRGMKR6k7KokxaufyRSrNkUlJaUlxKczas9ilaTcX0qZGRMlR8LQOa4TtQ5r+4v8A6fuOv12KqFBgUviOtM5Nhpuc060400yhEptXRl6lOJvYC3dSu1rXN9ATttHdV/Jv7+N4uEmKziiq0jAiJrQWwxU47kqbkPYuR21JCLixAU4FC/UkEEbQBLEzHFOQ1Kqk93oyLWrJtR148rVG2uLnR0r/ALyVXsLfmPLba28T+S83+busOyKzg3EFFx+hjM67FgtOQp+TuSyy6taHVDvl4qSRoATYHGDmGKpPqjkrlH+PFVwn0LTlUlSVEKSpKgFIWFAhSSAUkEEAg7WzIBn7MVxZTf3TOvKn58qlfh6H0/ZtZQZNGr1LfwbVJa2Fvr4sLipyqZfANsp7WN7EAi4JHnt81/CteaitymmfhoT4k/Lp32pJtP5qKw7KdWxKRl61WSlSvUH5Te3oNrZnT8YXWcOSv6GlrQtCuE61nyqSrzBFtQe/mP27G8d512LxeEhHzLSlOXq8yB2F+9h+zYfW41KlMT6p/WkJ4Tq0eFztZR9FAaG3cfhswMAYDxbvQxbTcB7vqI9VK3UcymGGrJSlpNs7ziyQltpAIKlnQEpAuSAQvOnxR32moG2x/wCT93Kbqt8f2+a3l4OhV73P7qMPjuuDg8Xm89sih34aL3v4Rt+UX+Sv3s+625VU3sYUhVFac7sJqnSZDSV27cwVoJAPnwvy2d3sFbit5e4jFG9DDu8aiIY5pNEdgT4rvGhzkJ50KLK7A3TcBSVJSpJULggpUZEqTPIPfWzAoO8bGFGpbPAhU6vVKLFa/wBm0iU4hCb+gSABe5sBck3O1ZgeZiiBw5UVr7qvxoWvpUn8P8rag7GG9uPS3d7+O3Z/XkxRVv8A1Nd7a7NH2c/ZI33e01FXU93VPi0HCjLqmH8QVbMiK4tOiksISCt9aToSkBAIIKgRYWHqSfJeYGRpHNNcVrwL+T9X1H4j8L7VVWpTTvEda/8AI22ZI/klN8eHIr8+g76MPYhlZc/ISKc9ASpffpczugHuBdIB8yBtlrFmFsR4NxHUsG4ypMqkV6lu8KVCkWztqsCCLEpUkpIUFAlJBBBIOy9g/MDj8RaOx3WtrLD77vNNtNNLlSn3UNR2Gmit95aiEobSlIK1qUohKUgEkkAC5ttIqMf/AMLZv+w9V92GEvaVw9jLe9XINHouHoc2fFkSrqaVUsqWmEmwOoS884nTRTaTcEDZJMo+MyQZpjd1/JzT2sGN4z9onewxgFtbCXXadAMbPBvqBImSCpjPlsFJQgpSc1nFCx2tZP8AJy7uN4OFpFV3B+0yjEjzaul+a5BqUNxXcNF6AGy1f9Yhyw1yHttmj+UM9oBvfnvt5XCeJ/emCsPRWGqIqO792ecU0lciSlNgQ4VrU0VKFwGbCwJKg32KMVYs3fe1Bu9n4Ilv563W4tEqkNLpyzKfJcDbwUNcwaSovgEXBauCNTs8t6s+yWzFhv8AsMYo3aYnnbtcb0l+iYopDqWpkfNnacSRmS624NFtrSQpKx3BsQCCBbeyx7NW9T2oMbuYT3f8GE3SEtP1mrT78rTY6yQkkJupx1WVXDbFs2VV1JAKhr3+WHp+HYu9nd1VOUZXNqNBmRan2zKYafSYxI76Kdk2P4+mzd9jPkPZ0/k38T76aBEQuqTYtexQlTqs3EdZU4xDSSQekJjs6WIupR1vqaSWlWP5Pb2dMJVCm4Sx37V0qLit9pP3DnaVAVKWALqbiPJcfykkWAcURcanvspvaQ9j7Hfs5xvtj73i4kwW++hhVTaYMd+C645laRJZKlJsolCEupWQparFLZKAvB32srNaxHLr1Zqz9RlVSQuRMffXnXKWrxOO38alHUq766WAA29e/YHr7vtD+yPjLdBjd5+bFpD8zCjTj8grd5CRDbdaGfRQ4ZkLQ2e6UNN2NxtIeVD7p5lYoYlSqyxS4ER+VNmqaYhx46Ct2Q6tQQhpCRqpZWpKQkakqAG2vN3n8k7Ei4Xbx57TW+djBXEa4rtOpyozYg31AemyCWisDxJQjKDey1AXKg9jHF+6vB3tM4cxtv3xDCw9Bw3SJ8qG7PzJaTVTwmW0EJB6w25IIvcAov3AO0P+UV9oP+fjfktrCWJ/emCqDHYYoS4rp5dxSmkrfkpFgQ4pxamySAcrKQLAknnMAQqtkzTw/k1932LcLP172ZvaibxG42lWVNReh1KmyFWNmzIgpQqOSRq4Eu2F+hRttivGlKrOA8ZVbdzvGoi8PYooLqWpjClhaNQFIcbWNFtrSQpKuxBF7G4En2E8cYy3de1Tu+ewa7LX9pK3HoNXhodOSZAkLyPF0ahXBSeOLjQs3uNTtpX+V+pVBi75MA1mK0wiqTsPvsT8i8q1NNybx7/muSASNbEeW3B5OwWiJ/2bdxED2lt7LG7WViZ+g/0TMqy58KOl9SUsOMoAyqITYqfSCb/57a4l/wAkVheV+k38V5GT9WjR/wDVZ2U/8kPQ4krfTjOvN589IwuiKnP8vNS0qNvS/Ki4+m2XPaqmUfHftU7zZXGjPPOYmnteFK1pSw6pmx0JFktpGum3b5HaCjkTcT38jXhJvPKb9oLEnEQn/wC00X/1rbzww9SpTuR2fkRk6VJ8SUq87GwNvx/6xqBhjDD33otU+Uj5VtNNqTmHoQLXG0yrYp5XiNNfPm6/mzfjsMmM1jAk6u16BS2uE00jweBGwlQ6LjLeXiNFB3fYTq+JKo918nSYbkp3Le2chsHKm5HUqwHmRsOVSfPdd21R7JPt6z/ZV3QYkwRhzd7Fq9erVedq6J82UUxY7RistJQWkDO6oLZUopK2xZWirkjaAJxjv3Efyam+2u0uJK3jS6XgCKvLxYr6k1GoqSF6jhsrDKMydQoukpKhdBsQc/7xsNRcJbwcS4Niy+aYoNXlU1DrtkqcQy8pCSqwACiEi4Gl+3ltuL+TW9qbfF7TeNd6M/ejiFuVHpEWjKp0CNFbjxYZdVLDvDSkZurhoJ4i3FAiwVawHnV7RWKXf/Rgt6MDrQhGLaunOlfy826NqPUPiVztghiF+K1Wo8CjU96bVJTqYrEWK0VyHnVLypZShOqypRACbEkmwHbbaW7T+SUiNYSRvA9qXe6xgZD8cOv0unKjITTyrUCRNfJaKwLhSUIKQey1Aa5o9kneJul3N+0Ph7e1vQaqkql0FEp9pDDQkO86totsOWUoApTnWrMTcKCTY2uCr29vada9qDehAqmCKtUfsbSICGqdAmfCUzINy+9kSopC1khOa5ORAAsCQSJ4iQXj/rv8kxum3g4Rervswe0wxiCQwlWXnpESowpC7dLZkwgCzc91ZHP8O3nfjDA+LN2eOKtgPHdEfouIaDKVFnw37Zm12BBChdK0KSQpK0kpUlSVAkEHZ+/yeFexZg32xt37WHZcpCK9MfpdTYaWckqGqO6pQcHZQQUJcF+xbBFrbNr+WRo1Fje0VhOswHUe8KhhNlFRZTbwolSAy6rzuocRNzfRkDy1sfUr9wzMTRmeFxP/AC9v1xtpr9FtqPcF/J/72faM3QOb3sG4hw9S4rapUWnQ5/F4tSWwSlfUgFLKSsKQCQq5BJAFictSw7FdcansrZWwpSXUK8Tak+IH6ggg9xtQwyTe/s5fyWFF377kcJ72sSb3KvQZuJ4rk3kItLZdaZaLziWrLWoKJU0lCjcWBUQLgA7Mn/3ipgj/AO79iH/5zRv/AFvb69rSUzgj+SY3dYYn/dX63SMJQuE70/H4LcxbZB8wI69PUbeUjUeEWkcTlkZ/CpSUpSrWxsSNbH02v9sGZtL2v/YTo3shRcF4oo28abif31Un4rrE+A3HS2lDaVApKCbklWoNhp38itKQmqYtnsYc3fYOqlbq8pCfuFJhuTHcpNs5S0klKb6FRASPMjZJ0wNwGnOHkRxMudKUhOa3a9rdrm3ptrL2WPbmneytuqxRg3Dm72LWq9Xa8qrNT5kotx2WjEZZSktoTndUFsqJBW2LLuFXuNrA7ZcDiMbdR/Jke0VvAlMVXehUqRu8pa+pUV1aKlUlAEacBlQYbzJuQovqKTa6DcgZZ3rYVi7vt5eLN30WorlMYerMymtPu2zvIZdUhK1ZQAFEJBIAsCTbTb0g/k3/AGod8ntJY/3myt6eIG5UWmQKQ7TYEWG3Hiwy6uUHOGlIKjm4aTdxbitLBVtB56+0tHdle0tvJixfGvFdU/8AUpzaD5Re1RAWFU3YEpt1r5P4t+e3Wo4fiynW58D+qyupCP8AZq+ZH5Ht9NrPAG7LEePMeULdzQWUe+8Sz2oEVDq8jSVKuS4tVjZCUBS1WBNkmwJsC4PaP9lPeJ7KUmhN4nrlLrdLxCl3lZ9OQ4gNyGcpU0tty5ByrBSoE5usHKQARfzRbylJ7N/sr7xfaWxRLoWCWotLpdLy++a9PQpUeDm1S2lKbKeeI6g2CkBOqlIBSVazc/k3fZgwtKiYYx57XEyHit9ARyvvCkQFPO+fCivocdCb9klaiBpmO0ndN7TG6bc37DT9GwRvBpbG9CbS5UpUPIeZbq0hZSFHpCVKZbKLXNsrSRc7echi+9OPKqjz7y5q1uvrddK1OLUSVLWVXK1kklSiSVEkkkm+1yYTKIPyZq32pP5PbHns/wCHZG8XDeIEY1wdFOae/wAnwJ9LaOgeeQlSkvNA+JxvLluFFAQFLStvZV3E0H2gt58jAmJ8YrwpCRQ5VWRUUpaXmdbejtpZs4oJ1TIUrvf4fYi5G8v5M/ENUxv7KWKME48lrqNCw5VptBgrmXUPda4bLpYKlXu22X3UJHZKAlIACQNvKaly4rtLYad+PkSnKt1Nl+HuRrZRB19LkX2oQs50Aw3xPSD/AN5dbpv/AL55/wD+ZYf/AOM2/kfyXe6Zr/8Amef/APmWH/8AjNvON9mltRf6pkc+T+9s6/Yb3HRd/ntF0Kjz6cH8PYXy4jraspKFNR1p4DJPa7jxQMp8SEO+htYY+JwCMfUcntWewvhj2at2sfHcHetOrUqVVGIDECVDaZS4lSVrUpJSokkJRe1rWv277ZNajbai/lMN+jW8Hfu3u0pdR/oTAbSobqErKUOT3Mq5Cu+VWUBloG10qQ8L6kbZZu1wf0v/AJracytiqrcTtXKNApc/kKpkz5M/6u0NuDRos9vhfDz/AK/h2Icfq9/cOVFeX0eNhaB+0KBJ9NPpsHRmf0fFZW4j9Vfi/brsJA3801Z1qcP3NVHHeChbD/Wn/Xt212+KOuU1Xm58V5+KtCvGl3KrT6/8dieSvDk+AxFlOykLR158gVlV6fUfkDtZ0vD2A5UXlZVWfhTfkdQspS4nsQQUlJ8tLjt3vrtbZIwI4sIbxp8XkJVUdYqKP0XFfQlbrdu3xB1C2o7kfTbUOG65FlQGJTTqMi0J8O2AKHTqXhye261Lmr4C82eKkqT3vcpSb2I1Ngfw211uzrTUqjMOxXkLR4+jp/cRf/XZO2vtHIiGtQYzG3WarFdgOcWXwOhWVefp12x7ineFvaw5jx9qBUHF07MnhcJ1aEOJvcai+W/4kfQeehcV1ji0Z9pp5hb/AAv0S+rN+Xfv6ee2VMONYorNenuxWVxXOYUhbHMH4dj2KVDXT6A2v6k7GqO5YPp9e59xhniLe7vGqkWPxZc3oyryuu8X0uUnKdbfiPyvtNizsUYtisOz6dCX4lrTIux6jOl9oFGa17JUlPoTrtKpWCHeE47VHuSWvqztLGRX+7YAH1Pbv32GH94WI8G1ltqqcrVKXmyPuxWsjqUdrgAlJHnaxJFtdb7FG35m8F2rxLevR8G0uK37+a4/gVwlqQrqB0AIuLX7Eny1OmgvUMQ0vG7XuGBUV0HJlRxZCgrL+QINvPS2nnsQ4vwhu53l0v7Zbuce06U/0rlUuUhyO+nSw4iF2Uk3Fs2QA+R12H8HYQw5PnuYXr1EfQw/4XV3WlKvVtf07hN/367HFglCILYr3ZfzfSokqqVGnTWJvXFmRXeKhStTZQ7pN9NRY20OxLRGqXVIvIdDjC+vLqhKleo1JBvfUabMyn+zlAa4jVZqK36chSuEuOsqRrqMyFA2NrDxXB7fTpNw/Fwa05S4sRirwsnwuLbMn1CTcKQR5KB0+t9qP5zgJnaoxJ9BrzkVpmUwtf8A58NdLyNQLkAJVp8wP5jaXLwbKpfKVSqU7gQn+tbrXWnKCLk5bkAXFyQBa58js0cMR8R4oxG5A+zEp+nMO51okWd4arWuhQsrL9SLjW9zqTXH+6qLVKM3S4FWfhZ8vwsmZCki97gap08xe37tgvXKtXvgc3hHdVXqXElQKSjjvoRmdj2zfQHUjse9yfQ32uqRjSqbkeG7gOkxajS33fvEd1pKEJvorP8AKfXNYH1PntZYB3Fyp8V/+bmo/eoq1IfhKfWhWbTVF0lKgfQ6G2vncngbuqpQZTjVZpz8Wbk+L24DyDY6oTdNvqQAD5jUGU8fUYRFUYlvXvaBntYcbqju6FDEqUhOdGQITqLXBAN9TbQ2vpc3F1XSahK3g1R+VVMMrp638vC4UgJyqHopQtmN9Ae3532bCKfRotL5Cs0SVFhP9CJECUXYrKrfq3PCvl8gkEkeeuwLXZlLwbP5WK1UX4spGZp1GV9Cr+YKNdfLQnvfsbWd90kDbDuJOnuwG6Di1mUt+F+g96RfispHYtrVZVj3ulRBBt56z3ae07Fbd4SM68qUdHS4rvYnyJ9fP622WtL3iVT7xRqpSZUqEhH6J3qV+SFAOo8xdF9fLYjpIwbWaM/Ko3vdh9jM67FddLqMo75HBZeg1CSFA+ttNgy0mVLiz/6L5SUytfSlfhV5+FRulXr6bSqPg+VFa4sriTX0Zsq1Sj4T6pVcD8jb6bDzNUlfDitVaVwOrKha+Knz0sq9j5eR/Da2ViafRovxfvXTkaX4vyUNFfmCdryRLmfSXZUBxp2XFYRl6mpCMi0q8u1wpP5fgDsGORKpS3W+LVskJH6J3MFISk30CwSlQHYg2It5g7Hm7d/7WynGqzSeahL8CFrK0pv5ZVXujTS9/Mm57llU3dbvqXxJVLwmwjIjM7HadUnp73LdyD20NjrcAjXahEo9iqYsWMOUaqcOBKZR8RGbjpXl6e+hGiifQ32OVOVSjQG2qNXIT9OX/WoE9gOsKaA7C90jy87jaZhTF+6pp3kPdMWF/iaQnp+ih3F/XY2YpW76U6/PoNWpDC3+uQmPIGVz6lAVlP7AdiYgDqOYtqjh6BRpUSqQKIwthC0qVFiyF5VI88ma4ULdkmxtbXy2Fd4tOw5K4EqltSosWUhS1tLunhu/TQj9hI7+uxZjrH8DCUCW1Ap8Krop3xeVQn5U98tr2WBci1jcWuDqKvd5vbwHvQpblGaqD60P+KK6opkR1H5kFSSCR63B/G+oyIVLg0W+G91WI3Z/vSg4hqMWd42pDScrqU/7mUrHnY6HtYbHuHzvG59iBi2oc6jpzr0YUpWmqkiwJOvcDQ2PbUzFEawl/wCcHFlR61/CS6006jvfq0C038iDYm9x5iVXUz8RxWKp0e9ISMyGsqMshIOiCDbv9LnU6+W3BIYtAvFuB6XhyVzUVlEXj+NaM6EpWQDqg6IJ9RoTrbagw7G5Cs8KfT35Xz9bQfQpN7XOl0jXxA6W2Np9aadaYnxaIuUwxmalUlcgtKZ/vsrJsQe2U2HoBtLmtUuBAbqlGpPyZ0NOu8JaVaEoNgcv5ixI8+23SZxYf3c0ue3VGslIqKP7Vj4Tqrd72GVafLUHzF9raXhal4y/842LELz9SmGkNq4ygq/a4II72AudQRY7Br2I8G43a4WI8Mriym3U5JDqwlba/RakEg99DcXv9bgZqmFHYDXCw5T31oWv9BIStbSldrtqRcoUB8pIOt7m9hbMptjLqe76VAlMOtPMcCKpPHTIT1Nq/WubJA08JI/E9tmNQt1276VFcxHFapC330feHabk+IsXsVJT2Isb3GtjckDZaYU3db1XYrc+VzSIq8vCdXUlrWyk/KLHOQPRQ0Pn32b1L3N4NqjTc/EfAfm5U/emPgLVb1Ug3UBr3Jtf89p7gX3BP/8AWJ2v1+l16fLoNLlyoq2FKS1KaUZEWVpolxsk5e9ipCkkEX0FxtaLpTsXCTdUaeXFmxehMqE6XenvZQ0LgvrYC4PbvqV4yw/u0wRAlu0aIhcphClI4T5Q/m76L11N/Pv+3bOm9Xepxd30iqUt6bTpSEqXwnbdShexuCL9tDp37HyILN/qQPGTcUKnz3XGpVJXVGF9CVtRSpaU31KDoTfuU3uR5HYRpMOLFrLc+fiZaIv9lldKcupzAp7DsAQR6/jsu6F7VOLZUCJhKs4e++v5YrUxEhfxlG4SbFJKTcgdySPMXts26fu+xRjejN+/uSq776/GnodynsDZIToPI3v6jYiznPE7Yhx+7yrFG3c55VUnK4UflXUKa17rzINhbufTZ27jNws+gxftRjdpC6vKyuqdUvi5VamwJufOxvc28++15uV3I0HdzF96VRmKuUtCet1ASpNuwBNgB9ANTfU7X28LffhfCUCW1KqCIq0J+Fm6kqV2sfQXsL637DaLH/lgNsFt9+9BrBtLciyqhwOnIlSV+ugFtSfTS22OF1treW1WotZwxNi8DNwqlF4iUJVkJspQBSAdDYgDWx102G8V77oG9XGUhqvS5UVhiatphWQLivIuU3STcgE3sLA2IBA12beF2fsvPgVTC+JoUJhfiQ71tOJte3Ta1ram4NjawtrFY8pOInt18LBEpqfRsb4YfclQnVJ59N1J4p6sltFpNinVBJt527vvcpgPdLKr0+l1l7kmH2EJpbqZRadZXnt2cADirAHrBOp17bf0uJu0xRXv6eifZ6qMrT99gXXDkKOnUkABJKtbgJIPkbW2X/tJVGs7uZ9FgUuIw/S5S0LanqYzMOa6IzpJAUb9gQbWuBcjZqTC+Bu95DGVSdiy3HEUie7HjykNFCpCEkjMFAlNyBZSCLAg+ViTvENB5qLEqlBlseNLudKClKVCxBFgcugsbaHzGyzw9voxbg2KxPgYN5Ja0pdqUWQviwpTR7m5SSTbULAuD3BHf7xHvT5ppyqYNiLhVT9OqjOupzKubBUcZilYJ1AubjNY3sNq/wA0vNWRsIfbKg8+0ywxVOV4TvCWU8ZI1BB0sQb20uL9jtnvE+7/AHaSqNPi4ywnFoNeQpfHqNN+EmQvyckR0qHxDpZxsgq76dtircPvoxHK4DVeicB/NkdaU10q1t0qNiFeZSQRaxzXuDy9sKXu+qlGg1SBL4Ne4vA4GqeNcglK0diR3BBBubg99rbA/BgiJk+k0nGUWqT2sOYhmohMOutda1utOJBuLJN0m5GgsdLaeQvMGY6qkDEfIT8MRULQtSudjpKEq1tYjUgjpOhI0Og02N8DzoGF6Nys+Ixkfyq4615UpWbk3UbgDXuTpa3bXYS3gbyKXRmnIsWnIRNXlWt3N0OJVqF5hcEGxspJIuDc3FhUVLVzLAbYZ4lVhyqVmBiOeywwhiUnizc5T4e4cy3BT9SLjXUajbSm9ibXoG6BufhKnU6ovsRUSGmHXQlEiykkIS5qlJN9FEgA9z32xxgfETvIcLEcRhDE1GR9Ckhaeq1jYG1j5KBB1vci22zsEttV7BrmHIrK+VlMLaR8vSpvLodBrfvYa/t2Va0P6nBt/KzPy8f4oxbhd+l1TAVRp059rwupC8qgDolQ0WBa9gQR6EgXzhQd4VUwvz9BxRElclUVKzKhXQ7FXrZYTbrtoFJJItcj0OrpFUiwIrkWezKWiKhbrqVxcrtPVa+chIGdGmtrEX9CNkxXMAYSxbi19p2rIfi1FGbhJUpCm1AkhZSQbC2UZhbsRbQna4MsZpD2TanAxRuql0F2rMVHgKX1/NoBZZHdJBsRrpbuLbFlentV7lIEV5hEqFlQtCOrKoaWtcG17XHf/PZaezxRKXulqjdLivLfYlJU1md8Tib3zK0ve97a2PawFtiLeVhaBRseLrMDoXV/i5dULbWLXKbXFvUkg/QgG3LWLPFpQNGFTaFQcRxW2uCiLVEfIlWVWb9dn1B809wb6bXgxJiPAbTcXEcRdRpfh5ppr4rP1UPnHqdCPrpslcPb2oFGxvAoM/Ivj9CuycydOtPlmH42P1uL6vgxKNiigt/GRNivoyZ/m9PLsf3jbzOopbp9x7XEOTuHM+6dU/fNBblUZ5C+Oj4TviSr+PMHt5jZbe0Zu+xRjfdVLi4XpzEqvRWlOxWmsqXVK+YICrBQIv03BJtY32razR94O5aqOV7C7q6vh59auYiq6kpVfTMkC6VWuAodza/psx8F7zcEbxoHK8ZEWb4lwn1ZHUqHmk6ZrfrA+XYagaWj6mj4SzgwZTHIiH3GSZTWA4EWezwJSEJS60totKSsCygUnVJB7pOo7bFmJ5sqBFfiwInHW+lWRSLLyryaXT3P5X7du2zIxng+BwvfMVr46Mqnf1nEjzV5kgeewZVKFRp9GcntZ4r6EqdQ60vpzD1F7G9vKx9NtfcrSQYjKHKnympbVZZRx2HVoVlXmSr87A6+YIvf9gFKxUJ9Laf4VOYmo6vu67J9dLqFh3/f5bW8SdPaxQ+07EX15s/+IX8ja9+x0Nr99vjedW6DQaXzUpnrbR1NZx+Wh11+ummy59xiLGHvIaxbS5+EnZc2FTpTCpDTEprqbUgEcPN5DNlslJsT2BsdstzZXxea/t0JyrdT4u3n6j8R+zbVeA8ENYyo2JXaNQ5S0cJcr4DWd1lXDGoIGcAEAkXINzfTbI1fjyqXK4UrjsLX/tWsqv3gG21ki+oEHMTVbn/hfP8APk+a3nby/H67XGGq7zVLcgT/ANOhPQrwqUn0PqRtyaoEBp3iyms63/n+T62H+o20l7DHsW1P2i8ULxPi1mVTt21ClKTPlIdKF1Z1OvIx16KAA/SuggoHSkhZzNkip8Yyv5OT2TPtbiJj2m95bSIuDcLurm0HnLIRUJjJJMw3sBHYIKgo6KcSCCA2SpH+357SzvtD76femHHlowvhdKqdQf1nEBWZySRYEF5YSrKSbNts3AVmAePtxe2RT8bQf/RedwTrFP3e0hCIEyXTkBDNUS1ZKWGAmwTBbsALWD9rj4IBfxfHo7rrvCddz8fx5+pX46jW58j+3bpAG7mXGG8XRcR0ttqf8OaxlSv+96Ef8Nt+7hPZd9mDG+73BmLcUb+JUWt16kQptRoKa9TGuXlONJU7Gyqa4ySlZKSknOMtjrfbIuGfZH3tO7r5e+6jYOYfwaxFlTXaoxUY2ZLUVa237sZ+LmQtlYICSSUmw1FxOgtxYrX3/rYzdf8AhPnt0556je1icY7g/Z4+wm4fd6tnBy4q49XrMWVxXoMdz9I4pOriuJmOeQSrKCSbaKT5VV+l+5p8eqO9fHzId/z8vz29R/5Ois1XEe7TF+77EUx6rUGlyGGoDUpXFSzHktKDkZJNzwunMEkkDiKAsLAeau9lEXDlZrWF4vx4VOqkqAw74lcJpxSUque/SBr6+e0ESggoeE618KWjIvLl/vdxb8Rt6WfyauEKFuz9nnGftA14oefqMievj5cqmaZTQpBaB+rzchRNhfpuOkbeVDDjtLa5p2Wt9C/0rSk+ptdPp63/AH7erXsjRXd4v8mDiHCVBeW5UH6Vi6l9HjS+49KUgf4ih5BH4jadsu/qYP3ge0Rvk3x4ynYyxHjevRVynVKjw4c91pmnpJJS00lBCUpQDlCgApWXMSSSdvQP+TC387y95+HMbbud49bfry8Brpq6bV5jpclvRZgkgNPLOruQxCQ4olRDliTlBPlzh2rxXaW27wX0IWnOl1N8qknXUeXfuNPXb0F/khJLMus74nW8+fl8N5lHwqTmqlred73vqR2tt05gNsxlJwS7vQ9qCrbvoDuR/EuP5tJW6myVsoXUHA46m4IzNt51i4N8uo29APb83i449n7dVgjcP7OmGa9T4s6Mth+Vh+nPOrg02OEISwlbKSppbqlElYsopaXYgqzDGm6GbBo38oHQqzU3UMxf50KjHUp2ycq3npLLf0N3HEJHncgEX2317cftp7wPZMxHhCDQd2VOxFSMURZCuclSnWSzIYUnM30pIN0LQoDQ6KOoBtAlT8Tz03d7wfaW3N43o28qgxN5MrkpTT9Rpa4E91ipRc44zDjaklBKkXAUoBSVWIIsdtR/yue76AaFu+350HPFqD8pWHJ7rScqpEVxlyTH4hGpLamnQm5sOMoeY2CJn8stvPgzhFe3GYbyL8C/ez/+WTYA9pL27cUe1JuvYwRWd31LorDFRaqKZEOa46tLqG1pyHNYWs6Tca6Dtc7TJ+6Z0wnWao1Kciz5b76MnTxV5v2Hvsf7rcS0bCW9XC+PMUYZXXqRQaiipP07OEc0psKUyMygUjK7wXCCCCEEEWN9lhRy01Pb4r3j6NtC+zRuji75N8mGt3UrOxS6i66/VHWl5VphsNKcWEnuCvKGwoapLgV5W2Uf7pYwl9qX2xN6ntQYopuF91VIxjS6DS4qVyqJRkPyn3pClLvIkcqnMtvJlShChlBC1akpKDT+Tzn+0bu/9oalYTruHt6H2HxPFmMVFqvUeotwIL7cdb7MlK5LYQySpstdJGYupBBsmzp9p/2sf/RR6pE3D+znuzw3Tn4UBqfIkSopVFb4pUQ2llpaFrcKRmU64vutOiyVFIZ7J/t4e0Xvf9oLB+7XHrOF/ctdVNRKTApy2HUcGC++nKVOHTO0kHvpcedwyp/lg4if5TnCFMw57VFdrFHaQwurUGBW5iE9OeQEuMqUfLVEdB9bgnW+2w8Q1ud7Df8AJ50mTh1ltGLnqbCaW+uyj75n5VSZBzA5+CC6pKSLEMoToO2Sf5V6vyqN7Ui2m4qH2V4IgXSr5VKemD99gNtL/wApc47jL2I8IbwMLvh+lxapRaypaNUPQ5UR2Og6HwlUto+etu+xJ0854W+/e/FqjmMpW83GXvTi80iY1W5PHSvNmGpUcwv8h6SOnLbTb08RvexHv4/kt8V7zsWhn3xUcEYhjTHWkZEvLirkxuNlGiSsMhZSNAVEDQDbyYjwJTsX4UtHAX8rqc3DVbuO3566jy29NNzbfC/kf8UNfqYXxoP2VCobQZLzPv8AJh7nqDvU35OYoxHT2JsXd5AaqzTTqMyFT33FIirIvY8MNvrAINlpbUCCNrL28fakx5jvfvVt1OF8TzaXhTC8r3dwIExTHNSEDK+68UEZ7O520oVcJDWYC6jYj/kYqvGaxrvYoMl5HOv0ujSWkZupTTTspKz+ALyPL5h9Nst7+6e7gj2pd5tBrzKxKYxbVJnnm4UqSuU2R63akIP1vptEj+aPb2P/AGgt6G5vfbh7DlZxjV63grFFRj0mfCmSHJCGVSSGmJLIUTwVtvKbLmWyVNlwlJISUsT+UW3UUfd/vjpO8ahQ+BGx/FfVUmmk5Ue8YxbSp76KdbdauOxLSlalRJzzuhXFxbvGwZRqC7x5U3ENOYaaT403kt3XbvZKbqKuwCSToCRrr+VprzbVK3c4cjf1556ozv8A0m2gR0a+mYrNvXIr026dMFVfF8DkHIEVpb7+fJkynp+pPkNhtWGp9Z4fxsjHStX637fTa+pVNaaa4vzry5/8W14ktNNbdLyph4cixYvxWs+3on/J0YWwxu09n7GHtA1RpCnKi/PWuRkyqbp1OzILST9Xm5Cj6nKDewt5/S3uK1t6EezVT5O8D+TTxRg6jZ/ej9LxbS8rXj463pSm7W+ZSHWlD/ENqfzSp9Tz+3he0Dvk3yYtqWMq9vCr0Vb8hS48WHUXmmIKLkpaYSghKUpByhQAUq2Ykkk7ehv8mPvt3jby8G4swTvBxC/Xvsa7T/dtUmOl2Y5Hkpf+C8s3LnDMe6XFEqIXY3ygnyapVY5Dhuu9bEpGfOn6+f8Ax29L/wCSUciu/wA6jsR7iZ/cWb9ZP9e7j+LjaROI8Z521PBVU3te2FUN1cB59v7T7w5tMW61bOy0upOh50X0uhrMrzJy9j229Kf5QjeNj3cHumwbuD9mrDNep7E2Gtl+Vh6A8tyDTY4Q2hhDjKSplbqlElwWXZpdiCrMMLbiajAo38pNSqnVHUMMHefVIudR04j0mS02PzccQkfUj129GPbu9tzeD7IWIcKRKFuzpOIqRiiHIWmVNmOsKbksLSFtdCSDdDjZF9fF5Da0qZ5obl95XtVbnN4tK3jUynb0JTcKY07UqW/BqLsepRcw4rK0LSUEqRmCVHVKspBBF9tsfys2B6W1S93W/OlxENypU37NVF3IEqejusuSYxWe921NvBNzb4yh3IIW3/vaPep/9wHDf/z5f/8AWNdlH7Tn8oHjf2s917eA6zuyotBYhVRqpIlQai487xW0LQG1JWkAAhwkm9xYC2p2gjcMSIo33Hf8f9/+7tUPt8XYaouNXf6rK/SfMhfzft2Loz8We1xYvWj5kfMn6H/jtmX1Mn9JziVbkDhf2P8Avbegn8nV7NlOwRS3/bL30vM0Wi0mBIlYcTMshDcctkPVRzMLgFsqSyB3StS9c6DsJew/7HsXe87/ADv72WURt2dFWt9qLMshFbdaJK85NhyTZBzk6OEZCcgcContxe1vK3+VT+bTdpM5bAFIdT4bo96PIPS8oC1mkkXaQRbs4RfIEXoq2/qH+wlPtiC9rzff/wCjI7361vBlROBCQhECkML8ceEyV8FJPkslbjqhrZby0gkAHbedISGv5HBY/wDiBk/vfWdvLmr0iVAaca60beom6oO49/kgqlR6O05Kmw8G1yCWmkZlqdiSJByhI1JKUCwtc3Hrs5W+/wByQd08g20/o9vWz+Rnf4u7TeST/wDBFE/9QkbeTsBnitN8Lr29bP5H+kOYd3G7xcTz2lsRH8T2S6vspDEFhS1D1ALhFx5gjuDtZJWueYW9aoxZWN67Fd6Foq8xrL8uUOm2w7C/RcLo6P8Aycu1xKq8XGUqXVKpTkZ6i6qV4v0anOohKtDoSdfO3bbZPsCew/S95P8A6/TfS0hjdhRCuVCi1GyGq0tnVTrxVYck3lOYmwdIKTdAUF9IevdGN/J0+zRRt2lAke2tvudRQaXT6W/Kw61N6Ex4amyHKm4CLgrbKkMp7lDilWJWi2OPaq34172kd9NZ3l+7lsQl5IVLhu5VKiwGbhlolNuu6luq1VZx5YCikJOzd9vn23p+/wAxE5u53fS1wt3VEkJ4CU3QqrPoOkp0aWbB/QtEdIs6sZyhLOZcI4cnu/FldEXx5P734/xfacy1ePtE2Z/Jd75d1e46r49lb2cTrw7KxOzS2KdzUN1bOSMZBcu82kpRcvoASvKTlJFx2eNT/lNPZ+3c1SdRt3242a/S+adddlRURoSpjq1FS3g3lJUpaiVEuKSslV1AEnbG1B9nvfbjLdpP3l7vt3D1ewvTkSuamMVKCjh8sCp74Lr6HlFKRcBKCVaWBuNs3v4valSm3WuhGdP/AJP7NNoyYfAnsVjbdT7PP8oluSl7y91dPi0XGrCFtRalyqI8+HPbTnEGopRcOtnOO5UMrgcbVqCfI12n1T3XUotZiZJsJ12PKiu+OO+glKhf1CgUn6jb0+/kpo89qVvFLTq10h6LRnUJ+RMi8q5Hlcoy3t5AbYL3umB/P7vfgQGf6OfxbW1p+XvOeuR5ZSb2+lje21sSoiJgRnZ8rleEv+4v/n/A2nzaG7Rnfi9fE/8AJ/6/Q7SaGjlXXHYr3Whak9X62osofj9ducya7Pd4TvgR/wCSn8NrYlLDtnol/Iqo4WIt74/+E6D/AO3J+2L/AGkEtf8Aoxm9H/076v8A+pbu21/5GFPDxPvfH/whQf8A25P2xV7Rrf8A78jvR/8ATwq//qW7tIEE54EXqYnNbP72PfZ93Lb7cUYoo++7eu9giLSIEWRTn2qlDhqmLcccDiLykLC8qUpNkgEZrm4I2Xm6nc7vG33YscwLuvw6it11uA7UVxVTGIv3dtbaFqC31ITop1Gl7kG4BsbUG9Pd7jfdVjGdu53l4eXRcQ0jhceKqQ0/w0uNJcQUutKUhQKFjVKiAbpNiCBzyiGex3s4+yP7Pvs/U+pbytwR/nMxW3DdjwqjPxBGe8Xdlp1lAYj5rAFYRmtoSQSD5Qe09i7ehvP38YoxFvookmg4oYlcrKpL6SPdqEIAZjIBJHCDeVSVJJS4XFOi/FJMr2NMcYt3X+0ju9rODatKi+98S02iVGK06pLVQiy5KI7rTqAQlyyXVKRmBCVpQoC4G2sf5YPClFp+9TdtjGAzw6pXqJUYE9SFH4zUR5gxyR2uDLeGa1yLAkhIAE3kOIXO4cTLO7D2nt++5zBNW3f7ut4M2kUKqKW67D4TToZdWLOKYcWkrZKwBfIQL3ULKJUUnMDsqLL4v6daFo6elOo0H+m1zLVPi/outG0ejUKvYoxRScJYcic1VK9Pj06BF4qGuNKkOpbZbzLIQjMtSU5lEJF7kgXIp5Qk9dMYfygvsU0vdXhqqNlvH83D3A93UT3TkkwZDbJY46ky0oSxZC1pCxdRC1BAUCdq/dV/KXezpv8AcSMbqt4O61+gxa86mnMO1dqNNprzqyEoZe0BRnJyglBRcgEi428xN8/s+739wVUplL3yYDXhqVW2nZEBCp8SYmQhspSshUZ1xIIKk3SSD1A9tdlu9KEWNLDegcaX+22mxAZOJuP+UU9jvC/s64spW8Ld80uFgnFz7sb3X4kUupJSXOEyTchlxCVqSknoLa0g5SlKcZzV/wBlFe29a/5UF5wew1h52vf+dddUoa/i+PmQwsu/W+ULvt47R5M9134W1pIfaJ6Z/wAi+281ize5zP6T3bQ//J4s3bKntHu8L2kd5v8A6dVU/wDUpzbV38jIHftZvY43j910P/29O2yF7Tjn/vyO9H/066p/6kubVPqK3ncmYMwcXVmg1mBiig1aVT6vS32pkCYwqzsd9shSFpJuNCBoQQRcEEEglG+L2k97W/iVTZW9DFnvddIQpMVCI7bCGc2UqKUNpCbqKUlSiCTlAuAAAsS07tyUzsLyi43bYR8BqVA59rIvJ4v7u15uu3fY83yY3pu7nd9RPeNbqisrSVXQxHaFs8l9YB4bLYN1KsTqlIClqSk1O7miYjxRiiDgjC9DlVeqV11MOHToqMzsh1VzYXISAACVKUQlKUqUopSkkem9Ni7qv5MHcYZU7kcSb3cYtHP3+9Oo+QGwW3AjlQBNgXFEaZ3EpFkEKlefch+0rjPA/sQey/A9mDdzVVv4or0B1MyVql8MPrPOTnCkjhuPKLjbSQRl1KQUskbeXD8zhcTheNatr7eXvLxZvPxRUsY4yqz1Qq9UkKfffd+ZR0Fh2SkJASlI0SlKUjQaiLCXdrNj1JsOZ0kS5Upr4vgRt6j+yZSoHsZ+wriH2jsSRGPtPjSKisxWn+guIcHCpETNYkJWXA6dDl5hZtptg72YNx0r2h9+WF92DrK/dcqQqfXlIunh0qOQqRqCCkruhhKgbhT6COx21n/Kw76Y1TxHh72ecOy0Ip2HEIqVZaYUMiZbjRTHYISrpLcdRWUEWtKZUO23AS1Y+Z5+SqrPr9al16sy1zZVRkLlPvqslbzq1la3VWAGZaypRsALqOm3WbM+E3ws+3UtQGmuE07xP/QtquZxWmnNqGVxujOovClO81wc6P7juVXr3Fjb8RtIntYN5r4tRWwtautHizftGv7dhF2outNNtQJaF5//ACv9NqtUWqO/euCvP/HrtcmaIhlOhQGvi0urIWj5ukZtPp/w2hVCoOxWuLFZ46/m6P8APvtYYXwo1XovvSVh6o5EfpXaW6On8UKOh9O/4bF1BoOA+K21FxC/NyKTxYsxpDUhKv8AEDlV+QHlp5kfc2wuzdA+iY3lSpTfCiLRUUZf0SSlKk+lv+e2id2+K6pS2nPekR+Kh/q6+lPYXv6G/wC/T02AqzhfCTTUefheh1Hms3jQjN0+fbz7evbt57NSnYX+0eEm+fq3KysieFzDWTKq3ZXa17/iD+OwdRZuGItqKNwxP7GGJaNWWviy/wDClCsqkq9QQbg6dxtRLxhAgcN2L96c8GbxL/D1O3yzuaalO8KfLyP+DJzA4Sv8OYa38tfy8tuit3X2c+K1Q25S4qPkdRny+uVRBV+Kb+Y02mkbVxGNJQtKYkHFVfrNUa5B2nzYLC8vxeEVJ19cuoH5flpsKsGVS+JzUvj5OnioXmUruPARqPwuTcgjtc/iY6lVlpyjNMxYS2PA066tP0OiknKdPMjTtfXamk4blYjlcWL/AEdOYyrdaWnioc763BvrbzvoP2HAjGd0l4dwxQapAcqnFYWh/LxcjWReXseki/lY6A/htxk07kKzEdo1RfcQ+71ZVnK2keRv2/Owv699iOgt8rA5WfT6dKXl4SnY+dDravUHW1/Qix9TsMTJsp2qPwGqeuajP40XS7kHkCnz/EEdtpzJxNOU3C0+vUFt1qocB/InLISvKpWnY2sPp5aft2Wlc3X4jpeI22qpLYlRX1qWhbqMyFJ/y09TY66fSNhzEOLcL4XclYXZm8dGXNS57C82Ttonun8RcfTXaswnjXEdZlS58+rdH9rTVOjOn1yNrsr63FrjXtbaN+2dshtU6VWd19L96UGk88xnV0NLKlNqtfW9yR6AE/Ty2/oWNJ+I8OOSsR4TQia+j4TrV0qT5i6T1BX0F/Ia7T8L44dntOcrnlI/893UFSsw8k/l+O1XWN5VearLdLgURC4T/wCnz3SplQ7BIKdTqbi+nbW2lQd0nbthz7LOPqzxalS8R0ngfeFcgp3x5O4uTYgn9XW302P95Mvn/v8APeXFYY8amLKWn+9bvpshG8eUGs8ejVSJVKRXqd1tZGilLiO41RcLQDob2I0OmtiOBTMZV6K3KaiTX1o68i1lWa2thYEkH1Pl5bROnairn1SqP+62YVRRnTnW0tCFqT2z5TZOY+fa59e+xjV5GHKDF/7b4ChTYT/glIihEhvta5F7n0IPpsPTa3PqkVv3NTmKDXoTvC48hIUhKReyV5VZtbdiAbHUabFcpuqYtwlwq9RGJS0JSuR7rfzZlD52gbLPrlAJ8rHa86LGrVLC+N6oxS6XEQjlcyEOup4TvbQKv3H4EHa7ZwFFo0B92l8qha8qloU6UoUo9yCokAkn1AJ+p2mzcDYclQGJ/wB6fQxm61IHFj+osRmSR5i+nmNqqrUesxYrbXvxbkLL93dW0VZkg3AUQdT+J1t9NunbpUR8Gyqo0570dRTn0LVkWpQ+H+JsQoeY109du1K3U4olSv6ZqyFwvk4XVmT6g6/u/btZKq+752jPxZ8thuUwhWbl3SlWa3fKbEgdynUfXZBVn2gazhyfytBzriozIV1Zc2ne19O3l+OwyZVy01fhbEmF8Bz24tUyZHOhbqflubaj011OzQr+CaDiiA3VKM8iVnTxWuE6E9x4kKuB+Vx+O3mujflVKzWf6eiL5Veb4ufqT6m1tfW1j5/jsyMF+1pXt2krhOtLq+Hlr6ouYZ09/iMquU5vVJNj6jaoMWdYb72dzO8bn36pQaHUej+1Q1nzJv8AMkG97G50I+u1Tut3GcWV70r1Wir4C864UjqTl7qvm1J1PaxGuh77G0j20KXiOB/2SrcKUhaP0UhXCkNq8wUKsoEeouPrshMQ7za9Xq8+7xlsPrXnR/4nn38Nza1idfptxMoBNX1bA27SVRufwvT8k1GVpTHFcT1+WW5IPn5HtqDsla1Ii4cxRE4WHkRX0KUnOhAQpxIIuSpFrEWNrgX9B22AN0jWMsZYtcntVuVTn/1HVLRxLAm1j3t2FwRqew0NjjOXiNrG7EXEdRfi+7kZ2ltIUpTl75ioJOY/st3Nhfaq/dCJjdNTYDS7ihrn3Zbj8JGX+1DvDVYaKGova3fXag3pUeVVOJAoLSFrR1Zs+VH+8RqkHt20vsrd3G9F2jVThQGoU3ncyeKwoJU4oX8SRoojQHzGzUoGIqW7P5qVTke9Fr8DUr9J5WKDZVxcaajUbME+Ma+YIUGNVIE9xqqYYmwqo4j9KiUHWpVuxSvquPQG/e312PaZh5qstcWfh6rsOL/S5enN+KE3Qe2pAFz+B2a271jC+I4vFaonJPoWrioXZSkqsL+V/LTuD+W31iabPoLvCa5V9hebJ3QtP7ND/wBNs19VtbEMBugfhLdRheqSuK1E47HgdakWV+wfsv8AwNmzRMFbvsJRfurMVjIjwaf5nUgeQPbZI4q3rT8JReLKq0KKj9d3pUnTzI9fK477Zdx/7R8rFDr+HMJVGVVKiv5E9aW1/U6AC/e/l+I2mux7fQgXHlNS7+PaYwbghpylxaswwv51pWOlIt9bDvodknhf2h5WPIrlLoNWWjiLVyr605FpUTcZVEhKxooWvmt56bKvDG6BqVKYr2LaiuVV1u/1VK87CvTpULk+vcaeuuzPgbn3XeJFqmGGItLfQnK0hZYfzdxZQI4VjbTQ6+uzf0/5MrONe3f7xnf6ZaqEp+aiQlTuTqSpN9bnQA2GgXY28j22g4+odLqnIRaznfivrTzTSGCh1vUEr7WIvYixvaxAPcX2LcU7xsByomHHaTUURVpU1An1JoqSpJ7tF9P6a3kkgm2unYUOH6RvQr2KOLVKjwIS1JRkWpD7SrEfKSQANdO9rEA7GG2oYlSZFoG4qlyp7bWF3aoiEjrRxWgpOpPh1vcX7k6dXqRtrvdLuqgYSoLE+fVlypSGk5uL09h59gT6m2vqdLDNAhxcONNuymkLfRl60Jypc/DQDX0tcee1BvY36wIFLcgUZ5bD+VXQ0sKy9xqk+R9Rp9Rpt2+VI3Sd7QO8/wB10tyLS6twFsIUrhafEt5WP/A+ltvOfe1vHxHjesuQJ/RCYXlStriJS5qQSQdAoXtYGwANjqdnKKr/ADlyn4teefYWjP8AdZWdpL2Ughac11XP0uCdQfMxMQbsuQoPNNYTfQww7/WkfFTlFtTluNSO51uB3JI25PIy2InN08CLAxQw1WaS4+w/1odaQcmX1WO2g9bG9htuXd9u8i1l2I61SWGISPkU0E5reg9P3EfnsocAYHw5S2mJXzvpzu/C+UnsdNB+z8ttSbsae0605A+Gv5ml5unXSw8x56D12M/iJG2V0pWF4s+XhJpqKwuUnrQ60FNOedlDt3sexHf02XeHGpWHGqthLGWE0Ylw1K4q5FLlNBeVFyfhp8JsDoUkGwFrEbMrEmCIruMuf8D62siurq0vqL/kb+o/HbOe9iHiil4jcnxajKYm0heZKGphRxkWVfM2ejT6i5tfXQbUFhEpL9vDTu76lv1TAbM3EOBn5GdqBI4cqRR1qJugodsVs3J0CkqTa1lEjYUdw7hKqf0pFwQinVGLmf4UCaWlJUQSotsu5kpJBAORVr9wLauzCEqfWaC3jKlxGH+PHSqQlPSmUiw1Unw5tbZh3tqO1gzeju/wQ7AYxk1zUVCFL5d2O6tPLukatlNrWIBFiCPMW7lhPOW+2L/dTvTwbFxa5S59WqiMjqeFzUDLw1XObiKRcZwekqKQNP2v1zdtQd6GI22pTy4r/Lq4S46hlUodlAapUfMggjve+u2c8E4HoMXHjGN/fkV+E/lantOu9aVeELVcEG/mCbg63OttX1CPVIEVt3CTWer0RKZ8DhWzTI4PUz5JUSjQa+h17bEHiZQmYq9pGkY83c1mfhLm15EdHFQ0WkOMK8LltQBplNjoRcWuBsKbtcKtReBKrMR+qMP5kutO+JtdweknUa9WmhJ7HQj00xvu4oO/PBtJxvS4jC5qIvFS0q7SnGlAZmwoAlKh3TcEXABA2yfJ3fSqDiNyjOusP055auFIdQEutrBBAJTdJcCjY+R17aDYGusxSce4ta52YigxvhqsxcUU2LhLJwGH0qdhyrpzIuSLXHbT1BFrg67a73cz8btT6S77plRWJUd9qVlR8BSzkKLi9k2INlaG6gCdlvIw5Ki1mI1WaiiUth1PC6QrLm18fkPVJv6+mzblb9IGEqNEi0bDy6o/0NZELCFp6st1X0KQLajy9ToUdOmEAjFK7K4rt4MHFFLx5UpVUwnUYXAnrTHqXCdQl5pXUkJcT0kjPlCbm4B0Go2m0uiz4EB+qO4Tf5XNxVKRF/Qq7l0iw6h3Ogvroe2zbxRvMw5S2omKHa3yqJUVPNR5DuZpldyM6kHUAi1iLXGuptslt4vtYUaLP+znvaLFYfTnafiupfQ9e48Xa9wQU6EeYPmxJLw0ptdpbUDn4EuLNQjqQtP9mkeR+Yed7gEW8+2xjVFfzoYIptUaZWw+jI6lSepKVAG4BAuAe3YEj8QRnbdBi/C9exHUqX/iWtTqQlKrjQ21sb3sfPU97bPvcDLpfCru77m30LirU6w078qCLjIoDsdCB5WA00B4MyniVT3Mk7w6LVMG71W8Rz4lR93dKVrX1tKWDqQrug+EHyIAsCbAay9n7fB8X7q8t+nP5FKTrl7HVPlcW1A+uwVvmoHvmjVbDlUdyTX2ltNP+HiJ8gq4KVC/ewva/a+2cdx1arO77FHuvEbvKof/AF3TlUoKAF8qrHvpqT21FtVNZV3lyfcbT1iesyG4tei81FeQtiUjxpspLiT6jsoH0/y2T+PdxMB11yfhd73RVM3FaQj+ruL79J1U2r07jysdqfA29D3C0xwpbi4T+XmI+brZv/aIve49Qe4uR9XeiptVmA3K4TE2LKRmQtrwqT9RqP2beetozwYJ91Ridwnvkr2HHW8Ob0KGteT4S32LZ0p1F1JJsrt3BFxrYk7fm8TEMWl0v3pheWiVSJqc/Q0c8dRtYLQbKSn66D8Lal2NqDAlNN++Yi34Xh5rJmfi+hPfOgfXUep2X2NMCYjdpbcWl1BD8XpdafaV4kaWsoXIT+He9jpsWrWX6QYPIko6McxEVel0ugtN4jgVb4a+t2Ku6VNrNybZtSDqRqbfXTZW13E7W8Z1+BPiLyRV52pHC62V6gG3cgfS+hNxa937XcNSmoD8Cs0n4+RS0ISgJQ538tRqPQAeVh3CXxBSmoHDnwKItGR3K7n6sqfNCiLgaCwBta1gRfXW0utTVrke/wARoCC6t72I92lLc5XCa2F8J1pqqUtRaSlKkKB4yT0jTzGXUgG+h2Q7uMGsWxeVrPWhH+1ayrZUBe4Ivax7EEj67a7rlIpcrBEt13JnXFXmQtGbqyH9ttL+Wtr7Yhp3CgVRtpplHA/j09f4ts+kV1IjE3YbuqDvP3oYTwRWcV+5aRV6oxFqM9pbaVNxdVLIUvoSohOUKOgKgbKtY+uu8LAm6rEe5ZvcRu/3z0jdzhtEVMBfuSZDU8YY8TALiiAlzXiGxUsFQJ6lX8VqpFgOu8Xi8B/qStTScqlegV5KHoCPz2gRIM+fxGpVP4//AIqF+L8tdixMhjPRdr+TO9nlt0u/+jX1Fa1+JXMUr/1jYN3zew9uX3TbsK7vBwx7Qb+J6pS0NLj0512ApL2Z1CFCzICzZKirS/bXS+2JYmGoEX+qy/nyKYdR4f4O31Jwo1S+JPgePqz8J0pzflpt0nB/M3N7E/tf7ud3+G6nuC358rCwbV3ZC6bVJDWaEymVfmYczT4ba1qWsOqGUlxxKymySo+V/Jo7p6y65Wd2ntBLbwvKzOstOtR6lwWFahDclLqM6ADZKlhSrAFSlm5PnGzHqlU+9e7sj6EdakKzIcSfIo9PW37Nqem4aoM+suQJ9EhMZ/B0pyqV6XOoO0ZkbPxPU3FG/T2c/YV3OTt025vGLGK8arSvMpMpuY+mYptI5ma40AhvKnKUMgAkBICQMyx5g1Sq1SfxHZXx+aWp1KldSlLPr+sfXsbntt+1bd81RnW5UV3PFRl6M36H8PQfXtt+vwHeF+l6MqVJ/wCfnf667dmSBtgxS+FzTkWVx20L/slI8KvO3p9PLS+2wv5Or2sMOezpiitYIx3UVsYDxXKbkKmLR00WohIb4rgAuWXEJQhahfIW0KICStScxttcXh81kWtCuhfhV52H/O49Nu71H+LxXciP1s3T+fp+NtPoNpkkbp6Y4s/k79xuPK9O3lbtN+XuTDtedVUXYcflZ8BviHOsxXc6S22okqCVFYTeycqQEhn+yvVPZN3QDEO5zdDjynVCVSCxPxBXpk1nLUpbhcasJAytOKbDBSptkBDdwLZlK28aRhGltT9aeyjP1IVwgpKl973tcH07Ha5h0Nri8X4iFo6FOrutKk/5j62/L0PSmxpfbw5H/r2sb1Tm1xX2MVVGZCmx1DM3aYtxh5B1FwcqkqAIvY67ehuEt+fs2+3xuhhbnd/eIKfh7HcbhOoVzCIS1T20KHO01x26FXGfMwcxSFKSpKkkKV5n1uM601xWnloWhP6VHX/zI2BWn+f48WsxGFrR4VpRmVl/A+ID0AuPrtYCSRPTNz+Sc3NUqqN4n3l+0a45heH8R1pMeLTi60NSFyVuLSkEdylA01BB1CM9sveD7LWI6zh7Bvs34Tp0VjCkVNOdrMBKmmqkwkWQ0kH9OlGqhIVdayelSkklWTqdHw7biRWmWHkJ6uF0LTf0Pcj6f5bXlMh4cd+K09n6+rq6kqPr+O1SJAElvUpqU191/ToT+v8A5+n47N72Yt9Unc5vaw9jyoRFvrojq2qlFaWM8qA62ppwovoVJCgtIuAVNpBIBJCs5XDjrvxZb0V9H90py/UH0/aPw2FMRUJ1qU3Po2IeOtHhXnKV/kfPz0H1FthmvdLGexm9P2e/Z59taoU3fHg3evytQRATAfkU11p5EhhKypKJMZyy2nWypY7oUAbLCsqQmp3QYI9j72Rt5VKow3hN4k3jYocVTEVKU+057rZLanFA8OzUNtwthN1kuOKKE3IFh5CtYfn1nhu1l7j/AKqnUBX7bjYvpquLF5B1lD+TpyL/AOHYf5HaB48n3I2TTP8AKlQ1VT2maDizDr0KuUir4TjQ+LDlNyEJkMSZBW2sJJA6HWyL2JCiRexGzs9jHf7u6x3uRf8AZH9o/loUVcB2k0uRPf4EWpU1zRMXjC3BfZzBDYJBKUtlCitK7YUo9JdalcX+/wDx+P8A122Hud9kDC3tAbhpdewdvDgrx+xNXxadIumLFQm4RGfSAVpLgs4HwCBmACVWNy7pGIbSP5M7cbg1r3ziP2iajFwjF+Krn+Taf4I1sqWSEHTQqDQJH112cG8Oq7qqn/J37wFbkmAzgenYLr9JpOVDiApETmIy1DidaszjThzq6l3zG5Udse0L+TR9oKViLlpWHqDSGHHUpdqLtUaWylF9VBLQLiyBqElKb2AJHcPf2x8R4E9mD2PYvstYSqvO1qr0tFIUnKnj8otziTJb6UkBCpCi6lIGpW8SAQhVulZ55+zZven+zxvUpW9nDAXKXT87E+BmCeepzlg/HuRYKOVK0E2sttF9Lg+hm8Xcl7KP8ou7Td8m7ne77hxezDRAmcLhqfU2kkpamwXSlaXEEqCXEFN0nutIRbyOoDFUa48rir6MyXUf53Hlr+/ZmYUo1Ln0v7/EYWtaPGtPr377SfGWxunpTux9nL2W/YLqju+PepvhYr2KIkd1qlpkNNNrYu2oL5OE0VuuPrbzJKyVEIKwAgFZOKN/ntBVT2ld6k7eBPp7kKntoTDpMBbuflYiCrhpJF0lwlS1rKSRnWpIUpKEHZH1zCjUCe5FpbXAR0rTwrJT31Fh6akabFtHgtRYv+7n69onYm29yHs/+y/jL2Up28XGWLMmK2Y89cqb72UwulyGysMsiLmCF3SGyApCi5nuDYptjxt112LxfnR0L+ZKvIj8L9iNf8tocCJFlO8Vrx+DOjpVl9L7WaGmmvhbdJkd5HwvhbaH9hf2sqN7PGLKng7eLLWxgjFcht9yo6qTSagEhsPOjU8FxCUpWoeAoQojKVqTnycj4TjX/k7CkobDPudPRbeR/Jmbh96lel7xt3O/h/DdBq7qqiuLEESfCZU4c6jGdK0qbbJJUEqKwnNZNkgJDf8AZQneyRuYZr25Xc5j2DUJVI4E+vV2bPaV7yluFxqwkdLbimxHKShoZGgUjxFW3jXU8O0uVKRJ93soX41u8IZtPPtc/lqNo9bj8Jpt1pnO+jozLRmVr3+uv8dtrZldphFj1XK75Mb1mLLeYlN4tqU2BMYWMzakznFtPIOo0slSVC40Btbv6R4R34+zf/KEbl4m5j2hqtCwxjxjhrSFyG4a3JqEECbTHXboWFJzFTJzFIUpKkqTlWrykfm1SV8J1nJ/fXf09T2+m3ymM1Ja5WpvdC/9qnMhKv8AgPUdu+1pOJ6WwP5JrdBhGX763i+0m+5hSKvmHWkR4tPW40NSFyVOLSkEaFSEA21BSdds/wDtw449lvEdew3hf2c8HU6FFwxD93Sq3TUFpipRwLIaCezyEaqEhYKlE6KKbk5Wj0iBA4nCeisPt+BWUJzJ/wAQGoO3Jx9r9L/5Sk+L9vn+e15AErqvhrkJ/wCm6H/0Tv8Aofr/AJ7OD2Vt3GEt5/tA4J3dbwa2unYaqkqQuqPolCKrhR4j0gNF0kcMOKaS0VAhQCzlINiAOGXZX+BH6Lio6dP8vodNq+eXZTrnFiI4CPkUjxeh/H02E4lbEPtZ7o79t3e7XfRu0iboKNv4p2A8LsIaYkQ8PyoKeYjtABqMc6iEsCwu2kAKskG6bpOa4f8AJrez9Ae4n/o19QWvNnOeRSur8em+3mVQWYEWfxeF4/F/z/i2xPX8KwJ8Dn2mULWx1IX/AHfT+PPauAfiU+5czZXtOeyFuh3Tbr14ywnvnXiuotzGIvJKdhq+EvNmcsz1XFh9PXaB/J/e1hhf2eanXdy296ZyuCsSSxPgVR1orZp8tbaW3kyBrkYdSlBzWyoWlZXoskYqpb3IO/8AmFo16k7XlRmRazAbd+dj+54k/UeVvI9to+0xc2c5E9EK3/JabjMY197Ge7Hfv7owjUXTKTCitRpzcdCurJGk8QJDYv0haV5RbUgAbfXtK+0RuI9mn2c5Hst+zziGLVKi/DdpMx+HK5jk2nyozHXZDZAVMdC1gJQQWy5nISEoQry6mUOmfpGorPX83CCs37tuZT/4rn/l+H8L+W1g4l0tDHEevssbpd3W+jfbhvBO8qtt0/Dcp1+fVPjpj8wlhsu8sXCRw0uKASojqylQBBIUPVz2g92u7Tflu1iboYG/2nYEwoyhpp+BQZUJPNMN2DcdWdRAYTYfDSADYA3Att4aRH/7J3J+unP+sNQfyOo9Nr2BhSBXnW3Z7KF8Nf8AH5bWJjJE9D4n8lp7NEaUiUPaoqK1+LqlUs5vx0Oy+9rD2XN1e4LdL9t8B76PtRUEVFiGqAt2Ir4Swsqc+D13GUfTXW2h2yZWVUujReE0z1o2W0xXNSnHWujP0q6z1J9D9NhkrKHCTbn8nt7ZlG3B12s7ud77S2MD4ylpmoqmQutUubw0tqLqQCTHdbQhKlAXQpAJBSpSkt/Ev8lD7Pu9SsOY83Je0EikYYq6ucRChtRqpFZQvqtHdS4ghux6UqzEDS58vNCBU5UVptr5NrRWI6N8Pn6cxx0f2qWh+/0P1Hf6bW38cSQd3InrfWN5u4L2BtyMvdXuqxYziTGrjS3Ehb7cqUqYtGRMqYWrJbbQlKQloZSQgJSCSpY8s5Sao1PfrztRXKffdUuRzHUtWbuVeqje5INyTfbk1VYE9ph2K7kfY8H+H1H5dxb8trCKriu8WV4F/wDmVf8AD/LawMuBAmrtOtO/C8D/AIFfq66i/mfx12+Wo3Ca2uMQxWmp/wALwf8Aq21eUbFETtPlN9fyQOIsO4cxPvYNexDTqdx4FD4XOym2OJZydfLnIva4va9rj1G2NPaLltO+0PvJlRXkPsP4qqzrTrSgpDiFS3FJUkjQggggjQjXZfzhFd/skLyZsivmTfv+3sdo6m/7XrX/AOa/D/htQmdncMRn+z3vwrvs875MPb2qPE51ulrW1PgBeXnIDqcjzQJ0CrELSToFtpJ0vt6N7zt0Psh/ykvu/ehu+3zjD+MosNuFI4XC5tLQWooamQHileZKs4S4kgEXspaQm3kug8X9E0v/ABbTRQIspriyoiFuf3khW0fdC1oZ6q7pfYs9mX2LsRxN8m97fmxWqpQc7tLam8GIwzIUgp4jcVClvSHgkqCEgkAquEFQSoYv9tH2lnfaW30/aOlxH4uGqJHTTqMxItmS0FKUp5QF8rri1ZiASAlDSTqkk5vU5FpfworKGEfNwunN+NrX/ftCcxBwtuCQoXbPRbcH7MnsjbyvZHqW8/eBjFaMXxWajzs9NbciroshpS+XZ5TOG3DkDSviIUXeJcaFIGA0z6xRZdMrMCWYVWpchqVFfa15eUysLS4m/fKtIIB001vsMqrfxea/t8mTi/Pl/Hvt+wZ7rrvC+Re0MJJnrp9vvZX/AJTXdTQsI7ysTMYK3mUFPGaa5hpiZDlKSlL6ohe6ZMV3IkqQCVAJRmCFJBFRu+/kwfZ+3GYoib0N9G/1mtUjD0hNUYhz0xqXCUWutCpKi4ouISoBRSCkEpANwSk+Vr9JdlNcXlM6EePozZfr+H18tpWHaKXqo3woqEf3kpCf3jaFO6VzxmbG/lHvasge01iylbvt2hffwbhV111MxSShNSmqGRT6UkBSW0IzNtk2Kg46q1ignK9IwJPa4fNZEf4dj2LSYsVr4TSEbdVnhbMAYijWEzYX8k/KoOCca70BXq3BpzEql0XgKmPoYDhS9NzBJWRcgFJNu2YX7jbIftJpgSvaH3kz2qi2tErFFSdadaWFocQqSsgpIuCCNQR3G1ZNVxYvxWv99P8AGmw83Ai8Vzms6/8AzXTsE7Zx+zEN/Z83e4Ix3vtwRhLeXXPd2DavUeBVJSZQj9PBcU01xTbhh15LLJIIUOLoQbEND2/9xG5HcZvAw1S9xtQXytQpzrtXpfvRVQ5F0OJDCwtxa3E8RJcukqIHCSQBmN0NDZi8LlWmehfyr8OU7S3aa1yv9xHhT8qfwHYbdtlVbjGJ6LfyYOAdy+CN0ze+eu4horeOMSPz4K1VGayhdNhMSnGkstIUoFAc4KXVq7rugeFKbTd7vsObpt92PalvFx57X1QlVOqL6kJkUvgR2kk8NhlKgcjTYUQlNzqVKJUta1q8sqzJi8XhNMo2gxYkBp1xp6IhHH6VZP8AXYZfbxiGSz4xPST/AN5c+zd/99fUP/milf8ArO2Kd8+7Gjbpt72KN3+HMTfaCkUV9tqBU18NS5TSmW1kktgIJC1KT06WSL632Va6E1Fdca4OT9X+9tKpjrsV39f5Ov5U/wCm0od0jIb4npl/J2Qt3O43cjjP2i8eVylt1esMvqYhplNqmt0qDnIbSyFFfEeeDigkC6kiP52285d4eO69vL3g4h3gYnd41Ur096e/1Z0pWtRUW0kgHhoFm0XGiEIHltXyozXF5prozqzLyKy5ldr6edvPblILXC+FtDvJLcYlepzabSUNSnfi+DaqdU1K4jTTqELR8q/m/D67RINY5DaoE5BCeOy61+l61ozfu2IqXP4v6Vr5tp6MPT4rvNNREP8A/hKRmSpP4i37jtZowliOe63yFDWhGbJlR4U/gT9fK+11RmmlOrBnwHfelLlvwn+nPwlZc1vUdj+yx2rH57Ts9btUz8da8y16dX+X+Y2OqPu1xu61wpUTgI+fmE5un8j/AMb9thnEmEp9GqnK1RpCP1FNLzJ/bYW+ulvK+w3qK8mWDww3bwJVense664hDiMvRmKFKT5jKqwUfoMw89dnFi+o16gwG4sqI/KYfUpHFYaC0p0+dOirfUDTS+mwjuRww01Fcn8L4fgT/r5afkdhzeRXZ8XFrjUWrTYqEKy5mnVo/HUH9v7DsmUZ3lfveH+Gt5sCgutxcUUOorpy8vVHRmQ2nz6Vg6a3sCO1vXZktUfCWLYHNbvsb06osP8A/dZUpLTrf9wpXa3p3te4NrbZnm1GfKiolO1ZEpDn98JzfjawJ9Ta/rfappjUWBK5qLniylqzeDp/dswBtjJmoYe6SVF4jtewnKY+fioSVtZfqpBUlPfTsPLaY1hZp37hRq5FiymEK+7yFhPT9L629CCB9bX2QFP3048w5K5rDlQqNOfR0Z2nyuK9a/jYXcJ/xAgkkaWA2dO7zfPhLfJKbw5vBw8/hrFcVfFj1amtFDDir91ZLZSb63GoUdSL7HB3CQsqnsP4ogVlx33Gt9HSh11HTmt5XFwr8iRbZp4aj4cxHw4ruE/d1Ui/2uRvw/W1jc21uPz2vplcpdBitwOMw/K/RcVKQrjK8jewP7RtQ1fFruHIvNc38dfzu+HXy/E+W0S064wxL9nJTEV2Iy/nX190ry/4gCdPSxGvcbKrE2E3cWz2/ukVbGfNkdSEu5v/AA1Agp87277XEHFtZn1Tn69g5+VF6skpCA6pn6nTS58gfK/lpEqePWospvmonKoWvpVkClJTew1B7kjz8ztUyRPhjDjUB1igynX6PnSlKFIslSfokm4OnnbTv9dmNhaM7AgN0Gs1H3owwnKxMdir47aR2Dguc6f7wKrjX12rYcjC+KIDHFlzUPrRnSpqEcrl79hcoUPWywfUa7fJp2I4vE5CtsTWEeBC4+RafobHS3ncD6gbSJxhDXBu+d4cWs8qt9fhdYfWjyt0K8SSdOm4B06TbaXTZVZdi8rhLHq2H2Mq0tVJISrJ6oWhIB07i176k6jYXoNIlV6U5FxHhlGdHUiZFdC2lf4kK6gfyI8r7X2IoE+fS3IFLiReaheBpaQleXzyq0I0J0NtdpkS6xfXYFeozcXHjNIqNR4Smmp7TXKvuJOmrjXit31AHrssY0TFuEp/FwviyqRYT+XM07wpjCbdxfUpv3FySRpcW2A3KNVKXVH59LlzWH+KtUiFIdcW0lZ8VmV3CL6nQCxJN9TsZwalijhNynaGtD6PkU1nac9dOxB+nYem0Eky2IV0OoSmq9AqngW+tPOozlLT3lnA1Uk+fcjy+pNt6uJMJNUthrgrRKf8HKtBX55R3HqRbTv67KeVvBadd/oGnopdRY63YrrQXHct9DYoHoUkEad9ir7Q4NxbAb96RGKdUWE9bC0K4ClW0Wy4CSDfz0I+lxtAlCYv8USoE+B9/p8WK+jLlkKilp3INDr2XcW7HvfTZPVGmNOtOOwGedYQv9K00VZU/WwNtPU+WzfxXiuqNSvcMVnmkMdfxV5lfT/FoO5N/wAb7LGqy5TVU5qBnhPufpWtEJV+8JFu9zpbv9II3Sp8oBTy1AaW07E6Misi8gUnN++4v6a+XpsJUQc1VHKDVMjHzR1o6c3+Em4Ov/DY7Rg6qVmvONcWbTkLy548qPlzKNviIUCQpPmSCb6ai2xJUvZ3qlUabagPI46F547vhUlQ8woG/byHft67VxF38YD4cwRxa821FZzrfX4sub6drDv/AJXOz6wZugnynWHapEYWwhXydPSdCPO/5m30Go2v92G6CqYXitz6pw5TiP0vFR1OWA7i5t27+uuznqExp2guT6DEQ4wwjJIaydTP5jQJ/HSx24iD3yA9u/3c0altz2sQrpz6EZmnUpKuGoeRt1AX8wD6212RZVS94OLZcV3EMJb9ORwkSkpOVVlkpPkUqsrUgfiLAnYG37b7MUYcd+zjTyOVlJ6FpSc7a790EKGnkbEix1A0t87inP8AtQxXpT3NMvNZHe+bv5gC49P+RO0hcTq/J41XPZ2lNT258qtsTUdOV2OsZ8tu4spF15bdiL9he99pNexRQcOQHKDP+PVGIq+XW6wVJc0OiyqyvF5d9bC1jZuCj4IqkVyB7uYRnQl1DSmi0pKu+gA/YoA/iNgbGdKwlhyBzTUvPw1Jzx56CtKU5rCylEgp+W2hGh0vtXymlEthHfVvfwRjJvEdBlo5XMnmoSnVuokNX1uF3C127KJB0AuNdtS1He5F3jYciV7BryH1/wDf4Tt48iOod7IcAunzB7EdifOjf3D4XxlQWMUYXaixai+0lb8PjlTTybWLjLibLSfMpIN+1xbZURMfYc3VV73DjfDM1HAdUrixUl34Vz15U2Ubj6G+oOo2F9ItrbjJ7m3iGuIsB0HFv9M4jrb8qVlyLio/QKQSLgpVe6rCwIWm/p2O37A3QNcq3Kw4zB4H6qEHmG7nucxBUNb+Imw0B02sZWO6DjeAxS92lJ94omtZ48qLFKFt+RzCwCVDW4NrEX7AksvcrgzEdLa5rFFDfzozfeuLmd1750nyNrixUPOwudmUTt/bBE5iIiQsR7vp7/NS6c+tCFriv80tpLyfNLwKSlNjoVACw1AOxfhvEdUxvK+/xH+AtOdppa0rY7nRtxtRS4Dr3At6A7PDFW6zd9WZTk+VSWEPv+LrKEKV66EZVepHc99hW0CjRX6XFp8VjItXyJ6vrdNkqsOxAB9ddpMrmCtWxRKi0tygz8lRpb6fiw12kNNpsLFINloI1sbaEabCmEqvFoM/7/SVuUt7+1RfKlX4fh5DXvcC2s/E833W65WYEtCH+pbqF+H6khQuNfMWuP27A1S3iNO8d2A0+w/08dppYShzT9Q3Sf8AFa/qTpZO2l7WyDAlecxg44xxFai8rRns7C8zS0frJIOqbHTTvcWJOna+2VMR0reg1jfn4GIX2Iq8rsB2RZbGY3JaJF8oFh3AuLkAEE7GVExvAxvPfoMCo8rW4qlKdgSE5H8oNuIkHRxGvcE2vqBpsR1/CmI+FxWqehedHxULX0qT+wa99B+/ttoV1bFw0JDjdVjWgz6C5hzehSaIuavp4q44SlSvPpPY31zJIN9em+1NVJE/Dk+XS2nuapcp1aIbHHCkpSrUIub6+IAgjtrfvsmMP0alz68/8aosTac6r7rxVKQ4rQgEIVfNawBHra3o7Ka9g12B7mxbSZS3+n4rqc6Ff3DoCB+B7Dsbna4Tacy+6Q6JWYvFciz6e/CX40MTWgnKr9ZJ172vr9DbsNmrgnG2HGpTjTueDKR+naauprUXuAewNjqLg2NrEbJPFuL3aXAYiu0OVwFrVlfYkJlJVb0CtQRf1Ava+hOxfu2wk0603ij3svO//ZLQtCFKF7gBR+GfMpNwe4Ot9qOZ00BSXKXiOfzUV7oYzZOKjqT/AIT6G99L7Lf2icCfaOjc1QacxUajF6nYuRKlSGB4ulVtRYWINx287E5wnI/Tu9Gf/wBC/wAwduuM8DSsW0ZxpppbD/UtiVFWUSI7ttHEqSQQQe+uouCDe21JSZc3HbxpWA+JS8WxFop3TkzdPD7/AAwT5nyuBfXXtsSVfedgiLjJ+jcVE3C9eSpDqcgW0275pWNcqxe4NjY27d9s94ljYtdxlWqXPxD99YkZX2ltISh5XYOZCABmAzWte5He20vBuCKpvLrLcCfUGKRUYS/0sXPH4ybKSDqFtFQ7BJAvmNstgRatthlrPUt6tulxbgje9SZ7tRRW8FVF0IgSneotlRuYzvqQNUk3zDyBBJ0Xj3EX8y1UwviOl1DPSFutMLirVk4NzZVio5S2f1bgg7VFAk0HAcBjDmI6jCm05/K07FfslCVDVJbuTlUNDobg6i+1xvkpn2jwlEoMV3PFfyoa4qc6FJB/WAICvMEgXta4vsx3PmL53TRmC6l7ha98xci8L1tPONOtI6YrqgCoK80gnXUEXvr6ovedEo0/eM/Ki0laItRyu50NDK8+QQXGb3QpeXLdOhUTcai+y69nfH+9/AfN7pcW0l+bRM/3CYtJUlLWmlz2sTob30NxoSddNYSoON92j+F5TTC87SuE6i2aO6DdK0kdiFAenpsOxO8cQDjziGn0yg4citypTvGWtpS46+F1ZvDpqcx1Gnft3uNs/tSazAxbWqzPZf5VGVppSFZkJSWxfMk3sokkd7dtLkkvyAXeVl0bFDWd+LIUiQ06nrbWD+lZOtrEAlJABGoB7Eer27WV8SstVyE+wtanUcJA6kq8lXBSQRoQRbbu3tMbDgrAP2i8ERd7/s+0nHlBokpFXpDsVMjklZVPR7KaW2tFwlRC7KtYkWNgdBtnXd7uUozXNysW0OosLX+ikLaypzeQIFzqL2VYHsL223Numj+9MG4hwQ1wEdC+B3+GpSMySO/ZabjU9+/fanqu5NqqYXfdozr65XCzoj8UKzK8xdQvr6Xtfa21ZG3dM7bnqZAw5jJ92gusSkLXwuVmNZ+IkHztYgjWxFvXXy0NQZtLwbi1jFrVEm0t9eVM1pGdaMnkT/4Y8jplF7gako2n7t96sWqNz6Nhh+FNpzqcvMKbTxkpOqT1XFxoVA2+vo+IuNKpKoLlGxlh5cKo5E8JTrWXr10CtAT/AHkkg+gB2Bb4nIlShVt0Nt4MSLWZTbvGyQprXFyZMyFaG5BHna2uunp32xXvfw5g1rHkCBFdq6FvqSpLvFCmm7fISTob2NiCO5J7ba+wlN+1GA26XXmUSn2GlpdS6jPm769xY2PkQQfTbKNW3PwKXvBlxapjeVF47ual84gux0qsSpsrKitJKfMhQIuTcADaMbxGK2xHnu5cgNUaI17xYlZEdCmnUrVoSD2N021BBHfSw2eO7nHTtBlcq08t+nLX8WKq2ZtWt3G/9U317jXvm/A+HYtLle9OUgsP50pdWxIyp0JTqO1yOxPp6dmxLxVg2BPiUv3gwiavoy6JVnH00uL2GYXAJANrjbPfT74SzyGJqRmZFrMBt1rJKYfR0LT4VJ/j/h67D3uP3M657rZyRVqUt2Gr9FrqVt/qK9U6pOugJvsrsI47+y8/hcXPFf8AGjXpVfun6+vkdmwitNVThutOoWhac6Fo8LifUf6juDshqE7XDREhlMhVDDtGr0Bxp1nOwvp/vJV6Eeo2Tu8vdBPagOVSgxESlo/Sp0StxAGgVpZdvI6EDS5uBs7CrhO81FyL/wBq1n6XE/8ArQ8j+I7HSxQYsqLxWutC/H/qNkaT2n3pCpYyzzhxZWHWos+A61yr8Vh3jxUNFC8pRbMkWupPcEHXQEEjvjGtxnWnWKpS8mdH6vh7flcHzvr/AKel3tIqo0Csvz4tOhZ24rqHXV2aVlyqIbKiLEg6pB8z3AO3m/NMDiucLoR87Xh7fTt+NtDt6jT2d1cwlx3YafMasc/w5UqIjJ4FIX4sw7EHzG3drFHFlcrA6P76v4/ftyYQ7Kacaap68n+1y+L8QP8AMX26R6a607zUqnIX0/J/wI77HisvXYbsr4rv/wAtT0q/Z6fs2kvUmLPitxeLkf8Akd+b8Pw/fsHuYl4vE4WdhCP7vT9SLf8AAbT04h96NNxYrqOP05kLVl/O34bSTOlg87WcLuttc3x0Z/8ACr8/y/5X251+HWZXDrMXIhaOrKprMlz809j3sbWJ0uNpESHK5pt2fkX/AI/m9LKF7fgRr67EAjxf77C/47jsfxGv124GdASTvC4rTbUqnZH82RSvlV5WN/2a6/jt3UPhcWB0frtZvD65fL8U9vT0NtXIsX4nNNMP50+JKMub0J+v12BqyzVKW63Ki5+V8GVfiTc9wfm09NdiZWdC0R4rsX9F15vD/n/Att9zRPaabdaiLWhaPk/4H947/jtQ0qpymmm2netj+yX/AHfRXr+I19Qe+xIw47P4fCe6Pm/VT/w2gyDK41nhNcq6zxM//oXl+G0iAxK4TjrTy86E9WRXy/h2/i+0WWlpqfxZXyeNHzJ+u36HWp7rbtLeyLR83h8/obH6g/v2tKyrjTq9FnuNcHjoQvPn0SrXU6G2nfXa+k4coNUablSomRa/7Vr9a3mNLH9m0dMR1qU3zXgXm+L8qr/Ww1/Ydvh9U/DlU+Fx5sJeXMhSM6k/kPL66f8AGAZ0q5m72VA+9UuXnR/snU9P5K7fkQD9duNPiyqC7xZWRGfxp8Kvx18Q/C/l+OxkanKalcWKyjlX0/7ub6H19UkA+YJ2jy5EV13kKpEQxx+trPZSHPw8r7XnSFTX2p/3WqNZFrzLadR8yR5H1t9QT9doFVYagf2ORC+hfR06drg9u9rjYghYJqjrv3Dgcr8mZXhV/dFiR+R2I3cESp8Vxqe8xnWn/F1euvr5jamJ0BcP1iLK4lL6Fr8Sf9UfX6EbftQXyDrcpr4eToXm8OX67XrG7Rpr9K1yr6F5kOteH8vTY+3abocObwd6GDML4sqrEKkTazFRVnZCw2w5CQriPtqJICC42hTYVcWKwddBtUiTmNP2bPY432796CxjIxadhrC8rrh1SqZ89Qa8nY0ZAKltk9lrU2lQspBWCDs6Kh/Jwb+MGn7T7pt/FIYxDFT93yR5dIUr1SZLTjqrHvYoIJABt3ET+Un9ovEdL+y25zcvixEGivwFT6tKoMrJxEhZbjxQ6yoZG0hpxS2gRmuyD0XSrDO6vevvV3G48g7wMEYsqjPu+YmfUYEd5XL1ZoG7zD7PgdK28wCiCpKiFJIUAR0qMnmOrGPtOe3pu5xHP3Tb0MeV2kVeBl4rfCi8VbS75HW5DaAXGlWOV1Cr3SoEhSVALiiYJ3jb7sbxMOUaJUcV4rrbqn8q3c61JTlDkl95xXS2gFOZ1xVtUpBKlJSd4/yp9Eo32DwDvG5RCKuxWVUtDuXrVFfjOPKbJ8wFsIUL6Dqt31CfYe32biNxm7XF+I8b4sgxcZVeatTEVUV7iqhMMJ5eOFpQU9TpfVe48aQR0g7dJH25g/RP5InedPi+88R74sK0ioym/jw4tHkVBpJtb9MXWCo27nhj87XK13s+xLvo9m+luVmutU/EuFGOhdboyl5YqSUgGVHWAtkFRICklxAA6lpJAOZ972/HeVvLxbLxRvAxtUKhV1yFSms0haWoqjpaKi5DDabWSlu1gASVKJUfTL+Su3oYt35biMbYD3sVWViiFQqj7rYfqjpkOuQJTF1R3HF3U4EnPbMSQlYTewAHHyEjleZ5oYtddgy36mM/BjMKd+F30F7eXe37dtG+0X7IO8D2asB0PG+LcZUGqRa1VGqM01TkPIW26uM++FHiAApyx1JIFzdQ8rkZyxwx7mexnhfi50Uh6oQmlqVm4jTJWhCrnU3SAb66+vfb03/laf8A62/AP/p7w/8A3E1HbpJM848NO8LiRf1F7aW3BeyBvL9oHDkvFtGl0+i0Rl3l2JtUS7lmOpJDgaCEkqS2RlUs2TmukXKVhI37Ffsr4j9ovGTlUrzUqFgCiupRVqim6F1B0AEQoyu9yNXHB4EmwOcgpfntze15QcG0Zz2ZNxnKwoVOYTS6zKgWQ0y0kZPd0fLoAB0uqFgP0YJJcydIJ/Ex5vAokDC+I6lhyl4mp2IWKc7wk1SBflZVgMxZKupSAq6QuwCsuZN0lKiBS1bSoVQad4nFzrz5syvmzbRpQa2G/wB0mV8SotSnXGv1Nm9uh9i/2kfaBgMV7AmE2Kdh6SnisVyvSuThShcfokhK3nknuHENFsgKGe4AJT7DPs20Lf5vtRArsRD+EMLxU1mvRVeGYpSymNEVa3w3HErUruChhaCOsEO72x/b6xbAx5P3L7iK03h6i4adXS59WhJb5iVKbu240wbEMMtKCm7pAcUtCiFJQkcSQJTMzb7TXsf7wfZSwlh7FG8bFeHqp9oZqqdwqPxl8u6louE53kIzp6SBZIPnbbNz9SlfpWsi0L/V8X5pOzExXirFGLWuVxvvIxLiRHFS6hqs1mTPSlf66OOtZST2JBBI0JOwtJplG4rcWA0jOvo/V/g/XvsTEsJpD2ff5Ozez7Su6qmb2qDvAwjSKdVJExhiLMiyFup5d9bCiSjpsVNEgDsPrszoX8kBvyiuIvvdwItseNPJy+pP7O/ofLZtmqV7cj/JKUWfhKsVekVibTYUiPMiynI8yOqqVhLzqkuNkLQoNyXLEEEAWv57efrXtC7/AFr4Ur2id6b6/nyY3qicunmOY89okeUZvtY+xLvK9mXBlJxniLHGHqpCqlUTS+BAadQttZZcdCiXAAU2ZKSBrdQOgB2Tu6TdLvL3+4oYwRuqwyur1daM0xS1hqPBYuAX5DiultsE9tVKOiErOm0nFePN4O8altwMbb2MZYlgsO8wwxWa9MqLDboBGcIkOrShYSSnMACApQvYkH0C9jHEOBPZu9hvFG9qBMoMrH1Uj1WrOwnZjKZUpyK48xT4pSFZw3lQlYRa4MhwgXUduBk52xbUX+Rq3nyoLE7Em/7D1PqJRmcjwqI/LZbV6B1TrSlD6lAv6bLjfN7F++72bqX70xazT8SYUz8L39RlqyRyogIEphaQpjMTYKBcbvYFYKkg5jxzvV3jY8xH9t8UY8rdUrfNLlNTJkxS3WVqOpbubMJ9ENBCEiwSkAAberv8m5vPxR7Sns1YrwHvplnEqKLPdw4qVPu67Mpr8VCg3IUskurTnWnOdSnJe5BUa+4OeUlXpbsWU+61+gR8Va/lbT6n0HfU6ad9tUbhP5OHf5veoUTGNUep+AaLNa4sN2sIddnyUGxS4mG2UlDagTYuutr0ByWIJC/ZdwBhfFntK4Fo2MqtFRQaPVn358ibKSy1IYjR3XUNLUohKkOPNsJUg6KSpQIIJG2iv5SD2jsW1neBTd0u7rGLjGF4tLRMmv0apZUVCU6pYLbimjdSG20os2VFJLqipJKUEDtZQMmDNQU5lRjH+SN3uwKW/PwbvXwrXqh4uRlU1+lpe9QHA4+M1uwKUgnuoanbDuLMGV7BuKKlgjGWHpVBxDSJHLzKdMSErbdsCACLpUkpKVJUCUqSpKklSSCXt7L+9zeLuX3yYTk4YxNUfdVRrMKm1ejLfVycyPKfQ04Sz4OKnPnQsAKCkgXylQOkf5XXAdBexHu5xk0yy3V6jAqlOlKSgZ5DEdcdbNz5htUl0C/+12DWQ4yJVqlPInnpu03S7wd7+8GJu53aYelVetTczqWE2QiO0m2d59arJaaTcArPmpKQCopSfQLDf8k7vTTRmDVd8mFKPUOEnixotGkz2kqt2DynmCofXhj8DsbfyS2GqfRtzm8HeM7EQ9WJVecgKdy/FESLFacbZPn433VW88w72G3nXvZ3470N72In94uJ8Y1R+oSn1T4qETXMtPzapbi5SA0hCbJTwwkkDMbqKiWf5RDITjEPfay9i7fv7OkX7UYniQq9hFb6WPftGW4pplajlQJLK0hccqNkgkrQVKSnOVEA5xDHCa/83t7CfyeGP8Re1L7JmLMCb7Za8SM0+bKwqubMuX5VOchtLSH1kkrdRx1p4twohKCSVAqPmL7Nu7yLvd3tbut2tTuuLiGsxGp9v7SKkceQk6ju02tN76Xvra20FIG1S0bns6fyc+/P2i8OQ8bc3S8HYUnJzQ6jVkOOSJyPJ1iKgAqaJ7LWtAUOpOYEEtvFn8j3vUoVL5/C28jDWMpTHigSIbtKdcQATZt0rdQpZOgS5kSb3K0gasv+VX9oHFu7lrCG5Ld9W3qDCqMNVRqnu50x3XGErDcaMCixS10PKUkEBWRAN05knEfsye0njL2fd7WHsR0bFsqJhp+qR2MR0t11XJSIDryUyXFMghAdQgqcS6AFJUnW6SpKp+2WUhOJTS8G/ZOsz8MV2iSqRWqW+qLPp0xrhPR3xa6Sn8CFAgkKSUqBIIJkstRYrTnwkZNti/yve7eLQcY7vt9FKiIZerTUjDtWdQogvLZAeiEjsSEGUkq72CBqALYYZnyp7XC2kxgGHO5LcZXvaa3s/wA2uDq3T6PNXS5FUTKqKHFtZGFNpUmyOrMS8m3lofpfRrn8j3vyc7748D//ADHL2xnU6zWcJNe+cOVuqUiooaWlM2lzHYr6Um10521BWU2BKSSDYEg2Fh5G+zfc60461vpx/wD4PtLM/wDxm1t0CaxnmbmP8jjvz/8Aux4G/wDmOX/w2XntAfyem8r2at18/erizeDhetU6DIixVxYEaQh9SnnUtgjidJAzZj52BI7bLX2T0b/faH38YU3afzx7w/d0qVzlZX9op3waax1yFXDosSLNJN9FOp20t/K6b/4ruLcN+zzQXrwcNsJqlWQhfTzbrZQy0SD3bjlaiCNeaQe406WAUTCTFUitNOOxciFo8P8AHY/5/wCsSme/sZV6BhzC9OflVurykQocBi2aRIcUEobSNALqPc2A7mw2qBPiyv0TO3o5/Jrez5hzdphKte23vjZEKl0uFI+zSH2s2VhIKX56QdStzVloDUgrIuFpO3SxMSu/7+Th3n+zpummb3sb7wsL1SFBdhsSIEBp/i55DyGula0hJCVLvewuBcDy2yVIptL/ALJ5e3s5/KAYrb3jfyebmNuU5VGJW8NVTgZ83BTIlRnAm/Y2zWv2Nr7ePkjD7UWK5KazryJz5MvV+AHmT5eu3bpTuhfEzlu+3XY33oYoYwHu0wnUMSVuajO1DhtZlpQCAXFKJCG2xcXWshIuLkXG2xcC/wAjv7TNUaiT8U4nwJhptbQdXFdmSJsplZseGpLTQaJFyCUuqFxpcG+2rMEUbBH8mp7JkfFs/D0WobzMXIj8/mVlVMqS2ysRy54kxYzeckDvlUQCtzXCmOfat9ofeLU3KziffHihheZakRaXUXadFbSo3ypjx1oTlHhSVhawBqtRJJgn8ytlgHuL5dBagOv0t3Jniurju9suZJIP5H/La03W7qMUbwceQME7v8PyqvWqgoqaisWyttJtnecWohLTSARmWogAlKRdSkpI0/X/AIrkp17Ota8y1q+ZR8zt6S/yY1CpW772b8fe0XXWm1y6jKnr4+QBSabTWyA2FehdEhR7Xum/YHaEI+ICsb4L0r+St3szqYzJrO+LCtInLRd2HHo0ie02v0D5eYKh9eENs++0j7K++n2amW61i2nwavhp99MVqvUlalx21q0QmShaQuOtZ0FwpBNkhwqIBU2Jt+O8rfRi2fjzG2JpsqqcwqVHVx1ZKeo9m4o04LaAMqQi1wm5uoqUfR72CN40r2rfZvx7uO30VFzELlH/AKEdfkrUuU9SJkc8ut10nMt1LiJKUu3CrNIJJWCtU9zdxC9sep5aSqs78R3jcNCEZ/7v1vfTbTu4H+Tn9oHfbQYmMqzUadgHD1QaS7AdqzDj8+Y0QCl1MRtSeG0oE2LjiFaAhsghWy29kbcx/OL7UuF90uNojEqNS6zK+0EfxNPIpwcU43awzIW60lBBABSpQI1ttrL+U63/AONom8Cmbh8JVydSKRCprVRqnJyCxzjr5WENLKCFFttCAch6FF0EglAtVF3QaD5MEcf/AMlfvywbR367gjG9Bxw5FSp12ltQ3KXKcSBezHEcdbcWf1VLbB/WJsDjWq1t2luuQHWn2JTLqmn48hoodZWklK21oUApCkqBSpJAIIIIBBG2h/Y19pbG25LfThbC7uJ6hUMG4rqkWiVSkyHy6wyqS6GmpTCScrLiHXEFRTYLbzghRCCkk/lW90FOwTv/AKDvCorKGGN41LdVPaSnKlVQhqbbce72utp+OCABq2SSSo2uTtnEBl3CY4KYE93i8pkX/dX/AKf9NpFLwtiPFtepuF8JU9+r1eqSmoECA1ZLsiQs2S2M1gBc6qJASnMokAEiS3GgRXWGpWRtf8fs29APYP3S4S3Qbvq77be99pEWl06A6jCqHWTxUsG7TkttJtmdkqUI7AAupKlFJIfAFAJyJuiV9oD+T/3l+z9uv/nGxbjbDdXixZUeE7HpyHku/FXYEFxISQnufMjsL6Fcez/7NFe9obeC5u6wliel0uot0aRXOYntOLa4TLzDRTZu6sxVJSR5WSq57X9E/wCUHxO7ib2GoOMJLKIq6u7Qag60lWdLan8qygGwJAKrXsLjXTbybVXMUYXnorOF8Q1SkSuEppMqnTHYrvCJBLZW2oKKSUpJTcglKSRcAgbPsOIR8LNr/wDvITfl/wDdewP/APMUv/htwc/kfd+5/R73cB//ADHM/wCG2MpO9rfA00t3+ejH6P8A855v/wCN2Z3sWNb8/aL9o/C+AJe97H71Ejums17/ALSy8opscpK0n4t7OLLbVxcgu38trDE5NrS19pv+Tr3n+zBu0/nQxPvCw3W4XvFiAYsBp9D2Z7NZQ4gAIGW5He34bZTS207+l6P47jbfn8r1v4+1u8+k7jaFMvS8FM81UkpUCFVKQ2DY+YLUcpA1seZWO42wDGLrrrf+Pa0uds2bLqeEoFGbdnusZPDxWFBWVQ9RqUn1B127UhfPxeaw5UeOwv5snp+F9g2i4Ao2I577WI6s/T+aXkaUhaU5ldhcqFiBppcadjft+w9yVUoNZ5Cl4slMZ/ArMWEPfiNU38vP8tii8LNHEODjGfQfhT+O/wD3FoypT+Gw5Wa07ih1xqLT1r6s6OrN/wAbbGZwDKgRW2q8796+SVmzocT9Rfv+Gu3ShYRnwK9E4sthbC19edoJ6T+qrz+v/LWLrd6yCNsMMMSWsL4N4rsRCF5M/hypVf8A12TtSrdZrM9xqK0/TlrdzfHazIcv5i4KbEd/M/ls+MfYdgOwGIDtci07j5cqn15U/hckDXt/oe21dJotUo0BiBPofHYWj9Kiy0uIt3BF9La28vTZbT8CdXXt8pn/ABDQZTTrbs96ncf5FxUcLiK+qQfTzAH+dpbFNrztBbdi4eQ+jP8A1hpWVSVDudbev1v+zZ202jUuV/RcqiU6oxX/AA8010tq+h7pPoRY7GWGqbAwu63yGTJ/57586PwsbqP+exSVhCIm8E7j8W1lpiVWcjFOX1qXkyqUnyv5dvMfjs3ItKoOF4rdGo0Tjv8AgR8yk/XN+87WGIcdVSVxKNFZYpCF5etSTl/EJF7fuO0jCdIn0biT571OqjHUrmmL50/imx7/AEJH1ubbV3S4ElQYPuaL7+r3EzoT0o/VT9P+Y2kN4ca3jRXJWHMTQkP9X3OUttbUj/AtJtfvodRb6bKvfZvUnymmKXQYnOsPrSl/hKKVMoN9SQOnQaXAF9Px60MxaXhxiU1Lfi+FaVcIJfz/AFCelQH61gbeRN9pCbpzRuYQptGw40/Fn05+FOY8SM5SlSh9D39fIG99olWr2A57T8XFGCH0Pr6XZXL5VOJvbqKbBQI/WB0PfYZmVjFE+jN1Sl1xC1oyfeOFlWq3kbWTY6aWBOmh12jt4yrNLi8WvS0Sn/HkycJSk/Tsj8gD+G07ZAMuYGBItBgcXBFWz0h9eZLXCOaP56JvlIGoukD/AF27UKs7wWneK7Ei1GKjPmUhAz5dexUB+Fr3+p81mN8jsqvNyqN7xpCEKyPxX2EKS9YjXWwAt5ix+vls03cVypUBufS5aIsr586jkeT52PiBt5G+txqLbUIl8wgTOpeI+I1AZfhVTJmWhpBaWnTyt0m3nYkA29duFMdntSvv9cQ++heVHHQczf0N7EH6Ed9b9tlBVsb4tgV5hrDjrfNOL/RKXly+pSoeRt5i2hHpY3r+P3fc3P4tdhLmoR0O9DS0rt200UL/AJE+W07JWE+KMJu1niOuy6XzXjR+s5axulwag+djp5XGw1hfEeKIspyBPqCFwmFcLI61lUlPYhRN0n8QAexv57UWGfaE98usUuVh6LKYYXnzrQEO5ha1rXAPnfUfhsXVveJhyvQOagU9hD7HTIWtJzN275wjW1vmHbvptUySJYycDQJ9Zbr0CWhb6Ep6eY6MvfpJuQT6g27abVGOorVBi+9Ps9yq1r4XFyIW1nPa9jb8yB3tcmw2VtQ3qV6jT+fgRGH0dTrHAlZHVI73SodDiCPlNyPPXsM1THtG3jT+LKxZW6IvJlfjtMcVCrkeNKbqPYAkE2voPLYe5pUiMKRialuxXKpKpPAlI6s7SM2ZN/IWsR9NRsqMeVSvSnW6zRpbErJ1cJKQlSVA62PcG1tL2OosNr5jDMCVFYi0vHrE1D6fu+V1SVKT5kBRJv8A3SNP3bda5ujddpbbtUxDwEMZV5s+RTlvUpFgLa2I7+ncFAgswu3c0aVVKWxPdiSs/iyL6ktqItcenne2h89nFhnCnKtc/P8AAjr/AFsv8enfbP2Ft78DBEXkItWRK4GZOZSglKvpmIy319Qdrs+0NKdlNwGnv0/Rwvn7anQ2IHqDsN4MjdHDX6z9wflQJcWUwx+l4DvxY/8AiTooaeot9dklVsdY3o1UcrOF6tKhSsqsvCspLybeBQNkqBtYg+p2FMVYor0Ws++aNUeBKyZuK0vhKynQg9gRrqDe/pfXasY3kVn4k+s4NRKR878Xo8u6k6pue+gBuPO+vAwJG1pn7eVi3FG8HeN/SjTLcphaWlMMJLTWYnqIQblBJ7puQLC1tb6r3UvV7C7USLwoSH15HetJ6bm11NqT2BA1B7dvTYbgYR3Vby6oxi2jM+7sQxcudpp3Mh5KL2C0agEEghSQNLg31A0KxLoPIMUbEdJYXFWnoXpxY6z2WjsoEH0I/Pttf7oSrxMPML1afVKXxazEiwnGMud2EgOoT9SjRSD59gD5edumLsQRZWEpbXKQqpk6MzFsuo+ZCwVIUexIuPw02DaHHdlT/s41iFx99H9Sd8Knri5AHbMLEEW1t22g1imu0GfwoFQQuUtXCdTIayJUo3Oi0WsTc62UTp27GQkc3QNwdiHeNKoz9LwlLYhVGnSFKaamtFKcoUSLpJ6hbQ2tp5gm4Zre6CVihpvFuN5bCJvCzq5e6WnLX11JJT6JJ09T32IKbS5Uql8rXqchaG0pU1IyoUv1uhQBun17H12r3ah/QMugwJa0ZMyGF+HL6aagfmLbHAlYpJHtJtbtJ8/DmDcHRVzYS+E7IQsMJVaxGp8VgQb9rbFG5D2o98mI8ZS2sR4ep0qkITlWphZQpN9QCkgpKgLXIKdCLg7ZtrWCZ9ZxvLdpdRbcmrUnmkryJV20NjYK01sDcfS422duiwNS8JUFuVPpMViVwvGhHCS56k6kXOmpP/HYdh2SpMOMQVl2stOcrUeB4l8LihSFaXFiCfzSdPQnZX12XPapciVKqLGdhOdpTHSvQ/qKuPD9dT2A2J8UYopdG47spnJF+f4R4rd+yx8iu/kog+RPYZr3nb0KpXmp9GwlSYtbQ+0vKtqQGlpT2ISpQ8vmStJNwLEA3AQd0geUrsZ72Yvx4sV5FRc6mnUozoUlXbpsdfra4Fuw2F90rDUrFrbsrG8WnRZWb7rVlBKcyjrw1gEK+g6QD3JuDsizhveXRpUiVAqy2H3FK+6qWEq/BKTf18jY66nzcvs607FsDEbkrG9JXkWtKeO6nKtNrEnKSB387A9/PuwlZ9zpoLEsCLQXWHYsSnVGUjKnj5RmSoehHYfUH629bsYtw5FpbcDEdWYRNmp+7p1Ul5foD/kNPx02sBhqqT4C3YtQhIYfa+FIaaKF6+o11A7dRBv22EaLgTCWA5/vSvM+/kcXM606spW5fU9X9mPLQ+mmlti52+50CKVT4FLr0uXxosLjuqU0l3pSnWw6relu17X+g2aVSwvVMW4cbapdWhImsdTSnbZJCvPX1Pko9vS23DHUv2acZUuJVMCYerUWqRc/wlOryNrv4VpWopdQSLBQsRcWJFwI+GsR0vkJ8CBLRFlQsqnYCmjmbTbVVhoNCL9rgjvoNq790nECaHutr1Gn+9MUS6iiVmVwuKlzhZj8pzAZhpcWtY9iRsaYimYoa4bUWkoQh/xOtfCdUrQgnTKodxY3/wCH5H3yY3rNG9zYXpyEcPM1x6i1lSlIN9L3Ur6WAGn47UNO9q2Lu+lP4c3jc1KWv+yitNykpzdiB4hqOxAt6nuOI3Qcc27CqReE5FlS8k35oq15Vpse4SqxIta9r7aGoYan0Zh2LkX0fJtiLD2PKNvfrzkWl4eQhCHUcB3hFCXr63yuahY7EAkC4IPcDR27yqz8OQOQi0/j5/kflHOlRP1ubDtr2Gwim2WMU3tHezBS8W4ycxvS63klLaSmVA4oQp5I7WPkddSAbga2tfZM4BpVGo2LZGHHYlXlIYQnhT+azKbXfq0Ve9uxuDYgAC1ttT72UT4vDrNeZYisIy9KpRyuKvoFAp07+Rtpsj5+LMGyp7dUi4eySmOh2VDmpVmUNR2JAt6aXFtPPafGWBmcscHHjW8uW7FlrqMVj4XCXbq6/EB5EgDsbXuRfbSWD8T1RrC8Rr3guKxm+79fVHUNLdrEX7jsfIWOy4xUndpVJ7k+U9iGkVHxrdTHSpKux6gElJBuAD3sTr3vZ4ax3u0pdGn0uqbwlvQurK67CKmm1fQ2uk2NiCNTpc9trAyMYlt7R29/FFBwk3Ko0Rhxb+RpchCOhKjpe4HT3vlOhuLEX2XHs3b5t9NBxQ3iOVjea5CfyJlR5t3UZLhN1JvonKDY6Hzva97qkUGl7xotS+yVWYqK4ubJFXdUWYkdgpK/CohVwdPqTY7D+B6U7FxQxzUv3XFiupRwkozK4qTaywCdOxsDfTU9xszX4wU1dv8AWKzAdgbxoDLEqFVMvF5X+0sn8NFaCytdBr32G93GJGsUUaXFqlPXKpy0qdXFkJ4UplJ7utm+thqQLdibHsXhSqZA3jbqnKM3kYWhGbrT0tvp1SsaA2J+moJ2yzjjDLrTrk/CVb+z2IadnS7Fd64czKbkoVrYnTvqLk2sdOfbtzKp92IS4Nkz92m9CW7AxuxUadNSnlY81IyqaBvwie+cEaKvYjzGiQ3zUYsqK5KpcR+Eta1L4WuXU3sPS17fltnvAmLMOO/+xRSUIqjHjdadKkqV52So6DvpcAjsNmXh/eHFnutwGsmRzwd0/S4Pp+I/DZIvumgleJFx+xVP6+1UFoyZlO/F+ncjz/HZCYvrmI2p7nK1yahGRPRxSpGnbTt3/Hy9Nnzj5TrXwvHn8Hzfx+GykVgOfiN1/is5M+bqyfn6+nfz8zfYZEICo9ylwZ7TdZwlxIFZwmxUYq8y+Kwvl3Uq0vrYpUfS4udbm9jtLrGPd1+8uqc/77lUhEpCUyIVRinIpSTdDiXm75FDq1t5nUC42rKjuh5CU467L6P8PT+3y/eDb8bjNUwlQYDvKyon+Feqfpbt+Xex/LaoyhzOIRo7GqI61AiO0aWxVIq8qEymHeKjKNNVCyu19LC52kzd2NB+1EDGVUqMpE2E0rIn5G82UnQ9/CNe21FgfEUXdphzmp9PXwMvR05VK1JJA+hUb66eeuy6xR7SGN6ziNxrBrK30Z1NcvKj8VpxI08JtZPbzFiO+ttrjyiYOWjS3w7wnaNQZcqA83FfQnpyKKc2vf0P/D077DPste1nVGp/2Xx5UVyqW+793fR4oKu2b1ydrkkjzuNRtb4S3d7xsb8Os16iUuEhaOprJmQr0ug3tp5i9yRoAL7Myn7hcJYc/p6Vh6EhfUp3l05UquMpBGo8u9h67D1GmXUDBlyN0fkLFNGdab4tchLWtGdp1p0ZHkd7jXv6jv300IHaPi+lwJ7fCqLD7D/6VCFhSk3+e308/p6W2RFMoVGrLrjTURjkkeDJbKn8B2H5Afs2Gd4tGgOtN0uB40LzodQvK62rysR1D6dwfX0zj0sL8wfZmq8b4Ww5WcOVaVKokKVx6a/nzNBaXE8I2v5K8u9/L028dsS4KgQJXP0uJwEdPFa8ScvmU+aSB5dtvSrdvj2s0bBEvC+PJa1oXAdahT5CgrqLarNOHvc+Sj+Btpt5/V139J/h/wBNj6QlMrAWDbKmiUyjOxeFFqKFoX1I6h0/h9Ppp+G1wmmRYsVyK6yhaF+P+9snX6rKpdUcdayLQh9XCkNK6k69iPofx2JZuOZ/IfFeYWv+70qzfh/w0/DbSWUw0Ha9E5WqPxWsnjzIV/c8r3727a7VFep7vKtutZELR8yPw8j3Hra+h27rkSp89uVFqHx1q8K7ZvS2un1A2muNyuLxXfh+LwI/bp/oO/odulpDwxjZprhwK88vP4Y8rN/5lXqPqf2+exnJxc0018WIteT5MvVl+n+Yt32DJuApU9rn2onQvr6UdWX1ynvb077RodPntNch72bWhH6L+7by89P8vy1jE6MlqQ1KablQHkPsL/X6k/mPLaHKjRf7JrgZ/wCy8SFf4fQ/v2oadBlNRXIvNrRKy50OtKyqzfh2I/H921NLRi3hfdaiiajNkda0SpKh+IFv8+3faZ0t5zEWV8KKyuK+jxpR1J09D5H8dPw2tqa81AgcWU0tHT4vw9dq3D7rrv6WX15cq0L/AFh6+f7b/QjaYuW61xGnWkLR4FI0yqt529fQjXa8pK6bTufdbnu51oX4lMO5VJ+tidben8CcxFaixeL19fRxVpGZKr6BVvXyvf8AHy2hypDrXwqXkR/Hla20vnOLF+L0L6c2VeVKrevl+789q5lsTjInT4vEi8Hx/reH8R/w27tIantN809wFo8K8+X9/l9Npjc3ixf130eJp1Pi/Aj91732pqk46678LJk+dpacq0+XY9/y/EHa0mW8mpNNQHIsp7Ov+ydRZKlKHb8T+N7+Z2o4GLJTrTjU+nof4HX4On/GkeX+Q9dhSoKlRZXwnV5/1PF+0Ha3oUrn/wBFkRKR/f8A+fY+h7evbawMpGFh7ee0663FlUlbCF9CHUL8P+L0/wAtjRVcitOt8XOhC/7mZP7R22TrsbmvhcLlZS82RHhVnHlrofoOxGo2uKHi2qUaK3FxGznyKyodWgoV/gNx9fx+h77TIxGFU8S0GA027KqDCM/g6htTLxlRnf0Tzb6P7mwNivlao63KgRPGn5fAqx7a9lfsv9dqthvitcVp3o8LqPmT+H09fTbpYCFdZxBFaiuT2s+T/wArKr9+zm9gj2fKp7SG95GJJTEpGAMJympVZlOpPCmSkkLZgsnQFRNlO2uEtmxALiDsAezB7N2LfaQ3nubv8LvLYoLbTcyvVnhZ2qXFJsCCbpL7llJaQdSUKVYpbWRsD2xfadwH7Ku7Rv2RvZfaRT6jCi8nVpkN056ahYutsOjqVNdzZnHL5mwu9wtSctJUnbxBH+UL9oGl73d5cTdxhKosyqDgp11qRIYWHESKgTlfsRcWaycIG/i4otYA7ZWqUaK7/wCqbLfd47PM9xvwZ8vTl6NLCwHYADQAeXls44m7veNPwvLxvA3e4llYehNPyJVZYpMh2Ay0xm461SEpLaUt5VFRJASEm9rHary6cR7bs/5K+qb/ADAeF96Du+2HQYtehJlcgjDin32UFRBQXDJSlZ0JCsgAv2PnoneYmi/yZnstS8Obm8HYjr1RrT7hlYnfi8WPDmOoyc5MU2AGwhKUpabACSQhJULlR805EqvNRf6LxDUYXzo5WU41w1eqSkgg+eljfb0G/kt99WO992Dt4W5PfTVXsZQsPMReBIqyuYdchSg805EeUoXdQCxcKWVKIcULkAWkSlgInlhVavPnwJ7ruda32nVqVnzK1Se589O57nb3P9r72bqx7Ue7/d9u/g1sUinQcVxavWZ6QC+zART5jS+CkgguqU+hKbghJVmIISUnxb3z4Li7use7wt31Ld4kXDdXqVLYClkq5dl1xLZJPdQQACfMg3N9vZL28PaAxd7PXs+06vYECGa1ieqR8OR56wFKpvEiSH1SEIIKVuBMYpSFdKVLCyFBJQqZUyP7WjmMvZq9kaXB9m7DDMGnYdYRFmOxVnmqXS7Hjy2RYlx0HVbijdIUt05im23kJT6c1WeJPlS8760cVLviSpPe3r/n66323d7AHtcOUGvN+zzvpxCubS8VurXhqo1R8v8ADmPrJcp77jhJWl5SipsrJJcUtsk520hIe3D7LX/ore8b31QeOzu5xfKW7RHkpKm6TKsVLpyz2CbBS2b2ugKTqWiT0keJmeacuLz7/CdWjJmS6nxJzDzH+o9dR6bdqmHduFCjNNOvyoryH+OtS+j9bzP/ABt57SJyvi7Bc+UtPSr+SRw4Gt0m8XFjbSGajUcUJpaJKmurgRoDDjYvoVIS5LfIF7XUv1OwViPeb/Js+yFUHcBu7uH96WK4TqmK7W3IEarzHJQJD5elS1pQXM6SFts6JVcEAgjZh/yW1U96+zLjmjUt1aKjBxRPbRl6V5nIEVbax5jU2H1SdvJqIMLuwG5U/jrfWhGZLt1K7aX+vrfub7FHqDxPULE/sv8Aske3JuVl7z/ZOpdLwliyDxURzAi+7kc6lObk6jFQMgC7j4qQVDMFBSxdJ8rpUGswJT/vmI/Fm06Q6w/F8K25DKylbavQhSSn8Rt6HfyP9Xda3qbxqBS2nm6W/QYUyQk/o+Oh9aG1ADQKKVugnuQAPLTNXtbsmL7We83DdBpXHRKxQvlYsVouuyJD5SS22hIJUtTy1AJAuVG2pOsyRPRmk7xPZCa9ird3hze/jzDGJ8NUHD9DhTKdAmc4qXPixUAtGOwS4shxClFBFhlJVoDsE4G3r/yV++SuxN17W6LCFFlVF3k4AqmEGae286sgBtqS2LNuLVYC60lRsBckDbzJxxhLeXu+diNY83cYkwouopc5VFbokqn80lspz8PjoRxMudF7XtmTe1xcXqcaVPpfNQHfif2rS+lSVeoPkQbEfkQe23Sds2N7cnsdwPZWxHTcW4IlynsAYokLisImOl12lzQCvllOKJU42tCVKQpV1DhrSpROUnLiKjS2vitS0f7q8vVa19Pppr5bepHtjz528D+S8oWLMbD+np1GwnVH1utFKkzXXI3EOU6gniuA37BRvt48sQ5Uqe3AgRH5UqU6mPHYjoK3XHVHKltCU3KlEkAAAkkgAbVxOBhrEwtVMe1mBhfBtJeqlXq8oQ4EOKnM7IfVolCfIepUbBIBUSACR6l1BNG/k1fYk+xrVRiv7ycXIkLUtq7iXKs+0lL0hN7EsRmwhKSQMxQ2DYuW2ovZl3G4E/k9tzcj2i/aL4Lm8KrscvTqS1lW9B4icyKdGubLkuBJU86CEoSlQJDbanFYa3/b68ee0PjyXvBxvL61/ChwGlHl4McE5GGb2JSL3KiAVqKlEC4Sm0DY+IJYemc1S+E6z8/R83T5a+o02v6bEaad/jp2ocOs/C+Ftpn2TvZor3tDY35b48LClHUhdbqiEWy3sRFZJ0Lyxr58NJzHugLzsM9kuDlYc+wb7NU/efvLj72sT05bODcFTESo7r6RkqVUZOZttGbuhhYS6tYsAtKEAkhwIoPbX34wN/u+ltrDjrcrDWFGl06nSEeGQsqu++k/quLCUpsSChlCh47bNX2zParoGE6F/wCiuezyGIVJpzBpdYmwNGm0J6VQGFDvrcPOXNzmbBJLmXFUOTFpbXxc+dfUpWziBUG2UmnfYH3417dXvff3VwcJ1TENBx86l92LS2OK/T5TSQgzFJ0HBLeRDpJATlatcmxam93+STwbjLHcjEmBN8MvBtIqcpUqRRn6SicllS15loiuF1stoJKrJWHAm4A0ATte+xscO7oPY5xt7SsWkom1pcKs1R5eQcRUem8ZLUYHSyCtlayLjVw37C3nJijEu8He1iiXjfG+N6vUapKdU7xVynOn6NpzWaQPJCAEpHYdyZ3BZeeintA1Cj/yeXsq/wA1+5fCeIVrxCp9iRixTCXER5khIQ5KkupGUSVpCUMpKQgZUC5CAhWIPYAi8L2wt1DxZCAuo1HKlPhT/RU0gD6DsPw23D/J97wKrvy3c4+9n7fG8/i6l0SHCQh2rKL7r1PmpkNmK6tV1OcNUVSkrUSqzgF+gHbNPsr4dpe7320cN4X4vH+zWKqtQUSnUozucNqXFS4coAzKNgbAC6jYAabX+7mDI3MDKr+WBklr2qqK18n2Ip3/AKmT9sRTA7yL7vycJX+W3pD/ACpOBKfVfaMw9WazF4jc3CUeK0vPl6mpUoqt/wDLhf8ALbH03dC1PacpeHHl87UU8rFaUrMlx1fQhHmRdRAuL9+20ESCPKei38sAT/MZu6k/OMYI/fTpd/8ALbzMpkjhNcXg9e3p1/K6tCVul3e0dn4jycUKlZPNSG4bzZNvoX0/tG3mQGuF+l/83svfZs9Q6mVk0z57rn6nybDppjTrv6HgL+ZKOlKtjtLDTvxWv/odrTAe62p73t5eF901CaWibiuoogpdT3jtarkP/wDyNlDjlvPJbYFWoLNtxJzN6/yb2CqLuN9njGftd7x4jcVEuE/yDuQ8T3NDzElAtfM++FAAXzpbZIvcbeYu8/GFZ3v7xsSbwMRy/wCl67Pfnv8AXmSlazfhg2HSkWQk20ShI8tvTX+VC3j0HdfulwZ7KO77gQoi4sWVMitKH3emxbIhtEAhQzutlwGxB5VQPfby4dw1KgO8000tbHjV+s3/AMdtFZU/mN/2NPZgrPtIb46bgmz7FEi5aliCei/3WnpWApsKHhcePwkagglSwCGyNtY/ylHtC0t16B7Le6vgQsMYNQ01VGorWVpUppKQxGR8pbjptewI4pAuC0QdX+xp7OU7c/7KzbWCa1T4WP8AH9LRWZlefhF9EeRIazRkcPMkuIjNrCQnMkKWFqITxCBnaR/JC4+lyn5872iaK/JlKUt113DD7i3FqN1LUpUwqUokklRJJJJJJJO3QDA44h/7UyuV/kscKcT5KDg1P/m4g289dxtFax3vz3bYTdZbLFQxbSkPoy3SppMptbgI9ChCgfofPtt6872/Zaqm9D2SKT7NLWNotPm06m0WEusqpqltOLgFlRWI/ECgFlnRJWcoVqTbXzop25aV7Jvt1bp8B4nxZCryEVmkTPeLEMw0fenXGEoLalrIIXlJVmsc1rC2tXlLFOQf6T0R9rvDXs1tjD29D2n6hzVBw0iTFpNBdW4pifMkZVKJjNm8pYQwMqSChCeIpQtqlAYB37/yau/jEkDdDP3B0XDzlUdFOoztSwzCisvOr0Q21IjKUphajZKLlBKiADcgED/lihPG8HdgXXX+Sfo9US0jXJnS8wXLeVyFM39QE37DbzrxC5KajCVAdWwuL8dp1pZSttaeoKBFiCCAQRqCNqlsNLF/PbNF+3p7Irvspbyqa9huoTajgPF3Gdo6pV3H4L7eXiQ3HPnsFJU2o2UpJUDcoUpWyfZ3HD/kf8V/+mljf/29P2sP5UZmLiL2PcC13EbnAq/2gpcppKrXckLp0ritnTtlK1G1tWwewsfz2S4Axb/JZYnwlS7PyF0bGFMUlP8AtFuy1Afml1JH4jaw+6G+2eY1Eo/utrmv9vmzfx6beg/8j6241iffG2f/ADzw5/6HU7bYOgR+LFbd29Cf5JGhz4s7exXnWvuUpqgw2nf1nWzUHHE/iEvtH8Fja2zHMAp3PM9+zvjCBu1/lDZ9eqbzLNOm4+xHRH3XF5Q2JcuUyyfzeLCfwUT5bMn+VX3Y1/C+9Sk77Wor7mG63S2qXMlJR8KDNZKgkOK7JDrakhJNgS2oXuQDlTehIiyt6GPp7T3wJuJqtKaUlfiS5LdWCCPoq4ttqXcd/KiYyw5h2PgPfbu+RjiLFaTHTW4spDUt5oWCRJYWktvKsDdwKRewugm5Mnx9TkwcgzPHsvblcW7997WHouEojkpinVSHUp8xF+XgsMvIdU444NEmybIRcKWqwAsCRtv+Vti0+VhvdsZNuOzUp62rd8vDZB/eR+7aPTPbpr29/eNgjcluNwHFwbFxPXorU2RnSqUqA2ePNyJQgIZIjNP3UM6iBYKbJCwq/wCWEx9Fl7z8EYIiylrOGKDLqU9pKtPvbqMg72KgmETY6gOJPY6xChAoiT9mb2eXPak3203BzbS28NUdpE/FE1q6MsILNmEqGoceUC2kgghIcUDdABbf8pj7SsWs1lj2eN2jrEXCmBkcKUiEsoaenttlsMhKbJ4UZHQBcjiFegLSTttL2avZqqW5v2Wfslu7xLCpGPMXQE1KfiJ2KZKGZ8hpIC0t5kFaGWyENpJAJSFG5Uq+WZv8jpjqep9yX7RtJcW/mzrVhp9a1X7klUwkk+ZJJJ1JJJO1HzjiRggcRm+3Yf8A6Wzhf/4zwt/7ba28sqc9z8Bylu+NHW0v+96fnt7e7/PZaqm+n2YKT7PUXG0akSqexSWVVZUBT6HOTSgEhoLSRnKf19AfPbyD9pX2f6z7NW9V/dfJxZFr0qLCjz0T2IpipUlwE5eGpayCLWvmsb9hbYdlZY5g7Qc5iNrNQdd+6/qLy7ep38nng6i+yl7HmMvazx7DWio4jhrqEVpfQ65T45UiGw2FEDPJfUSm1goOM99DtgjdJuKqntBb5MIbuqM0thGJJ6WqpIatmhxUAuSnvCQCGkqKbixWUg9xttT+Vu3xUbBuF8GeyhgRpmnU+FFj1GfCi9DUeK2CzAihIFsgCHHMoIKS0wexB2svqET1mebGOMZ17eDjKrYyxHL5qqVuY/MlO65VOuOFaym5JCcyjlTfROUDQDaCwNoITt3S5t0oTNdVeHS4spvkHZUV9f6ViQ0Uo8tQtNxbz1AOzT9zO1TBrfNMsSmMicic+b69C0m4I7gjb+rW6rlYvNT5b6OP4c6hlV+B7fkT+ewfFjT8OPORYr3wM3Rkd6Vf7oN0n6+e1TNcCRZOFIsWA5/S1RQhHVwnZS/hq8u/SbHsCAfrsTboJHvSU5Fn1bjsMeDi9Skq0tfzv+0W9Nv5igfa2A5F5t/j/wB9GdCvpm7/ALdjDdTu/n4Sacdns9a3VKz5PEny/wAtldQeJTUHYkvsWYCqlUaW79nvf0FCM62mlDq8+3iSe+trbL+JiJ2jfdaC1VIsVC8qqdVElXDV2I1Oo+oNtf2Oug0l2Lx6o1x/jq6+AgpSn66Ej89NpU3dw1WWnKpKqKEOI6vitZlK/E3v/nswlXgJ1NgVYlfdeI8Wym/c0T3chCOpaFnKpR8wD/lrs0sIYIgYcabn1mrZ3+niuuq6cw/Ht/ptBn71aDuvgP8AP0nnWEf7Dx/Ui4sexNiQfrpsssYGVvaiuT8G4hXTuPm9U5k9tbH00+muxUolzesZm8bCsDEbsSqUHEORaHUrzsSArq87pIN/ysf3bDbFExbwnIEqWhbC0KyyIvSv8SDex9bj67AW7DA+8HBtZ4s+rMSqe/1ux3UZury1OvfzFvz77OxyZF4rfClohPr8fXlzK+l9ipV+Zws3RdUvAsDC7r9ZlS1ypXjU6rpW4keRANtPTt56bLTeLvxoMWU5S/d8phCE/KoKTm+moGh9bX102M/aCxr7mitxXXl8d/50/N9bj073HfbPlQ3Z4trNG+1vumorpb/hlcArR3t4hp30/LYm3bJLzUuFMRO17dK/PozqFrbY8HhzKt3soev0sPPYP9n7n95cqXS68yxk4qkOpa6F6diMpsLa30/ADa03GU53+bRzlXkPoWhWfqCu+trdxoR5bLLdDRcZO48n/Y11+FKhSErztK6fqLG9z3JSdPSwtsCzKicPJo695W4qvYcd4tBalVFhfgSt9CkqtYgEqSFIPlfQEaEnaPhCoT5UDlXaTUYq4vQ60+0VJbt5Z9UEX87gG48js8mYOPKzS22qpkYlIR1q8KlK8jY6DXXufx2l4exTWcEcSLWWWKiv+41lUn6G2l/PQWOy4sHzC7GWKh2PRoDTk+VEYYX41qz/ADegv/x2/MJ4GwvvVqnK1njrQjoRkdKenuR62/z9fLaz3kVlrFEpzlcEPo460r6U5Uqv9ALA+ug02bO4jDDUWlsc00hC0dfX1KSr8du7ob1JI2rKuL7IO76BF4UV2oxf1VLXnSn89F/+a2DcUUbBu7RpyBiOuMPo8CJEhI4voBmABULaDMSfqb7agxbiqBQaX968H9zqV+wa7ZP3qbqmt42N4lede/ov5XXVOJSlY10FspNu4Olhp57SG3SqRbqom7SVx58WnIqmRSnVu02UFpbudM7B60HSxUAAbHXTbjF3FtVSe3iOg0+VRGM6nfirK06julKiSlWtu9gPK+hdFVoe77BEBiVykWbKio+A+011t/gU/wCXb6DZN4+3r4tlRXIuF4kqKxkV1tNHMpPbUjQeY8vPa4G2VbmEr1UwHhfiQGuBKq+XrTop1VvO4uR+Fvy2XFen4t3gynIDWeLFQlSfu7uZLd+1wbFQHnax8x9BeJhuqVRpvFDTWerxUp4rCeriJCuq4Cu5TcixPpY9tiJ6pYygUtjFG755E2K/HSp2lzLOpz+ZbXcKSbaFIJGmidrZlCkW2LsBfZd1yBXmpTbi8zseUhGVp65Ppexv5Xv+Owi9hqsyorc+lsvo4HX0KKctvNNjf6WsRtorDO9/C+LWnML70MEVGEjpTIWhrmkNqJPkAHBbvcJJF799ueKNyHuaA5ijdLieLXqCvqdi5ip2P6gG9/yUAsWOhvpEpEWxvoxbS2mIFZpLFX4HQlTqylabeSgAQvz1BFtDrbYqw/7SECK196wEtD682drNx2sx7dVgu/1sfr53+Kfu2xHi2e277kXkX15ten93l9beemxxF3Hchw2pTOR/xrzNBSVJPfq0Hf0Nx3I2psCyhG6c92kr7W7xmK81h73WwvN+lUE5legIAzWIIF9e3bbVmO8IOyqWw7F8DCU5P7v5nTZKYBwrPw46xA4K0MZk8LMnNlVe+h10P499njvMm4ooODWKpRnV520o8PV566bEQbpw9xEYtalUae3VGnqvKhRcq1tMfClMrGuYW0cSfK3a40trsU4cr2LapWabKge9H4UrpfddySFMp0KQtKlFY9MoBIPppsx2ET69QYk/7MIqiH1J5jhLCHWUkauAgXBF/Q/hbZgYcwBhKjRW57rS+P8ApcykDP2+YDvb6W/LtsTbC5kGp1d2lxW4Ep1Da3EJyq1QlX0F+x+h12BJc2l1SLL/AKRWh9CFZkZfF39Ln8LA39L9r7F2LIEqqcryiJUVHRnSjMnMNNQQR9Nrjd3gag1mf70lUlDDGfOnvl8tfQflYfTYs7fti73LezfPlYtcx5WXX5WdpLSUSvElrUhN79QBJIv2CrAAXJcuMnmqC1yDsvgfqLz+H0AJ/wAiDszJLtLwvA/SoYYyeNfh/b5fnptk/frvHi1SvOUaK7FWvIprhOpzJ1+vpp6/XZe3yM5Ruie9oneF7rgOUuLiHkqitSlNI4RSlxV72zIskH6aX10I2SW7t+stcSe1EXKXKWla3UpCVZz2JOgGpNiLC5tfQnY1rO7aLVJ/9PMyqdnV9zlcwt+A8k/KU5lFr/EDb1GhJZWE92LtUw43S/dL9Em0tLGSpIShXMWPUR8riSBYqubE9gQRtCCG27YSYE3O/aOjN1mfSWM6/EiV19XfUEkGx7akA6g7EZq+DcBwHGqzToT60ZUqaRdSfoLXNzp27H02tZWN4GEsJe4YstD77CcvT/Z/iR3J/wCeyUSXeafxHWXkI6+KnOo9Kbfh3P4dzbY727V4lMRjI3lutNOVRqnohU7qXy6rqVl7CyTbJp2Fj6eWofiZyVvV4jVLlrgwlrTnQnxuJFr620Ntbi1j2PnsN0pNUx5Pc4rL8KnMK62nVDL+Olr3FzoSNduuKMfQMJRfc2F2eJNzZEJTdKu176DTXtqfwOmymWZocBVXdCOiez7heBAcdn4nmoQtrI6607lUlOuhKEgjzFyQfrtWQqTgjdK65VKNiybNYYQvJkd4qW0nVVwDlX2GhuPKwvqB0vEWN8OOt4tn49qOHpqF5s7SRKi5TqEPsKIK0HzykEa6jUAkke0dhyfK5rGW5zCGIeOvIqr0OymJlu6iAkKCvVKhcEEdtdmkr2+4B33fbA7HvtB1TEbvK4XeXFQtGfmMgQrT9VKu34HS9yNLE1eC9zmMt5bTbrTMrnc2dp+R4FK9db99BYaAfnszUb5NwXFcai7kadCfzqXldQlKk62IAKfX8/psc4E9q7BuHGnIDuA34q8yuFy9l/kDYeXb/ltfxgp9butyFZwQ647jJ1HHQlP6BXwm7a3HZWY38rgWsfXY4ms8WVE5V19CM/g4pSnLp3FxZQ/D8e2y+mbzMUYtqjlZdpy0U7qShp2yFJQTobi91HzHYX7m19jDCc53EbrjTrz/AI+nr6k/gfS+uvYbDYS8b2KqRAxvu0fwvK60Lj5WkOqzZVDsAq90m4FiP8tsbxcBb0MGz3KNKwm4thchSWpSFhTDiM/YKSbZgknp0JA0BNgds4ew3/2ccanu/Lkza+H/AD/12zRjZe8HAeI36zRmps2nIV1RWllXESLnLbUHysqwUCLG9wQMjdKRdVbB+LWmpfv7PFYWnNwlXWlSRp5+Hz7WNjcgX2hfzZ0tppiqf1VC82dLquhWnc2vp6k2/wA7sJW9KLVGufxHkYi5Er6rK4KSM2RZSSbg30ue3Ydtqqo1Cl43gORaDkXTloU06wtHSq9usHQWPawsQdo/7cv8Re7mcTtQN4M9rC/DQukK8SLKTISdfpdPfS9/qNnDjGk4Xxa63jyjU5GR/oqXL9K47oVq4ACEnXuCASLEG9rpbdTg6VhfeNLdlZIUV91LSGn0ZUPa3BSvUfQC4J1Gzcw/WWsJYtfgNU5HKyuuQlKwnouBxCnzHkSPK21K7WawpEgxawiH2A5OI4ED3phzFlUhMMfd5rTTubh3NrkKBuiwzWtp+/b93j0+Vz7DuI3YsqbUUZotWYaCFSrDzUjpKrWOozW8yNvjCzkXBG8HkPfiF06vR/u7DqMqla3AGmVdvpYkakDa4xpKad/oGUyhb8J1MqG74VJtewI8+klIPra42cNe1Jeuvzivk4Hdda96NeNHj6QpKk2sb21A172tfz9ZeHJ7UB1h2Uytjwqy/jbQnsNP9NjmGjhf2vy5f27WTmB6XPa4vRx3MvSu2VX+qT/eF7+YPkiJriEVBqVGrMVt11pC/wBT5k9vrtT4ljcKV916ELy/4fy27U3C1eo3wmmc7HyJR4sv8eh2tWYMqU1wpUTJ/julX79jLKGK6vU+U6186P7+Q+ewBXaTWao621Pa+AhXi8K+48wP2X+uvltoN7DHwnHWpaF+Lp+bYLqFGlOxXGmv/Wk/XapElIr69h77R4cbw408tCM/62X63AB8VrgWJ1P1Oxpui3X0agut/dPiMdfV8vqTp3PqNbfjt1apTrXDaa8bf/lJ2KoGIqXRoDnFe+Oj/dV/w2qCFldkM/tY1FdbitM5OAhObJ4Mv07eXp22pMc40a5VuLFd4efx9fiT/kPz/aNNgH7XRWmnJXNsZF5lp/WT/He4/ZsA1TG8V2qOOu1Hwdfl4vTXve/l6327fO2Rryq01hyltyouTwJ4vyryjzPmR+OnnsFsYsarM9yVzfx8+RHV/mPL177JjG292K6021zfR4MucJX37Dtp63tYd/TYSpO8511p+VQWULfYycVpXV0frk3HSDbQdzpp5d90pkTbj+J8EVTAdSwvP5qVN5B1aOA0vqytm6wRf6XuPO1tdvPRVVlNNcIvLfRky/F8bf8AxHr6elttO0X2g2nd3L7uHMJri1vgKalJSvixZCCNXQfG2tIuSACTltfW4x+1XJ7rvNT+vqzIyWT0/iOxt3PY9/ptCVBfKKWncZFkNOtSnIsppGSV/vJ/Z/H5bfaKbxfurrqF5PDm6VpT+qT8w00vqL99rSZTIteablUGoIz9OeK/0qzfRXr+y+1at2U1xItUZyLR8q+lSvr/AM9iym6RpGG4DTrcrrzt/J/r6n9t9pa/i8Nri9C8vz/8ddvyLAdlNf1tf91Wf/UbVNZpsqK6w1Pz5MycqkfMoeX4/T8diJOaOJSWmqDwmnvl6Nls9SGospx2V0Pr8eX5vz/47W1VrzTVLiOxXf8AElfi2ixqxFn8N13o/uq6sv57UzKiVyWeE7zTUvrRtetzIE9r4rKOP+v837R3HodoUqPF4v3XP1o/xJ/j/LvtRxosp2e5xc6OH/p+H+e1RLSxQxFi8R13hr6/1+nL6A/v2iz3ua+F1oQvqQtP8f8AXb7dYdlOuNOu/D8C/wCPP8dvoU6LFi8J11fX1oV/H/XaZ0iqj8KL91ez/wBxXiT+B2+TVPhfoc/X17fwa/8AF/8AdtvxMJ1rP+ovw/N9Pp/lt0pOqa1wov6ZC8n636v8em09NTalcPitf+bzfsP+v+e1QzEalcSK6zn24Bh2lu8q690fJm8SfTaQZ0s6jTmpXxfB/e2qfcEpp1uVF6FoV8nh/j89reBArM/71FZzsI8WVY6VehH/AC27yn+F8LwLR0rz9PV6bWk4kyG01VIrbU+IvOhSeKprxJsRY/gPTvb9mxTVaU1PgIaayL6OnP1JUnvr6g/Xz1tcbK9nFU+jVTiu8RaPB/ey/TyIHodbdj22ODWZ8qjc1S2s7mXNk8Kv3/u/YbbdIkNdOnwPiwOhHzNLWFJ/CxuP2et9NumH8Gu4yxlQsL0aoRYUrEtbp1G+KgqSy7LlNx0uFIIK0pU5mIBBIBFxe4CZ1edn/FdlrQv9RN0/t89Pr22jwqpKgSmJ7XHQ+wtLrTucpUlaSCCCDmSoEAhQIIIBBBG1sQmJ7sYf9m6buW9n9zc37M1Xp2F6vJ/rOI6lFL8hyQsAPzlJSAFyCAAi/wANsBACSlAbOJ6l/I9b1KpU5FVlb+MNuPyVqUtTtIlOKUpRKlKUpTxUtZUSpSlElSiSSSSdsnpxdjevQG69S96eK2H0Jyux/fMlKNPLxaK/vWufPaurWMt4LsBif/ObjJtCFZHeFW5KVJ8tbLAO0Ygds1div+TLx3uR3f4g3i1Pelh6sMUKEua7Fj0t5p15KbdIUpwpB+pGzJ9gT2hsBUbDFW9n7erUIUKl16U67Rn56w3Fe5pIbfgLWbJSpS7qQSesvLQLEJCsASce4yixeFVN5GJZsV9OR1p+qPPpcSe90qWQR9Dt0oEqgu/pcTsOIfR+idtl19Qex8jtG2T/APWbnxN/JVbwIFakMbud5FBqOG3nSuH774zUyO0eza1NoWl4gacQZCoWukG5La3dYK3Q/wAmhulxLiPGOMmK7jHFChKWw0kNOzltJUI8SM0VFYZQpayp1ZsC4tZKQQkeesfHu8HC8VuBhfe7i6l05CcjUKBiOWxHSkdgENuhAAHYW0GwFiN+qYjqj9Ur1clTZUpKeLKlPl11Vr2zLUSpVr6XJtfbp3LQXxnXvtlWcWYtqjueo1d2bUn1JvlU+8VuLIBuQCtSiBewFhYW29Wf5WZP/vue73/0+oX/ALiqjt5eM4aiys/yP+Di5f3KHmPw26Viq7y3eBAxHiat1SnMKQpDUqe7Ka0vZYzqNlAEgKsDYkXsdozJ7bTtj+I1wqY61LXFXnTwlJUUqSsaggixCgQCCNQQCDfb009lLfThL279wdd9m/2gXmJeMoMDgT1ps2/UIqSBHqse4ID7a8mcgEJcCFWCXQnbzXxPS3cRwIjUX5Mquv8Ajvtww9hOvYcnt1mjVuVFmsJVkdhSFR3UpNroCkEKsbWKb2PYg7V3LLGtmhVvG3F4y9nPeNVt1eNviSoXxYU9DRQxUoaieDKaGtgqxSoXORaVpJNrkMqy+F8Xa2k1HFE93i17ENUq/AzcB2fKVIW2k90guEqGvdNwL622oK5K4rX6JGf58n/DYf3NK/bH3/J7e1jS/Zv3xz6JjyocrgbGyGIk+Uq5RTZrZPLyleQbIWtDhtexQomzZG2kd/8A/JaDeXjipb0PZ+xthtikYvdXVJECoOulhmQ+c63okhlLgUytSirhlICSTlVlslPmYhDTrvC4Wdxf/Ht/wP8Ansa4dxlvH3f0vkMG7zcZYbihavudIxBLhM5jrohl1KQSdTYam/c67H2yMfieoO67d/ul/kt9xmIcU46xlFr2NMQ2WpLSQwupPtJVy0GIyVFQaQVKKnFGwzLWopSAB5L13HmI8W43q28GqS1orc2pO1bn2r/DlKdLvFQFKJAS6cyU3OUBI7AbfdZxBWcZT3KpiiuVSsVHKlpUifKckPuJBJSFOOEqUASSASdSSO+1VDVFadc+L4PlWn920ZnbJ6zV2Luf/lXPZ+obdGxrFwvvJwk6mU6zwkPv02UtsIkNKaUUrdhP5QpLjZTcttE6trb2U27P+SC3it4oY/ne3m4b+yja/v8AHoiZC5U5oHVpKnEISwFC6Sq6iASQL2IwNAW7AnxKpQXptLqMVWdibDfWw+yoi10OIIUm4JBsRcabMJ/eZvfqsDkKzvdx5VIq0cJ2LPxLOlMKSfItuuqQR5WttGZ2xpr3+VI9pjB1TwvTfZ43a1GLKhUiQl+ruw1hTDa2UFtmGgi4VkuVLsbJUltNyQoCw/klvZPwvKoH/o0mMuBVKo5MlQMMw8hUimhpRbdlKuAC+pQUlNrhCBcEqXZHnTi1nhNf+Sj/AHfT8NpmCcS43pcTkKDjfENLhNrUvlYVUeaYSom5ORCgkEnUkAXPe+0iDsOyeq3tL+wn7Q3tLbxXMY1/fbhWDS4mZijUZNJkrbp8UkEozcQZlrKUqcXlBUUpFglCUhUv/wAkTvVda4Q33YRR/wDkST/+O2xynHW8bhf/AFR8V/8Az5f/APWtqiZjfeg67/8AVNxehH9ytyU/5L2nbFi6tziNzD/s21ig+1f/AOio1jFcJdQcqkeGusxmFJayLhJmKcQ0pRUFBsqSATYqAJIB09WsUbjMRYc3JMbl/ZzrdMwOxw1R36pJacdkBpWrziSggl91RJU6SCLqKbEpKfDik4srMXFDFZqmIai/UelHPuynFSNBYHjE5rgdN73tpe2mzXbxZjx34v8AOFiX/wCej3/rWwwArQqNumsWv5KbeUy5xv53sLlf0pEgfgB8TQD02F993sM4t3G7tKlvLr2PKJV4tLditLixYbrTiuPIbZBClrIFi4CfMgWGpG2a6lireC063/68jEv/AM95H/rW3N/EOMp8ByLVMZV6bFWnrYlT3XUK/FKlEfhpoddp8YSbM9gf2it17WEqt7Le9SoQaXFq78pdDXMUGotQamX5mEVk5Q7xFLWkKsVh0hNyg3oa3/JU736DXVxd3O9HDFUw2t1XLKriX482OyTolzhIcQ8oJsM4yZiL5RfbAONWOaaca4WdGb/En8/877T6JvU3yYTpbFGo2+PH9OpyEpQiLCxPPYaSgaAJQh0JAA0AAt5bVJX5kPhfc9YsLQt038m7ucrNax5jaFXscYhs+tqO0mO9VHWgpMeLHZzKWmO2pxZU64ohJecUSAUoHltD361Sg43/AJ0ON/TyKymvIkJSWmnJoe45JAJUltblyRcnKoi58wjGE77RuuVSqVao1GovpTxZsp9TrrygNA4pZKl27Akkjy2oGVutNcLx/wCLahsEguonstjjDu6r+Uv3L4d3g7psbxaPivDylKQmQgOuwXHAnmYExpJzpSopSUuJJF0IWnOkkKF9xf8AJ8V7d9jem7yt+WPMPe6MLPpqjUCAtxTTz7JC2XZEh5KA222sBzKEnMUpBUEhSV+S9Dq1ewtVPf2Eq5VKDUUIyc5S5jsV/KbEpztqCrEgXF7aD02IMQb1d7WMovIYt3m4uxDF6V8CrVuVNazJIKSEPLWkEEAggAggEEbT3FaU7yzXnt1+09hjf5vagRcE1BubhjCMd2HBmZbJmOuqSqQ+g31ZUW2UoJAzBkrF0LSTnyeMOV5rlZ//AMtQvItP4H/jcbKdqTKa+L8/zbffAqk/9E8+j/DfYZy7ThaIQPYcqmF6o3PgVHnactfWv+7+qseX0VqPw7bekf8AJk7m4NGTin2msWtoYgwortGokh39G3HSEuz5QNyCm6G2gqwILL47E7ebtBpmKKW7xXZa30Zf95P5G99i1eIq9iPDcjCVBxZV6W+jPkprE91qLIvmzt8LMElK7nMgggkkkHXa617W3ESwdWkf2h99ErfxvzxRvQlOv8rVJ6uQYdWfu8JADcdsA+AhpCFKA0DinDbU7D1Jk8V1vhPdC/k/V2As7rTrjUrOh9C1Zs/izX1v9b99rKmVN1qU2618nVs0IfHjGZNVyrTbXNvoYb/V8Kb6n8NTfarecddac5WrPr6FeB3a7R9/itu/ItGfaKaa007xeD/vbWMzTPSP2suL/wC8scMar4nuPBqs3zZuLDN9vLZMye07Enxai+iVCUmRDkIX1x3UqC0uJ9CFgKB9QNiGo4jxbKge4XcWVd+loRwkwHZjrsfKOwCFKKQBbQAWGlrbVAjcLZZ5FljPjbPVCPK3Vfyofs8RMO1Svs4b3kYYKJTqEJC36XUQgoU8lkqBfhPC9rEaaEpcbICp3VfySWKIGN4FZ327wsNSsK0iUiVKgUlp5a6ohs5uC6t5KEsNKIAWAFkpK0gpJCx58z6jLw3KYrNGqMqFUIuZbEyBIcYkMqIscjiCFJuNDYi40Om3Gs78d7+KKeui4o3sY1q8J9PCVFq2IJcyOpJ7gtvOKQR+I2lRvjNfnyRzNk/yontRYc3v4opO6Xd9V4tRw3hB1cqVNiqztTKkoFB4SgLFtlvO2FpJClPuiwDYKrz+S99qDCe7V2rbkd5VVRT6LiuamZRp8xYTFZnqbS07FdUeltLyUNlBNklYWkkFaAfPZyX/AGrr2da/1/8AjsT0otSqXwnWkLQvxI+VSddrgS75XmekeNv5LTFreLpcndPjjDqMJTpCpEOLVEutP01pRuGUlpC0vIReyFdByhINyCss3Ela3e/ydPs0zsE0vFbFX3jYh5iU0tLQS7KqTzaW+dWwld2ojCENgAquQ0lAUp1d1ea1B3iby6NS2KXhfenjWj05hCWkQoGI5seO2kaBCWm3QgJA0AtYem1FW35891+qVmovzZT6uK7IfdK1uKtbMpRuVKsALkk2AF9NrwW8D0JQS5XwuVa6G/ChP90aAfkLDbVXsp+wXiz2kd3Te8+DvXpmG6f7xk05UN+iOTHfgKAUrMH202N9Bb8b7ZHdVxZW0mvY1xRAgN0qg4sq8KCvMt+LFqLqGFK+rYUE3I7m1yLAk2Fg53NB1+TbjPUqjx/ZH/k2aVVq9Pxs5jjefUIvAQwt9lc/gHUMtst9MGKVt5lOOEqUUgFThS2geXm9re7Xt6u8bEG8/FD3HqmIZipT6k9KU6BCG0jyQ20htpINzlbTck3JCGorTTXxXejx5UdKc3+EWAO0OW5xXdrZhmOZMiVGe7Kjtc2+hjP0IR8tz/xN9jSsQqpAgOf0g+tHAUtC830OwfhqK1KqjDTr2RGZOx5jGbwmmIEXrWhHX/h+u1GrL+pHxPTz26lf/S3sLu8VedEXCi8/nmCWiD+3byTqM6f8N12W+/kTkRmXmy7WcjFGPJcD3NVMZV6bS8iWkQ5VRedjpSPCA2tRQLdhYCw0FhtAlM/C2aVPGVL7p6WfyUO7KBgLddjb2t94ryIUKUxKh0uU/bIxSIZK5slJzGyVvNZCCARynmCDt527/N5Ne3075MWby8RtOMSq1UXZXLrtmjtWShlm40PDZQy1mGhDQPck7VAxxjKlwG6NFxliFil5OEmAiovcqlB+Xg5smXXw2tfW23CUlqqUvn4v6eL0u/rKR5H622Xs8ZdjxBtLPF27MNfF2+2JDXF/UXtIAaO0YgzPSnhT8W8fDkppCFo6EupUUJUryunX/Xamh7razS3X3a9EQhbfQ0pMjMhSTr6i37Nk/Ex/iOjT+a4s3jsePKr/AJEH/l57OjdvvEqmN2n2qpLXKY6V/FyZu2oum3n6gfhtye5tvKGDNpcWs8q7EcivoXl4sdWVafyHf0100+mz0aEr3Mw0199RlT1K8XbztbW3oO+yhXhCjT8W8J2IthfFStDrTv1vr/zsbabNYVaBAdiUZp34/iTn8SrH9+ydvlcEidzZwsvqVT2qXA4sXjsPuI8KFHKr8tqaXPqkp34ruT/wnelKv9NiGNjCjQHW/f0tiL4cmfw7Uu8quRWmm5VLd42fqaWnqQq4vtpLzJxE9vXwzS6pwGuN7u47vxci+lzz7ag/8u+xbFZawlg1x2VSYT622v0rVvhptpcXuB6WuLbfdAov2o+LXqIv46OtKk5kq7/s8/27Cm8Dc/7r5uqUarSorC8y+BxVpSlNu1r5ST53FvPa84RUf+jBypWI32mqdkisdGTP4rdz2/j6dtvjE29xrFsVyLFocpbn/hXUtteoBFhqDrpa+mynrdHlRao/KdiLYWj/AHen1Vbz9dmh7N+HOfxlwnZbHH/8912zOJP6vrr6XI8x2vYQu6TqNuw3l4ygRHZUR9dOYUl34tlqSn9SyjpodRfy7bbC3SUmLQcBuUFpphxhaVNZEo/Edv4/LY9wthmLFo3K8Lxo2qpFGaw5Fcda6PEv9XqO0WGWTyiIwxhP3XKq0WLwOAuQvJwk5UqST2KRpcdrga/u2vtze7h3DlUl16AzzS+KpbrSFhLqdb+E2BGvkTp32vHk+4ay3PdqCFofy8VCkZF/7wsc346f67FT03C9U4btGxCinVTLmQrOMqvoR2P4ft2RteNViS6xvBapbvCqmHpqP76mijN+BIAP5E7UFT3t4SgfFdaWhf8A4qPD67EVJxVi1qK570pMWrsMfpXYds6U+pR5j6i/4DajqVf3VV5pzn2YSF+JTTrQaV+fY+o12ReGlSjeDAxH/wCcuIhaFry9HSrN+FreXr5bFeDar7rlOcV7Ihf6/wCtt9bsqhu+wvxKXwUck+tSvirzpTp5FVz+/YZ3wYow5AnttUt7OheVSeF9fI/xbbk8VgbPIw8Vh/EePKy5xWvurC+laLZf2Xudfp/x2W/tQ07G+7nCTDuF3ciFvtJdQvwuZjl762I7jt57MncnvApc+L7raztzUI+fpUr66gX/AC2sd/NLxRijBr8CBEQ/nUheR1gupTY9zbqFvpp67Sh3GWTiD+Ad2ruKN1TbzVPYmzVxf1fiqXa+lrBY9ABe1vPuA4c3OOxXX2qo6hhGZSV5VrzZ/MKQuyk9XlfTW23fDW6Pf7ulgMYywvjGLKgxVcd2l5HWmnkdyglKrj6EX9SDtZNe3Hg3FEtjCWMt3tRp1R/RT+KlL7SdbXQvpWpPfUgdjpbUurKuPKBtc3Z4XgVnhQInx3+vjsPlSUqPayT1J/C9wPLZdDAsrAdUlxWpaJtIlK64uqXY6jqSNSLE9gSNnHMqFLqjvCoL3Kr6uErOcuUnSwcub/3QbC5sBoNivd/QGp8r/tRLRNmoRky5PEk97JV5nzt+/ac7ZQzOtMw9iOLPbdgVHP8AqNSovFTlv5KBFvQ2KgL+EWOxA/gzFHv73zS/67kyLRFd/TJ9Li2YeViD627bamrFFwvKi8J2JFYWx4eKgJUn8Dp+zZU1SK07iNtqLnYyK8aGsydP4+m1cyNsG8H12l4crPIYjokql5/7XKhaFL881rKH1NiB9D3YlawHFrLvvSlvIXnRnyfKrzBB1Bv6aHaQIdLd+LVGmJSEdXFUjLlUPob6/t2CcXe0fu+wk77mdqK0SmP+7x0ZuJ/5F7dra2+tu+1eW9TtsoYcZqg4ybgVTIwiUvKhGQJTnP8Ad7WPqPx2Nd69SaoOF1tSmW32FtZM2Q+f4H639AO+yWnb6t3OPK8x7m96MSkZHfjx1/DVewuUi1uw8jqLgXBOqU4ewvvGwG21P6F8JSESo9lLbVb0Oih9NL+RGxq/E8yhExG9izeNS/utGrk2nMPu/d3YcrmEM+lwpIItfW4Plfyu1aFTt5eI6W3XoG82Eutwk53YC7tJkZb3Jyqugm17BBF76gabCu8DdQ7u+xG3XnadNlQkKyc7CdKmMvkHGyk5LjT5QD2J0OxFguBuvxRKbddocrO4j+18SVXBuldwsa2I0I7aki+zRIIkfbDPdnjH7ZVRxrFtJYhSkZWnXUdKnFDQpUE2QsC2isoJtcW1G2l6PHoNLo3FpbyFsIR8l1ZfpbUj8gfw2VGFqZQaDA4XCQtDGbI6tPXlvfXtfyvbv3O1BvG3rUHDlG5rhPsIWlSETYrudP7e4/C+nkSRbYHcg87pd72t9kCBRp8WjRFyn4qFJyJurqsT2HiSbWsL37WG3nlL3p1SvY8iT4FEfYzuqSmK0kqzdShcII0v3tcADy0J20bhp/dVvLn8/Qd5teROQv4qfhutN37hd0a9j53F++t9q+o1DAe5Zpx33t7xqMrN8XoS/IV5aJsCPrbT6DYip+YQS9o+DKDKgR6zijPTsnxX4q1fAUqwsVC3SQfIGxt67fOLMcT8UYXnwN19Q+9UvoyP3+8aA5GyNRe9gdRfsBqQq4eLd6uPMR8WjO5KItWRVLlRW1IeQRrb5VHTuDawtbts+t2eE4GHIHxcMcBcrMpeVBUlKtTrc2Frm1tNLaWG1SVWEHlM20Wdi3FsXhUunQospfyOysqnld7JBF1E+ZNrEm589ulRpeLWoDcqey+whheR2Kl0KUlQtqhxOhuewNwe220zgHC8Wg819mYS3/EpSGhm9b31IP1H57LCp0hp2e/wqIw+w+1wuVfW3ky+ZSMwUVnyINx5a7CB3y23bEiZ+I+Qbo2F4nAfX0urQ0GlN+RLgF03te5GhtfXXakxXQnd3MBusys79QlKShchKMyvr65U+XnYfns2921OoM/FtW5B6awhC0JahPqPFby5r+IBWp7XJIA1vrZW73cX4jdqkvDlZpyH0PtL4TuRPVrl6bdJta+llAnzvtZRhpBfdxByJ9qN4MV9r478X+y6cyc2vhOhGvcXI7m4IIJDhndzPi/cJUSnPxc/UiQ0UuqQNLJeQUkW76n8O2zN9ljDcafg34ryH/Hn6P79ux8wb3JAI7bE+8WjO0F2JFgS+A++tORfza+l/wBltL/XZwjxi380Sb27/Dkqqe5mqsjOj9E1KdGfQi4BUASL6HUjvqdbXycHQMOSm+ap33paFKTmvlVb0sLW9DcX08tjCr0yl/D+1EukImo6EfCSjmFgE+gAVYElI1Oup1vIZp8qqYXbn0br5JSulpSVZkeE2Cu2tjob6a6G2wYWAa942LZ/EgRaJkhI6UfC6sxIINrgBNvMEH1Omzj3MSP6BcqkXgPvsKXm7qTlGlr6EdrDtrpa42UFRwrWcW1qRQfvWGqjUUp5KUq/KyFFCdc6QQhQIsQLg2NwASRb7s90ntD7r6o/AlUmosSn+uPNYdbfhSE6eeqbW1yqAIJuQPOHCym6bUw9LgV6g8WLx2HkJ62krKk/gPI/Q7L/ABhTXZ9LfiwGl80jMppfzNrF7EfXSxT5gn12/cP1fEeEqDzVeaQiqISnNwkBGb1RoSkjXQ9x67GGHZEDEf3/AK0LX4mlI8P4d/23Owc7Z088cQUufjfFE+K7nhVGC6pqVAQ6EpkdRPFCgDkXbqCTmGpB0AJNd2zDVBxH9l3ajzXO9aUSGuFIb1Oi0jpNiLBSTr5gG1z32htzON4uN28eYDpPHfW1llLjqQpakdrlCiDcJvqDqLDUgArSiu4oaxbSazihpj9KjhO5T5C2VSTZSVaAXII9RbathzLrP7e1hKvQK8+7FqC2M6E50J6s3fXzAI9CQoaEEedZh5crFEVjn6shFRpaFNIfy/pkA3AIzA6EXB1t2PcHZv8AtBQJVQdoU+ltIQiVmjuvp/7urJcKKQnUdxqR30vaxVLrLWHIrkV2ooqK30ZEIS6hD6UiwulCrpyjyF7a27aGyhV8pTYud0aOFalA3q0ZvCVZlsRa9SHUv02Z4vio7Adj5WKbi4JGt9juvtuz6XArMppCKjC+BNSn8NT6+eYa+nl3yBGxJjfBH/bel1FidS0O/fIrqhzEdCVWClKNlZtL2NzYkX9Nh7q8cUbe1g1usxeiahCeaQnpV+NvO3qO34W2Z370nAeWZbxqN8Jv5OnOn/CdQfzHbyO06j0iVxeK06v+5/i2vKfTGmmm2v7D5f7t+9vLvtKix+Qd/uf39lQkcD+MJaRJ4UVvi+P+/wDNtcyKXAntcXwLR4/lV/z2XMzHVGgVRuA69wHOnqdvk17XIGg/vHT1I2MKHX2p8px39IhCE52vF+fmP2bE+2AJ5nCbhJqU04009k/v7L/G8al4XpbnPvI4nzK/y/M6efc/XZl1zGdLw5S3J7WR5jqXk8Sv2d9sI7/vaEan4jc5B3JFRlzpzdKnbdu2lvLvf6bVcwiQlquPuFKcai5OOj/eV6j6fnb/AC2Xe8DeY601966P1/8AqPzte19lbJxrWazP5Wl8dedWRTql9SlfRRB8vMk3Pe/YRH8Ez+E5Wa9LXOWjLxY8hpWVN9bXGvfsSTfvtQVlpL3BZMn77pTTS6XAZ47C/Ah3qSlVu4tYpIPax17HYXVOxbXmua4z/K5szrrSD09u41PpqB2IPlte0PdzFrLXvSltZGF9aUZ834j6EX1BvoLg7OnD+HIsrCXKwImecxmaXIR0qbWB3UDcK9LEG/112t29sF3GaJGLgmBwmPtRLQ+w/wD2uq0puL6gWUP8SQfO49HDu69jefvLa5rBuIaXF4CMzXFdUpEq6CLZkkjL2BJBIvqNBtUqw3KgNNtV5mVTpSFK5dTscLQpV7aEG2U9yL+pBFrh1bvsX4owbhLi0Zp+LKRlU0t1BUhS7m5Ch1Jv5AggjQ2vqTb4ymIAz8CfzfNVLC+LaTKoNbitKR1pytOdJsW3AAhxBOlgQQEk2IN9simRVOLzXBQtj9dC8q1eZIIuCR6G19vUyLvgn7y93NWoOLcMsRauiA+199QhTTyg2etJKbJsbHW2tux281pGA4sXic1LYYQvxtMKOT8gT+7/AC7bVAgrRiQoc7itc1S5bC31+Np1ITm+h9D9TYfXb5lVx12A5FxHRFo/ueNCk9ukgC35H89oSYuDaC641Ke47a/mTfMn8wLj8jtMTLi8LmqXL48Xq4sd3q6bX/b9bX2tBSDDbai/FpcvPFzfolqzKb+hvr+Hf0+u02XSnZ/Dadl50eLIrxf5+W35Jw87wm6zFiIfiryrQpCutKfO4+n7dviUx+glRZa1o8GTwrSo+vqP2226X2z4lU2e01wv60x86PmT+Xp9R+7b7wqzFa47UrP0KUpKF/Lrft+7a2hxOa/S51o+T5VJV/Hrfb+doM9p3mv06Ef+Xl/Efj2Pfy9NhESGXbJ0mR+j4WRaP4/jyP47DNWqXKuuO+PJ4/1tursR3+ydX0L/AMP5j024T4nNNfFZXnyeLKM2XbpbMg0+e667zTT2fP40/wB71/j9+1g65K+I600hf/hf8P8AhtSUynyorS+LEWtGfo7fjtdMVDhNfFZ/xIX4k/XayyJDZZ+Lxf4T67Wxci8LhO7Q35jTvxWsmf5doPEdd/StbdulJ0lNSmneLFz50dSMni/522mzTzTTE+V+p4kIKVfgRbX8R22hNzP/AC/1fm/L+BtPdd5+Lwnej+P4/wCG3SRLmh1V2A1+h4iF+FSP+X+R2kyX+LxJUV7I+tHWl3qSr8vX67RMPVWlxWvdc/oX8i1+Bz8/I/j+3b7n0V2U78J3o/ubWMtBmQh3i8XlIv8AfaUjMn8r9jt/Lq8qK021FZXCyeDIvMj/AJfQbWUjDU+L8VqWv/f2ht0ifxfiu9H8d9qzpMj0+LiNri/AYm/OvJ0vK+o/W+o7+Y89vudElUZpt2fQ2H4q/wDvDSsv7dqlceVQZXFlZ+V+d1r9X1Kfp/B2nqqMB3iNNVZa2HupSOLmSr+PT1v+RBOnaO7S/icrx2Fr+VC8yVfkfP8ADbvSkReVfgc3x2H83Q6koUlX5j9n+Wu1G6iA18WA9kfz+D5Vfl2P5bdDVnYrXFlRMmT9X5frsSVMqZ8eqReJAnxM7CFZUyEKCun627eXpY7VAp7UWU2614F+Pa8kYhgVSU3Kaecivo6Vr+RxPlcev7vptcS6dA5XmmmULz/Mn/l6bVnYlTHpMpqU3KiuryZetOuX8tvpydWWpXC4PR8nzJ2vIDjTXD/v/wDmk/Tb8xA9Fitfos+w3MkHaZY0Piu/Fd8e1rOnOtNcXhZ8njR8yk/TYFg42apf6/8Avp6f27TYWMWqzK4TUthC1/Kr/L67KndGAQ0M4NXi8r8VlC0L/wB1X5H12+otTgcX+0/39hZcDhfpZfARn8Gbpzf57V6g01Kb+KvxJ6s38W2j7pP2wrqLzXF4sX/e/wAX/HYTry/8Gf8AV8ObYhDHCa/X2opKovvRtqUyvIteT/et57EQRYtuOZDp1M4X3/rz/wCyXbp12rKhM96SmPjLRkX4fD1f8tjOSzwmuE1sDSV8Kf8A30LyZP7t/LyOzQlZZ0+M1FrPFleB9CV5v23vt/VRdG4vwmUdac6Ffq/T0UP3j/P9jyHf7VpeTInx/wAabUZZ/smmlr/9V2E0vCqlyorrXC6M7f8A6D5Hbuqbwndg6DO91yv03+JC/Fr/AANrORUNqzpAxXO4rrbX+0VtaUGLysD/AB/NsNyFxfejbsrrRsRv4jozTXCa+T5f+e1lidwLepdqe4X6XaLPqUXhbDzeIIs93lWnvj/Jn8KvptDqPNNcR3bi8WCNPiozf9ls1MC4h980Zv43x2OhX+h2Rr0p13azwniOVhyqNymvB4XWv1k+n4+nodoAMYrTbH1UzxWtq52d912+26pFn0tufFezsLTnT/wPoRtSzJvxfhbUPuGAlfMDU91xrozo/wDK/wCm1NLpbvF+LtXyK67S8UNu/Ihf/mf48tjyYiLVIrcqL0dO0kboDUCBXu8/+Ht+Ipe12qlbfqKI67tQVxPMphR9pDVBd2sDB4X9tt8mQ61/bbdhVnZn3Hwvxdial0KLF2HI1Vn/AO22loxBPad2OjosnMKzG4W0CfRosrhu9aH0KztOtdK0q9b/AOhuNoDeLP8AatbWMTEcCV8Lwf40bG7iNLAwcxlhJ3EbXvSK0j32wj4vCRlTOSB4gPJ0Aap+Yai5FtgumU+B7rcnu1FCFseNKunLrp3tmB+mt9nKp1p34rTv/kq9NdgnHWE2p7T9epcT70jM7KYR4nPV1AHn+skd+4GpG0eKxmuz4k3AlYaqkByL/sPBsd4YwLjLeNXmMG7vsJ1HENalIUpqHDSFKyJ7uLWohDTY0BW4pKQVJBUCQCnt3lXaanuQPBx0dG3rbuSfoPsj+wjI3+NUmLKxDiGlsVx1Uq6OYflqS3T4y1C6ktI4zIKR5qcIF1G8sYMpueZgj/yZHtZyovNe78DxeJ18vIxE7xk/Q8OMtF/wWR9Tsg98u5zeruHqjdG3q4DqFCefz8nIVlfhzkpvqxIaUptarC5bJDiU2KkJBG1nXvbi9qCqYkXiP+fPFEWVnWtpEWUGordzcDlUAMKSNAApCjbQkm5PojuzxhE/lA/YRxJG3lQ4v2hgom0qbKaj5EM1eI0l+LNZGmVRS5HcKUm3WtHYkbD2wgqQzxsqkue67xfH/d254fptexbWYmHKDh6oVeqVFakRYECG5KkSFAFRCGm0layACTYGwBPkdpEZXvCMwGoj78qVkQhhpBcW46qwShKe6lFRAAGpJA29csG0Ddf/ACYHs1R8bYoojFa3oYoabalZFhLsyeW+IYiHSklmGwLlSgkk5c2VS1oQbfbGPtHEwrR/5OL2xp9LkVN3dG3RYTEdT61VOtw2lFABJs2hxawQB2KU+nrsj6OtrkG+F0IX1/wPLbQ2P/5SL2uMd1CQ9T94LGHqY+lTXu6kUmKiPkNwRd5Dr9yk2JLp9QE3O2eIaP0bXCQjr8CfCn6D6DsO+1SYK31GxuY3VY3304tbwHu+pzM2trhvz0tSJSWE8BooC1Z1WGhcQLdyT+OzpqX8nD7XMprhNYIon/8AkDCf9djL+Siw+J3tA4lxGe1Iwg7Fy/3pUuOQfxtFUPwJ2EPaU/lA/alwjv4x3hjAe91+l0GkV6ZToEJNEpTqWUMOqa8bsVa1XKCq6lE6/S23E8QaVBhzB6R/Jp+2O00459g8PZEJzf8AsRx/z8tsardqlZqkSBRqdKlTZTqGGIrTRW+86shKG0oAKlLKiEgAEkkAA3201M/lJPbVDYb/AJ8ZLmdN1D7PUXt/8xbUPsBVLC9L9tHdnWcW8rFp7lRlNNLkLCWm5jsN5uKCVX1LymwnUHOpBHaxooEKK1SGrf8AJb+2XKwd9rHcKYdRKLHHFEVWUpqX+G2UsBZGuUui3YkHTbLkfCNZ59+l1SnyoUqFIXFlRZTRafjvoWUrbWhQCkLSoFJSQCCCCNNvUKrbrPb1d9v77WwahidvBSMUMSmp6KsfcasPBxPEjKjFwoC+XzNcMNhRe+IDc8UZ+9u+ThOT7XGN5OE8mR5UVqoraVmQ5PbitNukakXBSEKtbrbXfW5JAmYK31mZkpuEmov6Xr2d+5r2UN72/wAo9VxFuvodPqMWkT/d0zmKo1HW29wW3QAlZBIKHU2V2vcdwdlwW9tufyU+OfdW9jG27qVKc4eIaExWIref4aXYLxbdIF9FrRNb7DUM6nQbWPiIFBuO0zBLkf8ASB1pbK/Atp1ooW2od0KSQClQOhBsQe42sd226HHm+jHkTdzu1pLFUrU1p59pp2UhhCWmk5luLWrRKRoPO5UkW12ZHtT4H/m69pXeZhNoL4CMQPVKPmTlytTMstKU6AFKUyAkEX8NjqDtqH+Sf3fRPtPvB30VBpHAosFrD8N3W6FuWky/7vgREse/URpfWMlfUhE88Tz/AN9G5XeLuWxu/u53lURmmVpiKzM4TUpD7TjLoJQ4hxOihdKknQWUlQtoCRigx5UWexFitLfXKdRFTHT4nFLISEDyNyQBe23ox/K+4KZnjdfvyoIQuLVIz9BfdT/aZkiVE/8AMc1+4em2O/Y23fvbyvap3YYYkFa2RiBqqSkpTm+BCCpas2hASeClJJ0uoC+uwbAX9xgKczjv59ivft7OdLg4s3n0SmQqZVKjyENUWptSHVL4a3OpCNUpCUG6uwJSNbjZYNs0tr9K917eh38sDjn3zjzBm6uBMWV0Wku1mVFT2UuU7kbN/wBZKYrlgD2c1GoO3nIxT+a/RZ9oP4lmTdNr1XBmKK865/2TfQt/+1SnheVtLWBv+B2Lt0m7LEeF+O7PiPsIWr50FKv8rH8Rtp2Nyv8AsUfu2t23mnWuFwUL2yK+qH8CI/6u7H1MrQcOT4uMpdUlZ+AtfgXdOXvqT2sfK312Hd6e8Os0avMO0GIiUthGTNmzdQ/Dt/z7ba2nUiLKiuNcoj/cQNs34xw39kq8/K93rlPrVnaV4Vdu3bTz12NVZXdZ3PmaOmvr1X9Yi8RTN7+8aexzTKGIufKpCX/CnzvoPU+V/wA7baF3e7vpUWlwIrWIZXjQt1p1Ry6WuBqR/wAdgeXimvSnWHZWGH4q0KzL6eLm10IWkAn8CL/js7d39Yr1UajtVSnMZ/kd4oVl/YL3H110120Q8fCbYzZsbDmHML8/VKi34M3FVbMn9nmNdsyY430UGvSn6NS3VykIVkStFlJc+twf+Wzq3n7uqNi2A5ArOIZUJiajhcVfSpX9zNa1iL9yD32X+FfZ93fYXdcgT+SqL6PAh2UUZk99FAlJPbQgH6+ezSYg8RFM4OxQ1VHJU+kofiv+BTvUlSe5Hp+Xft22Pqdg/BFGlRJUXJCf4qf0V05VeoGot5aAG3nsX7xIXuv+gaXh5+Fx8vLuurzIUodglSbpP4Xvb9yhq+FMeNRefqlOmoWx18J1rwpHzpWLpUm/qrUX0BuNuaWxNu4Wqc92lsNNVFD61o/tVdeX9tz+/ZWe0rvCr2EsLuNQIi35T7qUpQhRR0AjNci9tPpe/wBL7Lbd9J3g4ow4xP64vKr6FKulSk+tgek+lxr3H1DMfY9nyq9EoNUiPzV51MLa6sylEHsbHvYnX/XYed0uJfUHeJXt6uF/dbtPfXKY6GkuqQp1lVtLK0JHe17aDyI2oxg2vUuV70xlid+KiKlXCyLyrbSF3BK7nt+B9Nvxilu4NgOVmA9yS1ozpTKt4vMJWLE3727i37EzjnFOPN4LTkWfUVvxUKV0I6em+l/UehufP67CNZaXFm3mOqbvBgOxXJ+A8byve8JefmI7RStSki9ipHSrS1wRqPxttVVvfRWZ8Di48wR70Q/458JHCUpR0zgEFJPqAR6bKjAUus7ueHXoERibk63Ysi6Uqt6EdvxsdPx2cDHtEYSxHS3GmsGyoS1ozPxXcjqO/wAqgACNO5APqBsm9W2HFu+GG5fDkqsxUe4Zb6KdK+K1FkKKlJvfQAnpH0Gmz3oOAqNQZTfv6krlP9GTiry5bemn/Lttk7BG/wCoOCKpzTTT6IubMhrj5XU/TKUm1vxI+vfbT2Gfb03BYtaRhfHlDxDFWhCVNOrgB9OXyILZuO3oD6jXYBVpJmkcGQKNPitutYTisZPCpds6e3kUg27W2qsY4ix5RqzE+xuDUVtCFfHaW/kTk8+r5T6Gx9LHYew9vi3c4odbpe7nHkVcpDXFRHfYdSrJ28wCk6i4JBHptxxBvFn4Sd5911GdHiUwrMnt2IIB1+v79r1rzK+vcO8SbxotGgMVSe1KoOf+sIdtlbUdPENO/nYX2zhvmnUGV/2jdpNLnRc+eQ/HpwS7qf0ikt2KvUqbKTcapNzsIb0PaCxRWao4608tiC2lfHa4WdCmu2qe5vc6gH00GwYd+8+K0xFwvEWt/pyLaaC0J/FKtQe/lpre2ziyhjOozlGxHRmGuFS63Tn+lErNldjqBvZQOoIItmue2pBsSetMRaNFY4r2dDHUhbT4Utv8r3UPqCdk3CaxljKA5VIsuFTpvjVyqMinL6WJAvfTSwB/dt+4dh8Lhu1SrSpS8+VbqEoUlKx3zJGUkHz7Hz+m0su6RmPKtyqXKgMSqpx2EZumUh9bXnoDbUfn9PXYE3hY3xRg1qB7rpMKrwpTvC59DqMzKv8AxAL99dQBc29dhvGNfxlS2mGoFJlVGFnTxUtKzZkeShpmAva6SCDpqO4/YGI8OYoaYaaw8/TpTGVa8sfLmTYGykhWVX7jr2O0qn5nZlBvFxnvBntRHaX9y46kodaQgq6D4ifL6CwuL+fbYRg7kaXiP+mfeDCJv6Waw66VKc0Pmoi2pNiATcWIsLBxTa1S58Xi0aWxFmsfJkzNOfQpBCkn8QbE+nbjHolexQ7/ANyirYzZsrRS6q/nr39bEXHrtf7ZQiZoxBQJWCMWt8hkfztJzK/ujTuLa/l+/Z8blfaHwvhKV7mxliH3dCfdQhp2U0cqVqHY5b2Tf5hca3IHfYX3iQWsOVRiBXmos1b+ZDTqXSlTatCek6C+W+hNyPyIZj3dXVMW0Zt2g05edeXOhTXFaVpoe2ZNr3uP2HXa+MwROJuOsVXC+I6M5VML1xha8v6WKtK0K/0UD6G1wdhnC9Paqjrbs9mEhaF/FWiOEpUoHTt2P59+2ym3KbsKzu5oPClVxcpC09aF9Pex0FgbD0JNv2WvazjZ3CUrhNPcBGdWdqQgKS4nXv5i3kQbW8tqTi0Z+L687hxrlaW8hGdKs/Z1hz0zIN7fjofrbbO1a3b4j3lz3IE/j0SlrzcxKproTmXc3KUqum579vzvrtdI3he/pXws64XTnzIGbPc6JN72t3BB8iLbdaxiKqVmK5RsLvLpy+lGZFlIT1a6EDuNDoPxvrt22XQcSplUjCW7SA5g3BvJLq6EfCUtGVXa4W5ayjf87289DsiTusrM/FH2ox5UYU159XUvmDkbT5WNhluPLKPre9tmriTdPApbreMp+PH4r/Sl+A7lyOJub5HCbg91WN79ViL22oTS4DrsuVS5a1ryZU80wVR3LeQWizgJ79yNBprsbMnbHlu8wG1Faie68jDGRK+EnwZf7ouct/obfQbWu8fF0qgyolLivIY6kNO5/wBX8D62ufx2p/Z3xa7Kw447KpMphCHVtNL0W1p3Fwb6KuPPSx02Ja3g5reXVOLiN5cWFCX+lT0qc11SlYtlVp3IPnYbCPk0IJd4ZrrtZi8hFlo4iEZc/wAjf+ev7dq/eBifDmCIHIT4iJUqb4Uo60vK7ZlqCSEpBt3H5a7VtQxNhLC7X2I3cy6d70itdEWU6Ph37lZ0zq0PmDfv57LKPBlOz35VZq01c1a1eN3MlKr3KE6HouNBY99TfU0TwMloFs1+Vg3GTle90wlrfRk4qVlKFJCkmyk6i1ibG1xr3Bttf4mx/gOfK96St29Emr/tUculSlJJJUoo7akalJ7nz8+9ShUusyvddUp6+OjradRZKtRcgjVJB7hQIse48h2qO7TCUCK3PixEZ8n6VaEZm7jXW50PbQA/57SfcpjxhxuXxNu0apbk/BuDnqdCyK47EJXFQyq+pDdyoDzIFyL9u+1ZvbrVBlYjgtVT+qysqobqkZmnFdzlWL5FD0NtfXtsM7t8Pe66NUnYrK6dKyOrQ7HWcuUE2J/EWJJ1vtY0Kg/zg4ckYSx5UW4tR4qlxZSLqRxbWTcCxFxfzBsogAGx2Nv4ggJQ4e3V4S30159qvY391op2ZEVp1IStxAt1C9kkkDQi+nkNdmdDp/s8boKM5Rq9ieVNioTlUtDqlOs5rDNZvUDQG50089kbvKwzjzBrTECs0OLUURUfcp8V0qUlrU2zBAV4s17gWCtSdLBNKxFS6z91gUl/ms3CdkKXm6tdLaFQ8tL/AIDyofKXm8t2WO9xlegONYSqNOqKGPlWgZ/PUg9QUO5vr53264+9oHC+CIDnxUZEf+Z8h9dew+u2PMA7vPsvPcxRKlrhSsnS610pbQLWzgdzbyNwNLdiNv2t07BuN57n28xuxCYQtTrTT8cpQ5cnLmJuEHXuBoRoR5djbKQqxR7RkrEdUbditLfzrUhCdfF5aAeY9O3120RuaxFKqkBh2qRMi8uTitXyqSR5g+fY62O2SaTirdpg2eul4XpKJq2MrSlaLSn5T8Q3z9j2NtfrtpfdVW5WI4rHIMoixV+HhNDLqTp9B6E62tby2o86G++intNYXfnxai/FfYyrQ60jOnKPIgWVY9iQQR6+Ry05hJ2s8OqOy1ykTXeO1NiuhaU219Mp1GoIv56HtqyuxazQaW/8JdXRlVnj8LPxE/Qev4dvw2QEPCtGpc+fyrtUp0Wbndj/AAloUyu98qwruB2BuQRYAm1tgkGdLrHkaL9g4jsrJzUVCf73kdD5a+W2V2ZGEsR4jcalZ4spfwvAcqkhdtLkZfLt36tfI7Qw1u9wvWcJVas1Suc6tC1NOqR0ozJ16U9wq3fuCbnXzyQXosWqVJqfkqlLXKWppDV0yo6SbJKLjv6276fXYiZxCCQqnu34vEi82hfNIytKdQeE5Y3DayCFDysdP27V25LHOI91+N+QlOvsfFW1yS7ZFJuQQCDc99L6fW4tsVVPF8qLFbddiIWhebl5q0KjrUkG+RweFwi17kA+euwNieX9vIrnCaY52nZXeYQgJ4LosRZV9FfibHuRsasShO2eh2FcXUuVwGp/RFm9cObl6M9v0aj5EntcA9xYkbTMevxYFLcdae4C0IUrP+/9/wBdhzdByte3VUmvT4nwJUdDUxpSClLbpT3sdRrcG9j2v2F8+469qHFG6DG1W3aY8wGjF+F0ZXabKQ/wKjHYUiwaVpleyqCgCbKylOqr32P2yfUgWS+pGIazVK9LalVFh9iLlWlp1HUnQ5rE3te1soNj6aX2NcNbyKNhfj1Tm2GIuTpyLypUodxl7C3kRoe+vfbOGIva63Xyov8AQO6GqRajl+E67lQvUH+8SU6d7EWFwCO6MxNjLFu8bm2oDL8KKvrdjx1lSlJ0ve1iR3BSAL6kjYGxt0tvUR8b+fa1+27T9Bwa8whC8yXZrXhy/wB0gXv6kAgW/HbOtDofNT3JVeZ5qnL6luoazIbvfU+Yt3J8rHTzDQ3G7lKDjyK5PayP8BWR3hWXl72BAIy3sO/fsR2vpLDfs90Z37g0yhCF9C8ycy8uosLEKB1Otxbve/a2zbKGzdFbux3WRYDXFi0595h/K6tOdL7TjQuQ42R20OovcWJI8zoeLu7wk1g33zFyLYfT94jyEBfTc3ymxsQdbG50uCDt2pW4Wfu+ozjWHKtN5X9KhpVlrhruDdsqBuL3UUquDqLjQ7Juq7wceYclT8L155COaX8VDUcphykk9LzYN8ir6KbJ6fU6HayJulcwgp25Wg151+fherIZivrUh1Efp4a7gnRQNwD2IPnY7WeD92sXDkqXS6pLYmsPIV8VHT05x3RfQgGwINr66X2o912GKpWYs9qjYmfoNUW6pSXVRy7FV0CyVW7XPncjsCDoQsN4je/Pd9jyJFxHLQ/x3WlomQLKacavaxQdUHQpIIIv4VHvt2MNDAR11iJgjBECW1i3FjE2nP5srTvUpm3YoIByq8/MG/mbbDNI3xQIsV/DmF3kVuEvMuPIdT1ZEgDIVWCuxFr3HmNL2+cQ4IlYjr0CqNf+zGKnM061mRp4jcAhNwodxYketwSBO5eLF+9UtlfWvOjkkBPDUO4WgDLqO1/wGtto+2TmClNib0Ko7Ln0vE0XojurRHW0OpPDUC2pWlhZVj5k29L7Y6xDRnapP4sXOwvLmdirXmyq9U+qD5enmNtzVLBspqgz69hd6qQqihh9Mph2ykuWbI0t08MqGiTqCe9ibYhNVdnu8Key+xKY+Racq29Pr3H7Qe426AslfQMHwJ/E+dbC+ppfTlttPdwtS2uI1wVsOf8AmVfQ2/zG1lRqhAiu8Xr46/H/ABrc/v8Ax2k1OrtSnfheDapMoq7pQwKLKpfEaiy88Vzxoz9Kv+e1k3Haa/stv1ouu/Ca2v6ZQv7WVtA8oyQqSDTqbKlO/qI2sKw9Fo0Bz9fL4PmUraylSosCK47+ojZM4mxPVK9VOLFz8qwvJl/W76ny/C/7drkbYu77pbonOu8Tis/3838f57SIkp3i/r/rbRokV1xpv/Dt2Wy7F+FssTM57zun9IbditOO+BC+ro+u1NMLUpr4svIv5M6PEn0B8/wP7du0+fwvhf4tqKXIda/tuj/yvw2lfujNHrM6tsO/2Xx2/F/yH187/wCW3Wzrv6J7Iv8AvXTm2/hVWvhtfr/+hdr2H+nfaSulV7hfoULR+shf7D/yP4EbWhZ0pNK5qVwnXuv/AMz9PTa7cw3KdlNtOvf+q5vxH+v79quitVmL8WVwMjfV1Izfh2t9f+exaKrFlNcV3oWjx9fh/Da86VLuFaNFacalPP8A/lnMn6/xptXRatPo3xYv3pthXxY679SfIp80n8NPUbEcqP70a+FL+Oj/AHcybdvz/dtTzqe7Aa4vFQ+j9V1GVWX6ev7QNunSY9j6K7F5qLEXnb8bTqOr8iNCP4ttb4UrtLxG05wmUMPo8bWYKSpPqPprqPI7CMZTTrXFi09C/lX+snzuPUfv+h24pZ5V1bvKLiv9TqFtK6VfUEWsfUEA/jqdunQuxBSWorTjrWf/AAI6k/s2r8P4Sw5VIHNe7kIWvxo1y5voPI/ht9pxNzVGXxXskpCOvP8AN31BHcfvHmNomFcTfCb5roWtXydSf3eX126dP2oYGo0CU397yNr8KHV9P7TtJRhNr/z7/wDVk/gb7feP+K7RuK1+ulWb+PI7CrdVrLUVt2LL47Hhyr8TavS/+V7X25ZecK3hGLFdc4TS/wBfK14fyB/0O19Sqa17rs07nRk/wqSq3mNNoMOoVR34sr4m00OymuHK4P8A5HzfiL6/uP126dPqFIiutf32FZFo/j1/ft0lpiutfFZz7fzKIEqVzUVrgL+ZPy/iP9R289pjkN13aCJRoNPYei1TiNfr7BNSw3KoNUb/AFELStCv4/jXZroMX4nCe4b7H6VG0PEdPiz4DbspnP4erVOb8COx+uv4bQFnLKGc61PisOtPfL1d0+XntVVPmoEXiwHc6FqShTXzd+4/jTvtcqhQIvDi8Vf/AKtl/LT8xt9sUqK1+idWvqT/ALtv+Ow9myXJ3S4pL7rtLY4rvXk2rptUixXeVd8a9roJ+6/qbClSjcWe2678m3Iu4ykIwOLF4vG+J/HbYdmwoE+f8XoleL/0on8fI/8AHX12IWUfcNhutNutOsO+NCFf+Z/4j/InZgDbOlhxZXIcLjNvsN+Fakdbf0JHp9e+1bFZ4XDlNf4FJ/V2u7NNOt8X+qzUeP5c/wBfxGwvUHnaW65F4vWjw/3k/wDTaCJwO6c6pIpcqVwpTLiFo/tUfL9PqP8ALblUIspppt3+wX4V/Kr8/wDQ7Vb0qfKd/wDV9uj9Xdai8h4/+XbapE6RZbfC/tdq99513aSlfF/S9C9ub7XwtuEq0iJV/ateNGxB7z5+L+o+hHUn9b6j+O+w/tY06G67+i2giVEghO0gM/C4uxfTMIxXeG7K/u/xpt0reGGnYv8ARbvx0f2S/m+m1pE+MDVl2BxIEp74D/63yq9drtqRxZ7jWwxRYjv+x8HizbXyIjrUVuV8+wCeYRRxB3EtKlOz3HWv4/D/AIHY0wpN5rDnCd6H2EZV/wDHaunQXZTTcprrXt+0idyvEadzozo+baCYtZnODLB2pOtNcXoc/WR/rtyjYqiu/CdiLR/h6tqyoT+K1wmv1/4t/F9odNW1F+K717WB4ndtWhYtTTrX/oG1VKkxYrvxf/K2hvVdp34X6P8AU2iuymneJFdZ/wB79XbsK0r2Vk1+sxWtqt/FkBp3hcJeTb7jQWpXwub6/wBRfhV+B/67QZVN4TvxWUZP7vi2sESd20lg1iaK7/Yr2+ZeKIsV39Cv/HtUNMtNO8L/AN1241GHzTu1+2JfsJCinY2gcX9MtG10nHMBp1v738/i+bZUGC61/Y7dUcX9F1rRtU1SO0FjJnUSK7KbxRQcn6z7CPCm/wDaI/uE+IDwk37bVWKd4ON5TTmHPtPV/dyE5eSVMcUxk8gEKUU2HkLaWFrW2rsPYkn0F3heNj9VXy/h/qOx/btZVaG1WXWKzRoi30SnUMOsJaKnUuqNkhKQCVZicoAuSbAA32jke5ONsH8LUmvYor0HC+HKTKqlXqkpEOHDjozOyH1myUJHqSe/YC5JABO3rZj2RA/k8vYBb3YSqtFXvDxfFmR88VXiqMsDnJKDlJU3FZUlKVKACi2wk2LgAqvZZ9mzd/7DW7WR7UntFtD7cSYvCpdL6Vu0tLqemIwkkBc10aOLvZtOZIUEJdcXgb2pN/GN/aH3gy8eY8/Rr+7wKawpSo9PigkoZZuATa5UpwgKcUVKISMqEXzLZln7FuF4u8D2qd1dClNIXFexAie618quTadmJH4Zo4/ECxuCRt6o+2B7P+5HeLiek71faf3jKpGA8KQOQgUhEww0ypj7ud5TjiTxHCoIjpQ2zZd21Ekg2Hmd/JwPwGvbN3Za/DW/Umms/wAqzTJVv2i6R65tnP8Ayt1XxFP9oug4XqdQf9wwsKxZkBjwtNvuyZKZCk+qlBpkKOpslI0B17MuY38C+zz/ACW3tIuy8B7m6tJp+JWI6+BytUqUWflT3dQzOuiSB3JKFgi99LnbFXtC+z7if2ad6Evd9ix5E5nhJn0aqNNFCKhCUSEuWN8riVJKXEAmxAI0Um6uwXiiVu0x5hrHmG5a2Kph6rQ6lFyLKVKyOpJb0tdLiboUnsoLIIIJB9J/5ZSjQPsHuzxbwkN1BiuSqWl35uXejF1aT9M8ds/S31277pDpulP/ACP8ZqTiLexX7o/qtEgNdQzKUFTHHNO9gFNa9u/pteYr3J/yVNCxviBrezvMp1axXUavMm1R2biqUgMypDy3HGrRFoZaCVLICT1JAFyTc7eXqKs3h2Vz9LxC5CqKOlDsWUWH031tmSQqx00vY+e1M+jmneLwVr+X/CnyH0A8gLDauZONs9Jfae/kx93Evdo/vo9kuuSahGYge9E0Tn/ecWpRAMxchSCVLLmTUJK1pXawKSbnz5wrh9qqNc06znYWjozfqnb0n/kZMcYklYd3kbq6o865SKDIgVamtOrKuXVL46Hm0A6JQVRwuwsMylm1yScdbxMMxcJ7394WF6WG+Vg4qq7UVCPC20JjuRsf4U2H5eWxEHMFaxUQzj+197VVLwuMGtb7a89S22uXTxUMKlJaCcuXm+HzB01zFwrvrm2UjIdddcnynlrfWrOtS/4/jv67d1s/2W3ZiHwmtjYipdmnB47NT2Scd/zde01u3xE7KWzGfraKNMy+FxqclURKVf3Q6+04b6Atg+Q2Vqmtvl1M6K1zVMl8rUGMsiG/8zLyTmbcH1CwCPqNoxKqdrTX38qfgtqg7/cL42tZjFeHFRVJyf28J4hS7+ZLcphNvIJHrs0cLEezn/Jiy6zxlsVfHMJ6Ul1LWR3PVXMjBsdczcQoOuvwiSO42I/bewV/6NL7PO6DGWE8+et16hqQ60n4rcOrtpYWUkXylC3mVm4I+EQR5hS/yuu8SNhyjbutw+HehiKw5Vn2mncvBbQnlooKR3SU81a+gKBoTYgRO0RoDaS8sZyv/RjP5JR/4qHK3uwhWWpS8621UVzUk9wtdPF9fJ7zGpUn8jvgw4o3+Ys3gyeGtjCmHExWv7sia8Akj0+FGdGnkr67GP8AJAY+i1SVvP3B4jKHotdgoxBFirQcriQBEmgnVNilcMBJ1tmIuAbNf2BN3w9kz2ed+GNsW5Aug4lriFyuGc0mFRWlMJWUi51dRJISL3zCxN9hg7uZdTnBmF/bW3k/zge1pj7EbVQ40Kl1RVGh9GXhohhMZaR5kF1l1QPnnNja2yKnHhT3JUDwP9af7vqP27RXps+qT5dUqjvHmyn1yJUjT4z6jdatLC5USo2012nR+E61wv8Aydg58pCXAnE9WEOtNRXHebQvJ+lyL+bt218/rtOhS2nWuK06tv8Av/L/ANP402zxFwxPwRKbi4oqKM7/AErdQ/mTr21uB52/02clLl8hhx9qK9x0LTkQhfVl/MWO2Zp+konJJgU6VWnvMYlIW07F4splfzfol50q/Z/kRsgPaJqleaaYn4ciIfWw6pTuV0odSn/BqFW1NxrYWsbkg/j1WVRqC5K4y+hpXznLm/02T+Msdyqo1wncnX+Gb9un4bN6bThSY7pqEo+yc8Ib0oDTTHv52K++vKlbUqKM2Y98qkjQ6+dtfLbSeFI1G5VivO5EML6+q37zt5/VmkVSqVnmmmkMrQv+yXl/zPf89jnd/vC3jRcW0nCVZrj66I+7kXxUhWZIQbIuPw1vr5377ObCseLrN2VfGcCsxfddLZYfQtGVeZIUnYQreDWoEDn59ElPo/Xiu5sv1CfO356eW13RaBQaXAYdi5Pjpz/9Np9UmYjixeLQXYr7eXrakXT+wi+v4j89qd/nERNvniZke3iu0Gve63XmH6c+pOSLPQcitT0gkWQvQaED1F9jKs7y2sR0FyBAiLp03IpKV5EuoSn1sUlK0n6fkRt13hYbgYjac98ssIzo6loSFJT+Pr+ew3hLCUCBF4VBri15P7B13p+uU3IJ8tdb6bF3bo1EvLTvaiynJWHOahPr8aqXm4Tmt75FKUNf1R+HbZ0bqNx0/FEBvEeI6i+t5HV94acaXmtqTrc3Hf1102OKBSJUWstxXafnYXlU6p1HV+AIAB/PXt+Ox9i7ebQcB4ccpcXgMTeFlaS7ZKcxGmu19/Eso3TG/tDYxn0avN4NgU7mm0ISnip+KlSr2FyO1vF9LakabU8zBcCLg3n+EuFNW1n47SylKVkfW5/FNz6XGxuKC7VMR+/qpEiyn35HFdSlYWn8vMG3+Wxdi3DcDFFLYo0DjofX8rVs34WI12Mg3Sj+MQ+GcE1R1r4suDKYfSlHRIzZtdbgjRVvPa9i4awvgOluRXfvS0ZvhKdyKV+A+o/G37dvv7BT931eYa4K1wlr+Kld0ZleRuOxufMW8tiKVgOf7+j1SjRETULQnix5TuZKVevYXsNbg3uBoe2yttZBlkO77YtsIYew5Wap96Zzr6lriyI4UhX53GmulgDptbYqwPRuK3ysTIhjL+ivmzDsNQFfioX7X1ts3GYNBgNcKs0SFT3/ANZdlfvsP9CPXaxoG6qfiOU3WaC7Fq8XOlS0sOjit2P6qjrrpoST6bCxCCZqexLi3AeKIFUoL1UiymMq2n2roWlI8uoAKH43BBPrfbbe7L2kKNjyjMUHeMzS1vvtISie61y/EuNAoKGUL73sq2gNtkpvmqGMneQoNBw8h6VxfioW1mWywgG4CTrfSwA11/I0WFWKM065Pn56dk/rUJGZCU2OpLargWPkRa1u1tqlJL+QxGjvtobVG4kWLysqFKzcLhWzN38r2NvoQbGwv2GyPwdh/AbWKGPfNRqNLm508LirKVeVzfsqxsQPqO9tXFV8RwIFBbn4c93VdjIpXCS715Rraw+l9QbDbNW8bEUrG9U/QyqRKi5PhLSfxBCh3PpoP89jonEohxwZqeHiel4NlcLg81FWn+tNJ8Xn1pF7HvY2t6+mw3jjGTXNOSovKsof/ROtIyKzHzsLdr3FhbQ6bJndzjXG9LlN0t173pFR4+KjOplCdO6eojXW4JvYX2c1Vw9A3gtcq1W4XAmqTlS0oJUlQ0ISToFA6fh5i+xAIQmfOC95M+fRuVal86+x08VC82by8wO9ibgC/psTQVVR2A461E+OtHQnIE5lfu/4bc8JbnGqNKbaalvo68i0OtZe31F/+GzkpOBWnWm2ms/8f6bExBEzIcWJiiVi2e1Krj8KbxckdEqOWlKTYeFWiFpNz0gEdxbTZ1bvcQ4owlw4G8Hgcda1JizENFCZCR27gJUba6AWv202JsaufY2sttT3eh9OVLqkBX5ajX112n0eu4oxa05QYFOiyoT/AELaWgJ6TpcpVdOnfTUfltBrnb4jN8VErOLao3VIHHfQw74ErSpOumdPbt6g/sIvs8d0uGJ7tGYdr1O+PwE5VZglSvwIuD9RsYwt2rWHKW3zWfj/AOAKTmt29bX2+vtP7ma5WfEQ38qcvSn9w0/ZtR2/lEE8HcS1qBS3XIrudHyJzJy/5afj22ROLY8rEc9vhS0clmVnXnPSm/h9RfW/pYd9mHvExbFqk9cBrwLR158ikKT9PO/cW7bKTFGJ+F/2coOdiovtfO1m4aLAKJ1He+ltRptyq3uWUbpMTjTdzS6oxhKs5+a6UIVFTny6edjc6C/qB5DycW7LBlLqlUbdda49IfR0Opd603/uixsPOwPbtrsj8G+w9KxlK981TE9UYffXn46WkrQ4r8LAj8bgW/dpbd1uQxRu0pbkCVjLmkRUK5d3hZVfS/r6a3J9dpYwoi93s7i69Qa9z8CorqmF38vL5sq3WVW6gT6diLi9zY9tY+GcGUt2ByrVJRwFpUleToVr53739PLawx5valSpT+HGqhwKjF6M7STwnkeuYXyK8rEWv5+WyyYc3gz5TfIYhlQkL8aWvD/iv3v62te2o2FmXEbWCcFysBuuO0bGUJ+EvNzVOkfpfxAVcE+dyATqbnYmqW8ql0aB7moND4776VZcl0tNrNzdRNwkk9gNfQaHZT4jg4t9zN1lrI/NY/SrkZ+Eq3clSE3Tp5kEE9+5Ii4VrOI6y6401nizW8uaPotKk9idQQRftYH62ttTMJLGVhji/wBKO0RiFNzpzVGncRhbnmeI2rMhY76kDytbatxHR+QaiVSLiGowlry/emGAppz+4tABBSbgajS9xfXY6WK81w6zKpK86EqStTD5YzXHzAXSfzA87W02pWY7U/m2uNUIsV/rU0062vKrzOVV7g6nQg3N77RKSTFrLTVLbdaloRNi5erhdLn10B0PncW112i1eoUHFEVzhPcCblTxY6elDiR9BbL6Zhfvf6ECTSMUUHFrfvTmpUVjMiPPaSVNKzEZQsjqSCCbgk2sb3sDt1lRMW4cxR8KIwwh9KciV5HWnFXGiTfS/e1wddQdunStgVWvYXafd4T79O4qk5+EVcrqRYFCQDfXUkfgbnabUcUNSqW3XqXwOaQ0lXLyPC9mX4bgjKNRZQOnoddrCNSKpWZ8uswMTv0hcpaufpzUfMnNf9RehI9QBe+p26N4Udw5F4XvxirofWlGRTQQtKvRI1su/dJte4ItYbHHlKz8nY6n4jwk3ArLK4tRQnO1xbKS5l7a99b6K1J0vfUbDdGo0XCX/a2vPMZ0J6E6KQ3b081K8xbX6abXVbw/Fo0Vys157gLXmyIzHp9EAahStNLAeX1OywjtO4ylS3ay1918cVC1lHY6G+tlWtfytYD12vjbKQloe8yvYorL/uvDGekIzfCkL4C3tPGCAfO2hA7E+l2Fh/DmCMW1mJQceUnleazNRZSkp8Xfhk+Vx2sRe5tfUAU3N0uLxXKNVHckVC/hdlZbH/PTsLeW2kZ2DsB1SjOQJURh9D6OtpaQpCvRQB1Ch3CgQQdQRtVp22ZTx/ufgbpd5bmF4stjkpqeLTc92lJSdcvknQ2AIOt06DQba39nOmchQeFKZ6/F/u+Q9D+Xptnbe/u+o1UitwPe01D9LVnhcWUpaUp00BWSADp37EC5tqHP7OWN5VZoLEWLLYfXFQlDv6ybd/O5Hob+mp2FZ4yTXtWaIlRpTv6KnZ//ADKk/hsCYyoc91p/itdC0+BdlJVbUfmP27NOkSOait+DPtGxLSGp7XK/2i/k2geUBmZOn4dr2DcEVZ2fnRFmodR0u5MvGJ8OlwQk27anbKuEK7RqXi1x2vYIqNYRTnVsZouZSk2WDmSlI1VltobA2NwdL7e304uoNLnxMB1RlaH5Wd1LSunjZQAAFdrm5t39fI7ZRqU/BrtZci7vqj7uxDClKQiO/wDC5pKb3Tc9Jv2B7g30te1hDpDPeTXaNiigxJVGpL6Iq1JQ6mUgIdUnve4v9LgkK76WvtAhYQaw47AxHhL3RNp01pLE1p2KhXDsdA4UgEA+EKFhc6g3vsJQ9/8A9nJUiBjykymFoWlEiLIjjKlVtDqP2K7HW1++zEwrVPfzreI6NQ0Loi2k8V2K6FLSkkC1uxIuT3A8vM7FQSHEcvspTeLAxDu55RtEJuQ6tqKpZUltCrEoSo3ukG4A8redr7BntK7hpVZaYlcH+m6Q0pEdSmgrnot+plR1ClAWUlQN+3a6gZG5Z+fgPfc5XotWp1Yw1Xvu7vLvhL8dZN7rQdUqCjqLAEL0JGz39qpLtLwlExlS3V/0XKadkfCK/hG6VBSR1W17gGx8rbNrFnmOt2vs+YXxvhd92LSYr8qL+laWs/5mygb+hPncHaNE3HbvoFUcgVSXUaXkyoXytlLj3vrbKpKge31t3OzBiwmotZibwcB4hXCp1b/rUJV1MJkHRSxbVFxa4OhtcJOo2545wNVKzS/tlQatKp0phaefi5ypOZPdbKtVIBIByElJFxpe+1H+6VkndZ7MFLwvihzG+Dcboq7EpGTo+ErTUocsdTftqALnT1bkqg1lqU3/AEfFmsZsi0SFFp1OupSoAjQ+X+Wyh3N7zKXAlcq1iHnX3/0rWieJ5WCb6EH118tn4iqNYow4/wC68Q8k/lyJU7HzcFeniToSL2vY9r7DkmXdDeaagchKafi9GTK66F9P0P8A12U29fdu1ih1x2BDQ/UWOtrJbM4n0BOhNhbXTtqO+w9hyLvklV6fS6pXGJT8J1SmkNWU1IaPbKdCFdgb2I7G4BJvpe8al4ca5+qZHFwlfHaQ7kfj2GpIJsU/iQLXIVprOdskCJvCuMJWDa85S6zTpVLz5mmn3WinNf5LkFN73AuddBqNdiiv4gr1ZdboM/kquhf9SmtWS+ysahqS2fCq1ilYsFAgZRoTB311aBjKg++YEtHKymuYju6JSlae6b6gE2BsddSfLZZ4QxZjLisO4oiU6aulqUuLKUoJUprUhu4AKALXtcpuTYC52g+XlDq8c9Mq09rCTdUlfdaphqQhL7WUp6NLg6WCCnUkXFtCDqNmRhXF9GxbA984cpyJT/gfQiyVJ9bAkD8D2I7G+mwngWe7jJ192ezkRKipamtO+PLYi+YdxrbzH4bA0PA+Ld1WMm5VLxDN93dfCVHjhaHEfquJNiSBbsQfMA3I2gzhDGr4+rzrVWpcqh+7l8B/+sNHMpOQ3JOlzqLg/Tv3OAMQcXmm/wCq8dGXIrL1ZfQ+oP5a/XbeeJ57s9qfPlPMVGE/CWrO0jLmUE6hQvmbUPLXyAN+xwNV3ealN8q8voR1NO9Sk/QK8x+w/jsOCs9yLMelSovFixIqH0ZfVOb/AIfs/Pb5o9Lnz/ius/8A0X09dvs8rFdb5/8Aj8dpkjGUCA1wmuj+9/Hfbh5Tg+2X0GDFgfpduNYxO1Aa4TXWvJ4Nhh7EDs9pz4q8/wCsnw/s2H4DkqsyuFKp/wCg/tUrP8fj5bW+2QTukpdeqlZac59rgdeZCkX6de/4eu0ymjitcX4HE/t2lW/8oX0IJ73P102+p8Bprhtf7n/LaIvhcXiwM6FsdC8iv8/4sR5bRndKNLxAgNRfi9C2/lUn/K3+pO3wowOFxeDtTKbadacd4u3PiSmmuE11oX/H47DmcR58yrrzsCU7zUXx+HwZVZR5EHz9D6fS2wywealcKV0dXR/B02vqvzTv/mtoFNkNf1CfEz/qq8X5a9xtKR9BtlyURWsjXKLz5f1Mv7f+I/bsUscJ2l8WK71o8SMnUn8vMfXQ+Wu1PT47TrXCadRkR/ZL/wBD5fhtHVIdo0rhO06Vkz5c7V/L18j9PxNtrQgliuPKd+LF8H9qlN1KT+XmP8tuxoUB34vF6/F/dV9Dr+P8abRYdTaad4rTuT/0qjL+W15Sk8V1x115HDX8unT+B+u0CcZHjnhOttNO/ER4V/qp7WPrt3rnF5Vt3x/rZfm2+ptOi8VuVweGv9ZpR/eP9Rf0I89u77XPtfdehf8AfR4v49R+/aZWUTNNixWuai8djP41o6k9uyh5/wAdtuMuPF5Vxp2X+n6mloV05vp6fVJ2J0w3YvD4rPj8fC8KvxG3y5R2muI1ws8V/wCRfUjN9fNKvRX5bdOiyVDqkXiSmnfB/H8Dz2kUVqLKlNz4DXAyf1qKnwJV+un+6dbjyJ9DoWTGIvNcq7nRn6UOp/cD21Hqe/rtHXHgRXeK78Cax/ao+ZPkSLefY3G3Tpd4ghuyqC40148nT+qr6bCuHKY61Kc4vgX40/N+f1H79NrufXuLA4XCWtH/AIXiT+H+mwr76lcXhNPOLfyeDL1KsLeXf8dukiFLkGK1/HTt2Wy1wvi9H/mv+f8An+O3OlRqpK/r+Tr8ObpX+Y/1/bt/VxXub4Ur/dz/ADfgduk5nGnRXWnXOK9n26TXp8B3ixfiI+eOr/MH/TappU6fVOI7F/qqPn+ZX4bVFVrcpqVwmns+Txf8/XbpVoVUODArNU592rci+jpU1k6lJ1NjfuB3Hn+/YiqczCUWA5AdqzC+jwZwpSreQA7fj5fTZRxZMqVK4rry1/3k+JKfQjzG3SqxOF8VproX/ateH8x3G1522WmJcUUbhNte70IfR8ybdXp27324YRq3PtOcXoX/AOq+uw+/EalNcXoWvMn/ABZf+GxBRY7TXD+Cjr2C4nQrKvhbQ2obTrvF+dG0t5Pwv7mwrJxhyErleUWtf6+0J906X819pr4TW1VVkxeV/TZFo+X/AIbR2qjzXxev/wBW2q6y8078J17r+XJ/H79imdJIxe7wuVdiNvoyJz/L28/x2tKnQYuI8L+/qW996hdTrXzKRfWw+g10/ZtTR6XxWuK7txjvyoHEaaeXkXmzoSv/AC9NuzOlY+7wmuF/H47QDG/tXfHteJjRZ8rhfxm2/K7TOVitu+DYcGX2nEHFq2/buu7fQLTX+5t1bT8Vt1racy05xqe7Kd+E0vYkhw+Va2s8MN8+1+hR0ePJ/H/HayqdFaaacdae/wB1fy7RFnZ5Ue9HeFwmnsm1euoSnXfivf7+3yEu8X9Etf8Ah24vjaDBbjCCgl111zYgmw/6Lc/wZ9qLB3dzYvmf1D/AjYRjlR8YP0Zxp2Lwvn8O1VUKj8VyK6z4P7niT67cqVP4VUci/wBnnybTMRxOK1zTTWf5f93a2N0q/kMymKHXeJwv8aNoThd/8jabAfdaac/9X/j9u1bMW78R3bgJRTifC5MX/bbW9Nj806341/8AmunamjUbi8N1rP17G1Ogcq038i0bG7cHc2JU1GLwnW+F49uHOSua4TsTj/30p8W1lXG5UXhz/wD0Db9gSovCbd+da/k/jTYJG1vGVTxGZXyYUXi8VrOwvJ1IV/p5j/L8NqWZTXXeI7/5r5dmk9h+BPabdd/V/wDK2qJNCapfxWnc6FqyqS6nMnL+X+t/pswP3jCWq0XjFPd/tXtpTNI+L/50Uf7+xi5QqDFd4sroQv8AUX0/l6ft2r5FHozXxWmnFo/ix2jdLF1nw3huVKa4v6n6m3pT/JlexdApcGJ7T28F1mqPykLOEqWmykxUpWUqmO3skvlaSG09mwM5OdQDfnLCxS1Aa5Vpr9H0I2Y2F/bF9oHAmG2MI4J3uVqi0en5kQ4TXC4cdBJUUougm2YlViSeo2NgAI/lg1yJtn2nPZp9uX2kd47ldrNEwrCwpBWtqiUn7RD7nH/XVZshTrlgpxV7eFINkAqSle/kxPauqGQxcM4R0/WxAB/+yP8AmPz2UkD26vaudk2d9oPENl9GT7v+0HJ39L6eo261320vbCpcVt3/ANGDxJkz/pckfqT5X+GQD9Nq7hmTgZzFdFm489mTf6w7LiMMYr3bYgQ66w0/mYedYWM7QctqhxGZBNuyyfIbeovtR7i6D/KJbm8H78vZ+xDT/tJS2FpjsTXciJDC7F+nyCkEsPtOC6SQQFZgbBYWPI3GOLK9jfEc/GWLasuo1uqO8eZMdtnkOnu4q1hmPnYAfQbFW7TfTvZ3LSn6zul3j1fC8qUhPMIhuhUeRbsXWHAppah2CikkDQEAkbWMLNcezD/Je796nvaoWKN/tEhYXwvhqe1Pdh+8o82RVFsuBaGUhlS0JaUpIzqUQctwBcgir/lZ/aQo+8/eVRt0uDaizUaPgfjc/KYWFtPVVwhLiEkafASgNlQJBW68k2LZ2QWM/by9r3eBRpGHMT78q09CfTkkNQmo1O4if1SuI00sg2sUlViLgggkbIdx7iu8V13+5/hSOwA7ADyA0G0yMz0+/kq99m77Fu7TFnscby6gwh+tqmv0mLKshFSgS2csuK2Top1JzuZTdRS6ogEIVZNY6/kt/avwTi1yj4DwzTsY0TmFJgVaLV40VRYuQgyGpC0KQsJAzBIWm5NiRtiZie7FlMSory2HorqXWHWllC21pN0qSoEFKgdQQQQddtE4V/lAPbMw5S2KLS9/NacistJaaVNiwpruUaC7shhbij/eKiT3JJ2gyJ6Yezhuppf8nv7PGKMd73q3T5WKKw6JU1qG5dCloQUxKfGUoJLq7lRKrAZnFnRKL7eZsupT69Xqti2fk5qrz5E99SfCp95xTjhF/IrUoi+uuw1inf1vQ3q1lus738eVfELyEZGlSn8yGU+eRpNm27+fDSnNYXvYbVU7eO1wuVis7WDQT+cNHJTXF2+VztlgrFtUd2+XK9WZXwuN/wCSja2+DNRjHlVmBFa4rruTYVqO8SA07wovXsFSIlZlO/Fzr2jLosr/AGW0EyuFWe3v8mdjmn72fZMoVLqWSU/gqtyqSpKv7PgPiTEt9EtOsAf4Ppt5s+3nvPa3s+1HjasRZaHoNHme4YSkpt8KHdlQ17jjpkKB7Wc0uNSrd1e/ff7uSgTqLur3mVfDcGpyEypUeHw1IcdCQjOQtCrKygAkWuAL3tsJSIter0+XVJWd+VKdU66vXqWdSdb3JNyb9zc7CbyGIQsGGFjw9h3eS7um9qnd1iHiuIg1GqJw7PQgjKpmf93Ga5AyIeWy6dbgNXF+x9Nv5SzFsHdh7JmIaPR3UQpWNawxTUp/2ynXTKljsfGyw+knTxdwSDt4mohVRp34XHQ+haVpWhWVaVJ1CwRqCCLgixBAOzB3n7+vaL30UZijb1N4NXxRTqfI5qK1Kab+7u2Kc6ciRqUkpJN9CQLXO3IvjiSowu2BjMZ1prb6bcdad2qWJ8qL8LjdH6m30qsOu7DKbYvsOZ6W4omRcR0bmoDKF1FH9lIR0K7Ea2NvxF/XyGw/u7xHvLlVTkHcPcqwheTMm/4aWJTY/nsGYU3pQHWuV94Slv5fn8f4aan9h02OsE4mle/mOV94xc7qVeSmnLeZFv2ajudoD7fum+9fzGZvKqfuujcWVE/T5fAnL+ZGgttn/Fb+EpUXiymetfhaTZWZXnY+R8/O3ps7d5eLZXIMRZ7zD6Fr6krQPF5ZfTZcMUug1T4TuGWJr+ZKs7qMqk/W4Itr6f8ALayOPcpUm6Bu7jd1Xsb1TiwKghiEwrqRqpf53ASPT/TZ3Uz2eOQnsSp9R5rIvOjoyqSr1uNOx/b67Wm7FjkHf/OfwFoV4VeFSfofP8zqdms9WYvC+L0bBstZm2zN1ljI2BPmCw1AgMQOLn4CciM3i7bfcqqxYDXFlPcBj51fq/jtHp7Eqsym+V/j/Tazq9cw5QWvcOKPuvNZkoW+10dvW2w0BYymmqZ23xUVnElLpdU5V3+kYspKnUOoRnaUn6LRdJOuo8ri4G1thrC2F2v6UgZ/jqz5HfEn6HTUDyvsAUHdrPo2PKlVGqixOpcp3iscq70fiUX7+V7aW+uzBnYigUt3hco+3/fQgZduttx4iMai1j4JCeMqLF/RZGEf+SnZIb9t3uN8Rz2KzAz1GnMdakR0Z1+l8nfKLk3Atpr22ZDGMKM6041KdRk/UWrJ/mQD+R2DMU4vqm7lpys4Nl+96X1LdhSHcyk+d03sct+4uBa9joNi1Vv7l6BZWOYF4Lwy1A4k911DaPBk4ubKnTt6H6fQetha0imUaVij3pFlzVri5ktZXzl9e6e2g0voduFB3jYN3oT+LVKGuiTc36WG6pPEVbW4H/oVyL2FzqNvmn4Mo1GnvysL1tb61rzZFI6kqv8ArDX/AE+gtbZ7uFEjB8vcY9XreA58+JArMtaF50tfFtxe3c3Nj+N/x2tce7oZ/uZis4IqyMmTOhTTvAUlVuyk3sQQT2Jv6bZ5x1RMZV7ifp1vxVZ2ltNHi5gNMqgLm3lY3Hl22hbrd7W9CqOv4XqkuauFCXk4quIh1KtAW1mwzG2pB1Gp1vsrvdzCV7VkjF2FsRtcd2qO55WXwJdzJ/ED18joD9NrrczvYlbvsOS4sWnLz5lu9fVmVqexsRqANL2/AbTK9RnZWR2qVHgIz5fH0pT+oT6/X102mJwXAqnAitZ2H38vCU01nzJ9ReyVadxcG2u1ml4HSN4FZr2I/tlP93LqLGbIw07kWpI1yXvluPQ2JsT9NnHhOn4S350v3zhJ6EuqMNJQ/DddCVqVY9Cx4kqB0vaxPrqdhiR7PbrTsd1qkrfWtSfvEe7GZVvPQ2P0N/pe19rxG6ivUGqRKpFZXS6ijKlqqMJQh1XnZZbslXkNQL+Y73lJOZKpe7KgwHX4tZofAQwlXFaUkL4Kgdbp1Nh3uNR9Nu6t0FGr0V/7OOxVrYQlSY7qwtKk+qDqRfXTUD08tjZzd5jyfPiVSVW4srwpdkRWih3t3WkdKx9Qfy89jah7mWoH3p174+ZLvFaujq9Ta3499i4lDiZ2dwtFoMByL7kiolMdCHWmsqkq/EAX/PTalwTuqnu4y+1HwFvv/pejIpSRbuOxP9697fgAG1jmY1hevORao8wt9eZbHCR15fUp8R/EC3177T90+MKNjx1zleA+/FXlV8LI6q2l+2vmO+luw2IsjdDqFBa5Btp3+Pz2u6bT3YrXFa2tYlJi8L4uyy3x70oG76jP/e0IfWnI0j+95abWEGZTY+rG6+fWWIuMsQsU5aF/CVNXwms3awc8IUb2AJBPkDtxoWJKDAxGxS8EVyEtfj+E6lWZPqQSSR+IvsicK47axlPlxcZYei1FE1eRCXeriIPlc3srzHSPx02eO7Hd7u0wQ770oNDXF6OlGTrSnyR1EkpH4/UbUd9smMDE9enymm+f+RCfD05lf8LfXZSbwse0uBw4vKPvrfVwsmfrzfT8NjLeBvEpdGa59ppCOnqS6rKn9h0Gydo9bw5vBrzleayLixf9lZSVKsL+WhHqCRb9pHWN3lK7JJYhwKXhdyvVlqVKXlz/AAGitalG9hYDsPMkDt3F9pe63dngPFFZbx5Fzyn1+GUjqy5SAWiO6FC2oIBHpta4YxfRq9i1zDkVpb7DGVK1cJWXN2sVWyntpqdjqrQqNgPh1SlxOVRKVnlIyZkKVbVah2001AvYdtikwqw3OM3cOOtxYFJYWhH6XN0qy/Q9v22/HZPb2vaDlc05hyjRPvT+dHCW6hCVeliSUn9p79tiHFOK5XuFt2l1zgcdGdSF3djvX0ve+ZsH6C1j2GmyKm4fdnyufd5Xmn1fpeKVIT+VtP8AFbYBk5g3g+pUGjT58/HktcWUtSVyM6CrLf63yq8joSO/bts28K1ndLiPhu0vHrEHj9DTspBQhSu2ij0/vGuwq7gGB7r4VUq1OQ+tpXCU6vMlxZ8woXSQNNCRY6WNtIWH1f0W/g3FFJp3KtpyNT4SClDiR2zIVawPlZR/LTauJaO+Y/RsJNNu/ayFKRk62lr4S3EeZbc1acP926SbEXG1Czu7wvVP+2+A8Qsyor3xXUNIHHju/wB5KSLpuO418xmGzEwhu+wbAwG3S3fj05bWTMhYUvXzTckX9Em42H8KbvYFL5+BgPFmHqpKi5vuq4phTEpuSeIkKOZQueoJAJv2ubdiSDK6OK81x4FUlxX4r6FIRIjoVmzH1SQLgeZNrWOm1QmgysLym5VZaYyLUnl5C0hLTl/kvfKSf1bhWtgDfYtwLzU/Eb9Gn4hiwpqHVZYrqMi8/ogklKvw0JHl57PbEeEKNXsGy8OYjZYySmlIdyICeq3iAtYEd9uAkEzP09+jRaX75o2SEj+1YX1NNu69tLgHt218ra7LvG9dwviiAw7iOhyor7CuhcVHFQ4oa3ZWmykdrlJ/IaXNJKmO7oMUfZevVFhikVF1cVE998KhqUSAErzEZFG+gICCdARcbXTFCxbFrzfFp8J9heVcKZFutEhq1whY7XH46ggg67X7crmDdKxJ70/84zM2UtClJzrj/H00tqBc2+uvmb7FTOD5TrrlU5vmprHW1lRk4d9LZSSSdbEjUeQ9bmuMSmqC/VKXh5hc1CFZmoHwnXO/cG5t5E6+pHc7Az9ZxbheVAxa00uV1JRwEqzJ7Hosm1l+YUB3ubHUbF+2V+6dMQU+s1RrlcURMi+rlULTmzJ8u/mb9xY+g02WlZo7rs9iBVK5KhLW7ljoWgZVaEhCrm5uOx1Og7anZoYo3hz96tLbi0vDEqnVRjr+Kn4rax3VoOsX0ylJuL6g2O1PV8NVmvNQJ9Z4D8qK78VLXhVdFrqHiGo0GoB8/LaDJWQ8JYVdr0V+gxeOiaiOhfHaQcilHNqCbKGqewvp5XNwSUTGFZwlKbgV57OtCcis683SLDzsf29/Tb8RjCl0ZrhQIj7EpEdOdr5stzbKrQK1B00It28tgRL8rFsp/mmZUWqZlO5X7pW4gi+nqR528j522GTtjFP3Rl19mBih3i82hvjo6O2XXte37dhrcih3dzjyXRp8TlWH/jx5iF5mHEEnMc3kAogC4Frm4tqQx2FiOjf2r76EL6kf3Rrpcd/QHXtrrsTUOmysZT4Mql8NiVFVnzLWtKXEC9xcjLp6E+osexA53Q+oRds2xT8ZQIEXi/E+InP+t/rr+I2vsO1pqs/euv8AwKTlV+3ZDUWS7VIrcV1lba0J8Obq/cSP2HZuYWfdixW2vnyJ26uZbyg397up+KMOP1mlxIsqowmlLajz2A+w8nzSdCpFx8wBt3tt5d42bdlV6W7FpEqnL4qlrQt0r6rnwrJudTmFjpm7DQbezZ5qVF/Qo/w7Y+3y7posXFFSlRYjC4VUzyn4qo/W26O60kWzX8xYEkXzdtry9bfEQW7Z5rEcWBhzfJhNFep8pPCh1FWVT7N/JSwDYAa2J+pTe1tBbsN0WHMJT5cCguvsUt/O/wAJ1WVWtrApBKLdrKSBewGwBukwTgOjT5bruLELhSkfCaUvpSrQm6RbKv1uNLHvfZhJxLS6M1LlQM8piFmSlCFZk5Abadz+wH89ioZZoAb4KDS930pyVS+Gt/iqlNOoRlXnzXtdNh/kDbUC19tRYOxC1v8AdwXCgPf0pyHCUhV8ql8PyP18rag/htkTflvJ3c7wcEP+662hiqMZkcKUjgPuWIvlKvEDYXI7i3YnZk+xtvF9zYN5+L1sMJ4TrWbKnKk5ex0B7kW/6NVnxgHEiJwnVKDxMG15lcVialS478VeVTawPGlJ+cKF7XFymxsTpQ0Bve+7VJdBad52KvK1IkOoyJcV6FN+xAPc3BHiI0Nv7ZW9ujOwKbjfAbz6KjS6ijnIS0ZFOXQoEEKBBSTYnL5i5t32utz29nCW8vDjeLaXx4s1aUImp1T8VI0C0myrgk2UQTbsbHWGEjbKKXuUdaityqzyqJuZS1T4HQvOOxUkjy89LG3YXsLzBGPJ+F5X2XxlT0Z/DHqKVnhPIHYn5kEE2INwO97aA1fiu1n7+091o/StIulX42/Lv2P025UrC2HMWtf1REpf9q0rqSpY7EpPmPIix+up2giU/mgli1VZadbqkVlcKL1qTPgO5Vs3PSrQWIBsfMG9ra2OaN7u7neXPx4xVK9XF15C8vClMICEyGiSoB4NgWcF8tyNQAbHS20sZUWVRsES4tLiMIlRWlcJK1/L3Ppr5D1vbZZ7vXeaabn16XFm0v8AsuAtD6mdfMJv0g2JTqR5a6bCaGSQMM4SqkXC7cWLhj3pTn8ipUWU14UX1Xaxz21NwLkagX20Hu13Lbqmorc+LhOLFffaS7yq7LQpJHjQTcFNja41GovpfYKriJ8XgT8JVZaEIWlbTseykqt5KSQQpPkUix+o2s8Mbz+L91rzqIq0O8XO10pZd7Zkfqg+aQSAfptAMkxkzt2uEqX8Wl09iKtC0qStpASpKh9f4B2+JGGKNVJUTi5EP5+rJ/aeR07X+o2pcRYtr0XgOuxGJrGVOd1h0JVk/Xsbg+VwCe/YbUFT3w4Sw5VKLFqlR5VcqQlppbvSnMSBa/4/8fI7TJhvjj2dMB1nDlSntRJVLm8g+tbsN8oQ58Mm6kG6L6dwAdvI+t4AnwHeLFqPNIy+FfQv92hP7Pw29w6rKalYNqXCe8dNfWj/AAlo2tt4/wBXR8X/AHU7UgH9xNLb4spuLKzrz/rJ6s3125SqTFi/CnxM7C/CtPiT+B9fx2K8Y0rhf0zFz52P0uTqzJ9beo/y/Laqam8/F/Q+Pa4EWssK+oFomyoE9yLwkLY+RaPm/Ly+u1jHmSmneK10L/8AJ2vGqK078V1nbsYEVrapDNBPexg9JVKlO/etuTMdriucX5+hWTa0mONO/Ca2iGM7sNoFXdm4kFhnlXXGnXujN49rYr+6uNNO7V5da5pvi5/8f6v4+u1ghDX9r/5jbgISytl9ygkMuynfk/3vDtMi4H5r71xUZ/8AzP5f89v7kOK641+otWxdQ5UVprlXXsjiE/738fv2gGFos+JSM4Sdi8R1rx5Pk/4bD8yrVSA7yDTufJ0ZcnUnz7a6bNBKmtqLEFNgSnW5TTzDE1vpQpXzfQ9v2g32kGNQWiS6878XhMSkfOnhBSvTUeY+o7eu36jELTTrkWVQ2P8Ad6U/+6k/sPntVVOoyoDvxWuAtCvE0r5fUEDz9NpQr0rlW5UppE1jpz5/F/5QIN+/b9nlsadJEPE0BqV8Ljob+dpS/wDLv/w2J4uLIvF5Vp7Jn+df+o7H8tgRr7L1TicrUF05bnySOpGb6KHUB9Tfa1pFPdalcKeyiUwvo47SwpPn3Ntfpcfs26dLisYlnwJTfNMoWj5FNL8W3OLX59U4nNPLYR40LR1dI9R5j/r9NqHGdAlRYHFpby5SGFpX0KKltp8wU3vYC2ovp+G1JRqtPi8PmnV5Fo6Vo/d+N/4ttGJ0aS1UavQHIrTyESkIzpX4VadvxB2qUttV6l8KV+nY6M/hUlQ7g+v56HYaNcdiym3XWkPo+R1KerL+Pf8AG3/LabT67A5/mms6OP0utK6kqV6jzB/H9g27E6XdIpjTXxWpa+GjxJXb89fIfT8bW26KxRS6M05ytJzrR41ITlT+ZOv7Nvt6jNSmnJUWorY4ifk+a/cdvP6/t7WHH6XWf0sWWiUjwL6ClX1B/wCINjt2Z0/Zdan1me214GH/AJGulP7fXae9hafPab96S18BHhaWrxf8B6+v7dorbMqlxW3fGj9T5kq/Lz8v2bRarKrNUgfdXVoR8yELyqVbyPmPyI9NpnSbOr3KxfddGiI8GXP8qf8AD9fU7BvvaK07ytUiZ2Fr61r8SVH5ge/4j89rfk5TtL+dD6PkV0r/ACI8xft5+u3N6mc/F+//AKdH9qpHUr/n/nt06QZcP3XxHYufJkzp6s34WPmNo9KcnymnGnXl7FdKo7vIfroR/vJ18v4026M4eaadcdiso/wK8P8AA9O2uwhaucTt0HW4Dsp3lWmeItHX0/q+dxtcxkcJ1tp1nb5FOn0avMT+MjgOdGbN83pb+Py8+Tk513EfC/v5svy62/Z32550Jn+FyuwDiOk/em57Xg+b+6r+P2bG8tXwth8SmviNbQvudOUSS1Fa4rWRfhSpP6v8fv2rqpB4sriu9CF9aP723wimNRZTkri/7vy/9dvyZO5/4TT3g8H976Ha86T3H+LFbaae2oUqda4nFd/WRtKp33/7r4PFtXVeLPgO8J3/AHVfrbTic0m0OI7zTjrudH8f67XdQhtT/uvG6F7U9Am8V3lXf9zbtWXuE6200983QvNl2G33RRwzGfE7C3Ci8WK9nyfL838fTanaY/tf9n/ptYCrVT+18aPn+b8/W/rtFqUOU7xHWvn6vH823QyKfmGeCqhQYrV5Vbp7a1/KuU2lWv4na+kTsONSuF9oacvP8vNN5v2X29p/aa3/AGHPZb3f4cxlO3fIxCitVdqjJjx1tx1NqVFff4hJQq4AjlNrDVQPlbbM9S/lYt01P+Fij2fKkYSx8XlZUaQvKfRDiEJV+BUNrzp5rVyZFoLvFist51/J4kuf8/r32GJ9cgS88pxngn9g29Ud7HsnezJ7be4uXv8APZVocLD2K+XedjpgRRCamSmcynYE2GmzaH1FRAdSAolTaitxsgHzp9mjGlP3Vb28H73qzhoV6DhupInyKd0pW8gtrTmRm6eIjMHUAkArbSCpIOYVIkFFMqMKI4RcadafYfZV8Vp9JQtu4uLpVYi4sRcag37HYun/ANQ/3Nnb7aXtO4C9p/G+GsT4HwbV6IKJAfgPu1RDKJkrO4lQDgZW4jI2UnJ8Qm7rlwnzTMpj+i+L/d/02C48oRBtEWb6fvTjvz59imkqaqkX70z1/N/e/wCuwjKltNSuE66hHV+ttf4fmcKVwvkXtdZTI9SuqsaLAqn3DrQtHxWlfKr/AI7cpETmmluteBHjT/Hltf4jhtNfetqdHwv8C/HtB3RWxtrbZQ06dKiym/1M3XswEDitNu/3Nhf7LNc1+l/vbFLCGmovC43Xl2nefUqwhput3Ib3990WrNbtd3E3FcWlraRP5WVEY5dTmYt347zd7hCrEXtl1tpcHqOGWsOVR+BKZfYlQpTsWQ0uylMuoWULTppcKSU3BI8wSNvQ7+RylmXB3vDyZm0ZKf8A5XKO2Ft5dRiu70Md8V3/AOyaqI/ZKcH7trTiNqgyuXI+6/8AoOTaJzrrTXxWc6F+NGwXNxFPo0pz436Pw/q5fT919q+RjOoTxdp1DYR4ktK6vx/Da3lLJUW5hSYzUr4TrXR8m3I0p1r+qvZP7i/402pk4q+F/f8AnybSmq4678XapO2W2Ok+pcP4X3+J/wDJUfx/ntVPUJ2V/UJaF/3V9KtrVdY2HajWHWnfuv8A5SduDtDISfcrpHPwHeFKZ4C0frbE9BxC1Pi+5qz8eEvozJ6lsq/XB+np/wBNn3/JvT/fPtt7sIs9tDzfErPQtN06Uab5G/nszP5WGmxWvauhsxWmY3/YumrQhCQhKlc1O72H0AvtYrulpiLFNNlUaVyrvxELRmadT4XEeRH+o7g/ltGgS+K1yrv+5sSwV81Fcw5iNr7rmzMSvFyqz53/AFD2I/dsLVOmy6DOcgyghDyPD1eIHspPqD5H8vLaq/gy2dsrHj8Xb8B8trdujSp8r7q0tefY1om7J3hcWqfq9CP4/j8di4lYBxIP9q7tZNr/ANkznR/c2OY2HorR4XjYR+vtZx6DS2vitNN7RiCazbAJFFlSmuK0ztMj4Pd/71sccJpr9FtyUNq42xcu0oY2GosX9L17WKIEBpr9Ejbu45/ZbRHV7TIzI0lbTXHd+RlCVOqydLKCbAqPZIKukE2BOnfaItrbaXsfe25u49m/dNiDdri3dRWKvOqdRfnszKciKqPOQ60hAamF1xC0hOXLdKHLotZNwQcauJjPOyDGaQzF4quE0nRLaL6AegHYDyFtqmcU8cyvWja/oCmuFwv/ACdqlcfadAcaa+K09sDHM5W2GWBitfEdlNZ/FldR4k/8fqPw2iUhXClcWLkWhalIWj/l5f5em1iKjxeI06znz+P/AI/Q7frDDX6VppGf5v8An9djARjurIlZw3An/pWcjn66enYUl4Y5X9F1o/jy2M5tY4XwnWdq92c078Vr+NdquYsxy3jNLTvZk3jYXqjeI8Ly2KpFX18Ja8jvkfXXXXTUeQ2PsATMWxayxS8W4T4HyLdRdKk/nqFf59u2z/wxhd3EcVuLVHpUVtj5/Dm/A9xb8NiSXu/oNLaYdaqK33GPnX1f89l7X8ptu5xEnvNwrA4UCqOsoXkSrJ+sm+y1mUOfiN3hYcq2RebpayZVq+hIPa/1/HbROIcCQK86w7xn1oYzcVKFnL5a2/jvtxpGEKXS2nJ9Bp6FrRm61/5fTXvt1di4lqnGOIPYIwtKwbQfemN8Qr4+TO71dKU+np/oTrtcuYlw5WWuapctb/V1/CKVfjftbYMmYvxRVMR+5p8SEuKj5Pm76/T9/wCWzEpvIReHysRhvw/INmRQr+UFdWj+RhvhOXS6XFbdivZ/1kK/02+8b1N2qQG5VL5V/r+8RZTQWlSbeQP8WvtRuuNOtNutfD2/ZrrXC/v7AsbZwsQbVdrhYILrNLw5FclSqI4wx83C8Cfy0sNkHvD36te/m4uF2VzZWbriraz5k/Qg/l6/jrs+sW0yVXqW/FpfQ+hHhUrLm/A2Nj6XG2Z6nuY+yWLftbzb7i1/pY8hOfKryIIt/l+WpO0aekfe0a05FvljmUO8reXjLhMSvsRNpfX8V1CTkynvca62+tj9O2z33S0Td9jfdy47Wag+hb7SkfFfyKT+GvTsShzDmKMONtVmXCyMNIWpakZXU28rKAJ/EXvsNRl7uYHHawvRIVeiv5kSmoSyh1u4NzdBBSSL/wDDZ0FY3saCG53CjWF8b1JrjIlU5EhKGneKFKyCx1+vf9mz3i7s6Ni2qOVTd9LpcWqI61xVSEo4ite6Unz11A/PTROOsUGg/dcL4TqPAWlSY+ZX3hv/ABG5C7eRFja3bUbC+Ht3GPJWLWKpQXaihji53UurWtTah6ZSD5aA9tg2HJkhI0sS0rerFxQ3QcUYOXTs/wD3iFNKmsv+0ukg/ikg+huNrybhZrC7XP8Ax5T60/2vUpSvVVu/49xswYlIn0ulsSsRvc0thKlcVUgryp0Nteodux02iRcJwMbz258p6UxkR0LYlDhZfQptcH6g7VSXCbZlzeBhWqY8qjcCg4hQhC1J4rSb50628rEDuCSDa/lsyMBU/Fu6rDnK1mrMTeAnMjupLaf1AD3/ABB7d9NnHV8C7vsG/wBKNdD60ZXXXUBSlJHfLYeX/HXagkwvfzXKuvU6rxX/AOq/dyh+Pp5LBN/rc2Pp5bE27p0jbvd71Zx5KcpdUwbNpD6FZWJrDqXWHtO6k3JSe17EjXsNdm+zhZ2qQG2q9Egyloy5FrQtOb8bG4P7fw2H9127RrBrrkqUyhfHXnzrXmX+d/8ATZkVOuwIrXwv/I2kJtMgmVUOW1QWkRYsTJk+TPnT+RsDb8QPw2nt4udd/SxMn/oOw85XYsp35OJ83VtV4kr8CBF4vvBhvJ40qdCen6XI2PB4hXV6PhfFsXhVmkxZyPk4qeptXqlXiSfqCNvmnUig0v4UWnIRk8KsoUr9vf8A12QmJd/uDcJNc07iHI31cVpS+pKh9Dby7W01Guuw1J9u7dLFiuNRa4iVKy/osikq/IEa/wCnbbpE1FX6vApcBx115COjozqy/s2wNvT3sRcZY8n4cdp02UxFX+ljpbdTm8tL5tL3NgQDoe239iDfpP30xZcB3EL9EYfTkaRmGdWbS1r6W07X189qjcluSnxcWt1mqVBt/lXeh+OpXxPLN3Ch62J+lztOdq8zj4xu7oN3TXF5+s58mfO18qU9jYi5SSPUfTts26zW6XRmuV4yPgI8X6tuw2IIdPiwKNxWuD0I6sqAlKv8rbZ43x4rdaiuNRXlvsLzZ/ny30tY62J7EaX89lfuMruiu3+b7KNVJTmDXeOvj5fvEVOdTOp1IuCb21Avp5HaXuSw27hfCT9eo0uVK46Vu52rpUrU6FP+f1vsIYU3K1TFsp+qT6c/8defiuoWnpufCPT8QbADZu0LDTuEmm6XzeT9dSVZUq/Edr+Xr9dNmARUJI8owPZoxRWXebo1ZwywjmnVOx5qEZVKSTYZuxFh2uLjX6baMe3WRa9F4U/jvoX1ZFq/fpstN3kJqK0w741/4f412dtDqNUda/ubUJ3SYra5uJ+E4011xfzzpT5WUCO34fjfZU70xhzdzA4rvEleJOXRTv0Qk979++g20pvC3gtYSpbnCyLlOI6Glr8SvIbZFxFhmfjzEblexvSUSkP5sjDTq0qjp9RY2Ovcg6+gttTK/MsJSe6JVUixMUUuW+hiV18JawtCk97FNxrb6kD00uONREWVFfa/uZFKakLQ62r6EdiPqDs3cG7s59LgONQMPcejrXnW1KfHT2F7L9O/r9drao7t8Gz4r8qlvIXwE5H2o9uaj+Z0vcj6EaDzO0b0+JMEty9flUbCT8XFtElVekLzL4rSwtSUXsM6e5Nu5F7fTW0fElLo0/EcTFu6quVGLUYvga5opV+BC7q9RYkjsdRtOwvN/m+qnusy2KjQaj/aqRk4atf2HtcXUDbsO+xnW8L0ujcOvNc9CRK8K+FmYVe1r6W18iT56X02j7ZeUE2O7iOfExHWafFRV+hqRk+Fxl9hcXy5vwAudnNSHefoPCaqMp9baOqLKdKnW/UdV1EegPlsmpFLnuz23YtWYR05ci7tKy9ySD38rWNu/bbnWU7y5XDixZdOlRUdHOsKyvspB9DqPyN7fhrK+Uq3qAG8yJjKvVmfAi4NirY4vRPVbNHSTe5AOawPpbwg3Gm13QN5sXBtBiYNxHVl1GUtpKULaYSp9y2nhFrAW0J19STrt1xjOxG1S3OVqLD9U4S/jpz9Su3xACSSP3nv5nbPOKaLjel4jiY3ddhMTUZci1JC2Hra+ZKb69tDfUX1JOPEQQMfciDihp1yqRearcV/5mEKafi30GYGykpAPfztbXYXqtJr1G+9T6hKfYcfU6lqUrLlUQOw7XtbSw019drTBXtK4jlSokCvYepyEITl5qEtSVZQfIWPcakAkaEW7bHderlBxvxOVeQ+vhK+7qSFKzJ10PiSR2NrHyI12HCQTbpP2jpfvSjMvvrYQnOuLHK1tp/WUE3UAPUAjYOlIx5/52YDr760O9D6knLmBBsvz1BIufzGxxu5puKIFUl16g1H3c9CUpHu6VZSJCBbsfNP42AN9R32s63j+g1Sstz6XSV06U/93ntaqYUrt0gXt3OhNvTaA+3iTiQcOmLiPh8/SYqKihrrdYaCVpV3t2GhJuAQLgmx77Qd527+V7mRPgZ+PFd4qJEO7S2Vpva4vofK4JB87XAN6WIrTvFlVBa8mZMVXFyyI6e9kuaLAJ+UkpOlxfagSxjyfijlftDCqkKUlSOFo1KSjuc4SQlX45bmwF/PbvukQKw7U942KOJFa93PrY6H/eULLlTe1yUWIUfKxJ/ediWPR3cJcd2LSVsLWtS3filaVK73zEXQB6kC3mSddiLEFS/mq4dZpf3WUvLnT40PIHfMhVwfS9gRc2OyfxBvxxvFlOYowvEi51u8VcfIU5bm2TLck38jYi+hA02owhe4zDBjt3O1h2VVJDVZaWiUjK74syNCUgJNzYEC4Gmh2fNDqTUqV8+Rjx5f1tsw0jGTUDlMUT8PMUuVNaTzrUVQ4SnTexSBYH8LWIPkSbv7d7VYEppufFl/p8udC0Hz/f8Al/nsvnbAuI64j7XKodaez/3kbAe9Om+/qM4610TYSFOx3UozKSr8BrY+Y7HYuhraaabda8C/95O3FllqfKca6OtKs6F2UlSfqDsUGB+2Y0qmAmsUOuVmLToqJuRKnciQhKl+ZNrEa9x2PmOx2rvsni2LRnItGp7EJ9DX3iK71NKV83DIAzA66AA3B01B2LfaBoVU3c4obdi06osUuoqTysqB8Vpt0k5m1A+D1CSTcXA7W247rKo7KgVL7R8daGFpQtqQhX4gpv1AHxXJFux9NiRgeUy/MwJPrNecw467Fp6/1FeDPcGyTe/byBJt3BsRtpn2RMDSsOT6lgjFrKFwpqOLHWhYUhV9D9CO3kDcm40F1NvBq2HMB43980FmVW6JNdU1Pazha4rtwqygo5hpqnysLAi6QCPdbvi9zYygchUH5VLXKz/eElSmUKOgVfqHl5WFj6jYtRwZV/KODfnuUwvAw5UqDVHvuq2luxZSrKXlAvkUVaGwFhcjy12xrQ6v/Mtjdv3DXETadN6HUao6LjqIHe2tvqLW7Hb0H9o5uLiPd9zXKLlIfjrzoa8WRTZBAP7P3fht50z8JxZUB+VFafffYSlaGnY5S+lINyBcZVpGpJSQe+g77M7oETdW7epRZ8VifxeOw+jM11Zuojt6gjb6xRToFLrL9Zo1cYhSn8q3ULUWuIsnyPhzep0OgvcAWUPssY4iyqDHalPfAX8JaFdWVY0zDzANj9P2DbTVboOEqo0w61yq/DnQvw/tvofwI2h/KUIi8rWLa9AoL8qqOwp3QpPCXZSsvoFDuRpqQRtkqp7rXcZVSpYtwvXJWEJT7ubPAddRHcdF/EhKhobWJsSb6g622TV9ytBr0Bxql1DlVxc2aLny5kX+UdjYXuPS/psEL3au4cnucrUEIirR8vhUn9UkAgeuoIPa/mFYdYjN0u8PergisuYIxvUOeYlJ+ErT4mn6RKkgIUCBe9gdCDbsDCvJxRAnt1RrO+xm8fiTlv3+hHp6fum0LBlZaxQ/wokWqQs+bK6nKttXzZe+VJt5Gx+ttPnefiRqgtOUas0OooQ+hTSFRXc3UfI5b9rXBsCD662vB55hTDx5jKfRnKDS6jS5VRWhS2Isq3CmKPdsq7oc8gdQRYEX12XeKKpRt6EBjC+I2kYer0J1WZUhRQmKsggDXVJ76EW+vnsE4bwtQa9S5c+BUa2w+wtS48xC8ymV6G60JJURYi6kA2vcggHbjiSrVTeW1EwviOWwxjKnO/0NXmrJRMUgdMaR5i+oSogjW4PYGAdsYA8Ztzdfi+s7vsB/Y3eDiFiqU5+A61S6pn627tHK09qcyD8qrki4BuBfbBtVPxf/ACdpFSo+8uLgie1WZdepE2FFV7xpD+VaEpNyXEhJJT5WWAARcjZM4P3iypXApdZ615cjT/61vJX+h2twfUWtG2MKoqadacad8C0bDbMFpr9FtYurdd24P/Ca+FtMzrG3SHK4UXarUOa/ubflSkbVJqLUX9K9tQvti5M7SYvK/F6NqT3q67P4Xyfx28v2g7ftQrDUp39Ktbfz/rbc0z4EV39Lnz/rbBJ3SycHIklUfhO8WU7nR+shHUn8b6fs24Ny3WnW/AtH+1R05k/UeR/A/s2lGqRXcjvBX/ufxfbnM5XlefpfWwtac6U/Kr/Ty0/ZsNXb0Yd7Nw5k2Ol1134Xz7VOMkOtRW3fAtH+7/02n4afd5r9L/u7V+8FLrTXFayLQvo/3tjAQdXk06RcacKl8Lr46E/P/wAfT67ClYn1Se63K4q21oVmRk8P0t/Hrt+QHnfhu8HOj+PL/Xazmrai8CfFyLR050fqqOvb/UaX002nZNGR0VOVWYv9KRG87aP0qOlSk+Vx6/3hbb+ojbXFcgSvAv5flV+HoradaBK+9Rcja1+NHh2hTGpVLdblOs9GfOhaP4/j/OVnTpWqLRqXw5UD4iF9C0eL/PzG1Q8ZVGlfdZb7CH05/hKP+X+mxJKMWvRfuv6fJ1tJ+b1/y8tpMKmtT6Xyruf4CvmT1tq9DtedI1Am1mqO8J3gSsiOl1PSrL56j09CNvjFcfitNtRWfnzL/W/i/wDrtfUKhNQJXNNO5P10/wCo/j8/LbhVU8KqON+Pq6VJ/Vt30/jz2kTpS0V2Lwm4E/oX05HflV+PkD5ZvPzv3Fw7TmnWnGmsmdCM/wDeT6H8Pr29NuUiHz/3XhMI8ORXhzK/L/S31G3en0qVKa5Xi/HY8HyrbT/qP4127M6SqJUfurkWU8vo6ejxZf4/gbSX6q7S2uLFeRKYX4vlV/wP52sdoNFplZi1RzixEL/vafsP8fnt9zqa67xIvKcDP4E/L+X09dqGdOQnNSuI609kWv5FdOb6en7NvqjwJTsr4svwfIpHVl+hB1t67dk0JpqK21K6M/gV8ub0v5fntA5efF/RfHbR4cq+tKfUd7j1Ha21p0sZ9FixZ7bvNryfqr/jX89qbEEtpp1tpr/zGxFRufqjTkWe0haPld8OZP12+KzhyjNNf+P/AB67Cc7ZRztWVNGm8q7yvyL/AI/La0kFpr4u1A/91db/AMe0qpOfdeLxf8afy8tksxZLDiDFQmOtVn9MtbGZOVGc5U/QD0+m1jFb4uKG5XB8cdP+HTv+7ajqiXXXW3f7+xDhxr4rbvG+T5/8v9dmkbcIxWdwl3VB/wCDk/8ANbAEid96ca/vbHdYe+E47sHhtqe6470Z0f8AmtrpCSC7MdlO8LjfHR/5rb8jcJ11x11ledG0x2ktOxeK10LR1ZF/5j+NduUOU00621KyL/VVsWdPhqW1z7cpraZW+FKa/wDN/wC95/h+XfaPV6b915pr/wAzt/U+RFlQHGpXj+RX6qtLX89q5nSriR/it8Lxo2luxeK65zW3yl3hSuK1tIW27xfhf3V/3VJtrtUyMTi3Fd/qvzo/RK+VSfT/AIbRJDzrXE5ppeRjx5fT+P8AntbVBDrTTbv/AKBtDlvfdX5TX+yV1eJOa3mPrtWSBPXn+V0nch7OmAZf6mN4o/bS5428kazXp9UlfFyL/wAfyp294Pa5xh7NWDd1VCqntS4eZrWF36uwxCYdpzk1KZ5jPKSvIjUENJfGbyBI89kTuKxN/JZ74941OwPu03R4WViGUh1+A1U8Kllt5bSc5QgvpKVLCApQTYmyFEdtrygOJ9fyRuFa9gP2c8U4txQy9TKDXsQO1SlqldKXIbUVptyUP/DUptSQo2uGri4IJwl7O1IwvvB9q7CFMqmGYtQwvijF7rsinTYoW05HeQ+6GnGyCLA5QUkdxbbXH8pZ7Su8zCVYf9mql4aZw/hesUtqR7waUVqrEJXStkdISy0haVNraGYqGQEpQvKvJXsbSuF7V+6iM1Lz8bEqOKhXi/QPG/7dulWj1/lIN1G7DdPvQwZRt2GA6LheNUKMt+QxSYTcdp5YfUnMpKAAVWAFzrbT02k+x17IED2hnZ+KMePTYuBqI7yrqGFqYdqkjKFqaQ4LFDaEqSVuIIN1BKVAhZTefys77Te+PALfznD7tv8A5pVs26tW/wCaH+SiYruGGHGHqvheFxVtPKQ6ldZmNNyHErF1BSRNWUkHTKkAgAWp/NJzxAKu+1l/Jq7r6xIwHhP2cYOJ6Y2rhSKtS8M09+M9YlJUHJLiXn06XDoBSsEFKlAg7dd6fsdezz7SO5xzf57F0OLTqqw0677mgIMeLUHGtXYi4q7CLKA0TbIkkpzAhQWPMJCnWp7kri58683/ACt9PL6bej/8j9jGeMa7xcECVemSqXCrPA+VuUh1bK3B9VoU2D9Gk+m1hgwPc88TDZdaqlL+f/eQUqSr0IOoPqDYg6bUTsT4X99H+mzj9pKgwMG+1BvRwvS2skJGI5UpppHhb5g8cgegCnCAPK2yynw+F+i24iVuG4Zmg/YE9kp32msWVas42elMbvcLqQxM5V0tPVKYtAUIqHBZTaAghbikkKAWgJIJJGnt4ftL/wAnHugrMvdLB3A0vFEWnPrgVJ2j4Zp8iKy6k5XAp2QtC3yFZgpSM91JUCSQRtbeyHWHN2P8mPiTeNQW+FU2Kbi6t50+IyGHpTbar+oSw2AT5JHlt5J4ed+/ucXrz/rdStNBqdSbeZ2geMtnas9x/Ymwn7MLVLxZvU9leoLRh7GciK1UaP1pTS58XjZ0cJ34jBKZCTwycoSlCkdKhfx73kIi/wA5ePnGnc7iMUVfpTdS83OO6ADUm+gABJ8r7egf8jyy01E3ucM+OZRVKT/e4UoXt+AH7NsW7ksNQcY/yiVNw5VAXIS95s+U418quWlvyEg+oK2U3HmLjz2kySNwmtd1nseezp7LW6GL7QPttsM1eu1DhcDD8prmo8F1xJUiG3FRfm5WQKLhVmbSEKICUoU4bLAXtE/yaHtP4oibnK77O9OwvJravdtJk1GgwYIedc0S03KhOFbDijYJOZN1FICiSBs9fbd9jCs+19Lwu03viYwjTMPMSvuDlIM0SHn1t3eNpDQBSlsJGhICl62URtl+D/IvVOly2KhA9qmHFlRXUPsPt4UKVtuoIUlQPO6EKAI/DaZcccTLft6eyZ/6KjvaYo1BlSpuEcUMOz8PvylBTreRQD8VZ7rU2VIIWQMyHEXuQo7ZwYdd4XC4u3r1/LIUpqV7N+DayXWX6hSMWsIU6nupDkSQHLAE2BUlBP8Ah28gUu8X/Ht0sJ3akSmvhePPtb0fCU+qf3Ef39qanOOxZ7fz9ezfpMiLwmy14Fo2sIG1yvqOT+TvwS7RfbR3ZT+L4HavmT/dNHmj/O2xj/K00WVVPaugOxXsi0YLpv8A6lTtufsGLv7Xu7oertU/9xUzYh/lRT/79dEH/wARtN/9Sp21j7gw52Zkz2JPYj3ezt2E72nvapmNnCMVqRKgUh11bUXlI5UlyZLKCFOJUUqCGgcpSLqCysJSfRPbG/k7arP+xrvsrN/ZtlXC94u4Npq2ENDXicBKjICfMAILgPyg6bI72efZ+9qD2kcOP0HB2Pa3RN3kVSoD8irVeWql5gLqYjQwspfyKy3SAltKiesLBGzfhfyf24zd817mx57ZeF4tXR+laW1BgqTr24bspah6XJ1OthewoYZWyMtOftg+yBuq3aYOge0DuHaisYRqjsXn6cw6XYbbUq3LzYaiSUoUpTaVNglFnErSE2UFV/sB7ut2u9neXiig7wMEUTFFOhYfTKYi1SG3IabdMhCc4SsEA5SRfvYn12fPtY4coWCP5M+RhfCOLGMS0ei07C0OnVdhTamp0dFWgJQ6ktkoKVJtbKSm3bTZEfySch2Tvkxvxf8A4F2v/UpO1v5ZbMYm8XCfsF+x5jKrT94GDm8ZYoq8pdUgYaYgMyI9FhFdmGmY7q0RmNNQpw8RRzZbIACTDAVE9hr278JVql4O3cMYXxDSGGuPy9JZpdYpfEvwnkLYu283mQQU3cbJTZadQDg/2wmua9rPehxev+mz4/oy2kfsSkJHoAB2FtnR/JaFxr2n6s006tCHsBVNSkZulSk1CmZSR5kZlWPoT6naILd54mWcf4TrO7TG+Jd32KMnvHC9SkQJD6OhDyW1EJfAucqXG8rgSSSAsAkkHba+4b2QNzm6rc5/6Mh7Y2R+K9HbmQ8PykuKjxWXdGG3WE9cqU7mHwSClJUlOUlJVso9/eEWcW/yiVdw5J4a4lUxvQY8pCk5kqYW3CDyCPqgqH5+e2+/bK9lyve1JQMN4Tpe9GFg2nUSU/Nfafoxnc06Ww22RaQ0EBCC8NQq/E8ra1kLXyTM74f9qX+Tk3qYjibsMR+znCoNPnSkQIFUqOGae3F4q1Btv4sVxbsfMSLOEJCb3Kk7Zw9un2TGvZfxvTahhJ2VKwHijOilqlOl1+nzEdS4i1nVaSiy21ElZAcCrlGZTskfyPlYlxXIrvtMUbhrQpKsuEFeEix/7/s3v5SHC7rXsSQYuIqtGr1dwrPoZVUksBrmJQtGffS3mWWwtLryinMogKIzG19oMkjcpyIrv5ObcXuW3qbgsb4j3i7rML4lqlPxNLhRZlUpbUh9thNPiuJbSpaSQkLdWoAaXUT57YP9n+LS8Ub291lBr1Obn0+r4ww9AnxZSQ63Kju1COhxtwEWWlaFKSoEahRBFjt6S/yTx/8AfZd4X/p3zf8A3FwtvOf2Xo3/AK+Xc69/8XWF/wD3JxdqfiUX0s9TN9vs4ewZuXqdN3wb1MEYXoNEp0dcCJQYtMAj1SWs5864bKSqY4hCDlSUlKRnURoCnEftr70PZv3tVTBk/wBnTDESl+62J8WrNQqCKeuQVmOY9kNpHGIyPAdyCuw1Vs5f5Xth6Vj/AHVs8Y8P3XV05L9PU9FJ0+uVN/Ww9Btnj2VsK0Gve0XuywvWIja2X8QR5WXN4lRkLlI/EZ46bjsRoQQSNiS1n4msd2fsi+zz7Mm6CJvk9r6HFq9ampa/oaa0ZEWG+4MyIjUVN0yXwE3UpYUlORZGVCVKP5h72pP5O3e1Wo+BMW+z7CwvFmupiw6nUcPQGIyVqOVJ48RxTke/k4coFxdQ2CP5XjH0preVgTd+7LWiDFoztU4WbocdkPraJI7EpTGAB8g4oeZvh1/lXYHCdaQtC05FJV4VJO3SpOzgCaP9vH2Mz7NVYg43wTKm1Dd7XX+Va5pZdfpMuxUlhbndxtaQoocVdQKSlRJKSckuL/2W3rJieQ9va/kml1jGDi5tQp+C0yuYdN1qk013odJ7lR5cEnzufXbyhpsbmmtg2At6gr02+QnqLhvG+KMOcSg48zxajFTwltLRl4iv1gR3B7gi+nf02/Bvfiyq83Rvd8pGdeXi/In8/L112ZNTxTAxG1z8qnsLR4k50DMnz7/x+7ZRbyN8uHKNVIlGi09jmlqTkUlr6+ZsCe/rt56rWd7jH95oJqe7wRGOiXFw5w6z77Y+PlRwv7v/AB2sKrvOwbAoz8p2WwjP0KTpm7d7dztnneNjOs+5olUitNr6/B8qUnZTbw5uI8R4Xc5+IjgZM6nUK6kqt5K0IJtYW2f0/k0brI28RuYQOEsUYtfrNGqK32H5ClZdUZfLwn6efY977OuJSGnXfhO7ZE9mOJKad4XN5M6vEr5U/wCu2xoJgUaK2772ivtudGTwrzfgTfbcI8OIC/1LiLR2mmtuNSjtNfF27JqsX/bbUeJKu00058bbLAZmxMQhmbEk0PHdGoLrnP4eXNQ58zSwpaf909/27KHepjal16s+9KNTkQmEL6+KjKpxPoQfpp5kHYqpa+f4jsVnI58i/wC9sHV6kYoqjT8VqiMTV5lfCUoJUr6pJuNfrs9s2jbPRUIqoJWNT5+I3Y/2XrcJCG2vvEVaG18S+g0JCrjt3vqPTYiwthDDlBlc/wD+c6t/PKaSWHVK9DbQj6H9+w5grd/P4rjVU3T1teTw5HUdXofFrr53B+h2aeGXGqXK9w1TCeJYSMiUNKmRSthX9wLFwCPK5+gO1T4iMLGtgHAzuKKM3VObYcX1ZOLHCsv4HTv5jttCmYBi+9GGqpToqH0ZviwHVNKV6a6FKvoLj8doplz8JUF+VRma3SFoaVkd4XFjq/EgkJ+l7Eemw/RMc1R3Dj9UrzPPPoaUp3InKpVv3Xt6fu2oPKcR5Qprcql4X4cWqS1sf35Sf8yBbZXV+XiijV73zg2IwuE+hPHTCtlcsfmAIGt+4GnmdhKvYgqm8uU3S6XLqLEVCOpp/NmZ87WVY5de4JH0O1Phaj433fYtblRcWcfP4Y7qMzX++i+vlqANPLaNsvujjpdVlYod+68eFKXlzJdRlUz/ALqrhQ+oJGxpAie5uHKrPKrlf7VEVLSlJ+uXv+On4bWFAcdrMBuqVmkwos3L1qi+FxXrbt+4bC28fFsCgwH5Up1GRCfn+nnsdBAvCw4ngf8An2hH+Pp2WeLN6eHOfcgRaswhaFJzoz5fz2zDj3e7jfFrUj7BvIlRWFL4vAvnTbv0jyHr+J9LLLCeGcW7wXeL7xlLWhauvOVKzdyB6jXy0/DaTxOG2aP3tb3YGHKXxaXL4760/C4S82ZVvof3HbJ+McY7y8UNPz59Wm8BCk5kIzqS2m+hVbS4tcEnTy2ctO3OUaLFc+0eJ5SJSOvKtI6VW/UNgr8AQe2o7bGVKwhgh2l8rAq0JD+TJ4SniX73Quyk310BI8vLawEh+Zi9USfVP/OpUX1sfqqWepX7f37XGFcB4Sn1Rh2qVZ+LFQr4rrSc6k/gNf47bOGobo2vfL7U+nZELdV8VrpT+Xl6bR1bk3eLytLrcVta82RK1lKtfWwtb9n+u0k7ZXZD/B2Cd1UqK3Ao1WhVR/Ila3Y6Mqk/4gb5VdN7Aj/K2j92GDaXS6W5yuR9CPnaVnT/AL3c3/HXZf8As4bsaXu+gc1wkc11Ldz9SXF37gjQeotr52vsb7zq1S4DrdZpdPRCmo/7xHUWnfoCpJGdNzaygb32XttzKfcZXbxcUz6C0/Fiy+Ax/wCZ1/aP26jZGwMG4oxbXm6y7yspDDudpchGZOX1uhd0nyBH7DqD+48xBWazF4TVcXFXKWn5MyM3opPofO1j/lsE4djb38ONP8g9x4WdS/hPrUlKdSbNruRf0ta+nqTyPL7FWarXW6pQcOc17upfwGupaZHhSNBcWv22T0jenQKzVPvVJ60fFzx5AX03tnsLW/f+G1Pu/wAaYcqjsiViioL5pGZ3i5xkyn9YJGVHpc6H1OxTHMCfKfqlG3ewpXK/NmHxE21Gtgk/gQDswPKV9Q7wTvmwa1FbaarkVD2XwcUZ0/iO4t53GmzVwjiXHledbdo3AXTl9HFyFP53ub699Pw2RGF4O7Ssz26pPwdS4spCkoXzTWbKrv4gcwF7G5/PZkSPaNwvu0ajxXaejlUZWkqgL4qO9hcEA/ja50/DZe19vCwoEZdR3R1mvO8WvYhW+xnzIayDKn8CRcfltZUvBeDcLtOO8ZC1sePOrMpO0bDW/rCWLaW3VKNnWjpzrQgqy/4gASn8SALa7COJqjKxlP5qAzFb4GbirYfzKSjuTZNiT6XHnsthmk/bKHeNvXrNUlOYcwGzF6F5JDuc5k/4beZ7edjqR2BCcI7veQqnvmfLqkWavrdlR5C86b62WnwupvobgkX0sNmjgyk7pYEpyVFrjDFUf61NLdyqVYAE5VdvK9vPy2oMbYkdo0p92l1uEuF1ZmlsBXbzuLEW/HYqJtnboM4jwPPalP16jRPeiFq4rqI90ZvrlBKCbDuDf6bWeEMcT6pS3KDFiVGnZ0dcWQ6FsPdvCbXQfKxFrjv5EXwVvHqjtZfalcqhzNmYmxV5cyT2Q4MoFwAND3uDsR1GZz8pyfPiRVvsLVnQjoWpXa4IJBT+A0011tsTbOWcY9Vnute66zT32OApWXqzp09Sn09dPwttbJlSpUVv3D8/+yWFJzeuU9/rY31vbYUdmSq9VHGmmZVO6k5HeLmSpXoLgaHXte3r57E9Mw77m+LVHc+dGf4XTmSL3NvmI/Law8ZxG6VUCj1R2e41KyPvrX944t0O5raLBAv+Wmn5bU1aww01x4FUpKJTD/8AZOurTm+oWlQKFfidRbv2BRiKY1A5SqQKjx2OrKv9X1BHcevfblOqlUlNNz4rSH15ciF6LR28wdf4+m3bjI7Y+JnzFm72fS8WxGqD70w0h/7wmU66Mvl4lABtfkRe5BHroH5heBWaXRm3cWy6XVF9PCmLYDSlKPkpSblOumYpSL99DfYWxtXJ7tLcn1nCa5tOQlSFphKyqbUdCcpBBv8AW3Y6kbVW72o0t2BPoLtDqPut/MlOfP1J0uFAAgeVldr9yNSSg7pUjbCaorlT2n59G5qlzs/3qnVJPS4r1ac/RqSR8ySQRbUd9gmrYIgSnXJUVlcV9/Kt2PCnrQtOmi0JJKVEeh0NvUWJlDoUqgtMO4IxDKm05ebj0uroWh1nzyoeN0FBGgJBseygLWrKzPw5FlNu1SnSmGF9CFtLLTsV3yJtmQ4D3tr+A7gZ27pIkjDdIlYjgN0as1zh5E8Jp9bQQrMPJXou1/K2lu+u31Aw27gjEbjvvybUYSPBxUodTqO4KbAjv5JWLjQi1v73ZVMUff2qjwFsZkofVdriJB7G37idO3Ya7d2q/hLC/wBwxHizIt/4X93MbfKCbC99dL3vrtadiAuPq47iOU+7FlrWtjKljoOXLr8pt3uQbi97XtbYOpFCxG1VIjsqnI4DCVOuqauhSlA2AIuUm5JJPlbTZkY6iSoEDn6CzClMLQleb9ZPqm2t/UGxGmvr/btMW0vFFLl8JljjsOpQtaU+K1+/obi3kb99hPmWAih3l4vxG7iOJRqXEW/CgqS/NTH8TazbLYWtcC/bXt9QdO7kcZNVSBElRWeH0daNUpV9SCSAfoNDtk+rQKp9o3K9AZzrfdUp1GQZU6nyva3kPMDz1J2ZW6neDPi173W60whD6fhJQrKrQjsPMeo7i/f1E6Tn8pvOkYji8LlfiIz/AO8lX5jt+e1xSGovFcleP5tl9u/xHAntNtcFzjrSnpWn99+3l+zZlUx2Lxf1NoSLESnxrSoFUgOcWI+haOpK0K8Kh521B/PS19s04rqVeqkpyl+CbCQrhKaY61JB+axJsPobW89tizEQJTXCd+fZE4+w61hest1SKzn47vQtXSrPp2V+A7eg9NiiXQxMK3cOtUZyVWfda2MqlozulDqU2NxdSQlYvcZdR5i1r7LJ/dJKgcSqYXl/AX8VPzKSq97XJ7D9nkLd9tS4hwx7+ozlU64sphHFWjJ8BVtdbahV/mIsfP1C6w3PpfFl0v4CFoTm5fL1OK7FQ/zNv2eexA8vtkrD2+6jfzVfZLeM8tE1DCmmlLaCeN0WOVXhJF/CbH69gM4R94VGpcXlXXmHKct1SGpTvQlViQm+YaX0OuguDfQ7axqW72g4j3LVZqqU+K/kadkMOoQErStNyDextY6XGuyfo3s/4Sr2759qvRELRKaU6l+K7ldbUoHKb6hRtbRQOt9O2xN8pti1o+P6NhyfwpTXKvvr4qFtJGRxKtbhSLpV+RN9DrrtoKFip3kIlUivcdl5CU9Cv0a/W/1HkdD+euRpG4WqYcdfapbL9UhPuq4DrTRyK79wCeGsWuRoD6m+zx3Kw8UYcgN4cxvEfg06UtKI8hX9jppr2F9NDp3+uxxK7YysXYnxlKoL8rBDKPejDX6JasqpHohKtAk66A2B81JtfZJ7sd7+PJ9efwli11hbD8hSOXlNKjyocgE5mkhVgtBFiLEkWJBtfbSjuE8OUuK3/SMrj/rZvm76gAD/AIbDdXo2HJXN8VlHNP5U8V1AUrQd76HTz1H4+ew7HUe5cVu32wmoVFqjsD+hnmOOtPXxbK/fqSPwv+e2bfaGoG8GVjKBAqlERNp2VSlOxVlSsxWAFEXGcJIHSLKBKSbWGwa9vM3+7lsePxWmkVSkVFa+E1nXIYcQDYG6iFNuWIJ0HkeoA7W7G+qvYtqn/aPDMqK/x+nJdWXve10jUDQXt+VwNqZg0Rlbyl5AoP2S/SsvoffR0ZnT8ZI8rm1j+NjfzPfYi3c4XwvjJ1+stRM62MzS2lJCVt5fF36hqOxFjoR67VVTxzAiwG4tUeRN+ePnTld/dr37n667FWDIbUWjP1mjPck/KzZGnfmTbNlCu1j6aDtoO+0JDs22feNd72HHaDLpbvA52nR1x2ESFDipQpBFkq7kduk3BNtNLjCuF6a1KrLk9plaEfqLT0/X9vltorfjhdrDkX7WyuVcQ+n47WfKptdtNL+H6Dsfx1Q+DZ/F/RNIQjxdCsye3rsTG2I3vuhaDfb6JaG3ILa/tdoU6dFaac+Nt0SA3epT12oRWvhNOoz/APoWwfIDrrvxc6F/3/4tt3lKddqjnCl51o8HX8347QZsuVK+FKaWx/fR4VK/jvsFxuhl04b3ODkN3it+NfzdNs2X1Hkfy24yaHK4vFi9aP47+h2lMNRYHD4ry1/4l9SfqD6dtuVZqE+K63yvR/f+bYRTbKPRskYTHYDvCd2vqM370a4rXz9CsnT+0eY/bsJCFKqkrn3Xs/yq+XLsT4Ck8hPcgSvAtedC/wAfLaVRWMo6eMIWqByvDd+dHhX/AKf9dh3EcJ34js/oR+v8qfrswpC/9ltTVqG1VIDjTrXX8+x8bZVDsgZAjtcJf6NfT8nhV9doK4nF+E18nh/5bcIOHqpAlONRc+T5VoV0q9NPX9+1nCjVRr4sprI42rr/AFk/iNND6/5bVaPo25ZEhcJp1tp1lvIvxpX0/sV8p+o/eNCQU/DjvNORWpa1wn+vlXbK/O+o/MWuO425MniyuE610f4Bl1O1rIjVSlutyqXkf/8ACz+L6fj6HaRLSanC7TTrbUXI2v5P734f8NpMemuwHXGpXjX8/h/5jaBJxDKntcJqkvo/38qm1et7/wCV/wANuxk1mU0hqqPLf4OX4uTKv8/I/sG1p0rpQrMB19ppnOjJ09GVafz7KHof+m0Whniu8WUzx1/qfrev4EeWxFUKjK5Btp3rX+v+sn/QjvtVw2+F964OTieJeTKn6gj/AKjauZ0+K1UIrXwovWhfW1xU9aVeYv639df89u8KsxeFHrPBz5E5Fo+dPrr/AMe/02+amYrUpt11lD6H/Ej8PUHsfQ/S99oLkGA1xGoGdCH/AJVfKraROh/TJlGrLvNQHUL/AF0eFab+o7j+NdpdQpTTTXF2TAiutfFi1HI+jNlUhRSr/n9RtIFfxa7Fc/pZ9eT9e2VSfQ3G0kTownpjXC4UrrYX0bAkqkSvenFgS318N3oyryqSn/ppt9U1qfKd+LLXwH/HmdzZb99jenUGA1w5/Gzry+LPtGds6Tqc261A4rvjydf8euw1VnualbWdYxI1Fa5Vrx7Coq/xfi/+b2XJ5it7/E5z2doM9f6NraxnL5pritbVVUk8Xgfr7BsEAhlVLHClMcVrOji/X+Ndiqix2uLxWv0eROTP8qrnT+ND32Glq4vwvk2KKL8KK3/h/j/odiIfGN1epHxGrhRXPk2C4B4TvF+T/jscYiHFgONf7n8f6bAwhz4rXFdZzsfPk8Sf+Wx64aFEN2LKa4Tvj/jv9dqabTorv6LwdX+H1G0enVRpqU207/5v/Xa7kpagO8115H/GhfUnX/Ta5nSqaLrsVyK7/wCtdO3J1lqA1+hz59p0tf3XitZP/WU/TaVhqnxao796eyeLJ19KtPXyPfTaBOg3Hc4Tv9U/9a2tEvuymvhNdaM2X/Dt3qURqBPfgcXOhHgWn5rgG9tv2BJ5X7r/AIsqvl/5HaJ0+1M8XhtStqirhqK1La4ra+jMj9Vz/n+3a3qTjvF/U2p34LU9pyLKz/40/L/Hpt06etX8sQP/AH2XAv8A6ekX/wBxc/bypwPi+s4DxRScUUGXyVUpEpqfTpSf+7yG1BSFmxF03FlJvZSSoHQkHUPtfe3hO9qndpRt307dPFwuii1dqstTGq8Z/MKRFfY4WQx2sgIkFWbMSCgDLqSMduyHf9zapMgDieyHtCYXo3t++xnh/fZu/p3/AGvw/Hdq8OG0MzqZDYLdTpVyApQUWlZLWC3GY6r5Trgf2N4UFz2qd0FTiutrS5iNCun5gWHrf8dvn2NPb4xb7IUXEtB+xCMX0HEL7U9EJ2qGFyctKMi3kqDLubiNhpKkkD9EggjW4lQfaKo1B9puL7Q+Dt3jdPhRcQLxGjCXvQqaYdcSsPNIlcG4Qpxxbgs0AkKyAEJB2iDmwf5Wpji7+N23/puSf/Uk7O3cVCp/tU+wDXdxDUuKxXqLAfw9ldvkjyGHOPS3zcXKLJjEqTcZ23ACSggYh9o72oJXtcY3w9jGVgJGE10GA7TuXaqhnpeSpwr4mcstFJubZcp0F762FBgnfnvG9n3FCN4O6+tsRaihrl5UWUkuwqhH78GQ2FAqSD1JUCFINylQBUFRnmWxxEFiaj17BFen4NxvTn6DXqQ6qLPgTeh2O6LGxB7ggghQuFAggkEE+oP8lNudrO6vAWN/aG3lsuYepdeisNU73i1wFJpcUOPOzlZjdLTil2TcAkMlQulaSR2k/wAsFu+rUFioY79myQutRdOLFnxpTKVDzSt1tLiAe9gDbtc99kt7RXt/b1Pafo0jBtGpUbCOFH1JW/AhyFvuzMpJTzEgpQVI8J4SUJTcHMXBYCQFWBKBPKI7exvI/nL33Yw3ltdDFerMqa0070qTHU4SylQOoUGihJHkQdTa5rqm99w4v93YJqrPIOufG/8AdleuxdQ3mqpRv9zIvawO6Qnks9Kv5NjEGHN9vsc4y9nmfLbRMpjlWpcpjTMIVT4rrbwT3KSt19Pbu0R6X8tse4GxbuhxlP3fbxacui4horqmH2n0lCXLEgOtlQAcaXbMlabhQII2Itze+beV7N28b7ebsKqzCqcVCorseU0XYc6OTcsyEBQKkEgEEFKkkAgg3vveJ/LFYOn0dt7Fns5y3K6wg5A1U2XomfyIdW0HEg+YCCRe3Va5rOyrcGHn8khuz3gYS3fY2x5jLD79Kp2MZsBdETKQpp6QxHbdCn+GoBSW1KesgnxBKiBlylXndhbeJF3Qe2u/vQn/ANSw3vGnyp+RBUrkzOebkEAakhpayAASSALa7aZon8sbvGpeN67XsR7rafV6RUGIrFLokermEil8MuFxwvFh1UhxzOkFRDYAaSAgXUThLEGJftTj3EOKOVMVFeqkqqJaz5uCp55TpbvYZrFWW9he17C9h0s3rieov8qvuJr28eg4N9obdzDcrsKgwnYNW93IL6/drxDzExOS5U0hWcLKQSEvBeiUqI8wEQDiOVHoNB49XqMpaWosOAgypDzp7IQ22CpZPoAT+zbV/swfyhW9n2dKNEwRUKTCxrgqL0xYEyUqPMpqSR0R5ASscEa2aWggEgJUhICdtATv5WHdzS4r9UwR7OLjFeeT+llSmI6FE9yXGWlrVb0sL9ri9xeDJUnOZ5+b9fZS35ezdAoU/efhn3ZCxXFS6w7FlJfQl22dcR8ptkeQLEp1SdcqlWNkzw+Fs9vaa9oHeh7RmLftlvAq2dCE8KBAYTkiwWLg8Jhu5ygkAqUSVrITmUQlKUpuDBdlO7dnbDAzYX8mTuZ9n7f7vFxfu/35YTVXprdHYqlBaNSmQglLbpRKsqM63nUQ7HNlEmyVEAAK2q/av3IH2dN9Ndwu5Q5VFwi/K5rDUqU6tceRDWMyWkSHFErU2btqC1FwFFzcKSo59wViTFG7nFFNxvgPEEmg4hor/NQJ8W2dldik6KBSpJSpSVJUClSVKBBBI29D8CfywEl2gogb6NxbFXfZQkLm0OanhSFjQqMaQk8O/fRxQ1PYDWAZVk3iDn8mbu0xHjHfvB3oRaTK+ymEIc10VbIUxnpr7SoyI7aiMrquG6+pWQnJkSFEFaQRH+UgxjBxZ7W9VaoTvG+z1IhUGQr5VPt8R9eU+eUysh9FtrB1B2Ym9L+VkxHiigv4c3L4IYwih9rhJqkqQmRLj3BB4bOQNNKGhCiXBe/RoCcNO1NrmnKpPqC35T7q3XXXXStbi1EqUpSlEqUoqJUpRJKiSSSSTtMCV2jAnrBiGk4ya/kvaLA3Dmd72+x9Kfd925hMeZK2l1PJkGfirQZOYJAWSVgWVbbyYwzgyq43rLGE8E0mXXq2+6lpil0touu8S9rcNGjaQe6jZKRckgAkaJ9mn+UWx57NUVeEvcbGMsGrdU+iluyjHkU9a13WuM/lUnISVKLSkkFSiQpFzd54x/lkaV7rfa3WbjHKfW5KVJ5ytym1NMqINl8JgBT1lWJSXG7+u3Quzeojd9p3AOId2H8lcd3eImmfe+GqJhaDPTGVxUJdaqkDiZVW6kgg62toT22RH8j6p1zfHjd1zzwqx/6ljZf4r/lPcT7wfZ6ru43eZuyZrdQxDAmQJGJ0VngLCnHVrYfENMYpzM3a6A6kKLehbBAStvZA9sAey1iis4oi4IYxQur0tNOUw7VDASyEuhziZksOlV7Wy2He99LbdIccgwn9rv8A+uu3o/8AtZV/7bRs3f5LlV/apqf/AKYNV/8AchS9sy70N6sTe9vPxJvUFJRSF4klc47DTK5hMckAFIcyIKwLeIoTf0Gxz7Mu/iqezfvQkbz6Zg1GKFyqDKoioDtRMJKUPSIz3GDgadzZeVAy5QCFk5hax4GU24fMIfajxhKwH7eGNsYxWlvLoOKKTVuA1bO8mPGhulsXIF1BBGpA17jbWX8o3uln+0PuQwXvy3QNrxF9nULqKUwLvOyqNMbbUt1hKblxSFNsLKQCSgLtcgA4D3xbwpW9/fJiHe1Kw97oXiV1p92BzHMJiqRHbaKEu5UFY+GFZihPci2mzL9nr22N7Xs0tOUGjU6LivBr6lOpoM+Qtjk31LKlqiyEpWpoLJKlIUhaCrUBBKirpdA2TMuMPwJTjcCBVualSlpaaix18V1xZNghKE3UpROgSASSQADs2N53syb7dyWEsPY33lYTepdFxWnhMK44W7FdUhSkxpbYAUy6pCVKCeoWFiQsFI2lK/lTt3sVpys0L2cH0YhcR0uyJkdpKl/3n22lrtfzy3+m2St/PtD72vaaxG3VMdy0RaXFUtECkw0lEWKhRvYJKiVOEBIU4okqI0CUkJFCJwqm3/5K1ppr2asfcL/4K5v/ALjYe3nP7Nct2Tvk3OfByI+3OF1K/wDnpF20P7M/tiVT2ad3Nd3dRd1jGIWa1UnakqYutqirZU7HaZLfDEdwKADQUFZxcqIsLXOc93ind3OLcL4ypcT3j9lK9Ta21Cdd4HNclKafS0VhKuHn4QSVWVlzXsq1jGIVE2jE2T/LBB3+cbdPwnbf0TV//b0XbHO6nHU/dLvjwLvPeecfiYYrsWdLRlK1GHn4cnKBqVcBbtgLm9tD2LM9rb2p5/tVVnC9Zqm7dvCj+Go8qKlpqrmel5L6m1FWYsNFBBaAy2N73uLW2SJkNfovHtMnE35/K57kqxvFwZgz2ld3EU1unUCA7Hq7sFPFtS3rPR5gynVlCi5mUL2DqVGwCiPNDBsTG+8GvU3BGCKTKr1eqjqYsOBDRndeWf3JSBqpRISkAkkAE7a69nb2/d7Psy0dvBrtEi44wNFzcrS5Ugx5dNSTcpjSLKHCFyQ0tBAJslSALbOiT/LAbvafGkO7vfZsfi1uV4lzJbEdpSj3KlMNqU5bvY5b9rjvtf7pU4+Y1PacRS/Zf/k/aFuCk1JiVWqjSIeGU5bpTIUMrk54DUhu3EAJ0u42km5G3mTTqU01Fba4WxzvS3ybxvaBxYvHe8urceVkS1HisJ4UWG0DcNMN5jkRe6jcqUTqpSrC1Ay3sYDbFLH3GeiKojsp3hRZaGEfqfL+Gy63jbjsZYylc/RuVfWwpKsiLZtPT63tsa03FeCPdfFd6Onp2Ckb8IGF6zysDEKGELWnKhSCvv8Akf3kW28DobWztUTSroFUV2N58rBsBiBiPPnirVnY1Tmt+Onbz2DaljajYyozcXC9OqmRa1JdafR8w7ap0y/j+62xlv6xfhzG8pv3zL+O5lzZUFCsp7nUZe3cX0B2k4LoWEoFGbaoMuKvoT05wpSb2te9zfb1Wmr2AGE/l4lNuzTKozvF4K0LR4uF8tvLX/nsfrxk7VJXK8VaFo/8r8dokWluwHf0KFoWlX8abQ2aU1z/ADXCyde20gXbKZ/ljNoONOVi8rKl5/1P1tpVXq7tUa/TdH9zZNVaNPaqjbsV7P8A+F4syb6n/TYgYk16e18KJk/v+H9m2UQqWEwdWj890aNFxA7RorjsWkomrQjwZsq/y8u20xzfE1QYrk+VhPlVoR41+HN6XtpfZfUybXoDTbXxPlTn2hb0cQO+62KXKqKIXNOpazup6U+p7a/9dr9wvNLbtlbi32v8eSneVoNPRTsn6JaPEr8Da/pa4G1HQfaU38Yjd5V3ELbP6vMMIy5vLzF9fptArG5eLS6N9o3cWU6qMLy/eoS8q2VKOgKNdL+Z/wAtrTCT7tLgcriPd6uo05eVMerwE8dpX/pVAupJOmoAANxptUiSITyfbZ357vmvdeI8PQq2h/wqSkZXNLWTluCL+pB+nqZbld7VUqjUuqV6kop3NZl8mnwtpJP5Aeg9NqKg1rdfheU47VKIhf6uZOZSVa3y317f6a7X6N5O5uVFfagMzac/l6VcDN5+hUAbeYvtIkNHLh/GmEq9Af8A/OcjJm6MiEKT/rtnjHInwMZc/S6iiVC4uZH6zdv26f57BOLprsp1yqcH4Hh4rScmZP4dxfzFz5bAn2+qkCVyrT3Qvw/4ie302uBulT4zWzvtC4cw5hdv3pLXnYRlVk6laetv9f27Zi3n71ou9qst0vDlQm5F5s+eOpLSfRJOl799CT/ntf0LdrjLHn/aOBUURVsIy5lJOVy/YWGh9CTr/pcYNwm1Kxv9nK9RGGJSEJ4rrDQS05e/kLWV53Ase/rsZBtg3eUW7vB29DDjrdUo2Dn1sN+N2OpK+Inz0NiNL9J18u+zfoG9DdpRqy39qIn2eq76EodS/DyIcUL6+EFKvUAG/lfac4Xd189xqLW0LhPpzcu+sZU/S/cfTyGyv3hQKNjziSvvXAR44qpBdaUq/dBzHKf8JA+g2E3uXEbm8rBVG3gxWK9S6hCc5VHQ6x8yfx0JH0I0PodkXjrATrsXhOy63S0Mf1eqRWs6UrPYKA6bH0J7C+xZu/q+F6pw8LtVZaFo8COKOm2lj/qLg/hsxGcQ4XwvKXS3ah7rlL6FLW6tUeR28QXcJv2tex8vTa4eTMd0LeBvfw5VHKM7idD8VfStUqKFoet5i/Uk38rnW512ae7Kjz69XvfNU4C//CQjIpN/PubX+oOzLxBgvdpjfju0uoQmKojqUhhKEq/GwAuLjuLi2h8tiTCGAfddL4TTK0eFPl+2/f8A02X1LkDiBezbCikzKW1F4UWXwH0I8K/F+7Q7K7eI+1WXXIvvCVFfRmzrypWlSR6i2o872FtNrDGrn2XivypXWthpSvFm6fxsP3DbN0X2gp8XFrk+lvIfirXkdjyEFKslrWtrbX6E6dgdNlqwze5FR3SwlBqLXmGq9VosqKh3O1kslCk+pBJtqfIgafjs6veOHKphxt2jPeBpSFKU1m+mhBJIv59h5i2yIxFhqBvVrPv5qXyq5XQtpKghKlE6EEaqPlY2Onla2zWoeHJ+7SlwIDsRcqkPupa8kLZuPI+RPfsAe3ls2BDGVtCwi1hef9t6XUVocXmWp2PfxX1v3073BFh+3a5ke0m1QZXKyt3sKqMSv++wLQ3+3cpCcjn10SdjKoNNQKM57mZ51iUjpQ6kIdb/APJJStPcXBB+moOygTuxlYjlP8X+i0Z/nd/aUjXLe2nYfUa7FErPrElSo2MmnKzRmqvSFv5UK6c3rYjLY6i2vYW9NqX7KwIsVuqUvEMpcpCfC6rO09Ya9+31Tr63BudiSnbu94OEvv8AhzE8KVFz/eIspjMnKPpm/YUkWFxfXbvI3VO4jd5+U6xCYlIStXIO/AzH8L29LkA+V++w3Euv2wNViivO/CpcTkqj4GnaXIWniKHqgZVIJ88pIH12K8G4x33cVuVKlypqGP0TTq21v669L1gs37EEm20CTuLxRhyU3WaNzXAQvofQrMnue5scpv5kEH67NKjYXxRFozk/m2OJws/KvtfCcVcEEKBIQr6kC/qL224CduhBSav9qJ7EqqUmFKlP5WnfeMXhOtqAtq42Rf0BuCO1vPYgl7sqDWXW4tUolRpbi/man52sv0zAkj0uTsoI2NMURZ7bUCkoW4hfxY8h3MpXmbZtXBfsAR+IFtmnH3hSpVGblOuxVsZFIfYRdLrf+6vqTbuCDbSxO0gSkadKwdhzBuHHIGHMPMPv+P4TqMzi8lhmCzYn1Hn6DZJSIu8F13i43w8uiL6v+65E5bkgAjpJAsNDrb6X2iVDf7g2B8WA6+/UUdfgXmTYalRA1At3uQfXTYnoXtEyseQPdcrDEpCMmVbq2M7TiSLgnTTS9tANOwPed0kCCq65S3ZXuZ1la1rVkYXmyp9eq9im487kfTbu7jHG+F2ojTVPi1SjrV8WOtYkJSntdlQ6r+trG3rtbyWqNxea5Rj/ABo+nr5/htS4nrNLxu79l5WRE1CU8CVmCX8uo8Wiibdjc/ltGZfEvYD9LxRK+6soYizU/HYX4m1jzQoW1tcEG1+1zrstd+cyBu0i8LCVRm+8VqT93aUVpVobqIsSm30IudLbX9ErtL3cxZbWKKg+t/xIdmtK8/MrTdOve9wTfy2S9W34uu4jfnwKSxKioV0JkIz5kg9we9j5A629dohVEY25TeVWZ7TcrjZ5WVKZGf8AtNTprpb+PLZ2TaXPqnDr2HKivD1R6Vu8u0hKHO1woWtY29D628ij8J78sBuyokqvYNXSH1+OUw0cma9uoDuD3CiAfzuNm3Ut9e7mlwGJXvZHAXlzqSleZu4vcptmy9rkA9xpbXawBPqEIRvcsZUfFEX+lHa2h9hebi/AQlSf95Op9QdD5EabLvEu8Gg0Ge41KqzE2U+rKjjqGfKRo2pdtRfsDfy2tcX4zanwHPsvLQ/x2k5cjuXjJPpew9NCR+2w2TGFN3GHMR1mXXq9iZiavi8J2KleVMd21ikpIuFeeptc6A+fBNn3QJ2/EZ8Sr1mstf8AnWhUv9RiQjOh5PewOncd9bi+l++0Co4Ww5K+L/RcKV4eL406EE3uc35g3B9e2yqe3aO1nGT+F8OYsm05EVCHVtaZcvoEn17E3PYdjtfvbrKDArLdLrNWmzX/ANVM11CVad1JCh697211vpsTK4g4R1Cpxaz/ANnHWUU6ajKjOwrix5CLXBF9QoHsb6+Y2HMLR6puvrz8qlvMOIlK4shpC/0yhfuD1DQm518u1gNjmgYEwbS+O7hyJVELiryutO/FdZUerOQL9HooGwAFwNdipMfDmLYH2cxRQ2OOx+gkJQUK/wAQUnufPz9DpptThjK5iRlx3apAl1SjS+VlRVqVkQgZfO4trY/Ua3H12WtIx9Apc/mqzSVvvxXU8WPkGZKb2KxqDYXJuCOwAvcDZoYzoMrAdZ4VGeXKi5E+mbLrobaaDzIAvoDodgeRh7CXFcrPvxhC38/FaW1l4dgSQoEE3J9Ra97nS+1rK8SA+6aj3X44anxWHaXLQ+w/lU1mv0/ge/8AkdnjSMX/AAuLKeyL/wAebq2xvuwiRcORWHaXUGF05/IprhKzcPMPAfMG1rdR/LbS1FkRZ7TDUrItC0pyu58qs317A/t19NkCdrSpEZD9bn1mA/wmV5/lWlXV+7aLT4krEeEpFLqjy0SsisinepTavLv3H+ml9uNEddgO8r40f+a2vYcprmuE70bMCcInaBO3l4SnvwPdOeFxeAvhPnO2jT4qQbpcR6puFDyBG36/hRqLK+1ErgRaij4qHY7SVJynQ6CwIN9QRcfTZoYhpUrmuFAlsIWv+yd6s31TqPxtr+GwhV6TVJUpuLVMi2PkdaUfF63FiPqCP+dpaXlLxNFlUF+K7REIQtGRa4vhzHzyGxAJ8tfx2X9fcw5RqW+1A4CEIy5mkdKkqt03T3GmvlftsxqZAi0uByrTqF/4/F+e2ZvaDmVmg1lvkKH7xirzZkJdLT7PfVCxfy0ykFJ0HoRUHc0pB5W9nEeA8UcX3TFlUuUlWfP0qUkd7WuCR6EEHTt32eMmqz8eYSbdpfKrQtHR0emoTcf8NkOxTKNi3CT7rTr7b6EpWhL6ArKtIOhHbzt56HUeW0D2ct/2F8L15zCWLagxSGJS0oYfdWeXUsnwlRtw1eVjYXNhra7yfbLoBHA5KxbyDbU+k/HY6FfF+X6X2FqvWKo1xHXafwF/rf8AQn/TZl7yak0003KpbrC/7yFBXf8Aj/jsmKzizhNcJ179X+6pPn+d/wA9srVWNu4mxp0XZK2g+/sUV5yjT+VXnRnY4q/mt8q9Sk+Xcd9dNhfFkTFFGr0ujYtpL0VC3eXaXwgpbaV2yrzJ0UPMKGgF72sdmBQMJ1msu8/AyNykIzNNSGl5VJ76KFhe4+p+httMnVKfXmn2qzh5edGZqQlp0rQmwtdPe1tbg6jsbbMUMdvlEdRt38QGpu7f3pXokB2WuqIfyusKSsJWlN+nQEpNvS1wdtJOYKi0bC/ut2nL+6tK/StZs2mqrHz/AA2zcuPKoPArLUvJNhLUuKlaihSV20OgPfUa2B8++xtSvak3g1l1il1nDC5TCEJaVnT94bsO6bJCHUk/LcKISqwOzAO2LOItd7OB5+PKy/S3Xn0UuK0p3Kmyk9IPf1Tp3FiO9zqDm2GhqgtN8L5E/wCm2649MxHKoNan+45UJ9+E6pXMJ6nEEEkN3sUgdyLXtfUgaYKlsSoDrkqqO52F+NCLpyp/U/H66bcTE7a5HOKKpVKzyEXOhtHj/btcVOFFd4cV11bef5kf5abR4MKjNO8/S5efP4mleJtX+o2+6hL4XxXfBn/8n6227MhKwsjjDPISvurS+v8AtfEpKvw8wducll2K7ys+IhzP4P1XPwv57WyK407/AG23SbFdqkDhf+RnT/H7tqZkwJMR1qV/5zl8BC+jrzZVfnr+8/ltIqkfitfx9NihqmNNQG3eL1o/W/y9T+P+W1XLba/wfx/H/HaSkRvsPqCsdfIO/wDof97b7kyP0bsXofRlUlaf9du1QpzrTvFd/wDMf5ee1bKW606260znb/j9n8abBAKzqwzJGTQap70gNuu/p0dDv/HaaOFsE0SPKlf1V3Iv9Vasvl6j+DtNizZ8CfytUZWhaP40PmNjg/7oE7lkypwZUV3movR/g+VW0JeI3WmuVr0RfX0ofaRmy/j52/I7FLchp1r4u1XWqJz7XwnkfD68i+nMn0B9foe+w1+6Mad8cSHEhReK3KadQtC/kQroV/qD9P8ALadLokrlfuD2dH6ivEn8PI/57UUGLKiu/CeydP6/Sr8QR+/aV9peQ4nFl/7mXa8cnVipu0uVytepy8i09D7XUn8x3/jz2+3MaNcXlYDOdfyr+VX012rTOqlZd5rg52G//K1/P+LbS3IfNOttNMttr/Wy9KtO30P5bWPlOnWFVXXXeFKZWxnyqR+r/wBP9dr2oVWBKgORWmUcdaFdG1KwZVG+FP64uf5+rhq+np28tolTbiyp7c+luo60ZHWvmUnyI1Hb6eX4WMATpFjNSmv1+v8A3k/l+/S+0qMw667+lR/dy+NP4j0/ftwlNz4rXFiu/wB/I71J/b/r5bcm50939LE+Oj5VLy8T6g+vpfv9NrbJ05VrC8ri8Vp1C8+X/L9g/bt1obbTX3WV/CRtO+08V2LyvCX+r1dKv4/i21ay87zXCd8C1dKv7u3Tpe4fiUtqe5F4395CF/X0P+Y2mVdTVLac5XOjPm6UL6fxA8jtQsInwJXNNMoXk6si/wC0SfT8PUee37IkNVR37/nQj5f4/wCn02pOkAtynfiu/wC78u36hiVt6Ley7/JzbuN53s80XeDvCqOIWsSYoiv1GnLhzeExHhuE8kotlBzEt5HVAm54hGgAtgGp0+qYXrNSwviOJwKvRJr9NntIvlTIYcLbgFwDlzpNjbUWPnsEjaYhcpzmREM/C2Gqk81zXC4yM/6mfq/Ztfyp/wD4PRt6Jb5MB4IjfyTdDxdFwbQm665hnCLqqoinMplqccnQQtRdCc5UoKUFEm5Cjc6naCm+URN08xlOcL9FsWUw2it7cMB4Dr28vGWHt32F+V974lnogQuadLTXFVcjOoJUUp0NyAfw2bO+v2dN5Xs3VCk4c3ntUVEmrxXZUX3TMXJayIUEkKUppvKq50SAbjW/ltC/bHKD4RVO1BqK7wpTKH2H+lSF9Kf2+VvI+W1VJRKadcaaz9HyL8SkeX0P5bOf2WN3m6bep7QtDwTvtrgpeGJUeUr+ucmmdMSE8CKZAILea6zoQVFsJBuqxs/bL3bbqt1++2Xgjc5XPeOHmIEd9OafzvIzFFYfiB8kqWEpSw4M5UUl1Sb2ACTCGma5UB3+tNM9Gfq6fDtfkNSqM26715PF/h+mzw3DeyNvo9ofC9dxbu5aw0ul0ieulyvelUciu8cMNvHKlLLgKcjyNSRc5hYAAlFR0cWB918DyUupT2UlJANlDyIHfvtcGdKl0tO/Ca+Jw/8AzW1pTmmmmtq9qBKa+L0f9driOlrhbWBnStnH/wB1/wCW3Jt/iut/C2jVeQ61txp1R+L8LbiJ0s57rrrv/pNKUbQ0ONcXiuvIR/fUrKn6d+x8vx2+J1T5p1z4OT/1XZ//AMnfTqXif2zN3VHr1IhVGnSve/MRZjCX2nMtKlKTmQsFJsoBQuNCAfTYZnRHuR2pTXwnv/WVKH4bVD8X4XwttjfyndKoGFPaoXQ8LYfp1IinC9Nf4UBhLDecuSOoNoATm6RcgXOnoNsdSlOynf8A1j5vr/z2rtkbpXuxmtogZdad4rW1w6ri/Cda69ubbHCdb+D0fPteQRDfd5UXXYvxdp+Ln/urm3LBdJ5VpzheBfWn/Db+P2bfeK3uQiuO7BPuWi4+LF/sf8CtrWk1qVRvitf7yNtufyfnsc7oPakwFjDGe9V6tNsUGrtU2AqnVHk0JQIyHXS50m9s6NTYAD8dm3/6J3/JSf8A3zNE/wD9pU7/ANa2NBt5TyzqlQdqkri8X/c2I8F1LlXeV/X/APM/httj2lPZZ/k/cG7ksSYn3Gb86VXscQURVUuBHxzBqTj15TKXgIzSs7lmS8o28IBUdE7YLp0nhSm3dqk4g87YS4ljfeua/X6NqaQOE1sbJpU/FHIUajU5+o1SqPsQ4EVrqXIkPKShttPldS1JSL2AvckC529AMZfyX26Xdx7LWKMeYzquIZu8LDWCalW5TsWqZacmpMQ3XwhDeQZmUOJCRexUlNzYk7QVzKNXuM8sJLfF2/kO/wBl8+38458X/Arbd/sh/wAmrR95+7+Pv99ofGL2F8DvxVVGHAiutxXZENJCubkyXQUx2ChKiEgZlIIXnb0vyQqfbMc03+zad2vHonCa29D8O+z7/JPb0K9/Npu/3hSYuJX1cvCkR8RVBpbzp8PKrmBUWSr0SgOA9rHttnL2rfZfxF7KOI6bS67Vvf2E8SLdRRK9ypaUlxGpiS0i6UPBJBSoEJdAWQlOVSU3gnq/EypiJbvC2q4L8qL8XY192RZ89xp3wN7U+K24sX7rF8ewmfnEmv8A2wXXMlSpX6XJtaKq3Ca5X517bE9iz+Tod3+4SXvk3v4mlYQwB8VUPlVttzKkhu4df4joKI8dKkkBZSpSilZAQAFqdiNzP8jjU619iI28JpmqL+EioqxFU0R1KOgKJjn3NSr6iyiPpba4ELPLpUx1p3+5t9LHF+K1trf24v5Puqey3FibwcG4gl4nwBUJSIfNSmhztLfUDkEktgIcbWQQl0JQMxSgpBKSvJMOM7xf7m1paf0eI667tKff5XaS4n4XwvHtTrcd/tdul5/FfNf2233Fe5V3aOmPxf0W39nda+E7tBlZb0iuuwJ/F8aF+Nr5VJPcfs/ZsZxcUysL8B2K7ztIf6mkL8Tfqi/kR6fnstCPi7X1DqDTTTlLn/1WV4//AA1+Sx+Hn6g7VPhzKRuQMc0Gs8P+wf8A9kvaZU59LixeL0bIupR5VLlORXehaPApPhUnyI9QR/w2juVKqcLhOy38n6ubp2tncMiXjAq+OHf+4NI250fFtUlO/Fa6NhjD0Xn/AIWxqzT+Va4TTO3AQFtu31LNOJ5TW3SPir/a7UbkbaM4tprahO2A+pMKObgT/itf+RtAqNNa4vwth1VR4X6Lb9Fdlf2uw+5CLqN0kynpUV3i8HOj/wBC2iw40CVPblRWvm8P6v8Ay9Nv5yoOymtpFER9/wCLsRGy0iywMIasn4Te1hFb4u1S0f8AZbTYzjvF2bBi81Pi6nOwOI07k683h8OX/XTZHyYrXv5h11paMjqfF/rf+LbW8CbvG5ri4jl5IvyIX835/mP4vsxqHSoE/wC/u8GVky9CvlT52/02xa9OlYwJ6F0LT9xBhKjYtwkxFlNMdC/0vzaafx+P12q6TuwoNLa5qU11sdDTuc+Xn9Py9TsxodMiz3W2oETIwhXhznafX8Oz5TXutrI2hfjXl9R67M1sMYgUPxBmjxJU/wC6wHfgIyoz+LZkUzdjAda4tUdz/wCDxf57DWEaa1hf7q682vOrxfnsxYct1134XWvaLL39CMpWs+KZgbDkV3+qf7y+rYoTgmg8hxXciEZPk2G61V59Ga5qeyhDCEfrbLmob/IFUdcpdBdRnYX8XPZSVK7WFif47bAwzQ4CqJblpqVjJFLisrWhhfyLPl9O37dq/fHTN3zsWJAxHhOVUUZlO/AlZHW1Adx5d/T9lr3O93lMdlNOV6VTmESloyLyKzdP4+V/3bJzfHLqlZxv/Qzq2IqEcLq8GbzPpr+7TZtIEt5QQo0LBtUivtYcwnW5TCFJSh/gdSVa3CspufoQPXa/w/hneDS3eawbUZvKv/Cdi6qTp5lCtD38rHy2tN3WJ8W4DrLcV3D0VaJScrTqV+JXr03H4ggEbNRMjFFZd96NS2IS0ZlraQkKSr6Zh5/lsUFZQ7oo67ubxRPlMT8US19C1KaXkHSogi2ncft/HYFxDQZ9Gn8rPezsZfhSGrp/I+YP7b7aNpuNmqzPboNeeYXkXkWh1eXLr3v5kfjpfa9xj9g6DQXJ8qnxVoy9fZXT+f8A12LtEAXKzGkvE0+jO8rVHn1xfDmT835HQ6eXfY1w9u+wbiOKxiOg+8V5OtXQVI9bEFII/af89hvEmIMEVmqONQK23Toq1qyNKhl1rMT3A1t52JtbsDsbbsMeT8OSmMOYXqMWbnyp4rXTmSB/aINwD9QdCdNdoxj1Lk7o8cCx+QozcXwdClrzJ/6bfGG6NhyLihyf7wXzufw8XMlXloLXt+dthLeriiVS8OOO8VcWVKR8nzK8/pa+3x7OWH57uHH8R1SW5KffWp3O6jq9dPIWFgLft2JswMwYO6Wm9nCcDG9Z4VGqzCKjFSrPCdih1MhB+liRc2upIBHra+ypRhyvYc4kVr4CM6s7C05kflfT9hNu21ZvnqUp2ve/qXLlQX6dKzNSI7uXhqRcXt+ZTcHsbEEXG1QxvB3g4t4EV1p+bNW1k47X/eNBqpI+YWJJ1vfW3mB4xWNss36FS4vDrP2eXzSF51La6+r/AGg8x+I1FtrNGJmsRut0t1n4/ShHNIUnifQKIsTbXXavo0avYS4k+vfAY6lqQr5fXpsQR31B9dPLbQG7RdLxvA+FQ0RUIy8JXKjL9dD2JJuQLfUbUIxIe0L6kDdpgrBsX+lPdz9OlfNkzZPy76eff8tmFXZEWBAclUurMIyfNm6FW7g/l622+q7GgUGluOuvIZ4CfBkypV+Fr/6fjtnzHOIWqpAnu0GoPsSkJV+iVlUrzGh0Pp9b7Jnc5xFfvi632b4qpVJ7lGap6H15+lCEcVpxNgbXTfQ37XJ0/LZejdR70abxHS6HKpb+fPIiv3UlSbnVGtxcDQG/caC1iU4V3eYjxQ6/PgVZFOr3FztLdazJVc3vcnyGh0Iv9O5bjeib86W0xFr0RhEXN8V2GgZVJsALgaW7kEfmB22aHgMRhE2ykw7UItG4DUqnLfRkStSM4zJSO2Y6Ej8iRsd0jG8+vcTDmHHvgI6n6bPSHUJSBcrbzkL8jcg9/wA9lpUcPz5TrE9p5C+AtK1ZF5Vp+hHcA/gb7SKFSq81XomI6DVkMTUJyOsP2+Ii+uigAdT69hfyvt3MLiONlM/BtL+0fNxVsMIzLjodOVKe9y2vsdTYgkj1FtTjC1fo29CA3PgUmEtHUjmMpytq7FKhqbg+p9CNvnBQoON6NIi16nRUSl+PJZaErGml76E65T9Nhin4NwvhKe/7rq32elMOqRxYayjiI7i4GmX6WsPp5sptxBGMx/Dn2X+/yuAuFkzOpju5kqSPOytQR6A/hfaloeFMOYtlS8R4NiL8eWUmAsJUpXndska+ZsO5uQSQQJ7wRVKNS26pPqL82nSsqkSGkfCUo2BvlBsR3NwNPpsR+yhWIDTtS91u50ZlOrXnCuq+tiCQQPpa3Yi42HidmH+CI9BlSn4tLq0rx5JEOUnMhKj3IBspN/MG477QcVYOlYc4nuZqU5FXm+E0oLS3fzSFdWW/ygkDyG1pvPYxHxW5+F6chcqUvhJU1kSpSibgBSiB379z+/YfxLEx5QcL+9MUVDgPxUZnUcLKnMfI6/5G302mcDFpU3qX/VcUU7gL6UZ8h8RsPLt9b9vp32pJ27iV/wCd6gy0ORUdDsd1auK2gn6+R00uRb0G0+uYuw418Ws1xCH31dKtE9Q7ZknvfytY6+fba0jzsWz4DcqBW6c+hhGdp1cI5kouNCArUW+pFtdqS+IJR8CcWU3PgVGCwtjKtcXwO5fmsD2NrkEAjS2nkQsYxwvQZTcCBVuvMlpceRlQttQHra2tu9voQDtUYnpe8bEbTEpp6l/AzLRIjtdSlaapvcDS9xckevfb5SHa9/QOI4kXjv5U5nYWdKlAX0UNUn6g9yNoMlYf0ibAn15tqe6hhiV4OYu0ly/oT0KP4EkeY2HN6+7mfFqnFpbSF5MqkeBWZN9cijfUaHyvpr22I8GQZUDDj8Cs05EqKjNmz3VlTpbX0HkT5+em1RRuFPlONUvEK1oir+ElboX0+bZSrXTyPkPI7FCDbOz5RSPMYo5rkJ9DclIfzeJBUlSfNC9cyDmuAQdQb3Olxym7opUDEcT3phOrxYMpedDrqDkSokZQFC4OlxaxPrbbUycYYDpfDdn0+nsTWPE6l3Lmt3NrkXH0Asdqirb8cJSneE196iry50Jsr8z521Gv1BFwdoCLOJaV7e76BAoLbTUSE+2jrUhSerLb1BufLU39PTYexbK3fUulsRXaS3KldP3XNnVnvpkJ1J1AF7G/c9htLm1OVjKfyDVc90RcnwncudWW/exI7/iB9R5dIGHd2m76qNyt4zMrEsVa86apS5BTIZV3FmyQFWGpAIULC2Yai+VSVEgP0t12A27PiP05jwJUtJQlSvTsL/kdokHc/u+rNUYrMV1EWUv9Ly7pSlxWlwdeknzGl/23aO8rFOCMZUGI1u+xZzqF/CVxYqmnU9rtvoWL5gQCFAk31B77BtApHIO8J3/F0fx/nshZe27EIBxP7EcuLgOfEn0Ghoq/K9PxUlciOn0S4m5Wjucq7kW0PYEZxnNqlUrzFei4ZlU6UtKl5PGlVu5Ch3uOoXGl7eR20xhOh4I91tz6pEyLWnMt1HhV31I7G3odoEiu4ci8SA7LizYrGbLnaC1J9NbZri/e99mE8xmC37Wi3wpjSK1Rm3Z7PAldKULfWEp07380ak2BsL/Tb9qbEqfw59Le5XOvP0KzdPci4uBpf/S+xZQ00uvVRyK1SYuT9FzDVlpUkeev0uCk6g/iNi37GUHBtLfdlUOE/Tn83FydSEp/XKT1DT5hqLemu3fbJJiD3r4SlT6XExHhfEPJVdjKtbTFltSMwsW3G1A2GpspJAv4hbYR3ZQMUT577VZwbFmsPqyOtKY+EpY0NkG5SO9jcjzBA7HeLET6W659nGVsMZ0rpr+cyGHk21bKtD6gXIUNCQdb3OFcYz6W6xPqmE1rRkU1kYWEd/O6QU5j9RY31ItfYu4sMQf2wGr+B8UYSiuSsOUlCIq1pXyEjq4ahY5ErFz9Rcm1ra99iXdXjf3pF5WVL4C2F8KQhXhSu5uPIp/4EbHWMq3RqzRnJ9LeWjJ8kprI62nUKJsShVs2up1A012RtNhyoFZfnuy2H+OvI0tHjUkeRHZQBBt5gaa2vsvZVu5EnM13RVcXhtO5/wC4tO15Lk8Jr4vWv9f5tlnuhqvPwOalO5EI6epeby8j/lsdOvtT5X3WXnyJzZP7v4+f5a7DB2yJYyGos+LxZ+RzJ4FK+mo2qUK5p3hcLPt/VN13hcJr/f2nUUcKLwnWdqb5eUlXpTv6WBLWwtHy7Uk7CUCstcWqPIW+jw9PVm+o8x9NjuoOfdXHehGRCl9fh02RH88dLlYofoMppDEqKrwtO5kqT662Nj5aX1tbY+nG55Q+IkWNucqlLqk+fAqMWVCldfA8Cm7aWBvYn07HQflnLeBuLlRazUnXaTKWha+LwltBOZN7m175ri/7O1ttinFuHOVbdaloRn+Rax+zvt8Kxu007wubYlRfmzfLfysRp/l9dtTbKAtML07EmN8OOt0ulu1FcXqzx0IK8utgEpym3c9gLjv57NzdjWML16exS8UUmVFqL/hdkZ0pUrW17+Ei3p9bWOzur1ew5KiuO+7oq0I/UtmbVrbX9trn1tshN6u8altNcJ3JzTCvurvCCex1StQGYdjYm+tu2wLaQ3OIdLXxtzNT07D/ALhituxXs8L/AGWTP+YOn4a38tl9vawLVK9K+0e7mrcrUUNfemELGSQnuCpJukLHYKFxYm+mwvuZ9olqqUFyBPe460IzrjqVlWm+ml9SbnQ3N/y2+adiWfKn81S5a+Bm4sfo+X0P7SDsKtOdplC0VVT3x1TCVefo2Mt3rnOs/opTHUly4uekiwsTY2Nj20Pdm7iN/wDhKvVlujYjwm/SJUpXwHcwdabVbwlQtlvqPCb3BuNhLelEdrNUYrNUiIyLWrNIT1JznWygb5dBp9CRp3274fwlQaNPgV73fnfQvMtLqvEo27WJFib2OpBtb02MUEgEtNFYu3rYXgUGrUas05cWaiG6vl3VhK8uRQDjZv1JNjqL6dwDpt5XYtfarLv3DOha0Z8jvT9Leev7dtp+0LWPf1BcrMWI+iFChLVI5hIzR1W1SpSewFioHQEa+tsByqo67+izo6etpfWnN9D5/wAdthESl070yBiOBKbd4THRl+f/AKbManU6LXmuFP8AgfrNeJP5HZd4eqEWqO8q7VuSlfqurPCc/BXkfofyJ7bGbtIdgNcV2XKYX+tnCkq/47RiC3Q0h0mlwPhNMoRk/UttCxPVGoDTfC8a/BstffVe4rnIS0Ssisnnm/j9u0mnVysypXIVSJk/x+FX7du2iUP2y8Mp139LtYGJAda4rrO1DJcaiu8J11CPFtEers+L8WLkWj+7/ptOYkKy8/qpJalcThNLyN+JXiT+z/rtUPTaXwvk4n/k7WLeMorrTn3Tx9Kunxev/XYMrMpp2VxWmUN9ewyd0cUBV4l3CqrtLntu8X/yUfx6bWUuv81KbalPI6PApX+h9Pp67D0yXAlUFv4zaJSP91Wb+L7QoFUntNcJ11iUx/snUBSf4/DbjKCvIwYzGHfhN/F6Nvp9LTvwnf8A0LLl/Py2BqfU6pFd+6tZ4qF/1fNmUn/CTrYemumxZFqUWstfC/wrR8yVfx59tuMVNbI2Z8LpFUn/AHWL4P10dSkq/HttCg4PqnNOe+Wf/KUFfmLbR1s1nDk9t1p5aM61KT3yKv8Au09CPy2m1CVVHYv3qov/AK36uX9mxAd00FO5ZfxG4tGa4XFRk2jypsCLKblO52F/Pn8Kkn/I/tG1VSmWp7TbXFWt/wDv/wAaa+WxTNpnvSltwJXQtHgd+b8D6jaDJg7iCV75i8WA62+j58nj/Mf8CdqJilSneH8Vfg2/Khh+fRpXFd62+rr+ZP7P+N9r6C81Fi8X5F/721lkGRz70itcJrO+x+p4sv7doEbEEV11yA7/ALmxcZ1GiwOLzaOv9f5b7CFcotGdd4rVRbirX1NKWnp/z2tJnJ9x3/3ZH63/AAO1hEj8XhutO58niRn6vy8j+Gn57Q3sNSnYrbvvFC/7zSsyVJ9beX/Xa0VAgRYHxc+fx8Vr/htQmdLdubS2mnGnetvL/vJ2nbq937u+3erhrdDRXcn2rqiKc+tHjZh2Lkp1NwRmRHQ+sXBF0gWN7bBsONzXE4X+/tvr+Sa3NwXcY4z38VPh8rh6L9mqatdkpTIdDciW4bjQoZ5YAg2s+6CO1qzm9TRW/T2qaZuR9p7czuIpfKxcPTkCPXmkJKUxWpd4lMCbDKEpdbUVC/SkpJsCCcZfyn26D+br2i0bwYETh0jeNBExa03ypqUcJakA+QzN8usC+pKzbQ3z77Q2+FrfnvuxfvQZqz6GKvUV+61pUpKmYaAluIUZgC2rgtsqIsCHFLNr7eh/tAste2F/J3Ube9BZS/ijCsNGIHUtXWpMyGFMVNkAaqugSCBaxKUH02o0WcbsieXg+Lt6bb6R/wDSesN/+mrgv/1Pp+3mfHciymm3WnkdaNvTLfIP/pPmGv8A01sF/wDuQp+1a4Oj5i19hb2PMCV6Duu9oaTvtYhVqLUfeKMO8BjMpbTzjQZKi6F3UBcdFwSNCO+oPbF9k7BntGYow3WcT76GcFP0SA9HaiqYYcVIStzMV/EcQbAi2gIv+zbyx9kBLTXtX7p2uDkX9qoqsyfmVlUL/s9dtV/yw1Niy95W7Z51lCyzRpqU3+r6f9R38vz2sg4h0G0RBbiPZ3o2+3fv/MvPxXyTC+f+/tRRIzJjAkdBUAQoAeZtc2J77E+PPZUw5u+9rPD3s0z94/8AR1baaWvEEphDSoaVRnndW1LyWzMhIusAlfa4sev8mI6yPa9pMUur4wpdUX1+JSeBb87dtP8Ap9/yrFJ96e1RObDWf+gKdm/ILI2tiFzPRv2Q/Z2wv7PG77EuEsL7y2cXxq1WF1J2YhlptMdZiss8MhtxY0SylVyQert5nzV9qP2KcCezVgShYowbvtbxwuo1dFLdioYYRy7XLOuB67TiyRmZSnUAXc73sDqv+SEYkxfZ43itS/H9sJGb/wCdkM/5beTVKiOxaYxKiu8PjNIz5fCrQHX8Drt2JC/dNnf+iGQJXsff+jRtb0prc1yh++fcnII4Gbi8Phl/Pmt55svfytptk5dMlOtIdiurR/H/AF029UYUx1r+R6Er50YFUr/9ZO3lPS67Pdi8XhdCOtSE+LL5m3mBt2JYP+ZqfCPsJxMUexnUvaplbzprE2FS61P9w+62lMKMGXIYDfHKgoBYjhRNtCo6EDbKWF8NVnFuI4GEsL4elVCtVeUiHAhxU5lyH1myWwDYD1JJAABJIAJHqruckNPfyQFZlvfo14cxc6r8DVZ57bJ7+Sb3e0DFG+3Eu8F5pD72DaCyiH2Ult6etxHEGlwtLUZ1IIIsHljW+kyu6EGBv5IfDdKwu3Xd/m/FyizX0pU7Fo6Y7EWGsi/DMmUFcZQOhIQgHyv32LtwX8nTVdxHtR7vd8u7nePBxxgSE7VGp7q+G1Lh8amyWmlXbUWpCC4tKSU5VJKknKRmKcf/AMoRvmxJvk9prFFGeqy3MPYQnrodJhodKmmeXJbfcCblIcW8HsygASkISTZAGxx/Jh4+xTg32nsPbvqBXH28PYvaqKKxTl3Uw8piC8+08E3sl4LZSniWuUFaTe4I6dzOf8rB/wDXe6//AAJUvL/8tk7J/wBmP2T96vtXYolQMEssUul0xSE1bEE1KuVi5tQ2Ep1deKdQ2CNLFSkgglvfysrzTXtcPuO+BGD6ar9jko7bcom7/eP7Pv8AJ8UrCW4PCcyo7wapRorrvuvKX+fnZVzJaVLsMzaVuZCqwGRsWsANunZ8Ylm/5JrcGy6jDFT9p2qnF60JSppHu5F128oqgXLX7Jz3+u2P/ar9j3eL7JldgNYolxa3h6sKU1SMQQ462mXnUjMqO+0SosO2upKcykqSCQokKCea/Yo9sOVLcn1TcDjF+U46qQuRmZU7xSblwrL2YrJ6iskqJ1JJ129GccYN3i71v5Mus0Pf3hibCx3h7DUqYtE8jmlS6Ypa4shRBI4jrbKCogkEuLBJBO3SMzFHsIezU17TVdxDR6pjFdBhYagRpjqo8dLr7ypC3UICMygkJHAWVKINroAFySFj7Vu7aVuc3l4l3Xu1Zuo+5ZSGkTUNZEyGltIdSSm5yLCVhKhcgEKsbW2j7oMTYowRw69g3E1UoNUyqa5qBKUwtSFd21FBGZBsCUm4uEm1wCBrebPnz5T8+s1F+bNmr4sh+Q6VrcWTcqUpV1KUSblRJJJJJO1Jeeh/8nkWt2n8nbvQ3gSs6EOP4jq+b+5HgoaFvzYIH12814Xs/b+ZUBufF3I7yX4WTolNYXnqaUjyUCGrEWHcabbm9jz+UO3Lez97NMTdTinDOIZWJaI7PkNNIYa5KoOSJbryEh4rJbAStIUVovdJyhRsDNw7/LJbwZeI0e9dxlBfonFHFRCqzyJSWr65FOIyLWBqAUoBOhy9xeDM85Fx3orr8V3jsPMKU0+07dC21pNlJWk2KVA6FJAIPcDbiU7euHt6bmd1/tN+zJ/6NnuriMCt0ikitontNcB2oUtP9ajShbVxlIcUM11IW0pGgUdvPH2T/ZzrPtP75KTu/gcdiiN5Z+IZ7Sf6nTkkZhfsHHCQ0jubqKrEIOw8cxcod02N/Jr7laPhLCNT9sffGwinULD0WR9muYQFfDSkpkVBI1JJ6mGgACSXSLhaCNFwt89Y9oD+T83zb1KzEEVdUw/jlqLFT/3eIy1LZjtmxIKg2hOYg2K8xAANhmv+Ub9oejQJVF9kbdLwKdhrCDUdqrNQ0BLPHaSnl4ibfIwjKpQtYuKQL3aUNml7N6OH/JO7xW//AImce/8A79sSHnj9MT/W/wDCv/Xb2T9v6qPH+TtoVU3cvZ8PPtYcU67FX0e7ShHCN06cPicvfyOgOhO3jkF/enP8Sv8APb1//k6oW9Sj+y1VXfaalYab3JSoC5FBbxHbjppbgPED/E+EIKgbtJcuohRtZBQNunTyGcdditLlNOrQtHxWnUryrbdGoIVe+YKAIIN7229ev5Sx+U57A2FBvLajfbV+VQF5Fd01ZMdSpZRfUWbEoE97Ejz1k7oov8kxB3tQ5W7n7Gt4rXNQume8nZ3Kpl8QFsxEzDy6HM9snDAObLl1ttmr+Voh+0gd5dNk7xWojm7ledjCsil8TlG12CnWpIVdSZigkKJJKVNoHDtldA6dMW4aqnCd/wBzLtBnh2fPfdddyeLKv9VX+vltGho/+i+bb7kPcLauzndLAfM2Rvf/AJQGjY29kynezLg3d9UcLogUul0lc33iH0PR4YbBaUAgEh0tpKrk3BUDe5viotNPNOOuf4lKV+8m/wC/a6ww3RncUUVrEfRRF1KKiqeNOWGXUcc3T1j4ebUajy1tt6qbtMBfyQMXFtNdw5UsLyqpxU8k1iKrVFcVTpIyjJNUGFKvawUCdrTpcY6Zdc/kiokDegck5/BdLYYE2+fmC+zyN83VmHwD6i30O3nx7H/s4xfag3tObqpWMZWG0Iokqrc/HiokKUplxlAbyqUBY8ckm9xlGmumx/5WVv2h2qXSZzrMJ/c+2+hLDtIz54s1QKUKnJPkpJKGlpu2CpSSAtTZKY/kjv8A67SRft9janl/+aYe3Tv5Ya0z+SJq8bHmIXN4O+6Lh3d9S5LTFMqjrDSZ9WSWELWvKpYajoS6ooBJUpXDUcoBCiTY4/keMJVnCzla3Eb936pUW0KWw1WGo8mHMWEmzfMRgkskm3VlX9Qe4RP8qhjnF2KPapxDgis1Zx6g4YagMUuFnPCjpdhMvrcCCSniqcfXdYAJSEJvZI2vf5IPFtfoXtLT8Ewas+mhV7Ds2RMgZvgqfYWyW3cvYLAKk5hqQog30t0rIvs8fyXe8XeDS5eMd/GIf5qMPU+Y7D5eU02ufKUypTa1jOoNstcRJCXFFRWElSU5ChanLi3+R4wHXsLyKruN3+yqhU20K4CasmNKhSHQk2bU9FCVNXNuoBdu+U9tlJ/K6bz8UYj9ob+auVUHvs9helw3YsDP8Lmn2y65JKexcKVobBNylLZCbZ1XoP5JXFNew97WcHC9MqMpml4ho09qow0ungvFpsOtrUjwlaVJNlWuApQBAJB6dMn4zwZiPd9i2tYIxlSX6XXqDMXAnxXfE26g2Nj8yCLKSoXCkqSQSCDtqT2RP5OTeB7TVBb3lV7EzOCsDuKWmLNVH5iXUMisqyw2VJSloEKSXVm1wQEkAkSP5WOlQKZ7YVWegsNsP1fDtLlSFJQE8R7K41mPqcjSBc62SB5bbkdwrXvaV/kxsL4J9nSt09iqSMK0anLjc7wm3FxAymbT3HALhSi24hQWAF3sshKydunRUy/5J7cPjKnro2A/aeqM2vQmlJaz+756G/8AGyyEOZb/AN/T128/vaO9nDeX7MG8ZzAe8aKhaH0qkUurRbqiVSLexcbJAIUDots2Uk27gpUrvVtzftN+zBi2Dj2tbuMXYOqmG5TUyNWUw3FQ2VpNh96ZuwUHwqTnsUqIIsdXH7XvttyvbIwHh6jT908LDUrDdS59qexVzNWpC2lNraylhvKhRKFEgnVtItrcV4E5pe+xT7C8X2jNzmKN7Le8GdSJtFrMqkx6WxS0SEyFMw40hJzFYUCpUjLYA6JBGp2eG7/+TMiNYdg1T2ht88bBdWqCQ6ijUlyLnj3/ALNUmSCl1Y8whsAHQKUBcsD+SOkuUz2VseymghbkXGk91KV+FSk0mnHX6XG3lnj/AHqYy3x1+fjzeBUV1Sr1fqlOurzfUNpB8DSSSEtjpSNAO5NiYMoPeJtj2of5NzFG5zBE/epu1x4/jHD1Ij81VIUyKhqezFGq5Da2iG30JT1KTkQoJCiCq2U5b3DbsWt9u+jCm6Z2uLpbGJ5jsVU9poPqj5Yzr1wgkBV+HbUjvfytt6Q/yVGJ6zjv2S8UYXxRLXUadQa5Oo0BqR18OAuGw7y+t+gKfcAT2CSABYbefH8npLJ9s3dXTPGiLVJSc34QJI2EU3SppXM1BVv5JPE8XeMul/zuxadu9hUuPMlYlnwm0SHJS3XUuRWo4cCRkbQhRdcUAC6kBKyFBJbN/kjt1WJKC5K3Ve0ZU5lUZGXiymoc6GpfooR8i0A+oWSO9j2K6/lm94+Mmt5+E91bVccRhf7ONVZcBN0oemOypDZdcF8qyER0BFx0XWRqrTOv8nFjPEmDvbBwDFoNWlRYuIZy6XU2G1ENTI62XOlaeysqsqhcXBSCNrdsfiWFSL8Rr7nf5MvfvjfGeJKNvQlxd3uHsIzOTmVt9PMJqCgAvPBSVIC2i2pKuMspSkqCSlS0uJRoeP8AyUu6as0p93dp7RtUnVRhJ+K+1BmxM/lnRHCFpF/79/x2Ev5Z3erimmVPAm6GDUXmcPVSBIq1QioV8OY+HkoZ4g+YNhKylJunM4FEEoQRkn2C8TVTCXtS7up9BqD0JdRrjFOlcB0oTKiyDw3GnANFoIVmANwFIQoWIB2siY9TiiAS03m7s8W7l94FS3a48iMsVel5V5mFFbMqOu5bfaUQCptQBAJAIKVpIBSRtQtnbaP8rPT4sbefu5rTLTaJUqjTY7q/NSG3kFAP4F5dvxO2LODwuG78mxRFmG04EacLn5TXKuy1v/qLWvq/gf6bWnubEdLi801x2GP10K6vX/L6bNjdzuhlfDlV5lH939nrszatg2l+5nIEVlHg/i/4bZhdfU3TcuIl8Mzao7A+61FaF/r/AK2vbZkYSrzXw2p73NfJkzhSs2w7hOm/ZxqpQKzTs7C83CX/AMPTttnbfHh2qUuvP16jYhlRUL6ktIdWhP5ZTb9g1+mwEcbsZilWpp34JmtajCiu1Rt2LEWvOpP+7+WxNGYrNBa5+LEQtCEeD5vyH/PbAmEfaQ3q4IlN/e/fDH+ylLz5v97VQ76baxw/7SlGxlhdv7o/FlLT8VpX075T569vpbYxDZwZpoV25WUO/wCxziOvUZyLQYkrPn4S0I6fp5Ht+eys3P0GU7K5+fEWh9bvSh1HiXp5HXTt5a+uzYVgp2s8TEcCuP5H8quF4cqe9rjtfzOpN/LS3DD0asz8RsNQIiOGjMp1f+zSO1rdyfIfmbbNIqqMQLvzHJhyqxaXhxyLKe4fATlzeHqV/wANk1NoLuKKo+00741K/tehSf8AS/02vN5jGKOVYpdGZfQteVTquFmTl/jz2l7uMCVmU1z8qXw/9z9/7/3bFNW0Zg94zFpMpOMsJT3IsV1zgLX0R3XeLxL97HxAfTvt8/zo43wv8WvU5/gIzfMOn8O1/wADqPptol+PgiU17rxHEQ/KR/apWUr/AHEfv2EcTYAw5VKXwoEt9H9xasyfxFxe/wBb/wCmw/GEyYtcFPfzoYjcn0urLi5F/FQ705l2vl08gPPQWPbZz4pbwvhzDjkDEdQYX8LxSEJVlV6JNvPtbzP5DZJ1WNS93MVzlYmd5Ckq4qUdevmPTvcnZfpmVnGUrmpUuU/k+RSlq6fL8f8ATY3cgTXPrElOo3vR+VQYjDedfyoyqe8tTbQfkbf5Mf2fcOOu15ys1mnLRkTlzoQMuUEa37nysdb2v67L6FReLP4UCW/x/na/WVp52v8Altp/BFA+xuEuf6+OtrMvpypUrz25fJpb7RIW9Cp4Xr39FuxGJWT5PD+YOh2vafVIGF91/Fi0ngI4SkfCXmy/+VZXbyF9fP0WciJ70rzfPs5OakZErR09PoO47fTZn71KY7A3c8hFa8bSUp/Mf8/LX6bMXDbgQaGZxxTHgSqC47PefWiUvpWmyVJWo3vroQD/AALbEWBaXRqC027FiLQ+jN+l6Uqv6WUR+wg32LME4SaqmHOQn1Bia4x+ClM5fI31A8tR9bDyJMNbuPf0Vylz4nAR8ik9KcoIta2ypdYXuCVSMDu76Z7cWs81yqF+PxKVY+ZHUQT6k/nbbQ+GcIQN31GbgNO/AQlKU8X8Ow9Pw2k7vcLUvCUVtp3+z/tV/wDH/jtT75N48WgxeFF4D6H09WRfUm/naxvtZyGWJnczQK3vYwgRaNLad4HgzIWnqUlPn+76/s2zBu53iYN3l4tfwv1wqihWVp3Icj3l4gLfttr59ztx3o7xpVedbpcCI++tebwpzo79lAD+LbW+4jd5hel4jiYjdiSmH82d3rzNJV5lPmCbgWPb6X0DXX8xitNsPYu7il0usuQKzzUJb6lOwpTCs6dAOxHh9bEDU99v2bBxvXnX6DXq4j3d4UOu9S0pta4II8tbm9u30DV3i4Y+1HIO0aXwFsIV94R8ub1HY389fIfjtSN7lazVGuLKxMhC0eDKg5fx7/522k7FOcxnDMOIEK3bYIpbUdqvYyQ+vw50dKleVjY6/vI17bd38BYc4rDUB599has/FT/zNv2W/Pzuarugn/Da+5TeB8WOtCCl1KvMG9gQR6E/hsP4qxHVMOUH7rEf5qKhKHUJaKFqSO+UEAEetr2+m05B+2RtPzCid9jcJcBrlFsSvlz3Sr/eB7X1sdfpt0g4b3c4td5p2o1Rhb6ejO6FozfQ3IVrprr5EbKIVOqY3itz+UfhSkLy8Jed1rLfsSBcHX6fhsa4SpEpqjcq1EySlpVlWtCk9X4G4I9RYfjt26QZVT6PjfCUqXhxr3jNw9K/tUIWtLaj5FQuRpchKgB/e8tuPs4xXcJY3qTTTy5UWqOrdRlsjLcDuB03BAvYC/01GzUwTTapyvFr2RE5CMrq2FrShy3llN7bDz9MlYcx43ihqXx2Fp5eR8LrT5i4TqQCNFWNvO21sSsMMTxWqzAruEna2/F96NLXFz9OVZFgCdU+Xcgd7DWx2UGC38ZYjoz+CMZYslSlwszHLzXT1W7AlSilYNwQe1u3ls5sM1GBiOvP80yjoaT1ZTlUk301HltZVndrgh1p+e1ERx8ilf3lK+h73/DYe+cBEMfZzpbTTk+VUeOtjNwoU13pT6lDhuoWHa5IN7eW1dJibwaW639l2vuTCsjuaz6Mtu2ZCunXS5t5j6bTali3i1R/DjXHfQwvhZ85zNrF7i50ItY/5+Y2u8L0WvNSuLxoqOvM0tasrqv2XGn1Av699ozCyywZTq9Pacdiy36c++0jix8/wHu+pCgNfqbEaa7GuG4lLwvx5Veye8Uf+fDQTw0m5shVrG4tqCf89qDETn3D9NysrpyKaTmSlQ89CCNfT9+3fAsL3zAciz8ZUR+U2vImPNdLSm1HUBLg603selSVAgGw9JkGXVSk4txHxJ8V6nMQkdLSEO9ak/U2Fh5dyO+nmQCo0yfRosuU7h6K+wtH6WP0rz6g5kgZSD3uCPO4OmxummwKDKcalNLYfy9CmH25DSknW6cnl6jKDfy2hPzaC60/Ki1bgIR0u5f350mygPxHb8NrAymJlmPh/FFUxbz9GpOdhbuRLq3yhKVE2IsCAkaEFJFj3B1ts9MJbqGorvvSvYIYWt/LmS00FJSrTXtaxtckAd7EHY8oBw5P4fNUlD7HyyGEBSU/QlJ7a6E6Dz2vWHnXZ/uaBLWthHQjOsodZ/uagpWCLWtcG3l22kky0qxh3CXIcJrDzdLyI6mnWjwvXRSewJ9R/unYOq79GitOQIsTwL6OKkLQpOvY2I9P8tdNnd9n3eVcanurWjJ1Z0DMr9mn7tfTZNYyFGozrnIS2F5PEjPlU2vXQptp28hb63vYTep0D59T5CV/5zkMOfOpKcqVfX1tr699u+GsHY3xvWWPddQ5WKh3iqQ61+kTpbKrMCg+pNwRpbXasYkOynf0KKjk6sqUnOn6gG4P7QR9e+2s9y1K4VGbdlRMn6udrZYVn2ZLPgQPxYhrC+76Xhx16UxKXFW1HfaRnUl0g5SBp2OvfbP+FMF4orLTdUr1WhSloUpHNNLPUkd7pNiPK4OnkD3trvesmA1Ac5ppCGOrryZsqrHUeaT9R6Hyvsv8IUGg16K5FgVZD+fpWh1AUh5Nv48tmUO0TPdrN3EWNJwxjzCTr+LcG1unVdHSp+Ap0q7d8qjchVvlzGxuBpYCrxPvoxliOK390lUFh9KkvqWkusNqvaylZSAPxTa2hHch30jcxS930+XXoFWfXx/0sJXhy+ifXXXyGwY6nBtLrL7sVqUiFNSpS462si21HxAG5T6G17j0OxvujCE45idwNVt4Ls+XS3YkWax4X47S8iZCNSFpSTfyzC1yDoCAQNudRx5jKBx4ED77FYUnO1Umg1KZQq17rQMjlr6GwJHcgkjZqRd2OHKzVPejtQXKhLyqhyorQaW3YeFYBspQ1BBSL97etzIp8CgwOE1LRNWjMjO60FKct2zDtp+0fTa6SxEoKfg6Bi3C7c+LUX0TUJ+WykKVlyqBGljbtY29QdhrfRgWBAo1MlYXqHu6rokIYaVHSUqUkWuMt8qhb5gQfQXN9vpOPMUUGe57rw9n608VppWTiJPfL6EamxHpY632+MSVSsyp8DFHumUul5081CdayusrCvO5KfwN9bCw1tsQ+pUy93WuYjo0XkKpUELc6lqUtGRLivW3r639dmrSp/KtcX9RHjQrZV1Outc/EdgNZ2FtZFp8Kk29Qde1u4tpby2JqZV/uDnxcn6uyDwojApb7sqVxeNxPm2uVVppr7r/AOqbAlMrLUWLxXehfzf3v9NqisYuditOSub+fInry5lf8AbbCA3GWhZvQxc7S8JS3YGda0NK6EdSvyHmfw/dt5ezsX4j+1E+suy1rlSpC0ux8hzJ1NkD1AJsPw7X23i9NqlUo0iU66tefNwlZ/p5K9L9tdsuViDFoNef+0dJc+9O/dai1H6f1i0u1xp5E2Jv5200tMqIP3gDmCD+Jt6DtL96Rai+thGbpSpaVJSB2IPULemnlptMwzVt+eLfiwOOtDGXKpHj1872N7aWJuL6dtj3AHK152XRpURCOpWTpQpKr/qg2KNBqP8AoHzgfCUXdzwKpAZyZPnR05mv1FAaH8rC37NmT4+oOBQ3Pb0IFGYrOHMWLlLlZvhSkBaFK7GygCk20NiLkixI77A2JtxO9+vT3PfMSnQs6s+RHEzKR666EX9Lm9we+2vvtBKqjTdUo3Qw/md6LLR+7zHY+Y7G1tpkrFjsqLytZ4D6P7yB4vUA9j+H7drZMgmYGe3QYowa770armfh5vhZcv8An5Dzvcdrg9tmnu8qLsDlOf8AgMTcvg8CdNSDe/5H8L7MveVhZ2sxX3cOS4qF/rqQrL38/Mdu9j+GwfunwHWWqy37+p2T587Cs7SlDQ3Gh7HubH6bJ6s9lO5OBjJewC7Kd5CqRIr8KanMhD/UlxH0KTpqbgg3GhHlspN72HJWF6XLgUFp9C2OvhcXipSn1sb5h2vaxt3JtbbTWJ2KXRqC2668hDbCM6evKnKB9dBfbO9Rw27jeve+aDiF+EvOtTsV2yk5vKxte9vwv3+my2j1D6j75dDFZSptZdoz8WLW30PrhLSrKvqUkpvb6i+liCNPKx2yrNpbvFc4sTrX/skZP3DS+24MXYT4Tr89rIxNQ06paGvA8rIQontr21tqAB6WyjJR/au/+a/4+ezriRbAqk4M4Urmp7Odj5flUn8R/H47fuIJrUX4UWW/wEeNKHen9n/T89r+UmfP+FFe6Pm/WVtyZouF6W1z/B48pHj7qV9dNqwWJTYVqMXhOcqzw1/r/wDHaRVn5TUrmutHzL/Z+220JmvQJVU+4RMiNptaU67Fbda+T+NNqypEH57s+f8AF68nyrT/AJEbWtAalRWvivdC/wC507fEOT/4Of8A9V2s24vF/uI2ptkPtRZXvRGmpTjrXg/9B2oKpG4sr7r4/n/V2Kn0NRf0u0ZZi8LaoG2CqOYIuRXf76P1keLq26Q4jrsptp1pf6+0z7006461kcR8yP47bEmE2ead+9RMmTwL+X/LaSISxtozIkymu8hwovQ4j/ykq2p6LJnwJXF4v+PP83qP4/bs1fdcV39LsB4toHuafxYr2diV8n6qh/xvptVB8RauzeeZaKxRxfurvxEfqL+VW1nTag1K+6us50fKtH+RHmNl0gcV3/B1bFVHed4rbvR0fP8Axp/ltZE2xxPGGUdqlxWnJUXJnR40/rW8j/H5ee0b7eutNNuyqSvJ860K/j/TYarTvKyuaazxX1+F1rwufRQ/4bTH+adit8Vpl9C/H05f+WxNsuZZzq01WYvFgZ1o+Zpacykq/wBfy/ZtU09H3pzheDP1tfLm/DaTSGmpTvCaZWw/k/j8R9RtYpY4Ur701kfR0LX+skeZ26RKGbHalVluLwkdH+70/Tbs9SapKlcg00hbHyqWnqT9D6/5/Xb8egynazzTTyMiF+FWxs0rlWuL4OnaTOgo1gvkPi/HR/gX0/sHn9douIpvINNtNdf+/wBX8Ha6reJHeF8Lr/w7L+a27VOI67n6P1/ptT7peENLqLsCK47wVrbQjOlCUZlK07AeZPkPO429gqXiLdn7APsaYPpW9+hzah7wSmFV6ZTI7Uh2dVJrbsmY3lfW2hTaQHwStQGRtKbEkJPmZ7KELd+5vowTK3vYrpdFwxSKiiszpU90oaecjfEjsJIBupT4auk6FCVg+QL2/lHvaGwtv33g4awbu+xDFreF6DTVv85FdKmHp77nxQRYXLbbTACtbF10C2t+MEfKGI9s7+TGvp7Ei/x+wuHMv7ebttpH2Q/ar9lvfTOrW5Lcluum4HbiwHao7RpVGgQIsxpaktPKbREecQpQzIC7gEhSTrrbx5l0RqB8Lgo4C/Av9VX/AB2N/Zo3kO7jPaBwRvP4q0QafVExapkdKUqp0gFmRmt4ghC+KEkEFTSexAI7EjEH/aA3PV7cZvuxnuqaZf5Kg1Raaatd1cSA4A7FXcjqPCWgEgnqSodwdvR/fOf/AKT1hv8A9NXBf/uQp+yG/lNMVbl96mLcIb3ty+8eiYhqIiro1ej06Rmd4CSXYj9rAEArfQTe/UgWIBsf7z9+m6DEX8mDQ90FG3hUeXjRjDmF4rlGQ794S9FmQlyGyCAMzaG3CRf5Ta5ttG2VxiZA9j9Tv/o1+6Pi+D7URcv/AJKztrb+V3fZa3qbs+aa4jDlGmpWn/5OnsR2P8eu2It1mIZ+7TeNhPHkVlzmsNVmHV0R1WTzCWXUrW0FEWHEbCkBRtbPe+m3qTvexH/J8e2FS8MYt3jb56dRZtHad5Rh2vt0mooQ9lK2Hoz1yrqSOySQR0qsdZxtl2mNv5N6mPUz23sNgPcaK/Q6uuOtXiycEaH+8DodiL+U0Z4vtaS//aDTv8lbVPsb483a7sPaz954ixPCp2G6CqsxYtSlKIQqOtKkx7mxJJTkF9LnWwOmw9/KA71MG70PafXijd1ianYhw9Ko0CO1PhO5kKfRnC0A6ai4vp9PI7VJlTNlfyUTYa3GbzGvTGDv/uKg7eR1Hb/oxglr5UdPh8tvQz+Ty9qfdfuMdxJu13qVtui0jFE1qrQqzK/qrcsMoYdYkG3wkqbaZUlZukkLClJJQFLT2zN03sXbusGwMR+zBvShV6tzcQJRMpcLErVUjQaaqNIUcqE3KEB4R0grUpQBsDa+0od0hDNUUq7v8j5ZpricHAjvET4rcOQrPf8AAJN/S23l1Sw07Fb+ChHT15Pm/wCn023d7BntgbqsJ7oZXs8+0PLixcLzVSmqdPntF2FysvMp+DLOuRJWt0pWoBBSvKSCElRWvcL/ACUmF5S8RnfRDrFPi5pSaDCxj7wTlGvDDUa8tY8spWSexuNNr/bL/bCHdhHXG/ke680GShCsK4tdaum2ZtVSnqQsX7pUgpUD2III0Oyh/kWK7Ap+8DejhOVKQio1SkUufHaUsZnGoz0hDhA7nKZLV7dswv3Gzz3n+177M28r2Qsc7v8ABGJ6JhuoSsOVPD9EwmtTbEltpsOMRUJZbuhtK20IWhANkpWkGxBt5lbjt7OKPZ43tUXerg7I/NpDqkOwnXS2xUIaxldjLIvYKT2VY5VBCrHLY0lcQg9rTBk/AftP70KFUGn0P/aWZVGlLRl4jE10ymlD1SQ/YH1Sodwdmb/JyMCV7Y27p5tlzjMIq7rvSTlR7rkoKiQLZcy0i5tqpI7kA6+xjjj+Tj9tKBSsebxt4NOwbiiLD5V33jWW6JUmWtSYzweJZkoSpSsqgHACVFChc3jbqd7n8nv7JuNqVhbdVXGKtOxK6qPWcZSphlMQYvDW4kGWQEFK3W208KOLFSkqXayL9JzMzfyr0duX7VsqMRZxzBtOSlR7auSgP37bt34b7t4uEvYao2/n2fXoUqXDotHqy+ahmQhVOW0hL5LdwQWwsLV2KQ2q40I28+f5RPHWDt6HtK/bLd1iyFV6QvDkCEiZFXnYU+04+VtnsbjOm+ltfobG3sMe3hA3LUGRuX37xHqju+fU8qBPYjmUukpduXYz0dKSp6MtSlqGQKUgrUMpQRk6SfUEU/yrXtj9H3vBuv8A+AT+74n/AB2gYl/lMfapxlherYcxFLwo9SKvFfpczhUQtFSHWiFtpczkJcyEkaEga220XVvZ0/krsUT3MR0b2k6ZQaXMUXV0SHjSG0wL65ENyEqkNJ9EpIt2FtBsEe1N7SXsrYW3JP8Asr+zdgOmVOivuB2VVHYq1IbeFiX47jw4r0k2TeSTZI0SpRFk9O4mSMFL+4fodqLeO/xeH/c68qfm/j8dtc/yd1Q9lqL9rGvaLaw7zTjUf3MvEbTaoSmOvjhAWCkPXyXvqU2ydljbNXtHpwG7vVxR/Nhn+ynvR9VJQq/THKjYDN1BI7pB1CSkHUHan805YT7wvYd3vbutwdJ9o+sVzBtUwdV49NltCkz5Tsxlqdk4K1ocjIQAFOISoBZIKrC+yPQ1JgNcVp7Pky/5+vptvL2L/bg3c4X3Uuey/wC1TT+ZwUth2BTqs6w5KjphuklUOWhN1pQgqOR1IISmyTlCAomyPZf/AJJ/3p9qZPtG05+l3K/ci8fMcJST/ZkJtLKfK2fN9drETs/mHPs1h7Dv8k1iupYnhuCLKwtjGYxHkXRxY7xmcMC40S4TdJAsQsKFwdVx/J0e0V7G/s+7i5EXFuPEULHleqMl3ECl0mc+/kQ64iGhLjTCkFtLNlhIUoBbqybEkAV9vH25N32Nt30T2c/Z5i8tg6LwGps1mKYbDjUUjl4kVkpCksIW22sqISFcNCUhSConzzSlpr4W0yMT08l0X+RxqE+RVJ+Nq09NlOrkPyJE/E6nXHVqK1OKUpOZSipRUVEkkkk3JJ21nuujeygz7IWIY272oSX9yXuuv+9pC1VBS+Ts/wC8jd1PNEj45BSCo90X028CVJad/ubemvs1b+dzdG/k1cX7nKnvCosXGtQw9i2FHojsjLJcflJlCMgAi13M6MtzY3G3SCJn72psI+xH9qN20X2W6rJfpdRqLsXFvHfqWZKFvw0sD76AoXQqZct9iOog5dtg/wAsVPrNA3G7vsOUAuQqFKxHwJTTByNKLURZjNqA0KRZSkpOgU2lQF0gjyyqNKa+I061483/AD29ItyPtzbhN/G5hv2fvbfiR4sptlqB75lIc5CqBtPwpJeaGaFKFtSSlJV1JUM5Qnp2J5gIgNOtONOs/wAfx57ev29tL2PP5I+m1neXLW5V/sfRJ8ebKdzOuS0vMCI4VruVLdBbSSblXFVqSdgOhezJ/JPYNrCMW1D2h6diSEwvjt0WVjWNKYVbXKpiMkPujTwEkEaEEGxU/t8e3zQd91GY3L7nIq4uB4TrTsqU/H4C6ktv9ChLBALDDRsoJUA4pxKDlbS2A50iYhb/AKr/AI0bRJCnWmnOKz0ISrN+Wu2sP5PKX7KzW8XEP/o0jOG+V91te4ftKlK6al7iK5jMHAW+IUcHIV+WfLqTssfadRuga3+4sa3D5PsU/KSumtR78BKi2njcAK1DJd4hQnsE2ygIyAdLkw23w+whvj9nndVB3vYyq2EKvQZsqKwlVEnyX3WUyG1LbdcDsdpIbJCUXClHM6gAWJIzzKLTvwuFnz/+a29CvZV9uvcvUNyzHsq+2DTg5h9iEmjQKxIil6E9ASpKY8aSGhnYcZAQlDwFglpK1LQsZlEDXst/yT8WpfaSV7ScKbS8/FFGXjyMpvKf7OzYEojytnzfXbpGfzDzdQZeLf5IesNbwnFvsxsG4gahuyka8rEekCARcahAZZyG3ZCCL99sx/ySKf8A37R//wBM2qf+pMPYl9uD2+t3OKN3LHs3ezdTuSwiwhiLKmIiqiIcjxyktRYzBAWhkKQkqUsJzBASElKyrZT/AMmXvV3f7pvaUkYn3n4tp2HaQ5hefCRMnu5GlPrfiqSi9j1EIUQP7p26R8SP/KXR+L7a2Pv/AMl/+4yLsSfyTo/9/Dif+m1Vf/2OwF7fGNsL7wfapxfjfAmIYtaoNURAXDnwl8Rp7JAjtLsfotCkn6g7W/8AJx7y8B7pvagiYy3lYsp+HqL7hqMXnZ7uRrir4WVN7HU2NvwO3Sx+2Sv5VM/+/o4l/wDaXS//AFEb2/P5LY39tLCf/tLq3/qKdqD+UZx9gnef7UtZxtu/xNBrtCm02A0xPhO52nFNx0IWAfooEH6g+m3D+Tw3gYH3Ve1ZhzGO8bE8Gg0WNAqTTs6arI02tccpQCbHUnQfXbpEYH8rs5wva9W7+phKm/8AtyRsAPYN9ur2CmY+8DhV3dzBrU1MBC0VGDNhzJHDUsIejIcdbUrI2ohS0aAEAjttefymO8PAm9r2lftlu5xZTsQ0J7DkKGmbAdztKdQp7Oi/qM6b/j9DbSu4n24/Z09ozckx7PPtwCLCqEVDUVqrTeKiJVAyk8KVzDXVDlJSCFlRSlRN0qs4Wk9KwK3S/wAsfvUp9Uj0/fnu9w9XqC8pDUqZRmnIc1lB0W6ULWtp6w1CAG72IzaixZ/Kc+zhuv3dUHD3tDbsKHCoKK7VE02vQ4DQaizEyGluty0tCyUOAoIVlAzBYJFxc2VC9mH+SewPXW8ZVT2hKXiiLGdTIao0zGUWbHUpJCglTEZAeeFwOgkhXYggkFK/yg3tp0L2n59G3cbtKfJRg3D0jnUypTRadqEooKA7wzYtNobUtKUrAWS4olKMqbxjdIM1X/JXBkeytvMLXWj7Y1JSfwNHpx28iqEjixWGv12k/wCQ29M/5OPflub3S+zpjnBG8DeFSKFV52JZsyNCmLKXXWHKXBaS4AAekuNuJB8yhQ8tvO+j0lqLBYjSWbPMpSlX+ICx7fXadsobAs9Sf5INrhezvvFa/wDiwkf+42HtgX+T5jOte25uy/8AatM/9QZO2x/5Nvf1ua3S7oMc4d3i7wqRh+o1DEzs+LFmOlLjsc0+I2HAADdJWhaR9UnbInskVnC27T2qcBY3xdXItIotIq0p2fPlKytR0KhyEBSj6FakJ/FQ2nEnuCN7+Wdj8X2kMJu//EXE/wDU6dtnr2CkcL2x91H/AKcCf/bLmzx/lRN4GBN8m+3DWKN2GLKdiGmRcLswHZEJ3MluQmVKWps3A1CXUH/eGyD9kbE1B3fe1Lu6xbjersUeiUuspkTJkpWRqOjhOC6j5C5A/PaJbImpf5bAf+vk3c/+mzI/9SlbZb9i8/8Av0G6v/07ad/7dGz4/lXN7m7DfTvLwLXt1eNqXien06iPw5T8B3iIZeMgrCT21y6/hb1G2ePZWrtLwl7Q+7nFGI6gxTqRS8TQpsyU/wBKGWEOAqcV30A1PoNiJKt6noF/K2j/ALd7sv8A2m1L/wBusbYkjyGv0Tvw0L/8ztrH+Ul3qbut7OLMA1Td1jKn1+LS4c5iYuGsqDK1uNFINwO4Soj8Pw2yKo7cPUXs+6eh1QmyovwnfgIR/up2HqvvIoNGa/pStsMf31r6f29rny9dkjvc9pThNS6NAyc0jMnO0rMnNqNLeVx39NR9cs13F+I6zKclSpb6+P8AItZy7ZP0tjy1Wntz+oZuR7fnuvdlcq7iGKvq6/lT+06ftOy73/0ufVKD7+wvkfpy/wBKtF1KSk9rW8r2+p/DbMNLpEqV968GTbVe43EPP0tzBuI3fgP9LSlo+UjtbUHU2v8AjcdjsB9N9O4Ocw30aL5iZyj4Rn8Jt13J+svr8NtnLu7kcLl4rrS+A/8ACS60jqzeX+Wp8vz2IscbooFLn8r/AN1WrM0tF8uX6+Wn+W1zhrA32Xa5/jZ0L8CFeFKfO2g1/ftoo4aaFR8ITycVT8EUZxqly+d6ehDqMylLPYaC/wBexsLnYn3XyazKacrMqnIYlSup1GQp/Kx7fhpsIwatxZTbsqhofhMZupC+r9nnf8Rb12Jm99OCKN/Rc/7k+vwtK/d20/MnYqiWJkbElWx47ijlYtRYQxKXlyqazdPpfy2NJNYdwRhJyfVHkcfJ/h8tfy2E6NjT7UV7motP+Ax/arR0/t9fz2+d7zVUxbRm6XS6SuoseF1KPFlP+X/AbNjaywDRQN+0fS/ej/P0SVK+KrhOtf2lj3AP7dfI7Mfd3W6pvL4kp2nSosJHRnz5Vf8ADt+O1FT9yOF4sVvmqS/CWvKnI/0qzfmBp5fhtYxWq9u5lN8g0+ww4vp6Tly/5effy2Tsr2nxjSHx5hBiLdzAdqnFalykZMvxV9SUpJ6rjX0v2/Dz2Y+66h4cwvFc5+IxN4/6V1aUKS56C1rWFhofTaduyx3RnaW/z/AlLX+l7K67eh1t5fXanqGEapPrzleoLvJQnPHHRfI5+KRpoBpbX67RKyHVsA4NqmN26pRqeiFnXmW0m3CUofqgdtmoqdQYFLbiu8POhH0zabBfMRaXAc5+JwF/rp/4f8NgeK375rzjrVQW/F8Cevw+um079vMnEiSMYUas70I9LgRIq0IzZ8icvY2B00uddb302Z+8aiV7EdBbaoNRQwhHWpDrWdOUC9tNR/Hbaii7oMJUGqN4opby0Sv73/Dtsut6u8rFtGxHEgYSrj8KUteVfAsrMn++k9x9baD02P3N67oIjbKNL9ZwvXuFFdYW+teRfCX6/vt30P79tM7uKU7KpbdUlOoQ+tCczSV+Lzvr/nshMMYNqlele/qpLXUZS1KUtSUBPSddLACwtYC3bub7NFiuu0trlXXuVyJyIzJ8P1G2cT5QWIT42xq7QYrnCdQ8jq+fw7ZG3l43r1eqjkCgxF9fTmz9PVpex0GvY39dNiPfFvOi0t3lWpfPL8C0NXUrz7jyH11Hl32+d2uJqNKa5qU1Ffz9KkKQMzd+/lp22Lvha690G8HbuMW1l1tpp6Lx/EpWiVp/bof2/wCe2mcDYH9zRW4tZ4D7mTx8IJUn8SAL/mL/AF2WR3mYIwRKfnyq5CYYYRm4XFSnv+JH5W/fspN5/tyNNOuQMBs86v5HfChKvobg6edgQdLHuAIs7tgR7tog5m66VQYrXwuKjJ/j27VBeF6C05KqlRYYQj9d3Kn9+3mBhr2uPaHdrP3WrRV9WbK7HKk5fLUG5t+/YqxhXN/G+mK3ArLPAXn+OuEhxpKk97KRmNj6/nYA6i309xle8izQ+872z91WF5TlLoOSrykKy5GFBWXWx1BsPPvrsP7vN5cr2gqy5S4GHuSY8Drq19Sb+Q0IJ/49tdsvR9wtUo1Ubiz5bHxlpyqWg+WqvLv3t+09tt9ezRhPCWCMLt8J6Kha+vMuyVKV6nzue/0Fh5bECbJTulviOTdluzpeDWm4sqJFf6E/F4QSpXbxAaH8dmVUMO0GfAXFlU6K+wtHhU0Ff9NhPD1Zi1SV91loWj+6rYwlSeFFc/w7WDQBmZMR7m59Bxv70wvVpUKC/wD2CJBU19QUquCn0/O52mP4Fn1T7rKeyL/2qUeL+O+wfjP2mqDu+xvPpeN2X0RVupQwpqy0Jv53uVC/mLempsbUCvbMw5PlcKg4eqMqF1Z5WXIlKR59Vsw/Dysdjb/zI2w6rDM/d9FclNcOajpzoUkZ+1rg6fmO/fvtT0je5hfEbT9Ln0/JKR1KadRlUpPe411t6i3r5bAFYx3i3GU9uVS5aJUV/q4TTWdX4qQeq31At31GwDj3dnWao627Fd5J/qdafj9SMtxcKB1GmhIIJF732B4w38sdVUwxgjEbrdeo1Wp0WqMZkLQ6vxI8h3vqO1yf3bUrdb/pT3W1yudCcrrEhQfTm1vw1AglJ0NjqPprt84Pwtu5qlBco1eie7qu38LipfOSRp9b5T5EEC/qb7L1ilRcB15+LFloqjGfpW6vMtOvYG+liOxH4G2pgmWSOJCaW1F4XunJkRm4SXStP+6SLj8DcjttCqVDo1e4bUqnc0hGXJxUZlN2vp6/tuNqqiYyo0p1uLKecYfypyZkdOvYXP10IP79rqRXHYH6LoyeFTqRlzeoOhH1124GWIkyn7n8OReHP+PwEdSMjq+m/la+ne34drX2hbwKbFlQP+y8tdOqjGXK6lQ8r6EKSbg2F7j9x2HajvlxbFn8g7T0Nsf7Vq6ek9svr9dfzHfb6mCs15rn4GSU50rdSlYSvUX7E3Jt5gm/YE7XlYG0HFtewRWW/fNDQww/m4rtIUtKe5uSxcoPrmTYm+g7nZ2YWxfRmpTFZaxYxNYypyZ0ZFt/3FXub9xqSdgxqJK5VuU7SeP4srTrXite/l3B/G19o9ERKarzcr7MoXFX40SGArh2/vJGZN/W/YX12KTxBiPau788JQIDnK/en0Jz8JNkrynt3slQP0JB/dskqnN/nBrLlUpdJXkz5XUcLKpPpmHcKtfTQ9vps36JhGgymuflYZi8BaP0WjqcvokKANvp+7btS6PA5/msL8rFYR0cJNkpyf4VeX0/IDXYUkmUW7vATsWe27Ap7C4q+tbT6Dn8ux07eh9f2aDiOxYED4XRkR/5OmyexNjyBheL91qLDb6EdXWEpT9T9NkxV8Yb369VPhYhlRYS1qy8v8yLdze4+tgLf5iolSJ+e2rvWlNUtijUZ19D/FS6t2O+UKSlHV4gdNRb8L+ROwn7MO8OLXmuE7Vn2KuhCXcjq+mR5E3sBm8iBa+hGmmwrjrdPiifWefn4mlVREpeR3nGgl1m9/CUJCVpHbKQDpqSdrjDGCqNuRa+2XFqMqKjLzSUxxIypBvnSlNlaeYJNraAaAl7fHEoTtmk3cXRa9XmIDtW4D/6nFy8T6FJ/wA/89qzHOH5VZ49LpfAlLQjNyq3S0tzKQboWjVKhrbQggkG4uNkzjZcre1FYxHub5WorzIdSphZSvQ6k5RmvY9yAfO50uY4MibxsOVmDXt40RcJefhcwiRnYV/iKgkoV6gj6XNtrDxE6XGAsBV52ly2oFWlP53eLkkLyPpsSNS30BQHZQAB80i1tr1Cefpbn2jiPoWjMhcpp3K7nB+cC6T5a2H4bX1WrUDAc9vEfFWinTVoTI6OltSvCdL6EnU9vO+ttqfHMl3C8/7RwJfHpdU6X4rtlMK+t76Eg99qS8BaNgqqYjrz8Cl43ivsRUZmkPx/ipT5AlJF/wARppaw02mVHDm8ujSvdbtWhRULT93fdSVx3k+bZUOpJ+hBt3sdgvEVZ91tc/RpcqkPrSpEWfqlCV2uEOqsQknW3E6T5k3sRs1TfTP4jWKKhx2OhaZVLWFJTfwrKEkkd+9rC9repPJp0Jq7MdpfwpUTlZSFZHYvFC2Ff32FgC1xrlubgaAeZLRKjzVL5rhcP5l9BTl89b66dv4vsBNS5U+jOc/8eVBR8V1COtywvdSe3b00Oh26YC3nUafKl0Zrofi/2S7KSpPa6VX19f2m3oOyrAlQY0hUHXeG1/Gv/Db7fwa7VP0vgX19d8uljY29fXy2Xf2wiyqy3Fi50IzpSvurL6kep/K22gqE41PpbDTWTPkTmyLzJ/b/AB+GwMqk4mUNBpECstN0Z2k8DJ05cnSr0sRoRb6D8dltvF3du4SrzkWLEz06ajO07nSvKsAdK0KJCr9wdCLHUWF9J06HFadb+CjP/wCa/bsCe0HgF3FGHG3YFWlU6UxlWmRHWMyddb5gRYi4IIIIJ7aEGVpAMyDPgNQMbxJTTLCF+FSoq8uaxFipA7HsO9jfZy13FsqBhJvi5FoWjhJdd6eCo6DUep0F77A+O90tBw5Rm8Ue8ZXvHOnN1lKXk3GpFyLnuAANfW52hnF1egUb3XFiIrdEmoySIDqRmzG1lIUR0kHv6i50tq1WdwnEQV3Tb7qphzGU+g4jra4sKbITwM/UhtVrXKk+pAtca3sbW2eFcqnPxeK1VloWvradR4FfwPT92yop3s8YSlV5vGVeltxWH0J+5TLpYS73/NQFhawF/UjajxjvNrODapIw5hxlFRpzLXwHVqzOt9zoblK0kZdDbW+o02MLBBFI2I2IqpAgcV2X4PHm/V/E+vp56bfm6XeRK9/T+aloWx1ePqQpVgdL28tAe3l5bJmgb78Ebxv+xuKJb+F6uv4SHV2TDkKV2CV9SWlm9glwWJtZRJsDl7dy7g3CU+fS5a11SKhTqmlNZuIo/qG2qrX0IN9SDqLB1W22vZ+YP7Z9Y59q3C8reM3hKqS8kJDvAlOqvwm1Hte3kDa+lh9ADtey+Fg3G7brrPAp1USl+O6iymnEWBKmyDqkkjTuD5dtspmiUbFFZclOxH0TcnUpC86HFDuvsCD6628rDzZGD95ztBgfzX7xok2VSEZvd01Cs0inqPZSFKJCmyLXQRrpYptsOioUAAQyA7czU1dwpS69hyXWaW8ha+SdX0rH+zP/AC00/E6beb+Llz+abgRej/zO2xcP4ylUGLPozstD6OVWhqUlJQiQgpIBFybE63B7drnQnKdXc5//ABo/81sd4JzA5mnVRr4TUv8A9a/Ly/bt0jx3aXPbdlOrXn6F5lbWRqDUX4rr3Wj5NqiY+7VHeK10IR/6FsImcBPibDgRa83xWkIz9edHT+0diL7XVXjtRYvNNZF9P8ft2qK2/wA/Rm3XWvvUL+74k+ev4bDczEMqfFba/R5Ohf6v0/jttTMgwvo6YE/4sVrJ1ZFo/VV/of3bXL0Lhf39qHd+4060466z83Vk+n+uxglyBwnHeL4PlX82xIrZ5QQqrLTv6+3y1T+agfotiuJUcOO/pYmT/wA1td0uXQZX3WLwF/3NMyfy77KWWbfidsbEW8CktNO8V1lzo8f8eexdT2ov6WL4PlV/07fhsQysJUue18LPFcX87X/DttTxsOT6DxGpT3HYX4XUf6jyO012h+JVs7OZ3YRxdqbFlMantcLi9aMu12j4Ww5ilcrhOSor2R9tfT+X+u0584Kn3KqlYZ4Xxej+PLXbuhUpqVxWongX1ZPFl9CPMft7bQIeN5UX4VUiZ/1lITlV9T6bWcmqtSmm59BqOR9HyL/yI/j8NmDNESRPEWU77rlZEZ0cWOtS+n6j6a6W+o7bSarTp8DDnNcJC0I8WTqy/Q7fEpn39Rm3Z7KOOx1Jda+vf9o77RlT+FF5DiryLTlU1+sn8Pp5W0+mm0AyZ+Uh+Vwm58D+70+LKr8Dr9DtdTqy1VPuFZicB/8AsnUdOb1sfI/Q3H02oKay1Fa4sV5a2F+NHzJ/j6bX8JyLWeHRp/6fIrhO/rJ9PxH79uInbpRzGJ8V3itPc1F+bOjrSn8vMfv241TFLsWLwvGhfhWj/h+7y2t6xTJ+HOHzTWeEvp4qfC3/AIh5D69tqx7DkCf8Xi/AX15dFfs+n7x67dOlNGEqe04609nz+DJ/w2lRmpUX4sproX8+Q9P47EUBjDlGa+fP/Hbtf89vlOJYrv6L/Tbp0oXIsV34TT3QtfWnN0/l6Ha5i4ZixWufpcvxp+mZP/L1H79uEyjUaf8Aeov3V9fi4Xgc/L5VfhofQbcYC+Qn+65VWYyL60JU6ErT5CwJv3/L02qZ0hVzn3Wuaiy8/VldaR1JT9R5j63/AG7SYiIrUVvms+Rfzp6k/jbvtLriIFLdbdivIQ+taUr6sqVfQn1Pr/x2+Uv801/6qvxJ/wBCPQjayzpxl0+A01xWmUf3Vo8P57R6Q7Fn/dZ/Q+j9Ev5XE+n0I8vXb+lSItLd5WfUGWW19aUOuhKk/gCdQf8ATaU9TWmovNNdfz50eFV/PT19fz2tOk9hhqU627FeW2hGZCkL6kpV/wAPXaNLkwGpXIVT4HX4keHMPM/T8O20Zmocr+i8a/kXtDxDFlNNNz+Dx2Onp+ZP1Gnb8e312rJ+2WsimxYE9iVRsi86fBm8XqNf4+mw7WMPSos9yVS+hC1cVHy5VeY/br+e03B+Ga/jfFFJwbhKhvzavXpSYtLix30o4z5BISC4pKATYm5UkC3fXZhb1N0e9nc27AoO9nB83DdQqjCn4TUqVGfLzSSEqWDHccSLKsLEgnvYjXapkRSSp891rhT+jo/3Vft260+JFlOttT/n/tUq/R/XXQ/hp+O0hym+9GnPjI4/yZVf5g6/s2r0wp8X4TXjR/5Kk7SPGQBtlkp7kHfdc9njoz+NN0/gf2G48u2u13yMXhfC60f3v+Gwmt39G74Fo6Mv4fTY0gzGuE3xWuj+NNrGWEHjCadntuu+DaRJicrK+L8dC8qv8P8AzG3Wp0912U27S3v8aNen/Tb9qiHeFxWv1Ov9b/ptEiQnJfC+Fyn/AJSfl/4bfTsKVFablNfDQvwKRtyRxeF8J7P/AHNiOnMc/hzi8JeTiqYadWk5FOgFRbSq2UrABJSCSALkDbp0HlHmnW3fh/qry+LN6keu0Oa27Flf+h7dHENRZTfxuvP/AIdp1Ugc/FblNeNj/rsN52ZEDMX9LtGWiK078La23c4MxlvPxlTN327/AA+9WsQ1jjIhwGnWmlPcJlbznU6pCBZttatVC+WwuSAZW9TdbvG3QYx+xO8/Cb2Hq7yrU3k3ZDL6uXcKglWZha02JQoWvcW1tpes6W+F0cWBwvGjapxXTuE1+h/Rq2usEx3eQ/jw/wDHadPiNOz+Vd8GTYf2+UrFu87914Tvj2gsQ+L+i/8AJ2YdXwnFda+dH95Ow6MI8J3ixXev/wAn9h/47R3xJzBlcJ3i8LwbRHo3Ku8J3YlWrkJXFns9Gbr/AFkq/DYrwdubxvvuxH9kt0GGXsQ1vk3Z64bEhhhSY7ZQlbmZ5aE6KeQkpvclWgIBIKvlOMVA4Tv+Pa6oyuFKb4u1zjbdPjLdfi2pYD3g0NdEr1Iyc5DddaWpnO2lxBzNLUhV0LSq4UbXsbEECmhMO8XhO/7i9ryIRYij/CblNbcIiOfgOc0yhf8Af/W02sks8/A4Tv6u1cwrlYrjW1bJ0oEttbVTqeE7wtrBS/iubQ3G+K7tdfU6fzDPF2n/AAoDXF24JU3Ba4jjqEf4lZdv6t06q09piVVKTUYTEr9A7Kiusoc8+krSArTXQna06V0uc67tGBd/v7SURtv1K9qTpwba2ktLa/RO7fAFtubif7V13h7XnSzUv4Xwto8j9FwtpTNJnxaN75dpNRRTl+CYqK4mOrW2jhSEm50Gup2rHZPF/RbDxJzP7l2mtvhTmxpuk3M71d++J5GDt02E3sQ1qLAXVJEVqVHYKYqXG21OXeWhJst1tNgSeq4BAJFRjbAuLd2GMqlu+x3RF0jENIdSxPhqdbdLKyhKwCptSkG6VJNwSNfy2mRKFvbspvi7fq2tvlQda26dPxLW1/hmqRYDvCns9H6/zJ/5eu1ETbb9S9t0qVzG4G4s+K261kWj5NogjNNfC2XlMxBPpf6J1eT9X5di6mYvgT2uFP8AgP8A63yq/Py2nMAapNci8X9LtyW3wtpBdada4rTqF7Q339pzAHxnBSWtoE5iLKa+KzxNpUmTFba4kp1CEfrKWAnafhPC1e3jYjpWDcCU9darVdf5WBDYdbbVIdspVgtxSUCyUqJKlAaWvew2oXnLui6fhtNOuNNbWuHnOVlNuu/r7GO+LcdvU3GV6JQd7OCpOG51Ui87Fjvyoz/FZCygqCmHFpFlAixIPn212CIznCd2sh5jmMrHTGjxXWm3ejPk25vjhbcqFJ4tLYd/ubfcj4vwvk2JEIxt1m5+LiiV70r2d9C+pCMx/A/8fPZiYt9mLAbsVt2jS34r/SvKrw6eQ0/4bf2HIlZo3Dao1c5XgdPCUnMn873/AG/jsw0yMeSmm3XXaXK/V6ClOX8e9/3bLd05noO0u2JenezvK+G1K52KheX4sdOZKlD10ta9/wArfhsbw9z9Zwu6xytQRKYR1odd6FJT+z/hbZuN4odgQOVlUPJnR1ZVBXVtTIl0ustPtVl1fAf+RLpQtKfprtJXu+5XaqCWNEj0uvUtujV56Kuawj4S0rCs30/P02X+OGosp1zBrtRfhTfGjL0pUm/cfQ22J2aPhfDn3qjPLWvxdfizfU7W71OpeMqW47wke9GEKyr+b8P49frsns+nb9oqdyN+0WdJoH2ciuNNVxb+f/b+JStO3/LYeqm7as1SqNuypaJTD60+mb9tr2H57Q8U4w9w15yLXqdK+ArIhOicqR562v2+p1GzO3Qz2t5bvFgZ2ERV5F5/FoL2Hle3pcfXZlTmNBlYRm4HwdRsOYN4TvQtCOroypzW/wBNjHdxRqW1Afn8bOv9dfy/hsHY6rTVL4FBivIWvw8L/XYaGL69RmnIEX4GdHhX838fTZ6ocQTcznvm3o8rx6M60iUhCsiE6KV+fpsl6fjzeDFd4VBeW/FzZ0xXUF1GvkEm9rj02t6207VK9Ln1nwOL8SEZk5R9P9draIxAixW3fHk8PRlVss52mMqPGQ14+xbPittO4eYhVFtfQpEctdPkR6H87f5bRKLvt3tUGe5woj762FdUVV1JVbuNbXNtfL8fPYqlTq9KgNuu0/OyjL8X+6PXY/wfTML1mgsT6pEQhbGbqUgJUq3ne17HapsHzKHcsoXt4e8beDFca+xDEVjL8WRn6UqN9E+p/wAvXy2j4ElNUGsuNVSI+heZPFR4v4FtdvzeZv4o1Boz8DBsRE2Ux8LIhacifU3uLn+L7LnAeMZUqs81VGV8eVl/upzevnbanLD1JD/mayn1OLVKM47AaW/0eDLl6v489s3NYCn4jx5LqlU47CEdDWfx5b+fnbvfyt+O2jqE867Qf/OevItPQv8AW2qjRmviSuvPtJfYm0Rex9zSJhdhrC7XwnkLRk+b9b6/jsrd+O9Vr7xFd4CHulHTZSk/6n8Px2uce4xaw5Ffdde8CFdK/Cr/AF2zZXsV4XxbKclOy0dCM62s4zZu/bvYdr7LJCVpmBz2N+Vr3vThLmozKShHhUlJt5EG5/MX2ulY2adacnxaS+hC0fKjL30J7nX8/wDjtS0AUavV5yBAydC+rJ1JV+waft/zts2YGH4tBituymuhCevo+U6+Y/gbNVpu+6NKNvqZexAxXq9VFypTr60LV8LMoqy9xoNbd9q9zDs+Bw3XWuj9fbVcvAtLrzrdUoPAmoR406Zm1D1He/fbjWd30qs/CgURCF5cuTRP7B5/sO1+FPjFiGaC24PAeEq9PYdqlcYYfXl+FI6er6E6X8u/+e2wKRQqXhx3lYuTrX+p+X4bILBu6d2l8P3p8BjKlGT9W2lzYX7E+p2aXvRqjOsQHcQsVGK/4XUu5lJ/EGykD0uLbHD+Mrsh1iHdzhKvNc07x2H8n9koZc3qARofw2gYFwf7rlS2vez7/hQ0h1eVWl/D2t5A+u37hmiYji8eV78iyqdK6mkLV1N97gHz/wCmm1BiKHWYE9x3jPvoWvMhDSupP4a62/j12DYN0MnjLfEG9+s7uXZcrDlOizVsfCWw6jI65rY2OoJB7AgD6jvt9072qN6spriz8M0tEJaf9qripSf3adu1tgmRS/f0B/8A70v9LnyFLrar9iD83qCPz2C2api2U65RqpQ+O2wrJna6V/v87eV/z2XIl/unbe0MJb0J8iqT+AxUcifgIVlWq1zdPnf1Ounlsq6Ph6qQGnIDTvKof+R26UqTfzudD318j+zZyRsAwJ8VyqcFa30I+bodyi4+gNvLadhaFhzEbr+HJ8RDD/8AYKUjJmV27m+uunke9/S33LK+os8L4ud3fSuFKlofzqzfF/XPmF6g69z53/PZp0/eE7ih1tqs0lCP9lIYX+k+hF7/AJgaDuPPZX4uwH7mxG5ArPOsfF+E1Ia6XNPlNiLaX7+vlsTUdFG5DhYXiTYVRZT/AGS+K09aw87kHTUaD8tqFdstmGdVjYNqjXFlU5hia2tS8yVZM3/k2/fcH6eYS/SPv63aD18dedSZF3UqV5HMDmAsNLHTabMmz+Q5+s07muVV8XhMfN66XFwLdra+V7X0FuMw3hKfAjypVJ4HGQl1pTrQyqvqLEdr+hA8tTtwk7tsSOHKPi3hfFiImv5/0TV30qSfMGwUk+oIt9djim4SxvK+K1h6qLYR/ZcutC/wFx1fh+Oo21IaVS4sritU+Khf+1S0Eq/aNr5mPxWv7PJ/hGxgFgjY0ylUMFYSlUZzlafV4VXR44cyGpHEVpct6WB1uL6Ht6bDFKpOI4Epxql09/oyrXmSfD9Ra99PT89tG7xqs1RmnHeKheTNn+btsmpmL5UqU2601n/VUnpUm/rr+7aCZIzLyBT8UVSjP81EY609SFLKVJV26FDUfn28vTYWq1YnwIDlLi87TprfgUtYUnLbRzMNCNexHqNipNRr0CK5FqjyFsP5uFIdSUrZUfkuL3H4jQeewlWKU7AlONVn7ktfyP3yOfVC/CpJ0tY+fbaZ2Zabkd+sWBxMEb5HmIsp/MmLUVsZWJGth1IBSL30uB27nU7EWOo+F4EpyLS5cpaJSFLakRXcymV30yqHa/ftqPP0XtKdo3P8hPp7D7GdPStOZKv8ChcfWw0+mmx/PomEnYDcqjVFa4XhU0nxs/S+vb0IPoNoxJMzHjiJvLdny4EWoOVSnLVwuL4X203vkWSe1r3PbXt3IXEjB+9CLWXP6Wr1LQt1LqWkynGks3Fk5exRf6Gyj2udNtnYZwXhyvV73pRsQtrc/tWsxQv01SruRc3sT6277We8XDLtBaYdiy2EIRlRmU0F5UnTJ9Ab6gEA3/ZYBYPLRQB3HmEoFN+2USbNivoShqqL8fa4zkg3P111N9PJj0fBLu8GK407UV07OjO060kLSpPlcagj8gDrtSVnew7S4v2DxbSYVbos3KuLKhLKsttcmVWqVAgG5JFh5W1Ye7fFNLiwGGqXTn8i/HkTm4afK/8AFtrB9sgjdJG5XcY1u5qkt3isPrfWpanWmsnE0GpHby8gNmNjzd47jejS6NwULQ+lSMmcoV20yqHhN9p+HqnPdlcJqIhaOlSc3i2PODxYvF8HR/5O3Dygz4zA1RnY3wbzeA8Uc6hDC+E07IRn4lgbBQ7kEW1BH7NNirDuJncb7vvdcrOxUad4M7Wbhq8u9ipA9D5DQjsJPtAYmi/aN9qsy4TkKK0lDql2y6+pOgtpa9hdXnfal3d1ygz2nPs5LWtfUlcd1IWvX08iLi+Xv202IUhRulk2/Way0xAdwaxz0XpddaazNSkH9dKrgg99NQbWNhbYXxbh+lwJUSqUak+7n+liVFjqyK9FIKexB01A8gTr2dmHqPVGqC/WWoiEI4SlKj8IpVpfw3sR9Afp9Ns747lO17FD7rVQfXyq0pS0vxZe6U3tc2B87/uG3KJUmSIuH3aXWeE7zqItUa4vX4m/7qTfVOlwb9z6bVczA9L5pyqQJbE19vpd+ElEhu2llpTqTawJtfy25N73IrrTdLlRJueEtOR1Kc6dDqgg9vy1v3A77GGLaFFpbTG8bC/ztJW71ZmlKSNLnXKb2FyPptzmVHuKx6oNYXr0d3lF8rKkNNZ9cqVWvofIEC5B8yBtpndrimK60w1K60Zs2f5k/Q/h+3bOcveHS94MBh2s0NeHqpn+FKQn4Tir2BJHkdO4t+A2PN3WIpUDgQKpkQ+whPxcgU04k6AgjQg/revpsjeN3MKRxNc0tmLK4brXX86F7RMa0l2fS3GuhaFoyLSv+P4O1HgqtNOxW2ubyfq/3djrhtT2uE698u3I3xA5mOMeVl2l0aXg2qU7mosrPy7D/Un6lsq1SRqbA9/Ly2VGAKy7RnW6XVJfQj+qu5M3TfULJFxbyuB+eg23DjXdtRsW0t+lz6cw+v8AsnVoyqSq3cEaj9u2cq5uqaaxG3F909fSl3IvNmt2IPkCe+mzCMVhfuglvrx1QcW4NbgQHlxZWZKFtcIo6UkquSNNbXA7HQC9hshsFuNc+21VHfmyp/xHysb9wnvbUfTbQW+fdrPgUtufAqKF5EI4sVfiyi2iTbXyFjr31sLbJ6fFo1UgcXlFolIRl8syVfl+/wAvTa/cnbIE7z91zUqqe9KDkzr/AE8fTq9CAfK3kR6a22vaLjje/u0gRHaXUWKpS+lDsCro5pjJbVOpCgCBpY2B1sfPlBXPdacgOxOOvqRkQs9Sb2TprbzFx3vr6bH9f3U4jn4Nj1ml9HAX96advmZTbQqFrp/Gx0N/XZpEV15gCuJR0LEFBxRXvf32ORhpa1KVKSw/njqVoekEBQ9bXIF7/iTVtdBqkpylu0/OwvrQ7kzJZX6KJ1IPYfXvfTZf4Vwbi2sz2KXKd8CkqzI8eX8b2I+pvp+3Zj7wWouCML8g1k5rIrr0zKVr5+f8a7StUYSwKNsHJdSlUalv4crLOeEthaob+XMltVrWUe+otY+WW2l9M70+e7xeVddz/wCL9XbTow99st2jeKObyPxWvjtL6UKTwiT+8aHva+uumTaW/wAKqNxeN4/1vFtSzxi9g5l3VGeK05wmkLz/ACq2oeb5VrhfP8+x+ql8Jpt1plC0L/4bLbFDLrtUc5WJ4PkQvq2Xz+ZUcT9pkx3n+E71of6F9v489qyp0vhSnGmv19vqG58Vvi50L/voy7EJ4TTrcr9dG1pBEn7v4XCgOcVlf/l7fUyY00658XoR+G35GxFFpcBz4qOtHy+LYbjsT6zK4rTTi0P5vB8v4/v2hmgdnMlzqu78TlWv/dtvmKHXeHPivLYmo+Tw5vwPY/gdryLgKsymv0KGP8f+lv8AltdwN23Ca4UqX82boR/12Te5F+ZclZNomKJTsXlZXRNbR0fqufUbW1GxlS6zxIDvwH/CpCvD/H4jaHEwRFa/Sy31/q9fh2mtYQoLTvNcpkf/AFvm2Gb6zBGfUqnutO/C60eNH97YfreDqpWWm+Q+Av8AveFX+v5/wDFqJwv0Ty/8O0pqQ61+l/8ALRtbviURNsUr27nFDTX3qnofyfq9Sv3/AOWwrMgSqXK/QrY6+tC79P5eu2kWZjTu3KqYfo1ea4VUiIf/AL/zJ/AjUbNpbmF3xR0Kp8KK3/s+n/ydpVZiwHWm3f1PApHiSk7XlV3dSqW047S3lvsI+T50/wChH4fs2HJXCitN8V1fDzZOv9bYuBnMKDulPx3Ysritf/RfQ7WjUv70xKi/DWwpLvC/Vt3t52Pb02rZPKyv/dNuMWT8Vvi9D7C+l3/MfUHaxk4jrcfgV6jcJ3ItD7WVX7Nls9Q6phx1z4vHY/V/j/P921vTcQtNNfdWsi1+JPy5tpjFY96O8hPZyZ/BtSTtlG2YE9pyVFaRnX+lR82b1I/12o3IrXFc4rORedXh8Kv+H5aHYjnYVdiuuOxXsi/l/wCB2qmZvFdciymci0dPX/mPXbp0o2i7Fd4Try8ng29NP5J3ebBr+HMZbgsT8rNfpbvv6kofSlSnadJs3JbAIupLbwSpRN9ZaRpoNvNuo02VxeLF/hP0/wCGzZ9k/ek9uH9obBO8CfL4FI5z3NW15ghHu+XZpxaydAhtZafJ0twO4BO3bZVoIb+N153S72sdbpXWejC9WdYgdRX9wWEvRDdWpUY7jBN7m+bUjUhFMkutNcLoWj5F/Mn6K9R/lt6C/wArPu1bw5vFwTvtixFmLiCG5hqqLTqlMpjM9GJHe621yEk66Mp7eeNMAbpXN728bCe7SjuuIXiurMwFrat0x1HNJdTe4uhhLq9QRdGoPbbpI9T0u9kWn0v2afYOnb7MUQGZVQrUOTjEtOqF5CXUJbpsdJXbKXGkxQBoOI8rve58uXK7Knuy6zVJfNSpr635TuQJ5h9aipx0hIAClrKlGwAuo2A29D/5W/epFwRuzwTuDwxaKisOpqMqO0kZEQIYCIzKh3SC8pLiSPOGR2uDjj2Q/ZtrPtXbwPsdBqL1Lw7RGmpmI6o1ZTsVhRKW2mQoFJedUlYTcFKQhayDYJVEhYgavVPv/NcVCG0L6M6/F/A2OKFWIFegcLo8O3ozjTe5/J7+x5WXN1+G9wzGK6vT1crVH4dLiTX0ujxJflTFhTzgJOZKSoJJIOUggcMZ+zR7Mnto7l6nvf8AZRoEXCONaWp1PKxYQhJkS0IDioM2KnoCnEqBQ8jUFaVBSk5kms4vumNPZYoLsX2s90kprwIxRHzf+SsX/HX89tK/ywDTru8bd7wvG3RpSv8A9NtnT2OsRNT/AGkd18VxpbL/ANpYqFNOpyrbUM1wR6g3BHkdNtMfytyf/Xl4Ad/Uocr/ANvbc0pPOerxmvhyms6M/i/uq/j8tv0RJTXDa94deTozr6lJ+oJubba69hb2LGvaaqlSxvvGelRd3WHpXL5IrpYdrEwAKUyl0WU202CkuLSQSVBIIIWQ/q37YH8npulnuYIwJ7O8TENIZWpp+pUjD1PVHescpcSqQtLshJtcOWIWOpKlAgmRCZnl9Np0qL8WU1+k69iGBUvuDbXB/wB9G3o9vO9kj2c/az3LP77fY4iRKPWIyHclJhNGHEmPtXLkJ+IbJiyNelaAkElBOdBB282MORJ9ZnxKDS6dKlVGbNRTosJKcr7kpxwNIZsq2VZcUE2JABOpFjaxO6WVpaRT91clO/49qOlVJuqNS3W5aH1o+XNm/wAv3bepVN9nv2TPYa3V0nFvtF0SDjjGNQ6+FKhonhUpIzrbgxnSGm22yoAvrAJunMsFSEit3d+0H/J2+1ziljdBXtw8TC9aql4dIfqNGiQ1vOKB+HHmQ1lbLpCdAVJzHKASbDauZUmeYL9MlcJuqUt3if7Vr/h/FxttiF7c27TFHsZwPZfn7qKixiGnUGHRnX3UR1U3PHUi05tQXxeOoo4wu2kJcUSVm1ylPbI9luqeyrva+y9LqMqbhevMKqOH5j6gp1xpKsrsZ21gXWVKTdQACkuINr3A1rjDcbuXpX8mXh/evB3W4ai4yew7hmU7iCPTWUVFx9+dDS84ZATnJcStaVm91JWoE2J24mR7nnVXKa1FlcV35+v/AHvPaWhbXC/TIR/5nZl7nNyle9overQt2GHZSIy6gpUiZPUkL5GA3Yvv5SeogFKUjUFxxsHQkj0D3g1j2C/YHgQMET91sXEuJ34qJD7SKdGqVUeaUogPSZEpSUoCiFlLeYaJVkQANKHylpiD+Tzhtxfbg3XOjJ1u1nw/+0WdsW/yrqr+16G//iSpeX/5bK21l7MVR9hb2ht9NC3q7kcJu4B3i4K5ue/RBCbp3Px5MV6K4tTLSlMPBJkhRcaOdKsoUbKAOUv5VcX9r3/80qX/AO3ZO3faJUeTRCYDV914W33iKW1FqjfCdRnydCNtpexT7J+7Vrc3/wCjN+0Nk+zfLuz6bS3VqTH5NBKeakBHU6VkHhtC4IKSQoqASSTvbh9gpqf9jaz7M3Dw0tXLrnqwpTXY7bXbOphCi5kt5JSVAfLtXEnM88JuKOa+E0zkWjxo+ZKv9R6HabCe4sX4u2vvb69jLdpu5wbTfaL3EcOLhWc7FbqNLjul2KluVYRpcQkkoQpSkIU2Dls4lSctlBWb/ZP3GYy9pXfSxu0plRXTqJFj+8q5VEtBa4cJKwLN3BRxXFKCEBQIBzKIUEFJWs05bgSP3gVNiQHf60yj/f21B/JWU9mn+1xLajO50LwRVOn9X73B20lvS3uewD7FU4bq/wCaKLiSvRWmveUeHS40+Y3mbBQZcqYtOdxSMqsmdSglaSUpCk3IvY9kexfvf3ny9+Xs4UVeD8WU6kSKXXsNcqiEOBJdZcEhUZJLeYLYCQ6wrKcygu5yEFqqKezKTB38pOzJPthY3lxHuJkRAS6n9X7hH/02yzFLrU9t1proz7ab/lHKs7S/bbx2618RC0U1DrXyqT7vjbOn2PfYn3Uz917/ALVPtQPcrgdDCqpSKNKdWwxyaT/W5eQhTiHFCzTA0UgpJC86UJMZ0xJGntNOttcZC+P8mYZv+O0Gpr5XicX/ABI29Io3tufycdZno3fVP2bGIuFOKmP7ykYRpvJMpHZxTKFl9CBob5Mye5AtsqP5RL2OMOblqXTd8e5xrPgStuhibC45fTTX3QVsuMLUSTHcFwEknIrIE3SoBPY+JeYLaV8Vx3+/t/Ld4R75/wC6nxKV5AfUnQfXbZP8m/X/AGN6VPxvG9pqJhhysSkx/cjuKIbciByoCw+2znSpCXitScwPUpOUIuAsbJcUvdzVPbJpNG3dRHkYHq+8iA1S4rqcpbgOVJsJbA7pRkPSlXWlBQlfUDsSUno5u93b7kf5N72dKbvj3lYYi13eTU2mGnn8rapTk59Bc5GItwWYZbSlRWpIuoNKUQo5U7AWBP5YHDeMsUMYT30bkYVLwjV3Uw357FS59EVC1BOeQw8ygOMgHMsg5gkEhKu23x/LT4glRom6fDH/AHWUurz1f+lWeTQn/wAy8sfn9dvMF8tSmuF+unJtGJ03D/Kaex3g3cFWaFva3S09ml4RxdMdgTaS0oqYg1IpU8kx7k5WnW0uENCyUFqybJUEpwqpO3rl7YD0rGf8lHg3FlddM6qCg4Nqi5Tts6pTgjNrc0tqeMu9v1jt5FvfotolhPpb23qR7D/s77m/Z59m/wD9HW9oGhs1GryoSqvS2pTCX002EtwIiJjMlRQuXJUW1JWbKAebbGQ8Qr8qHE8Jpz/Ar/Lb2L/lK1N4E9hDAuCKCyhinSqlQ6Hwk9Ibjx6dIfaAH0XEasPp9NukGL5r+WgAxRytZ3Ao+yjjqmlri1vizUx+2YNrZS0tdtcmYJJ0CyLE1n8o77K26Ws7nab7Y/s/UmDChSuVm1tqnNcKLOgzCOHOSylNkOhx1AXYJCgtSlapJPm7Jeaa+Ft647ig9jH+R/rUCqO80uLhLFEVpTvVlTGkyywPwQEIA/wjbpEzj/I3H/36rEv/APT6b/7kadslv5QdHF9tLep/7VI//qDH2dH8jaw617UmIeL/APc+n/uqVO2Xvtl4NxHj32894ODsHUOVWq9Wq7Fh06BGTdbzpgx/M6JSkAqUskJSlKlEgAkQTtkF8czLRS7t+ZHdvWR/2fPZb9hH2eW61v3wPhTeTvErAK0NVKE3IS9MCf0EYOpJZiNX63ct1dyCpSEbY19lWk4O3te2XgmLifBFBfoWIa3MXKoaKa0imqRyMlxLaIoTw0tpUlJSmxtlSSVKuo1z8SpszgTMq2tuSOE67wmnULX/AIht7J+0Xud/k+PZuxrE3qbz93FMefqFORDo2DKXTWuUcUwtxT0wxQUNKUeK22px4hAytpAKjr87od8X8nv7YNT/AJnHtxFLolXksO+7qdWcPRIrshKGyV8rJiqVlcSgKVYLSvKlRGgJF5bd8TxxDe34VNf2UtC/8KgpSf37erNc9jf2M/Ytn1ber7QMuVjWFOqi2sG4clNcxlYDYUUOM3CZK0FSkl14hpKeESAtQJLt0O/7+T39rSvR9y0rcFTKJUZqVopcOs4chMJkKS2SUx5EVS+G4EBRHUlRANidL9J3TyFp8+U07wuN/g2uZdUd4rbvjz+JPzZtNnP7c3swQPZW34rwnhd6U/hevQ01miLlKzustFxSHIyld1ltY0URcoWm5JBJQ7z7XKuSXf7Hq6foP4ttUySFaehv8lHu5o7lYx37SOLeC3RMG05dIiuv2yNvqbD8xw30BbYSyL+jyxso9xW8OVvZ/lDcG7x5MPll4hxi7N4WQJUygxnw20bEi7bQQ2bGx4d9tE+0Ej/0Tf8Ak48J7jG3kRcX48QlNZR8MrzPESqkFDTM2MyIdwCQl1Gul9sb+wsJR9rjdO49n/8AYg+b9bln9olO3+Jpv+WGHE3vYEaPg+zi7/8AzS7t5+JjxeLwmnULX+pnGZO3tR7Z2EfZWoGLaDv99qWUurxaPTTSKHhfhcVFQkcVbq3VMAgvZUqSLLIZQCoruSjKvdyftB/yeftXV2PuNa3A0qhTZbS0UuFWcNQWESOG2olEd6MpfDcCAogZkGwOUk22vBshJ9zzUwrI+68r86NrhWzL9sD2eInst79/sdhyXKewpXoYq1EVKdzustlSkORVK7rLS0iyzqULQCVKClFWoe2IDF3XyxH3il+vUt3hNREdCP0qOnN+VtrTd7Lr0+V91l50fOjX/Ly/67O2s7v6W1w5VUdRKir+ZHStP0Pf/n6bBFQ+yWA5XP0ZlaG38ufP4lfn2/jtsAIuJub5Z4pqdZgUvhOxFo6M/FT835+WwVTsVSqy7yvFRx8vgy9X+p/P1vt2xjvaddiueNCMvy28P/PZaPYyda+9UGItD/UhK09P1P1ue/f/AE2KggnY5jVxGiqQKXxWns7eXq/u/s/z2h7r8QOtVlvmuabzr8WQ5cumhv3P/L02FMG1ivVmV/TMt9aF/Ir5dew9fPz2MH661QZTDXyLUnJ2zJV3H+R/jTatyK6SrDcMQy3u7tqXjdpiU7EfQ/8AI+lB8/X12td1GH4G7SjOcVpedCfH/wBex2NMP1ZqqYcb+Nx0ZUrz+JXbYJx3WOLAcgNOoRn/AF9hac+OD8QWnyvjARquxcW7wX6pxVoQhWVrvl0Op/4bE2IInvTmJTTrj6GM2TKvqV/H+u1ZSaPu+o1GcddqK/eORXV8ylW8hrtSUtcV3O7Aq0pfXk4S7pUn8P8Aj+/Y5t/2x0JJOEai1Wap7rlO8PxfFkWyp+l9iytYQ91u/enUcBaOKhSepKk/XTT89uNAwvRnfvUpnI/4utfVszqXRIrtGcadZQtGT5v1dqIm9pJfbEe1vRpfvRjBFLl55S3UoWnL4kn8f9OxOoGzRxHwqDhxvhRFrRKytZUdKsp/b/ltnzHMTDlB3jQJTXwH0SE5VaeZ118vT8TrbZ2b2xWZWEqTWaM8vodSt3hW6kkeY7Wv+f77UdNr4lH8uYm8QYCoLtZb5DOhC3c3V4lKPlrpYE31GxBWMJV6A1A9zRG1rzIz5Ppr5W8h+H02onq/WXazEi8ovjuKzKVk6e9vx/dbbR1BpHFpbEp1n4/iX8ub8tib9og3ljg6q1mLRmOfZyZEZVJX0p/LaHvB3l0tql8JqIuK/kyq/V/G477fGI61KgUtz5Pk2zTjfFeI6y6/Fis8dGf5EDMr8BcXtsDG6cE3QI3iY7dxbVH4EWoP5M+XIvpy+mnf9357K9jA0p2V8J5a15+hXzK/Gx/j189tBUPdnRsRtNuuy+Sm5vi8xFyZlflp+YvqB+Z1B9n6LF4c/wB7IfRm6OEsK/4bF4EuqeUX247dJFozvPutfH8Xgy/j63+n02JN4j8Wl1RiLKaRwF9WVfhVrbZ64Ywm1FgNxWv/ADfTsE70N33NSm5TrPQj+P8AhsdY5BHCeGmnazzWF8kLxLfSvwuX17f8tiiuU73NKb5qWjOvqRk6sv0+mzL3TVXAdUpbGF69TkImsIyIdyZF/koWJ/b+W1FvawDQcLyvfMCov9C0rSh2ykp+nYf6nZU2LugyuJB92tOwOFPzscdHSr9b8/4sdpVHodGgfClREL6/HkzJ/wCOxnuxxPRsZYc4XKMZ2Ol1pXUlSvUgi2vrtb1LCtGlfos7C/1k/wDPZqkBovY5WKfFOEKy1F5rDjr/APhaunL9co1/drtXU/EeI8G8OfiOWh9Hz8dodX/A20uNTs6o+HuE1wuK/wCDo2DcaYPo0/7riNpEpjxodT4vwItb8D/x2I4WCDndAlG8p2vVltprgIYf+ZCMyc31X69h5i/lobWrsz3XP+9ZFrf/AF0jq/b5+nnsu8aYcwRg2U3VKXLmwn0ZV5MhS04kaajS59D+7b8axtFxG027zcroV86fCq3cdxY+WoP02BYg2xisw0rFRagNc1VIiERV9Oda1p7+RI7fxqNqqnQsL1mfEn0HPnQ6lPQrMrMLG1jqR9dD9e+xDhHeLAo3A+0ctibTkZc6H44UpKfwAsr8wD9SSNj9jB26DfJxKzulq1OhVRhOd3kl5eGs+TrIsR1HUgXv69thIJZjtkavRKW7Abi4jZYWj5USEBWXS+l9R2/67Z+xdNw5hfFrdewlnhP9SOlfQ56nyzajQEaXtfTU33oRd4OEp8Sl4oiZ+rKwrRTEi+nSodibXymxse3oBY3w+07RnJ7tJlRejPkaVnyq/Ant6HW3ptQ+M4T8qW/lqvSuQn0RiDK8HONJ/SJt2UALHtbU6Wt57EyN/wDKwRhdyU1nWhCOjhIzdX1SbDQehJ7/AIbKfDFEanu81KZWtCFK6vD06aq/5dtiypUHhYcf+6ceLk/sncym0nzFx5E699PzO1kr+ZxeT8Ifyjs92e5S8eYIW/Tm3VcKpUt0cdKAdCthwhJ0toFg3v22eS/aar1epbbu6+k07ErC0KW6lqQuLNjp9VRnBnI0tmbC0+dztgCNhLi1RzhM53MyujL1af8APzOz1wPgyK1AYdaZfQ+xlUhHhSn/AA2sQe3e+uv12tjbJHlCT3jjfFFZl1SvVCUwhalfdcy1ITfy11/cD6jXa4pqJUCV8J2UtaF/1dSMyPqRfsf+Wl9rTDVRrzUptqfT36j+pnWOOr6pe8Rt2solNvl7bEc+TxXWHfHkR1MPxQmQ2rv8uigOwKTfzIA2qZMJcM1qjYtaYiys8XlfkdRmyqGhOv7fQ7W2L6k7F4dLgS0Ss/WlDVlIVp2srte/4dzfZdt1Frn+ai52FozfFazZfqTpew17j/htfTp/Faban4eXNiv5ckjgdSfqlQTb8Rp+F9uxtlGgg5K4U9zx05/50pj5Up9DkOik6akEj6k7XcCPPqjTcrm2H5XSvioTl6fIKBH7b6f6WsDd9WZ89ufwm1xVrVkSt050+QFlan9ummm33jfdvXoEByVQastj51oUnq/AHUW7X7a22KgkEy7gYdqlea/pSJSEPoQrJNjscJ9PpqjTT8tfLYQ3mV/GW76LwmpcKvQloy5JCwpbf9xWYak+RvcW+ulbu93p4twRKfaxvkm07+yf4WRSfI5jc6fU/vB2pN9NWwRvalMT8G1CUxNYX96gOrRke0PWn92mg/ftH2tIESU3e1Xvt42609CisLWniwnWs3UTqBc3Qb6hVx6fQ7P3T4V5+jMYj4yF8fKpa0Jy5ri9iB6X89T67ZnTu6oNUaYar1EQ/wBaUrda+pGhAJuP27bM3eLoOEsGxIEXgMMcJORrwoTp5A9vw2sSu2QcwzpzsBp1v+zX/wCT+/ZVb6fab/m5d9zUGJ7xqi/+6rSUq10Fz2APe9+wPnYbdMfbzqNheLzXjz/7LqV27WHmfLT/AI7ICoxIGN6y5WcRur4+XPHdy/odekG3VYHTvp5dtoQyuzmLWp423jYtxRUqziOiRURaunNy6U5kN6Wsb+IGx10I8r9ti3dHhlqjNOT6XE93I615GlHKlRT2SdbXv59tjHCPPtT+LAw8iqLhKTxUsOoS+pOuqUnVWlzYAg21t3BKzWMG151/3Xkpy+pqQ0trhKSu1uods1reZ/Edtrky/qXcze1VGoDFBlMo+PkaS782S2vY630tYjz+myrxhTuVntyuEiLzTq1olaOoT02GbUKFvIm9xpf0/aRTqXS8RuQHa3KlQpX9gh3Pw1D5kXPT627XN9idBwbKdfo2I5a50VaFJztXQtKb2ItoQR9NO3fTauZOIt63SKNS57EqfVouSblaRKjpC+1/ENcydCLHXsNNNpNOkSmqVLpbstDaF58imkHl3LeFY9PIFN7jvtKq26ijOz+VwbiF+VBfWvLDqiRmbuPkWNDbXvc/XWx+MLYLxRg37hWYmdhC8zS2upGXy/w6aWsBpfajywxF/iCDyEVtqA7wESlZE/MnTvfT1t21/ft8UHFXuGVyE/JKQjL1p/W9Bc9ra2IHckHy2bGJoVGlReFPpyMnj62syM4IIOZNrHtqbHy9NlfVcC8/F4vBR/cUh0qVmvpqbG47gm9tO3fYJEJNA7t8cxXWmP1H0JU0r+96H9xvfz/DZvUXEHPu8J17hr/9C2xlgfEE/C/DgVnP4+mQ6vKpX49spv38j3uRtoXDVa5/lHYufPkStX63/DYG7aYB0jaqs52K18L9T/DsCVmXA4TeKObi/dVKRISvoW356/vsSLeh2IKjiFrkP1+jqStOyzxIaXPiuSnWUZFpU06hC8vi018j/ls3WN4lEO2LLfViujYt4dLgO50cVrO6lXU2q/ci4uNPLXUfTYfptEw5KgcrWYjHvFhGdqU1dPETr0rB0Nr9xqNPz6ycGNUavOcJpD9Of+K0pSOpP0J7nysD5D9tg3V6XS3eE7SVrQj9X/hqO+umo2vjbD/dFrAw5Ai15/hPMIQtOVaXbJUq6hYJJFtTa1rG/wC83Zm16l8CLPl52EZo8fJdKuFbwFQ1ItcantoPTaxRTsL4oaltNU6Lx+Ep1HFQUKV+BFtdOx10GvlsPYVTPqmI/cLrT+SE7/ao8Sbaa9jfudBbX8S3S0G/jDSmU2l0aK5WeUQjo/i3/T8dkvvCZlYj5uqSpaGGEIXwuKvo0+vlfzNvPt5bNjejVXYDTdBi9fTkX83T27nsbdv4ssca1SltYcbozT3Af/tU6K/Ig+ehF+347MoNsAWzK6HU59G3LVaK06hcqK0vipR1dOoKgR3GXW99Bc/TbHhqjrU9uU0z4Pk8W2v6Uh13DkuLFZQta4TudOb5uH6fSw08vrtktdPddlOf+g/hsnd90h4yaBiBqVAb+98DOjpz9Sc31Gw7UEO+9HOaaRn/AFk+FX1/D942F0sT4vwouf8AwJ2uaVEda+9Ss/8A5XT+zYGyVEsZtL+FxXfB4159qaXJa/RNeD/F/Hba2q+JortL5WLkRKR8vh/Z5HYbblNO/wBjkXtadmFFHw5hL4cqs1FC/nyZ8qf2ef57G0CThKLw2oEuL/c6xsrWozU/4TrPWjrTl+bYlpNLoPK/+Oj9b5f4/wBdlbNPv9mDKboxDUYrX9qjb5RUorv/AHtH/l7LipcWV8KK9k/x/wAa/t2juRp8Br4uRaMnja+X8tlzo/3k9uNPn4v+1b25SKg01/3tDeyObkT+a5r460Zvlv8At/j89rdqdKlfdZT3Qv8AX+XaPpNvzBkbY2mqrFd/RS0L/wAK9vhWIqW078WWjYPw1TWuF8Xx7fVXpnCa5r9ItH8W2ImkHyYMPuOITLrkV13i0uWhf67SvCr8D5H9x9NriDWf9z+4vw/t2VMNuVFdcd/38v8AH+WxLRMQfF+L1sfMja3aZftjGyMxipNO/pej/wBB2q69g+l1lpz4ORb6OvL4XPqfQ/UfntSIlNOuuNQJfDX/ALJXUhX4bTI2IpUD4UppaP8AB4f2H/jtRNS1Rw8HgrFLiHCVUw5Pcad62F+F3VKtO1/r+47VwkSorvxXv/K/jvs86m3S8UReF8/yL/j/ACOy5q+HYHF4TvQtH/lJ/wCI2cS0W+oVGgc9UJ7rvwnsm1hT8YuxeG1VP07C+lWTxfjbtt+TqRyv6i/7/wDHbaL7pada4vX0fKr5fqD6fjsSEzGbTcUNVmK27wv1UK/xbVOIEUtriOu/P/5Wb1B+mw7SuLAacdi+Dqz5epP/AC9Nq2oVOfPlcLjIWhjwZ/F63v8AX/LaMeUoTL6m1l1r7q74/k+ZLifp6K+n7NraRCarMVbfCzoeSpKk/iLEHappjFGqkDlXXeBKR/H8HYiotLrMWLxXfiL/AFkfMnyv9fqP2bWJ2zp6S1hE/wBsf+TQc/TTsa4bpfUqyOO5WaSdTbQJMhtGa2nRJ8gQdkv/ACSG7efijeNiHezWafkhYUpyYEBfSUOTZeq1J7kFtlFu4FpPY2FiP+S33pu0veLizc5VM/JYnhprMBK09PORkpbkJudCpbKmiB6R1HXW2gMT4eoHsK+yXj4YclsNzahVKpIpzrTWTK/OkKbhosNSY8XgJJ8xHUQANAMmUnmj7cW8v+e32lcV4niy+PS6c/7mpf6vKxboSQdbhTnHdB00f8+53p/JI4Uapfs1YnxFFLbFRr2Kpvx1oCuGiOwyy3fsVJCgtVrjxnte+3lrJrFL/sonXm/8n029Hf5JfefhvFG73eD7PtZlIRUWJ7tZjwlqCVvU2Uy2w/kF7qDbqDmIFhx0a66cDlZc/bIDv8k1iKXPkVSf7VNJmzpTyn5Eh7BpK3nVHMpxVqiBmUolRsBcknz20R7H/slVP2W6pimfP3xQsVxMSxoTXKsUY09EdcdbxDvVKezKUHyk2A0SnvYbeOW/LcLiP2YN6tS3f7xaIvl2ZDvuiouxRwKpEB+G82opyqukpzgG6VEg20uxNxPsuYy9pWLUqhuq3fMTYVLirfkTZjCIsVx9PaKy8tORx5Wtkg5U2utSAQT0pGzhjB0Gg/yk0SLA/Qsb0pkprLbKlLsl9eQW0skLsPM2udbnZs/ytv8A9UbAP/tDlf8At7bPvsrRZVL9qDdzS5UR9iVTsUMQpDTvijrbK0KaI8ilSSkgaAjbQP8AK2j/ANeVgD/2hyv/AG9tSdGLSJH8038kfHqmF88aVU8INOuyGnSh1L9WlJS+6FjVKhzayCLWskCwAt5RQ4kpp3iu+NfXk/H0+np6dvpt6veymqle1L/J+V32eTVYsbEVBp0rDC0L/wC6qSpT1LkqTe5RlDBKhoVNOAWIIHlliaHijd9iORg3eBQ5WG67SHeFKgT0cJba06XF9FoPyrSSlQsQSCDtfdLpN6fyPuKKpF3lbxcEcVfuubRodX4GuVuU28poqA7BSkOJBPchtI8tqHdfu+o8H+VsqWGIzLKKfTsVVSvNM5dM6qY7JAH4PPhY72KNLeTm/kxNzs/dzhLF/tF48iP4ehV6A1FhNVFox1NwIxcdflqC7KS24ojKVAEpazC4UknIuA/aJgQfb0i+0XWQuHRH8WSFTFLujl6bLbdiJddCrFIaZfbcWD4eErvYbTmd+Y1v5UnEEmqe0hHw5JlrXFpeFIimIqvC2pbz63HAPVfwwfUMp9NsJUGbPo2I4lZpb3Am0uYxMiu/7N9lwOIX+Skg2vt6Dfyuu5jGMbG2G/aLwtSZtRoL1HRRKy/Fa4qKetl1xxp57Lcht1D6k5yMqSyASCtAONfZ83Z4k35Y8pOCME0iXVJVQmsNTXYqMyIMVShxpLy7ZW0IbzqBURmKQkAqIBkTgfGFXtE+1dvk9oeBRYu9VmiL9wuuuwJVOgGOpPFCQ4FdSrghCbC4tr3vpvLeXI5X+SBw29/8S+D0/tqMAf67Zk9tT2Ut1/s3ysPYcwvvCr1eqlUadlTY9W5W8VgEJZUkMMotnUHvFe4b0trfSu9b/wDg9Ye/9NnBv/uUp+1ZEEP5JClxpWO95NecaQtyFRqRFjr+ZKX3pKnPwB5dn8cu2QfauxJPx57S28mvTnVr4GI58BCFKKsqYryoyQL9hkYTYDTz7kk6L/krd5NLwnvzrOCao82x9u6I0xDWtQSlyZCU46loX1KlNPyFADya/C4J7fO5uvboPaCxLiifT3mcKYylKrNOqnCyxeK7q/HU54Uuh0qVlJBKVIIvrav8ssPcHP5POKWvbW3Xuj/z4rKP/wDizjb9o/yOxp/KpM39rcO+uFKYn/8ASydpP8mtuixli32kcN72aPSH/sphBM+TNqy0FMV5b8GRERHZX4XXc7+YhJISlCsxBKQr6/lTv/rqtf8A4Fafk/xcSRtH8st/NKr2XfZ49pv2kcJOUvC+PavRN3MVaoCpVZqkp2mqyd2YkIKyvBtYTdI4baTcBedBSGfXfYS9mDC7qMObyvbmwpSK3HSnmI636ZAWnv8A2T8la0i4Pc+Wz5xTTcSD+TGw9E3DibKf+xtGdPu5J5qREs0ublCBmU4pPGK0pGZV1gC5tt5Y4ZwTXsb1lvBuBKHUa9WHHUsNU6lxytbaybAKSnpZSPNS8qUgEkgAkdBz1H9r3DGHcG/yaBwlhPEzGJKJRKbhSFTau0ttxE6O3UoKG3kqbJQQpABBSSCDppsCfyPdAge4N6OLQ19+eqlOpKlf+CzHU8AB5XVJVf1sL9hY39qXAFf3afyYTG7qu8F6rYXouFIE/lV52uLHnwQ8UqIBKQUqOaw0F7DZNfyR29Gn0vG2N90NQlIZexDFi16loWLKedj5mpSQexIbVGITobJWdQDaf5pP8s8+t8ONapjLfTjPFtZeW8/Ua9PkLUv5cz6yE/glJCB6BCR2Fhqz+SLd4ntZz/8A0y6l/wCpULZKe2juExR7P3tA4splZpMpjDtaqkirYfqK2imLKiyFl0NpX4c7ZUW1JJCgUXtZQJ0x/JBbpcefzu1rfQ7h6VFwizh2RRmqjIQWkTJT0iOsJYuBxUpSwoqUNBdIuSbbXMiJL+U4Zde9szHUZrrW/wC7Wk/4lQIyR+8jb1Z9pb2ZXd9u4yhbkcJ7wouBKRS5ELMpVIE1EiLFZUhmNww81kCV8F0KCtCynS19vKz+U1Q497ZGPmmvHkp2T8fd8e379t4+1Xgt729fYbw3jzdU37wrULlcURaahSVLekNtOMzIBGoDqOI8Am+rjSU3sb7RKxRQP5HGTA/Re09SV5/lXg0/6VAbaA9ofdU1u+/k48Q7pqziaLiiVg3CTLUefy4Y4y4bqFx1BorXlKQhAHUdU387beNdLotHiynKPWafGi1Fl3l1w5TCUSEu3twy2pIWF30ykXvpbZp479kDffu13TQN/tfwIii4XlOoa67NVGG24oIZekRikKabdUoJTqVC4zpTcbVB5k4iJifpW/7+zC3Eo4XtBbq//T3oP/qeztE3dblN7O9kVKXuw3c4gxOiipSqe7TIpdRHuLgE3AKyASEC6iBe3rR06vz8G4kpOLYDS+dw9VI9RaaXdB4sZ5LmU3F0nMixBFwdCLjYskz0T/lsR/TG53/41r//ALcp23mXkda29gf5TPdzUPaL9mrBG+3dND+0LdBdRW8kO7rr1KlxxncbSkErKFBlSkixCQs90228pt3mA8Ub38W0zd9u5pL9UrVbdTHYaYQtfBzEJLzxSCW2kXzKWRZIBJ2qJWepftJ6fyQmDWj3cwlgjL/8sgn/AC28jeVd29bP5USuUDdD7JmBfZ6ozyCX1wITDGfrTTaYwlIct30e5Qa9wVd7G3mTu33Wb0N8k+XRt1WA63iibTo/HlJpzGfl0E2BWokJTcggAm5sbA2No3SyiAMpn7q5/gVt7A/ysSh/6KFu7dbHQjFtNV/umkVAf5kD8xt5G1WJKgSpdBqlOlQpsV1cWVFkNFp+O6klK21oUApCwoEFJAIIsRt7B4/olZ9tb+TGoTuBMtXxXCpFOlcv4VvVSnEMzWQLXC1hEkIB0VnRrZQVt04zx0cb4ru3rz7LhEX+SPxC470I+zeMP/UiaNvJGmUqtT699k4FDqkqtLkKitUyPFcXLVIBILQZAzlwKBGW1wQbga7exG8ygNeyt/JlMbpsRust1up0QUN+Ol3NxJtQcU9OSk3F8iXJJuPJGncDaPtkGZh/kfOV/wDRoK7wvH9galm/+edNtt6U4D9nLBG7/ezj7fjGiM1DHOOX+LzUrTk4iGm20xWTYlCFFtKnFAEqJSDcISNvOT+STgtRPakrRaGTPu+qQV+VRpn/AB2/PaW9pvfJul9v6u47o9VfqkXBz7VJi0h13JHepDjEdyRDAAypzuXc4liriJbJzBtKRTcMZlCcRB+1Zj7e/vB354oa33Mrg4hosxUB2loUeXgoT1NtMX7slCgtK+7gXxDqqwv/AGDW+H7YW6j/ANq0r/3HS9tr+2TuQwl7Zm5Ki+1R7PxRUMQU6mqeUw0j41Wp6MxdhOJGolR158qTrcON/MCMWewi+1K9sHdK608FocqcpScv/tOl7VxteA2FXjs/lbg0faGw0XDf/shF6f8A+7mf8dkZ7GVmva33SutDKftFkH4GJIB2dn8rqji+0Nhf/wBNCN/6mTNkN7FbbjftcbpQf/gi/wD3V/a3zOJ/UmkP5YcypW9XAMDjL4DOH3VoR8qVLkqzEfjwm7+uRPptlH2TW3YvtU7pHWuhZxfCH+6SQf3HbWP8r6vhb38EH/4nFf8AqS9tl72U2GpXtN7q5TXyYtpy8i//AEpbaSOZL/fNNfy0rQO8DdWR4/c1V/8Ab0f/AInbNfsB7m/57fagwnh2e1npFBd+1VXTp/V4TiFIbIIIKXJCozahYXQtViCBtpv+Wea4m8HdUP8A8EVb/wBvR9rz2B6dF9mn2Od5ntZ12IyapXkLboLT7mRMhqMpUeG1cjp4051aSRcFPDOtrCf5oYNziIL+U23zO71faan4cpctD9EwI17iihKwpCpKVZpjgI1BL12VJJ7xEnTtsN+xk1Fa9qrdBwfnxGn/ANRX9kopEqsz5dZqktcqVKdW67Kd6lvLUSVOKPmpSiVE+ZUTs8vYzpvB9qndQ7+piJKv/wBWfH+u0bfKcbFTiPT+WGie9N8eAYDry8n2cdyJzdOYyl3/AAvlTf1ypvew2y77JVN91+1Vuj4XRkxhATm/ulRBH5g67av/AJXeOHd8eBHR40YeVk/+aXdsw+y0vi+1Lun/APTvp3/tzaGfaQIBj5zUf8saeHvG3XO//gapf+3mNsUUuTxWm/1/Dttb+WSV/wCvA3XD/wDBFU/9vMbYcw8818Nrjf4Nr55lbRyZ6BR5jTVLc5qorf8AkyeHt3Fr6a7QXIVGqjS3Z8Rt9hHhStHzbUFGp/NQG6pKdWtHiy5/Ff8AD8fz2tH6hzTXINM5EfOpf+X5/u/PaBNh4q8c0yLVHXIFBZQj9fIv6669h/pte7ssMwHYvuvEdPX15vi/Mn67M/ClBw5Fd+LTmOOv5MmbN59zf8e+0jEVRpdLlcVqnrR0f7Lp7/gBb/TYmYvA+bu/91yuFS6sxwPl+ZSfx/gem347glp3+v5JSF9C0/wdudU3tQKX+lw83+rxU2/Dt37/AF/Lamw3jivYtxG3FgUl/lV5uhDRSnTQ3P4nzP4bWALTiYz93ZgUZ33NF4iELTlSjN0+my/3o4gxHRsULpbuE+dirR0OoV82v0P5f6bGU5mfQapEd5RfxFJzr+X/AI7FWKWYsXgT5URhaMnXn8SdLi312TI7D+XzKVZ7nETO67D3v7EfFlO8Dw5GnbpVlPlr/rswMbYeoOHHfuvwFrR8q/8AUbUFQq9LdqnCpbWR9f6q+rKOx01A2MsPYBgY84nPy30PsdKFpWfT/p32JUndbxmhYdgyZnWZi3GX2jbi+8ePC4qV5fmUkdgD6HS+2g6VvKalUH3X7vfYfcR4/l8x+Oyzxzu8awlXnGmnUVFbHWlPhX+zTX920Gl13EeKKpAo1LiLhSkO5M61hPT53H7+3l22aWopBBxYsoa1u8xvi3GX/nP5rJITkWhBTlazC2nqNNPPvbvtrepU2LQd3LbVUzoyJQ0n/F+H77bMrddhaLRqMxzTKFr6ev8AW/HbvvKp2HKpF5CqNIyZs+b9VWw3IJzBs22Z2wrRGqpWW6p7pR0dKM6Pl+v8f5nZi1We601/VOAhCf1/FteM4OpcCA27RnvB/wCg7BO8XFDVBitxWsi1v/L+t/H8eewikEDuaKTeZjfEcppyl0vPnczJzZM2XyP+ffZTwqzWYDvCqmRhf66kZVZj+X7+22zN2eF6XPitz3YiOtefIpH5bNSubrcEV6gvxZ+HoK87X+yH5bFREhCxWZS3YIdlOoaqnAfQ5lV4Bm/C+zkqlCaixW5UBlhj/D82ytm09rAdecgRfjwmHfhfrpT5DTX+PrtIxZvxiwGojTTT/wAdfCyKRl6vU+gGt9P27UZNrxhHDLxGCiTwmm/19qLGCnapAca4uTp8Sf1vLbjT8cUvkGOayLfW1m8frtCxJiDmovCgU7gLWv8AX6Vf9dmgBiQXZooVYZrzUpzkKtUULQvNnaWcua/qP+GzGnRcZV7Ab8XFFRYlIydC3eheX0zCw0Ha49PU7VcDeHiPAc/hVTCfHiv9SpS7cJtR9fPzvqLWB2F9+mK95cqA27QeVhU6UjrdaWFqTfsOwy+t7H8tkrELPwJbuce4t92e/aVu0xb7rnvcenLkKadWtfU3rYG/a1x+Gp23JhmrNYjgMVlqWhcV9GdK/F+X5Hby4m0Ge663xWlrX+ujqzKv+2/fY83etb0IDrcDCVWrcVjPk5dpbqkpV+Hlfz7etjsXYyeoMMHnoVi3HuHMJQHHZVWYz5fBm2VDmJIuMpXPu1ZCIqFZ8mfKrLf67C9K3DbwceQGJ8+W4iajKv76rKlSR3v9fxA8yPTYwf8AZ0lO0vhYjxixS32/HySQrzv3JH8aajaxsgyFhVBk4XxHS/cM/wCOjJlTn+W3odltXdyM9qU/9l6iw+ha+Ly6+lX5EaH92wTirHTu5b7g1UIOKIqMqcmqHUq73zJOXse3n+Ohh0z2mGmp8SVF52E+vwodazp8tL27XNtbdj6bSH8YTYRD6n4OadpblLr2E1/3urKpNh27/vt+eysoz7vs8b2omKKNzSIT6/i5FjqaJvY62UR3F/8Ajd9se1LQao0xAxRhOnSs+VpTusdSr98pTbW1/UHttCrWEvZp3jcPi4hxDheatPwkTE81HzegUmx73t1A+nnsDuBobtlobb7Mb4X3jbtG6pS5bD61tIU0nwqSvuARqRtkKo7wseQP6B4LD8JGZCESE50pVftfxd/TTbVlB3G0uVRnKXQce0Srt5Ep+FIQheUdjw1kHX8fXvbaBXvZgi+4X3Xc/NNp8ce/Va57EjT6dvT12774I+HEzbu/xnWefl0uVSWEcdGRCEfMr+6SNBoL+Z/AE7GlAwzi2s881wX2GPkRlPh/AaHt3sNhygORYFecpbsSVx2XcnxU+FXbzF+3f0Oz5oeJZUWluOwIiFuMKT/u6fTy/f8A5bFAkgNM6pwrPwvihvmoi5TD7qk8VPTl7HqTpp621F9nD7pdaityoD3R0o8B6fx8xsCje47jKe5xafkWt1XSuyVaE63/AC9b/t201uqkYSrNGbdlMoRKy9SHfm08r+v5/jtBxu5kuSqxFVOo4tagOfdFrQhScjrXV56DTt6a7DRxHvG5pie7ElcqheRSJCClOW/kqx1B1Fidfx21JOwlAn17msOPMMI/71F0Ulz8vI/s2Ad6WNYuA/uHwFofT8VhCOpSjp6EXHlfTt9dj9lYEWmHG7qqtYopbEqVTor/AMmZSAh3/ePzH6nX67NfCUOjfE5BpCF5+tpSMqkq+o8/xFwfXbJm4xis43ny+FzsWnPq6FpdKM30t2PmNNNL630ccPcpXsOVT3zRt4VXR4lcvKd4rSfoAfK+oAtbyI2E428S+7dDveTjOg4NgOO1RlhH+NHT9Ow2Sm7zfE7i2sz6W6zkpaM3L8VYWnLrqlWpymwsCT30tcbSMZsNYtlOYcxbUUSn0ZcmV3Irvp+09r2N/Pz2jM0jDmA6M5/YPo/8+rJzK8hmGnl37H11vtygyfUCt8GK4vFfpcVpDCH+hTqrJ4aNASTcZb38+19hehw6XS3WIuKMPORVv9cWYxZbDibeoB/aCD+6/KoVil4jr0el48oc2lxZrqUIno6UpTe+qhdOU9tdb9hs/o27Td9g3CTdLgZKiwtGZppbufNcX6dTr9RqfrfYb8SRM5Y/xpWaXKYgUGkuPymFpdadzhSlaaaXzKFvKxP46bSa97RsqqUFjDlUiLp1RYUlK1oWUocT65Dc3BHkfWwGm03G2D8L1SU5z7s2kSkL+6r6k8NI+tst/MedwLX7bT8OYb5+LEgYjrcWqNsLUpC3Wgh9xNuyvJy/cXB8tex2oTiWxulXB3TYyrMqJiiVjFFRhdK+V4pQtnTW17pVr5E/kNi+jtyqDXuQn50IcjoyuqstGfXoNtQfyI+o2OW8FRWqDxcOS1oQhrJwk9SUpHmB9PS42T+KcTYyoNUcdgPQp3KrRxWnUhSXLpB0SdQTcapP7NpXylod1ujQGp7FU90vwn86eLy/gct2sNNQexABtr3ttetYW5+U58Vh+VKaUviys2Zz0C1C6tL+LU/jtR4U3nSsUQOVap3KzcuRcfVWVQF9Mwvb0/D89v6iVes8+575e4cVjN4OhX7+/wBLfUemxMcQZMir3LRffLE+Vx4s2Lmyux3zm8tLg9afQEHTy2LJ2D6Xwm6pFqKHJUXx8VGZGltFBIzJJ9baX7bf1U3lYX6OVl80/wBLTuTq/C9tL/XS2yxcxriOg4oqbs9pfu6or4XMZCpCrgdzrlI7EHT62sRQKZ2Y36lSMJT6N70ixH6XUWEfHaQ6lbUi2pUkjsb627H6HYMi40o1UdcpbVW5rgfCdQq6VJ9L/j5H6bK047lQMUP0Gs1ZDCJqszXMOhCXLjyUTY6d9bbdMUYIqkrh4jwbUEMTmEZ2nWlBSVJ9FeSgTob3H02vj4MIqfMn15dZgVRyLFdW/FWrPxc/h/G+lh+VrAfTYipvuZqLwq88uKtxKvix7KSr6qT5Eetxf19FnUd4UqjUvi4oiMMVFhSs3Lq6fOxHcj0te17a9xshsab48W4odcgRZa0MLUrKhdk/hY6WsNB22Iawqyp8ZpPE0zBFeiuRYGLIS5TDvR+V9D8wNxY6EdxtdbvcQu0GK3wpedDHztLzZVX/AG2P102xHScRVSg1luVPZW+tHiad6VZb30J9fUAgj12e2E95+A3eBPgS34T/AEolRXVhKv8AEkWAWNdRcHTt5ARoQy27dNYy8Qe+YHNNPZM6M+dPT1bRp9NadoznNS+H/wCKn/hsBUXEjTrTfuuoofiv5V9K8yVJPmO/5jY+xHOagYciVSL8dC8ng+a/kQf+B/12vVXsgceUGmJjUBrlZUtEpHg6Vnp8rEEdx+f+goJ7rTspxpplCF/Ln6VKT5HXaxFW988SLApKEf4elSb+elkm/mfoDtQ4qhSovAdddyOIWnoX08S9hYG1rkaC2uu3bYUThUaVPdirqkCWjjxVp4rCbZ+9/W/4A9/Ly2Z+61cWjUZyve6WFrWhS3VKR1agCwHbyGot5emw7PwPS5WEvtHFdlIlIaVm7oX2vkURqpJuPI3v+2Thvevhdrdy5S+U5KoNoV8B9BTmsNSFWvr+ZF72O1viU+6WacFfa2sv4jdiIRFf8CUrKkt/T8f8tT57Am9jdDS6819wyIlMeHMrL2/09L9u+2bMLb/N7WEq9LdoOIZSKdVH+LIpchIWhnMdAm98pA6SQSCdRtoOk4lr1egN16ss587XxVtWTlSfXte3n5+R12bXdti2Imo+EMUYI593g87CfQtD6E+NlViNLXzJtqLaa99kDIj8q7zTvgX/ABcbb6i051qjVZ1rgSoT7TqkdlZV5PlOqgNDpe37NsT4jpfFac+E4jo8GnT+zYFkqYPsRYDvxeN/vbdpvNRYrjrTWfJm2iYcpE+fPc4WfgN+PJ4Vfl/FtjGswosCluNcH5NgfzTsxexIjUp1x13h5F/+ZVbaamHF/RO8PJ4c/wDx2iwk/C+L0ZNpLC/i/puhebo+VW0tIWTU8KA1xWns/wCrn8XrtXRpkqU647wejaUnhOuttcH5uv8A5bSpIixWv1F5P/M/XajScTm/+i4Tu3J+Q61F4TvX+orP07Vcic01K/S9C/1OpP8ArtyqXNcL4X+NP95P+u0ASYb7vBFlcf8AxdSP72h/12LpmH6NKa+LER/jT0q2XG7KY770ca4y+v5f3f66bN1traxEqRugJJZdo0rhNOrWhfhV/p6bdVVXhRfvXDXn8Of5vx2KZdGalcRp1n5VZFbBk7Ck+qcSK09kWj+7/wANq4gCm05kW0WqQHGmnsi0fJ+r/H8HaqgynaNP5WV4F/721dVaFi3CU9uU6yvJ/ZOp6kK+l/8AQgHaRKxDFr0XiusohTWPH09Cvr9L6X9P8owwaMDyhU49Fiutu/7T9EpHhzehva35bWcHEEWV91nvZ/76/En/AI/j32F8JVxqe05Anso/wL/ZcHb7qtK5Ce2668vlV+BSvlV6X8/ptNlK2jmdiHDLfKututPcRhfgXtyxHR3a9F4sXIiUjwLV4XPof9DsGUfGTtLlchK+Oxse06dFntcWA6haP/NJ2zWrfTtkepQgrFy627F4kCqNLYz+F1PV1f8AC/r/AM9okOFKiu8KVL/wKR+7ZjYiw9z8Vx1prO+hHg/WT6bA0ZTTrv6FaMmZORf63pto02i1ciWBn9MddpfxZUT/ABLj9PT9R2O37BosCqO81Fe/xJWjKpP8fTaybqMV11yLK6Mn6yOlX59h+e06BG/Scrk6P1Pl/D/htZ7NsFY/xKVNA5Cstymnej52v7vqNjGXiuLS2uV/SdOdC0dP5bDVQo7tUd/ra0PoV8L+6r0/A7RWcE1mU05KdlrW+hPSlS+nKPL0F9qf92WrcMIV4D3/AGI90u8HDW8ajUPPNoM9qYhp1ZQiQjVLzRWASkONKW3mIOXNextYsD2wfb3xZ7VVBoWF3MBIwbT6PKdnqaYqypvOPKbyJUVFpoJCEF0BNlXLt7pyi+aFVzEcCU5FdZ+GhfW06n5h/H7PPawYqcWqNcKfTsi0fqW/d9DsQVhYT7pxpzDvCc+dC/8Aykq2K8F4qxbu5xRTd427TEL1BxRRVKU0+18ybWUlSDdLiFDRSCCCPqAREYplBlRfhPcB/wD8yr6/T6+W1OhMqLK4U/Oj5c6fD9D+G1pJE9CcG/yuTlTozdM3z7gINXlMoTeVS5iOXkL81cu+hRav3tnX+7UW31fynmPN4uF38EbpsKI3e0+b8B2a1KLs/gHuhtSUoTGv2KkBSrElCmzZQyFQKI1Pdc+L4Pk/vHz/AGbfLUHhVlyL8iNhmVIWMXdJiyqbqsb4e3itUlmrysPT2qimGqRy6JGTs3nCF5EkaXCDYeR2vva/9pSve1ViPDWI3cBowu/h6K/A4DFUM1DyFqC+IVFpopIItlsRbW+tgBIW661wmnujwf4dv2lyYrXEad8fj/xbVGZ22X24zHO9TcZi1jeBu1xA3T6pwuXlR5DXFh1CPe/BktgjOkHUEFKkm5SoXN9u03+U3pc+Kw7jz2fGX6uxol2LUm3Ws3qkus50A97a27XNrnDLLk91r4TPRtK4brTXxdpzJxG17U3t7b0N9FGcwlFp7GFMNP5VvworpddlZTccd0gFaAbHIEpTca5xa2ecOzKDiiK5FdZRzSPEhfiV9fqD57R8eSGnYvFaZW4tH6iPl2BKM67Fqnws6F586Vp8Sb/x22q6ZXIkrN47jfb13tbh8LxMB4owyzvCwpS2kxYHHlGPUocdIIDPEKVokNhOVKUrCVJAsVqFgCbFH8re1Fo0iBum3As0GqPpXmfqkhCm467GzhYYSni2NrguI01v5bZHo9SdlNcKV+nyf+V9R/w2+arhpqf8VprI/wDrZPF+Owa7/gyjiLfeZvP3jb0MW1LG+N64/UapNdzOyHVfSwFgAlKQkBKUgBIAAA01f2KfbxnYt9kCB7KErdazCjRaXSaX9oGq2XXVchJYfSvlSwkDiGOEkcU5Qu91Wsc/VrDsqLKcalMrR/6CpO1EqF8XlfBs390n3DOhzJ9LdptZpdQlU6ownWpUWZFVkdjvtkKQ4g+SgoAjyuNQRcbb23dfyrGIoFBRQd8m6iNiSUygI96UqWljnLX1djOIKUK7XKFkE3ISgWG2Baay7yrH+7tbNRthy+3cJs3Ff8qbvFlYtoVTwbu4hUvC9IlLflUbn8rtWSWloS25J4JDKEqWHMrbRJU2gFdiQc5+0vv4d9pbeW3vLn4NRhqV7uYpy4CJ5mIytrWQsOFtsknObpyC1u52BRGd4W1fNiOtbdOCgTRXso+29vL9m6l/Yw0mLizBrj632qbKlGPIp61nM6Y7wSoZColRaUm2ZRIUi5Be2O/5V5xqlvxd2m5xFOq8lKk85VJQdQyqxsvgtJSXbHyK0jzuexwNTU8J3/0PaxqLH6N3g9H/AKrtwMqw5mkMSfyh2N9424epbkd427JmryqxTXYErFHvnI+p0qK25PKJjBGZCshKA4lJy6ZQQBk6BW8R4IqlNxlg2rSqRXqI+mZAnxVBLsd1PYi9wQRdKkkFKkqUkggkG4Za+LtV1yG7yD/+HbpPpZtzBP8ALJj3C3S97+4xFUqjCUpVMpE1KY8hYH6QsPJJaJ72CljXT02oZ/8AK87xHseQK9SN2VLRhOnMvo+zjVUU05KWpJCHnJXBJ6BqGktBIJJKlEJI885T/wDZSmetHR/e2/KW07KlfC2LiU8Y5vaJ3uu+0Pvaq2+R3DCKC/W0McWnJlc0hlTLLbIs4UIKrhsKN0CxJGtrm29mr2x97XsoYil/Yjg1TD1XdS/VMOVG/LyHrJTx2lp6mHciQkqFwoBIUlWVJC9p8f8AstvyoUlqU6x8HrYV0KR/kfUf5bTjxkGej0f+VjwRKgN16f7OLiK8Gs2f3kytCV+gf4GfLfzyg/Ty2xr7U/tvb2vabqiKXXuBRMNxV54tGgLPCbVaxcWo9TzuqgFkJABslCSVEg8+LysD/d2V1R/r7jv9/YSHcZE1r7HHt41T2RsL4lwa7u4i4np1em+9orqJ5hux5nBQ0UOHIvO0UttkWAUk5tFBXTmnHdflY3xbXcZSmkIfxDVJVWfSlGVCX5DqnXMqbnKnOtVk3JAsCSbkwXT9127Mjmmv0X+PYu2dNE+yZ/KCb3/ZcpX2INJi4ywUhSnY9ImSCw/BWpWZRjPhKsqCSVFtSSm5uCm5vpGp/wAslg2BFfdwH7OTkKryfG7PntNNZvMngtlTlu9iU3/WHfbzUkxHYrv9zbi20078J3o/UV+rtGJ0ZO+Tffjv2hsbv483i1VuTUH0oaShCOE0y0nNkaZRc5G05lFKbk3UolSlEqLb9jn2x6h7Hs7FA/m+YxPSMUcup9pEzlZMd9gOBKkq4awtBC7FJta2YEkkHLYZda/ReNC+le1jGmc+1yrv6TasuvlLvfPvOlb7t7WJd6s+nMU6ViSZzr8VhZUhnQJCATYqshKUlRAKiCogE2DN9mH2v96vsl16W7g3gVrD1XWl2qYcnurTFedAAEhlQuph7KAkrAIUkJCkqyoKUcxS3ea2ktx3XapwtulJ6TL/AJZLBDcU1SN7NcpnEjjXU4urM8LPbsX0slwpv55ASPIbY79oP2wN5ftN4jbrON3WItOg50U2lw0lEeGhRubAkqUs2TmcUSVZRYIHSE1UozTspzhdG1UpPCd2gjcJYCaX9lb2nP8A0WreVL3lUvCkXEj8qgyqIqA/VDCCUOyIzxeC0tOlRBihOXKL5ycwtY02+ren/PJvVxDvVdpKKQvELqJDsDmuYTHUlpDZQHMiCsdF8xSk69tNkMw81+l8G0iTMlcLhcZey5rPqSRNQey57b+NvZMn12BS8PMYrw3Xcsh2jPz1Q0x5oyp5lpwIcy3QMq05LKyoNwUnMPQ/ahw3RvalpvtNYN3RM0XlpztWlYVTViqK5LcYeZecakBgFtKy7xSnhEBYXY2WMud6aHXZTjTr21sxSvi/3F/wdjKMDBlCBH97U3tQO+1Tjym48n4OZwu9TqWil8m1UTNQ4hDrrgczqaaIJLxBGUgBINzewCt0e8J3dBvVwpvUgURFXewrUeeTAXK5dMj4a28hcCFlGi73yK7WtrcKyotyov6LaOJ09r9K8vadkCamzumlva19qWV7V+KKFi2fgNGF36JDVTuVaqJmocTxFrDmdTTRSbrtlykWF762C43XYulbtN42F96ECkoqj2F6oxVOQU+WEyuGb8MrCVZAf1spt6HZatzqpxdialMz/wC127Yfug38Tkx7+1d7Uk72zMU4Ldn4NhYElUsu0lp96s81FSiW60DIecWy1wkNlIKiQQEhRJFrbPz2/wDe/u0pe43dt7Om4zGNLrWG6RFaVKkUmeiQ1w4zIYjNLWgkLKszzqrm4W20o3JB2xeqgcWB8Xx+NH93YYCfvXCda+bJtK+5wtlzQWeK1wnWej/0HZj7r8cyt0O8HDW8qLSUVd7C89M9MBUox0yrIWjKXAhZQOq98p7dtg2B91it8Jrb9mTOK1sU4UQRfMZPtae1TK9qTFFFxRPwGzhd+iQlU7lWqoZqHkFxSw5nLTRSbqtbKRpe+tgpd2m8V3dfvLwvvLapKKovC9Xj1RENUgsJkcNebhlwJVkv2vlNvQ7UVSPxeFtXTE7ZtjtmVLtnMfvtf+1zJ9ris4Xr07d8jCj+G48iGlpuqGaiQh9SFFRUWWilQKAAmxBBJv5bJOgymotUY4vgWvapy/C2/YzvxW/7i9jVWbmlxZu+6f/Z"/>
          <p:cNvSpPr>
            <a:spLocks noChangeAspect="1" noChangeArrowheads="1"/>
          </p:cNvSpPr>
          <p:nvPr/>
        </p:nvSpPr>
        <p:spPr bwMode="auto">
          <a:xfrm>
            <a:off x="130175" y="-3436938"/>
            <a:ext cx="5734050" cy="76485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4340" name="AutoShape 4" descr="data:image/jpeg;base64,/9j/4AAQSkZJRgABAQAAAQABAAD/4gHYSUNDX1BST0ZJTEUAAQEAAAHIAAAAAAQwAABtbnRyUkdCIFhZWiAH4AABAAEAAAAAAABhY3NwAAAAAAAAAAAAAAAAAAAAAAAAAAAAAAAAAAAAAQAA9tYAAQAAAADTLQAAAAAAAAAAAAAAAAAAAAAAAAAAAAAAAAAAAAAAAAAAAAAAAAAAAAAAAAAAAAAAAAAAAAlkZXNjAAAA8AAAACRyWFlaAAABFAAAABRnWFlaAAABKAAAABRiWFlaAAABPAAAABR3dHB0AAABUAAAABRyVFJDAAABZAAAAChnVFJDAAABZAAAAChiVFJDAAABZAAAAChjcHJ0AAABjAAAADxtbHVjAAAAAAAAAAEAAAAMZW5VUwAAAAgAAAAcAHMAUgBHAEJYWVogAAAAAAAAb6IAADj1AAADkFhZWiAAAAAAAABimQAAt4UAABjaWFlaIAAAAAAAACSgAAAPhAAAts9YWVogAAAAAAAA9tYAAQAAAADTLXBhcmEAAAAAAAQAAAACZmYAAPKnAAANWQAAE9AAAApbAAAAAAAAAABtbHVjAAAAAAAAAAEAAAAMZW5VUwAAACAAAAAcAEcAbwBvAGcAbABlACAASQBuAGMALgAgADIAMAAxADb/2wBDAAMCAgICAgMCAgIDAwMDBAYEBAQEBAgGBgUGCQgKCgkICQkKDA8MCgsOCwkJDRENDg8QEBEQCgwSExIQEw8QEBD/2wBDAQMDAwQDBAgEBAgQCwkLEBAQEBAQEBAQEBAQEBAQEBAQEBAQEBAQEBAQEBAQEBAQEBAQEBAQEBAQEBAQEBAQEBD/wAARCAZABLADASIAAhEBAxEB/8QAHQAAAgMBAQEBAQAAAAAAAAAABgcEBQgDCQIBAP/EAHcQAAEDAgMGAwUEBQkFAwEBMQECAwQFEQYSIQAHExQiMTJBUQgVI0JhFiRxgTNSkaHwCRclNENicrHBU4LR4fEmRGOSojVUshhzdrTC0ic2RXWzteIZKFZkZnSDk5SV8ik3OEZVV1hl04WGo6TDxDlId4SWl6X/xAAcAQACAwEBAQEAAAAAAAAAAAADBAECBQAGBwj/xAA+EQACAgEDBAEDAgUDBAIBAQkBAgADEQQSIQUTIjFBFDJRI2EGQnGBkRVSoSQzscEHYtEWQ+EmNPDxRFNy/9oADAMBAAIRAxEAPwD1HnP8NpbbTzaHsvTmVt5q+31Q6zih1+stceK/BSpSmvElKPm9NPmHe3120Tv83mVSjb3qZRmqi4xCQ0lKksWzKSruu/YlJGidNb99NlTvvxLXqDwHZ7MLEKH2s0V1XSmYwrzB7pUALKSexFvrsO3VLRWQPxBdzygn7Je6nCWPNyLGHN4NDYf5pD7tGqiWsyktLWSWVK7qQF3sO6DmAtmI2xd7QW6yqboN5dSw46y+hhDuaKtV1Zmjqk5rAKubgG5Nhrrfb1R9lvDsWsbm23cO09iKw+6667SeKUrp8oKOrKuwCtCRoLny2pN+uHd329rBtSwHvQoi4uIac1kgVHhBEhtQ1Te1sySQCO6SNRrbbz9XUmpcO/Cn8ydR+8xtuQ9pGe1u+c3VY3w83XqWyxycB12ylNw1eKK5fxIHibUSS2bpsUkADkul0vmuQpcTPF+RCrqyp8hpp208x6W2E8JYclUZ1/mmeA/FdXxWshSpVjqbHsPMenrs8mMA1Sqbr5eN8OZJSKcrJNaad+LHv2UsW8B7BQBAOhttr29RS5Rs5MzxXg7odeyLh6lwN4Md12rck+j+pOtLKVJUB4fQ36hY6EEixubs72qMBNT6z759yRX319T/AAmglLybEFwC/fTUDW48+5x/u5quLZWI2JUCorYYzfF6OnQg/usPqNtWYgqFZlUZiVVKs++t9r4TubOhSk99fr5g632YpsymHMZqywxFC9Hdo0Btqsu5Iq2lclUlozKj+fDctcqa8woglPULWB2o93FRdoO8FzC+KKS4/TpubmEI61MoKDaSza4WjKTmsbKbKr3sLGC95OF6XAl0bEf3pC/AlrqW2v8AHtYnW587eV7ohGOa9hyqe6+bWxFiyFSKXI8TsNKr9CF9wgkk5bkAkgWGmy12mywYGcVf0Y1t5WBZWA96ECswKgiL8JMqFUUqGWQhNjw1ZfmANtdFJIOtyAzcM79cEYXxGxiNpl+U5KYUmUlhJTld0vqfI9wQbj0O2ancSyqy7ytZeW+teXhOrWVJSo9regPl+zTTb9gyOFKcgO9C/k/j/LZsudvHuG2eM2017cc5qA5AgYTYfyZuBIlSM2ZPkCALH9o2RiPaA3gu15+qQIkJhjMpeVDWZLOYnQa6Adh+/ZeQ3HeF/gXkX/i/57RkPyoErixfAvxJV4VJ+uxqrS6c/PuSJdYn3o43r2I258qooW/nTkyND+P+e2jMLblvaqlOsVmA9TqRx0IdzOvo9AR0hJIv5jt5Wtptl+lNtNYoiT5TOdCHeLk+VX0/ytt6D7uPafpeJGo8CqYTqjC8qWuLDjrfR2sDYC4H7dhXUK7AvJ7aP7nXdjux35YOlLlVTFmF8jyeE60iAtWgNxlIKRYfgNsvb0t7cWfiipRXaShCIUxcVC4t0IVlUb2SSbXOoF7A6dttcbyN12I8UQH69hLelXqPnYU7yrqyqPlsSenRSSRp3NtvO+pzGmnZcWVnfQ+6vOvxKz3Nzfve42DZWNmwepxqT1iaO3Yb8N31egOYSxlUH6cy+hTSJXCzcNKuy7Jv56kWsddNTszzU8B4Sw43Ai1uFUaXKUlPHYdRxYMojNxk9lcFZSVZfkULDS22BGHPv7fC+TxI8KvqB/nbyO13Nadaa59qWvIhGfJnPh89PL67ArpQ4OOR6le3+I395NDd3jb+ML0FqIhyVzTEie00gKS8wg3W6n5VAosoGx0uLa6+hL0SC1BcdlNI/RDiqyAFQA/i3128i8F76cR0HGUCfzfNP0RSVQ319LrKRoE3A1FrixBFrjUX23nu/wDahwlvjo5pkpn3JW2UHPxV5o6lEedurhrsUk2JSbHyB2MXRXG4cxjdwBP7DW8ejRcZVrAeI8j9IfdVwluoCks5/Pt4SSQoeQIPkdq6vbrpW6rFDmKMES+BKRmlQ4ql5Wnk2+LGN7jKU6p00PfS52z1vCxJKpeLXKo1E48VaupKbpW2lWlx6g6g6aG/ls4N3O96fiiBEwvWeuVSFJ5ORISVKeaF7NOA9yB2V5i4OoBMtqq7WKn3AfM7HeK07Anxa9h7+iJT/vGBHkLUpUFazd5CCUg8NSsxykWB89NUF7VOOcGz6XAlYclymP8Az4htX6k6i6Sb2I8wLXHYd9tJYxx7u+ixXMOYjpz7COFnaXkGdtKgfCrvYG9j+F++uH/aJw37+wb7+pcvjv0t1aFraWEpkMX72/WT4reYKtCQLFotdDgeoZMzLmPKz70rLfFlofyfC4/+0SOyyPI+o+m2zvY49nfFtBawvvGxREYXSMSoYq9ElIUHUsupPUlQKbsuFFja4zoJGtiRimh4fn4jr0SlwGs8qbIS0hK15U5yf+p/Db2E3e0nEWCNzdFpkqJyXu7l+agacJOQAHIbHKkqJUBoUkqFyDbaLnK+pa11RMmEtXTPr2N3MGwJbEVcrhL6/wCzuCbj8cpSB9QdnxTFcrh1gVRpltyLHS1ITplzJAB/I+X0I2zc/Oad3jQMRxc7yGEoS/Fz5VKaPzJ8ipPpobed7bHtbouMsb4ybZi1t5uiRWmpCFNKyKlWXfhOW79J0VpexB2rXaLWyICtwyRNe07jKjYSxbH4WeLFm8LPIaQVKZULkLsO9jYmxB9O5ubVDDMB2jOYoi8qtdXhpVMWx4XlHsu/YkEkX7i4BJBB2oN+e57+cuvNxfePKrhcJSs6c+VOt16akAakdyL21A2H6pRd5eA8L0nC9Zpy10iKhUWPKadztKQLJQNOwAF038iBcgJte1z3cAc4nKGgHvBentYcYgNM50U51M2HKWs8WGokhSQfnYWoglJ/RuJSRa+3Cj48wvvBwuxhysuromIac7ngSmF5EPKNyW1i9s6V9Tau4BKRoRb5xVVvddLf4Xx8iOprxZtDdNj5EaEeeh8r7LVvATvvSmuu50QaolD7XXn+ETcqGnUUgjMB5EG3ewrMZwfciwbjGvTqc7FwlXap7uYW++j74nIPiKCchURYXuAEm/kB6bJPEGIos/Af2co1JQubS/ir6TnZQtSsxUq5tkURZXYpte1yTr6qbuItBwHEk0aormwqhCUl13MFOx5gRZ9BA7oJOZPmO2oIO1r7PHsz4SgYNn4oxHEXKm4hRnTnspptgXCSlNzmv8wOtredjtK1PLg7funkxVqFiN2s8Wl09fNcX9F+qtOtjbTXQ+hB0NtnfjaLPi8hP4yKcxNhJaf4qVK4ni7pvfS+ht3uToSRpGDudwlhfeNWmoDWeVCVzEVp1HhaOlgSOm2oBNza19kH7TFN+LwneiLk6UJUcqV+d/UEX1PbT63h62WGB+RElUKvu5pfEixWV1SUwpKuKv8AW/u5baX1ubm1te52hwsc1nn25WHKdFhdWVCorQz5tDY5bDXQAkdwbHaug4A98ym+VZ4COni/Nl7ajtf91tm9hPBuHML8CU68h99a0pzZx1K8h5AK08gCbeZG2dfra9JyeT+BB22hPum2PYlxtih7BsH7UYnQia5McaW1KT+ju4QhsjvcpFgSbEm3YDbRuOa1zTrlGqlPRkXldiuoUVJV6EHS1+xB+o2wfheRyFUfw5VGVxfhJXxUpPVpcEkHyBuL2Fidb7aMpGBKzFwHQceNYhffXnUpaHV5mshWQMp1t+Bvqb6bTp+pajWA/pkfuYBHLvwIDb+qXKi8CVhz4HHWrNlVlU2onUeWh7gj1tpsB4WqFZd4lBaZRNlMNJU6h9GdKkquLHz7Xse4t3vbZ1YvVFxHS3HWuHzrHj+b012Vu7zD8+l4jruKJXDWthSY6o/ypYUAVLHY+PuLaaj67d9OlreuY8QGkPdzVaNVKzU+QpMqkVegqW7KhLUXeIwkkF1u9zlBuLanvoQRtm/2n93+N3cUT8eNU5c2lvr4/Ow7LSlAAIWsDqT2uSbpGW+bvs1FY2ao2I5+KKM6uFW4VSVkR+sknKpB11QpKQkjW+VB7gbS96WPsW4cwRTd7+EskqnLlKYnx2k/AznslabdFwSQoWva2vYsmp1X9I/2gyn+2YPqWIpUr4XyP5Vrz9Sc3nrf9/fbSu7GFiOfuqorXun4FOdU+xIQn5CDmQpIFwRfXyIy+hO1RiDAG7T2h6M/iPctSUUHH8VC5FUwkp0IRVE6ZlRxoniXIIUiwUVBKwhRBGhPZyxfRqXuvoUWqRH2FttJhO8VOVbKkixStJF0keaTYix0BBAZqIsTB4/InAwsrG7SVhfBrG9WlvRZsVENL8qO0gpTlSOtaRe6gRqR3FrjvbZYYU3mxd78p+BS4mfkpHgUsZm1EX1AAt6ga6WI0Ozi9pLH8Wg7m3MG0HP7xlI5WKlrqUnS1gLHQgka/TXZZew/uWdgYSfr3Kfen3/1DnyAAC/n3BNz5G4NiQBa7To1HbT5xKoN7YjnUw01g2BQapEQ+uE6h+LI4QSplY7p/wAJBIIuT2Ouw9vEwPRp7sTFFBa+61RpTCZCbZ476LZmXLAHM2QSlZIJQtIN7Ekvxu3FdgP/AHtcKUx1ZF/rAapt+PYj9+y3pO8WLQYFWoLrK32KjlkIy9So8hA+G6nzFx0KHmkgjUEbK2ONPSMnEtqVCjiXVEqv2S48rFEREpl+LwJHbqQsZVEG3mL3Gl/QjZVx8aT5X3+fL6+ayPys2ZSnb9LhIsMrrQCyRoFlY8lAMKM7VMUUutNeBcqEqRAWh3qbdTqB2uNRp5ggfmtHqk1XpTFUrNDiwkSmkqq6GLqQ8oL6nADYgg9RTpYqWADcXHU5OHzxEjNK73qXAwlhKm4tgVDnedhIWhGcLVmyC5QRoUeRFtO2uw3uJflVSfLitS18khHNcLwpSpdwSPoRobaG1z2Fg7E1barMXhNPSmGKR0NZl5mEqIF21I7gm2ihobWJHna+zpLd9/T3eCtCH46sq/lUpJvkH5Kv/u7Hbt26hCPiUPHEc2K8ONOwOF/t/wDzVu3/AB2jYBxzS93zv2cxG0x7rqKlI4qkZcqzqOoC1wbkJJF9bHtt1xNV5XCYa8eRf/LbP287e47XnXMB0GndaM65r+ikqaVYIte1lZtexsNTtqXZ/lla85jdxXEdr2Mm/cNQYfhMLU0uQ0oKU3eykW88hvcX0Go87bDG9CfQcJVSi8+0hx9GZ1fT8nz380gJvr2F9TqLwfZ4jNYcwbPrM95aM8hf6VRy5Rp5+QNyPIg+t70OLsURcUVlye70SqdIU7TpSOpOU+NpYsLpKbWv2Pn659+oVV/UMsXM5by5kDBuDefpfR/575+pWUm417djYEX8j9dlZumwy1i2s8WVnXKQvOp1Xy6aedvO4HY/XU7dd4eNncZYS9zRYi/6IkKQhaLpzNEgiw0uAe3la+mgOxt7LGF+fcnyp7r+R9CF8JdkpVa+qfMX+v4eh2Q6aUvc7DDqd7xr7vmq9AxQ3Pi5FrhIXzGbpSpBQQQT5X0t53IOtrHOm+dPNT61K6PgTXXcq/1y4on6dzqb6/gb7bHwhRYEWLiiU1LW+jkFLju/M3YLUoWPncAWIPb6bZqxtu0xQ7hx+s16JkYrbS1Q5TShlzpOYG49dLp9L/jsx1LTMlXh+ZNq7h4wI9kzF7tL300KfPl8rFWh2Ep3KUo6k9PbTuAD5XIvbS76xvgFql4oqVUgS4vHlVZLrqVXS1lWQrOcpHQdQVXFiLakiyV3K0jC8WVE985ELfWtrNnHT5fhpYkaC50v57MTFL0ql0vhQHVypT8pLTWdZzOJv3BIsPOyfPTte+wdNv7OGGYeqjbVuPuXW9abhyg1mmxZT01+L0yJCEyih9KVaE5gdSLaX72v522DHMcYXoPP8rLm1GE3ldYfaU4h+OrS4cQlQSts+ZGoIuLgkbUJwdXq9Plz5VW5paOpCVJKkuIvpre4I7m6bi1tdDtFbYpcprkJVJ5J9ClRX/i+FeS4Chqrq7pVqLmxNtse76tdTvUYH4gWUtH5iCqz8W0GJVIDvHp0qKl1TSl/FbQpNyQb9SQSexJFr/gnq1KxHiOs+68UVxCOAp1MWUnqWpN+nMQdbpGp1sQSb+czA28+BPwvL3cutTWKpSEpU0vIcqUBeUFK9TcEAi2liCDobCm9B+l4NlMRapx35S0Jd/S5kSGljMh5Ch0kXunQn0NiDbT1dp7YIM4jbPmRucx5WaXLaqmJ4Xuth1MqBN+VPSMyVhJBQoWN7E3GU2NrCzwlWsUUuqe5q81Fmvyk8uj9ErMpOqS2r9c+SQQFBXa9tgSk75pUWBLw5Apy0U6ahTUhpTvhuf0ibqJCwSVAg6fXts38WezLjzAe7Sm7xqXVkYlizYrUiRFaQUuxUuICkuNm912NkkCxvqL3tsfT9woGQZ/Mqh5wIc4uote+wfFi5JWHq8011NIClR1kDMFoUD0pWMxvawuAQRYUtMxbijCVBl4clUlDCJTHK1SKpJUluQBZMlklWaxFikknp0JNtBPd5Va9vG4mF2pc1vpQ7yrUofGSTqUoWq9zbVIt3vsV4hbgYSqjcXEbsqbCmtcKO7IaKXY60BVgHEJuOgkAG4ISPTbZTzTIkH79zSbgOs4jqjtWw5VK4j3JKyLRxU5VsyBky3Glkq8JsTc5dBcE6K33PUH+arDVGrPzph9DCwl1SEtpC+CoiwVkvYkW9R6ZOxtV6NKn0l2gy3+VmtJizWs2dSbHQoWbqVYDMLm6blJJFrbUxfFwljzd9woFbiv56St2AvOMuZA9PIgjL6jX8C2noboZTuM82/aFwnRvtHLlRasichhKHUTWo+RbySBlUpAAsvqCVpsSVJJuT1EW9klFLgb5OQrPA4FUgTKatDqcyUu50FItqB4SdbeWuux9v/pzsXDn3plcV9Dq2vPN62Hr6jX8tlpuVqfK736FVK9EW/ClZWpCsmVal8PKFFPzK6dTYX797bUs8PUbrzNp7o1O1SqVbdfWcbzaRzrq5VE68qG5+QoW2F3ugLQTmRqlRJJTcWKh38+0JvBoOHIG5afiybzrEpNGnx1JCXXlJdCElagCVIIUnKCbjLY5iATd45xHhfCXPyorr62H0Z2s3iS+gCyCCCSCLG/e5uDobp/DGFK97Rm8tvHlLelSl0uQl/iz3cyHnW0ApazKBUCUgWBABItclJAEqIx3kcwJr8owN/lIwHQcG4aqmDa3wJzCGl8q71LZVa1rEG6BoCk6EZbd77Z5w3FxljLEctqLUajS52R1a3abmSptHZeUg3SCFm1jYGxI7kMreRTv5wd4LdLlNSqcxCXkkMKTkWyts2ABHcdNwrQGwANyAaLA0Thb0OE09x+VdfhuqWotZrXB6rHL4SoHte1wRfYepddkEM7jCCl07Ee7TCVSoLstdRhITzTS5COL0CxCjfpKmzcKFrKSQb3ttHwhCgUuA5WYrK4s1+RmaXn4rXCWOpk+ZF9RcEWSQTcAk7gv1mfjdtqBEf8Ad3IOtOuv5OFzXykBIKUgjpUASCbKHcjYPrbfubjwGoiEcCQlSI6E5Ut99B+HkLeX02XosLfM7UcoHlpvT3b4owk03vzpbyKvS69RmPtDFSjKtlKSQHyCfiCxSlROqSMx0JIYmE5mEotLwfPrORbFUoykxXeAlSUuhCSnNZN1BSTlOoUDYi9rDvu/xBK3g7lm4HKTYtbiokRUKy/AnMJWpP4aDpJHnY37jamWzhL7OMQHaS5TosFpXKxUKOWG705m03GqAQSkEXAsLmwO19Ri1dkivzHEiUzBtBqmMp8XhcBDa+aQnJmSq4sprUi6Vi6gq5IIsfPa+wjvKqlGqkvkKhx2IXCQ06tZS6lIIyqzG6iEk2CiLE2BJ7gcwemqUGqT6Nihn4E1pKoEpF0qZUP7NfooIVcD9lxfZgYowLg2vNN4jwlEXRKjwlJXAz/C4trqbbUTmCFZSoA3t2PYEq6ep62zAlPkyslQYuLcUMNT5a/jtKlOuoQEqSom+caFOqjftYgnQaETsdRsLu0bkItWWio051SVuu9TTyCL2Kh+jcFikgkgkJIIuQAmFNgOz+ao1Qf4DbSVeHKpnNoUnUjQfhca29L56gxWnXItZ46GH0KTKad6VKQtGmU+ZOhBF+31Nm/qSW4EjG6CzNM4XHlcZD6JTqepCypTboy389DexNrX7ggC2xKmq0bC8rkK9ERwKvHRNhRVpzdaDZQT3sUqNwAACTra9x94cwRi2K1TazhKIir+62k1ZWRaVuyGGLZwGFWLikrAVlAIPUBodIvtM716DijGWCMUYSp7EWUiQ0pfCuhGYuJS4FK0ASVm3kCBrrcA1d7HIMuEVIOTlRazWX6800xkfQjJlQEKzAG97eZ0Oh0N7abEmGcRVTC9GflO51wpS0vqYdQjK8wDmICiPEct0n9YWOitbPH2CHff1FlUHI+uru5nWvDlULZwsDsASPIEZtQNqfGVOlYXlU3DlZe4FEmuqVHlIX1N6kLSvTTKrVQ0Hci4JutZY4bIg3rC8yGqRQcW4jfi8JHwFrdjp1QmUwmxIPUMqstrkX+b02mqXFd95e687FOYdRKjrdQErbzJu42uxyW18QACinNZJJG37gTdTyE9+qVSrLlMQneK0phWZ1uPnyZwNLm2ZIF7XBBOux9iTDNGwvhyXF+61BFXi81AqkN3pzAgFtwHsNcqkkAgkaG+zqOSmYaivB3RFYNTXsRz58We63FXFnux0SPCjTVCtL2BOUZhfTuBY7Mqr06jSpWHp7rL8J+K6w1PyXUlOVSUlxCrk9vK3lb8IPs84ciynW2qzEXNirmyHVqa8SUkWudTdSVDMRqCARpfYoxPJpcCVEwlFzsVdhpcxXMNBHEjqIWi4PZVswv5jLY3Nglc4Z9sO4/mMHd/u5+LKrNWgT5aFxajFadRIW0ELShQu27a4KtTYqFr21vrsOVjdnWcB7oMPSqzTs9OYmLRHmtO8XjXudDe6UqCrZe1m0EAEElse1dXZTs/C8XlERV+7VqTy68zDyVKSbsr75TbVJ1SbjsblIuYoxRKit4NxRzTFIlKamojyroRnSFJQ6kqABBzK1BAJKrk2ts9XUuzj3M97POVkarNfd3WmePKiyEOtKkJzJeSCVFKgLHL3ABOlzY37xX8f0aLKl4XawawwtE9U+O6n+sMsKvnac8nk6pKVEJKR5kKsPybh9rhSJTtR4D8J3riqRlUpN8pKSToQQSQe4Ise+xDhWmRapi2JFoMv3jK6YrvHaCkOR190OJPhUm+itCLKA0I2pXWxsEqGLeo7NxOCotL/p51lCFymuXady5V8K6iAfwzWva58zpsxq5Bge+abAleNh1Dub+7nF/x7a7ckRnaNAiUvhIWuK0lORH/AB+na+wZUp0/7UU1qe90cxwms/iSi40+vptqWDGFm1phsSFm/rfVvG3aSoFew5TkIojGVqQ+6lK0PKOgSRe6QO+bQ3t31srsffyjcBrAlSgxcPvxcUPx1tQFIWFsJdNhnPzAAEq18xbU7Bntr76OFKbwHFl/dYrXFfTn8SwekW/EXJ/DTTbD4Q7VJ/NSuvP8mY/kNde/qb7bFGlqCAsOZl2uXcmFuG8a4ji177W+9pS6u4/zC5S3TnU6SVE5vW9/ysLWttq3DP8AKCY3oFL5WvUNuqP5cvF4oQpSvWx0/G3fva52zTgndRjLGUCXVMJUlc33dlXIaT48hIGcXtmAJF0gk21ta+x9h32b97VedjtNYTlMPynVITxVIRlUBcgknTQ/n5XOztqo4/UlEB+I16/7deLa863yGGERfCnx5kJ9T6/xrbts2PZK3zPbxt5Uh3G1WisuU6Kp2O14U5iSNCTYkJvf8b6ix2QuL/ZYxvu+wHUsW16owmOSQlSWkqKsyr6gnSyrEBPqSPpZL4fr0qjSpbsWWtt9afHn/bY/gTf1BO1WoptrKJxnjInMzK09g8Tb993+HOJzeIYudHyJXmV+6+1nhHHtPx5R261Ss/JOZsilpyqVbS+vlt5I0fEk+e1+lWta1/rZu/0vprp9e+3p9uAw/Kw5uvoUCV+n5VKl/wCI6n/Pbz+u0lWlQbPce0alzkxqwF/E2hY3w3BxZhKq4cqDQcZnRVtFKv1raH8QbHaZTEfF2lVCQIsGRKc/sWlr/YL7ZOfIQlpw/E8cN5WEmqNjJxqK84hiE7l8ZVlsu5RqdBckD0G0DBdaoNBxRPdxHT35rD6FcBOfwqBJB1IGv0ufpbY03qVL3pi2uuxehHHWtf8AiJ1/z/fsn5E12e7ysVrOv9Fm0T1E9yT5D67YfUr+ze1acnMR1Fn+2OqmubtMURalFqlP4CKj0x8q+tl0DoJJNzroSCDY9zqBI3xM17C8DDzteeRCWuGiEjlepiQgEnNYdiNL/ke17q2g4QrLte5Ce6tvlcq1/q5vJHnYnKdNL2vfYlx7j+s7wZ8SjcFb8WkdPCX1KbUAEqI87eZA0Gv0OzeisynPBkUO2OYPb340X7OYanxXeO/yqWs675lJAI9SbmxOtjfvrbYYwbM91wH681k4KJSWltLR1Zrgm1/P0/DvsUYrjf0pSaM1nXkSnIjxeXf9hvf8NqvAeCWsW1l+LzfAisPqkOoy+K1wALWsdTc62zbTrH2jmali/pYMfUDFjWPJ+HuQpPJU7hZJvLtDJxUosXLaW/D8bWudmnu6nuyoFapcqosRWIS/Ai2VSVEjiEeV7gk+uo2W2C8OtT6DLgNVZFI5VKuXRlHxlX1+ut7gE67WWBqfFwvKf5+oZ0TcqXe3ynv663N/y9Nll6rpdOmLGA/vFlsqT2ZU4tqlBgV5x37QoWuLnRwkJzZdSbW8/XTzI2Ld2tRwvPw5PxQ6znRTsyFKWnKrMASB20uLfuN/PahGBMOSqzLqjtWRzS3VOsZ7KQrU9B/bofx2NcQwYuF8GxGqXEhPsVSVkm5EDLqki5F/PsfyGx9L1LTXN+mQYSrUVknBi6wviWe7i1+fKpy1t1dasvypbtcjztoNNP8Ans+5G4vi4Icr1eqPK8djOhrJmUlJGgPnex1FtPrbZCUKmV6gtcLrqMWE7xVrWjMuK1nFtQOwue+ttdtVVfeNyrTdLns8dhGRr+6roBv+++x9drhSmfiQ15BimOGWsB0uk1SjS3+V6GloX4ctuq573tp6k7CMvE7VZr0/lc6ERVJjws3hS6rzPlfsTrbW31200zX8G16lxIDsRjoVxcvy66bDDe4ulz6zPn0bg8rNdTIda/vj8PQ/wNslLTaM1SjOjcjiZVfwJWcZYoiNYoxivjrqTcBCFdSktJurpufPQel1p8ydrvDu72LS8Wvxay6w/C4qmkK/2mU2vbva/a4GzuT7KFZdqjk+VVkfEdzo/u63T+zTawqnsv1RqK/PaxD8RCFLSnJ05gNB3v8Av2Mn1CDLAyngwgFImO8L7L0bx8dPLoRZPbW4/D6+YGyz9oxyfAr1FxRPyP1GttNNPqT4m1tXTbTva2UHU2SSdQLkFZpVUoLsSVKzsTYrqXWndepYNwD9L/lbYPrjVZxG05VKz8dinOqddz+FlV8xP43J/f6nZ06jeM4xJH24g9VjRqXiiA1PlrcR0Kkd8ybo9fIA2voTa4te21bhRbsrG8uBKzrp3xVwnV3SpxN+m+mhykXA7a+Y2k1yp0t2qOOymkLffyZejMpKRpbtpc63/HaTSWXapw3YvDQth1KGkfM5mNtPMnWwHn2ttRX7z8TPz5TlWqFXuFEnwIi8j7+Rp3w9Yve30uPPyP12h1eVKo33DEcRaKivKtPF8Tn5+f7TttbCm4aVi3dLEwvXmfd0pEpUhqQ1bOlJ9L9u/by/PaVjX2W4FZoNNgcVD79LT8KQtAzKUPMn69/xJ2c2OsKPKY/jLozVG5+ezkXkV0qT1ZreV7/8dvigYMdxG0xWcUM8rkSlKWEfq+qr+vYA20H10cNV3R4ow5VG4FUp7b9LYd4qnUIGZWhsO3e/f/pYXrrnCdcitdDaPl28f/FfXrunoKaPuPz+J1zbFwslQpECltcKKyhCEeFGiv2fxfblIrPF/U/9auBrf+PTYcVIdd/wbDszeDS4E9yl8bI/kT1frK/Hb59XR1Hq1nllv/ETVGhLiDE8XDkByfVJeRCPk+ZSvIAaXN7aef5bKvDe96qT6847PdWthebhNfq30Atp/wBdljvDxDXsUYy4Up1b7DDvwkp8Ottbdr28zci9tL7OPdfgOBFabxHiPoyJztNeFX0Ovn/lt9C6T02volHdt+75P4/YTQrrVR5x5ezpRMEY3an0bFtJQia/m5V13xNq/uX8/O1tR+zYZxhFoMCqORWmUPrpyltcXKEpVYnUDXQ6n89qNmuT+K57haWj+8j9n79usbB+LcUT22mvGv51L2Fr+r2atO3V/wD3l+4+wpXPqjYidanttRWW2F5k5VpR+8Dt57bA3Mbq6pVIETFteqD/ABH/AIrSfD0+v4nv6bJbdb7LdZr3EqlZqy4rELNlU14nFDW2vl6/Q/Q7a83V1KK7hKI006hfKpU10KzJ6dNP2baH8Mnub0c+Qxx+0TNViNueT8T0tqVS+FK+PwP1+r89hmNCa4XwujY1mK4sVz++jYUYG3r+2EEuTumcPa3LUXDkDi/+fH+QO2SaliWfXuUgNdEVjNlTp1f66eWttTtpv21J7sr3ThyK8hC1rVId/upGgP59tds80KkUt2lyJTX6djr/AMSRt4brPTLNRqDck7ttNRYj9w4ywlEx5VOAivIa+9PtJyomJt+kt8i/VPl28rDOmLsUVnFGKIlBaafciod/S65ctwlX00sLjv4b2uDsz61KgUbC7EDjZ6XUU5HXfEptRFswF/LS48wLeYIM/ZtpmEoFLq2CK8yj3ih33shC1BTUxA1bkx1W0WkXSpIIC0XBFwb6L6kWjZj3xDU2V/Me+4zAUCl4EjzsOSn6fUH0pU+vVSHHRpcpOliLAgeg9BsD+2Mr3NhKlYoqmT7rNTFdnpTkS2lWobdIvaygCk2tqexIvoPCVdw5OpceNRnmG+lWVpNkqSR4tPUXvb0I8tsbe2uMUY7wRXYEWtvse61JddipRkRKS3cpKrdli4IUBYjMNAbgz9Mr7JqfkH4kai1WXEV+HJ2F5WKKbWcW4eYqkJEjI/8ArONKBSpsqHcEEkfUAgg2Ox7V93dH3dYoiV7dhUH5WDcVtOxfu7oWuCpdkqjPJVe6RmFswNh3va5yPuJxRiijV6JRp8SVUaDUVqiyEu3WllJ8wTrodQNPpra7xxbUJW7SVzVBrfHlZs/ILspGQi3WkaWtoL62uNsPTaKzp7dukEg/8RFGsB2exFvvGw3jLcPiOfS3WkLivqyLadTl4yCOh1I7hY7GxsCVXuNdqHDmNMeVSgy6W7XF5HHeLlR05VW8jqbH9tvPTb43pbxMUbwZ7FZxRLfmymE8JDrvUplPytm/cD9bUnQkkgkw8PVDlYvNcLJn8X/Hb1NIBHlHqhtlfIl1SK78VnP+vn8Wb027SYkWvRW4rrWRfVy7q/lV+ofx+u31U6lFlO8Xwf39uSEtSmuLFd/xpSvL/wBDp32I1WftMs0iQ+aozvKz+thC8mf9X/l/H4F1JixazPYad8fyL/un/O3l+Y9NoHLuz8jXGQtbGXr/ANsj6jyUPMeuvY6X+EcOT6pK5WjU99a0dSMvyp/P+LfhtVCftaTv2+5as0uVS5/6biMLRkX/AHrdj+W0tTHF/sdmTE3N4oqjTbU+owoS1qTk7rVmsTb0uQCR+B9DYwwV7MzU/iO17EL7C0fK1bKpPre3Y/gNnUTEH3R/LEHhGXAi7waE7XuGilsT2HZWfw5AoE6eeg7ee3qFhHHm7nEcVv7EYho60ZelprIhSf8Ac0P5DbD+M9ze76g1TkJ701aP10L/AHj/AIbVD+5dqjOon4cxDK4H6Vp1p1SV5fI/iOx9e9hfZXW6ltNgsMj9pJ1AqGSJrfe5TvaCao1Sn4cxZRF0tDC1qaai8B1LVjm6lKUDpt53z6c7705X5H15/wDe7n8/89tE0/ebjel4Xcw47vCmrRNSuG61Ps/0kEGylgkAjyBBB+ljsp6ru+qlZlORYsthEr+yzLypcV5WI7E+V/P9uyn+qaVsAtg/gyn1Vb/af8yjdhxfiRZX9v1okeFSVDz+hH7/AD2jq5pqA5+ujMn/ABf9do2IaZWcJNNxcUMvsPrVlQtXUnN53Pl6gnvY7U0zFHK8Br++n/CpH8fv2arsRhuSGD7l8YN0eO01Pluu9D+dWT+8kfIR6kagj6jTS9/TaxPpc9uVAdWhaP1PF/H02j1mO01Kc4X9p1oX/dO0JxqVwm5TT2fwpX8qm1+hH7wfPbKsseyw49yN+6MaFvG4vH9/RFriykJ+KhWZUdfbTyKT2II00FwL3e+6GPFxlKc9w/HfYjpUxIR0qStI7KSTf6W7Ht9dsjsO/wDjdC+hafFlV+Hp/HlswN2mI8R7vqoxXqDLfQtvrVkX0uJ/6eR0I0PqHKKFs9+5YDdHxvNo8p2luT6zk+6rV8LxKbQfELkXtmNxf/PbINQpWI4uI28Guy3F0uqTUJa+FmSppRypN7EAlPcakEKFiBs/94m9prerPYge8fdz6/0rTS8vGWBbpBsLnXQ630vrt+wcCRYsWmypUtibFQ6haX0XzN2WCEkfQ3IIItc3+ry0ig8fMKDsTMJIHsTbucBu03G9GqEpcqEpDuR9fRpY6gaG+tz+z021dWJcDEeA25VL8EqKlaEfqq80fiCLdvLZL7x8bNNOwcL8XJzsdfCV8uZGtvzANvr6mwJHuVrzs/Dj9BlPZ1xV50IWr5CSD+wgft02xX6ytXUxoGHsZB/f8THsvdrNr+oK0XGcXC++6kxapnQxKgJzcVHwlIKylR1uCQCQUjUCxHYE6gmOxaXXmHaXnXnSnM0nwuJULgoV6+eUmxtoRtlLfDC5Ws0mqNOsZH30tIUuyeXdukXUdQEnQ3I0IN9CNjSk4+xbS8ZYXoOKKeuKt/7qtCVZmu1ykeXSTcDUgFJBIIJ0KgEfHyZoVY2RkIxNQmseS6XWKTzUWqNKU1UmGl3byEBSV+YCVKuCRdJUQfLZgS3MLxaM3S5/AXFf+69dsrigjuToASBe5I11vax2zxvzxS1g3FDFZo1Q5KqLQmQ074mpCkA3aeb+ZK0EpJGoHmQCCP4A9p6l1nm8JYjp6PjrUlprOfg+aWwoXNh/ZrFyNUkGwActurR8P7hA49Ss3j7uGpTvv6l/+cuo52EOp6lx5SQTwlkaEEC4PnqNDYkawVhnn+Hg2qVDlX2Pi059Do4XMIN0g+aQrUEA9iQdCQTqsbzcL0bd9WqXzaFypXihOrQlfHuA3JjkjqUFFAcRa4BChprtbbjdz1B3jYccxHWZa0SlyFraQ0+fgqCjlzoIGh1VcEghVtCDdC2z6i/CD1B9zzxP7C9YqlZlPyosRfKrda5+AtJyKlM5krKCLHwkdQtmSQTY6Bu4HqTmDqYujtMr93Balxc/UlKSSSPUa377DmG4TOCanVoNTeQy2zKSt9a15k5rAhd/lIB7+YNz52n4hr33/lYryFxX8qF5bdKjb9xvcHsdtD7RCnygfjvCDuI8UfaijcBh+UwuO70ZkuZblIV6aG4J00tbbEntGYbqjs9iLVIjiH4q1NOqR4vIjLbuD3OpFvqDt6EJp9UgcCfF60IUrN15kuIt2It4h5HvbTbIvtFYmwk7Xn/06333UoTwrKUlZsTYFJ1t5aGxPmDamosVaS7SRZtmWWnnYEVyLS2eA+hPStdsqtPO/qPrt+7oqTiPFG8ui0Hjcda5SZSYrt+pCAV2Bvp4dD2NwPWzCe3ewMUNc/S6s+xx/EmQwhK0q7ghQIFj21Go0vcbGW6HdBWcOYypuI4tWYXNpDTqY6M4zqUsWAFz4R1WTre4GnfbC02o0llmM8n8yPDdmHs+S67Kbr1GlsfcpCaXNayZX6XM6lobfB+VaepKrWvfuDo3t2GN2p+7l/CU95mLF5hXCa+WPqSoNkk2Fz4dQD20I2z7hyjY8rNe3k7wapROAwxPQ+/C1U/wAkpMlCRcLbGVIJGoJuQBqB6BiTEbs9+LFiLfp0pSXciVFSc4KbFJBsgkaXtb10vs9ZqfpTsPOfX9IItteaMxNRnd31Lfr3NrWh/NmT4uo9rfie1tNhVtqVKpb9ZivPxVzWupH462PqD2vrY+R2CcXV3FHCptBi1Z+VRKinJlfutTawcwAWTcG4IKe1wLX8jlKvc27RhpqoNrmsIzoSrqUrQFTYAve2pA11JHnoOxk+9DGFs+TMuoo9UdxRVnXXuacW6uRlR0ryi9ynS+dI1IJ1TqL2NjndHvFw5hdqfgjHlJ5rDWL1qhyku+Bt+9g5cE5FXsQrQg2NwdggiqYjxQ+7Al8DPIUtK2L/DUL9YsesE90nQgqGl77VFZi1n7OVKLKZbQtha1u57pSlV7dJF1FJsLHuCbGxFgXSXhsj5nVNkmB283dbi32fd5bfKy30McXn6DVGl5VuMX6TcHpcRfKsXsb3sQq23oPukpbWN8L0LeXWadF971GHxas0wxlaqCwi6pAQNOKDcrT53UrQ3ByJQt7NLxlgNjBu8aI9UZVB+LTp6F5lJRYJyrNgq6bmxsSQNRckm3om//ABlheBTYuCKjx0IlIdaQ7421IUCbDuUkDLcgkakk22dbEK48eJprGz26rFE/+lKTFfXS0KRFUpPT2Og/AC2pGnY9tnnuMh0v+b5ie1ERxJWZ3PlyqUk+H91rbZyxhheLvVwv/ONg1n3XKcSlNZpqOlUWYQLLGujbnynsCQCPPbT+GMKyt3O76kxWpnH4ENrxIy9WQXH4Xvbudq0qWOWg90z57VdSagT4k+LkzvoU07k6VZukJv8A+g2P7RtmqJKdgOtz/GtGV1prhZlKtqdM2pFvI2v2PbZwe0bjGLi3EbEVqJk5HMh3J+sLD99u/psvMOYvwk06/hKqU9b819KVReF4841GSxOua1wQL+RJ028t1R/qNaKVPAitzkmPKgYuwlXsLwMUUZlCGKo7ydSYa8MWohvVeguM6LKCfPqA7G4lSsOO1SUxAi09hc1D6USkOuhKHEBepN790lVja17AjXWJuoqMqqVmfhKfTosViqNJdzfqyEOZmXB3sQokFJOoUqxPbYxYw5WXao3K62H4ubN3ShxBsVAkEWOml79tNbbek09KuvMJp13cmDe9vdXWd2lGW77xQ/Cm5eAprpSpgWs2Re4W3okjqGUtkE3JHLd4+1giBSa9yj6Fvr+8LaWVIeYPdRGoFrkaW/bYmBvgxFWfumF6pnlRYspMpqRo78BVwvKrxHp1Ke10pvsQV1qBRmuVgVDjQlw0yEoWvMjKoXNvW41BFrg/TYFdSpeSPiUsC7iRGpi5tr3C/PaeW+xws/Fj9S0oUNHUjsoC4JHpf8Nsvjd3Xvtv9qHWvd3vuOlp19r9FISOnjcMGyXDm6rdylJAINi5E42da3fQGoERa34Tq460K6k8I2zpXqSkFBUU+V/QpAP5Bo+I5WHHHebWh+nI5iAhpYWrIPCFA/pCBoQLXFwfXZ57NwwIDdtgRjfG8WBAf3fRc7D9Oaaadj5MqXkqBKQntcmxtYd9O+wLJlNUalscLP15VcJ1HU2s3Jve5H4HUWt5bfm9DE0qs1RhqVT0IqPFQjIlJSlV9VC3cWIFknsTp5bU+J50qqOscXPx8uXN831H5evpt4nrrsWAkF+IJYakNSqzLdde/wC9KWv/AAn/ACIUdfofw22L7NcDC8qfVqM7LRFzwmpUePnHw1dfEbBN1Eagp7gC4J7bZEoNPdarL7vj8Skfn+P5/u2Lo9HxRiPFtCi7vmpv2rQ0+7HdirLT6mkoJW2QFBK02FgCCDcgAg7Ofw+4qchvkS2nc7o5KnU942HGqlPo1RpzHW+1wvFxF3NwoEAIJT1JuSD5am2wJSt+lZn4Xf3aVl5h+FzCZUJWXwqVckIXeyL3UbEG97WF9qHfBLqmLfcUDDjTzM2UjlZlOWvxLuEJFr3uNQbgdrX0sONAOKIEBvCUWhxX5TEjplLSUqbRchQWmwVobHXVKgQdNNt3VW732A8Q6DfZtldh6mu8KXFlO5PvS3UryfIbiwtfS9ibenbXZ54ZoDuLYtCoLTPNSqW/1ur6kONEFPWo666+XfL2OhWGLKbPw5KlxXYmR99PFTk6k5T3uRf9gHp2vrT4E3p1Td9Pcn0uocBfCU06hfUhxGpsoZgTbUg9xa489l119emOw/8AEbuuFShJp2p1LCW6Cst0GsxOAuoupySsnH4arWSokkFSRcAkagG9j22UPtCYqoNZr0TDkqJS0SpTC1QKzFkDLmA0SspTbKVAAX1BN7bVVExJK3l1SfVPeM1+qSlNcJrhLdyuo6m1sEXKVg9RSCAoHsTe6M9oKZKlY3cnyqeiE/NaRmQ1dCOKi6VgA2yKLgWSnSx8ht2udHr7g+Ys/wBu8Q03MYl9zYj/AKojms+SU1IRmTqSC2sA6i5INjbzBBF9hTfHVmqzi2XRovNOMMOraaYdd4qm+oktm9uyiQDbUam5udrv2ZKa1XsRz2p+R9CIC3UryHKlQUkAKV2TfMbXICiSAQTcc956eLjxjEfj5pprj8VHFXx0dJzk6rV4LrUcxGqgSCTjWf8AY3k+jAYLcz+wfuXqkqlsT59QYir6fhOozIUnyQqxGUkeYvY+W3p4JlCi7oKE1RsjDD1LaRCSr5VhodNz8xINvU7eYIxxiOvT/czrK0IWlKWlo+VQ7Dv+YN76dx229E6fAo2LfZ9w3hx2X7oqK6WxwuKpTS2ZCGwpLgOigMwSq9vCSddvWdKspsoHa/vJqBD8zHlRU1VHatXoDTEWVS5ipUebDUUfd1uKKr2N0lDnzXFrgEaja9rWJKzvGoMSfKeyPsO5HVI8SlpNsw9Lg62sLai4O1dAq7TWMql9o6T7rlV5COK61+iclWDT6L3KHUqN1ZhdQJJJIOkXEtYi7r6NEpfGfX0KdjoR1dSQeg9jlOawOpBGtwSQwQVORCWqCJZ0mn16l4jw87VKGiVTqovMxIayrS4+hwdAy2ssJIulVjZWlwQdndvjOEouI2KpQXuVlVGOrmkMJydatFFSNEi+twLX79zsjqXi2lz6DTcUQKtKpdRYlIfQ60vOqO6k/pFNXObL3BsSARbvYk28XEm9qfWZeI69EwvVKcwwwt1UDOhak5bCSLkkpVcFQAFhlIBF9iGzYkFQ7LFbvSrVZ4s+LF+9IR+nad60pUAAFgk5h+FiPyO2d6JiifFx5En8F9CIMpK3UtIyqSkHVRFiP719R+V76vr2Avt47zWHK2xFXKi/FSrqWnuNReytNL39LHsdkJiLA8rBs9ue68h9x9PQ+lf6RSCQpKkqJIWDc6k6ajW+2bW7Dl46toMMt5WPpW8uswML4Sz87UUpWhaWs6HFJN1E6XST5ptYG3mQDr3DeAMJblsORKzQcJrpcXEtJYdq0VCDk5+O2gIlt3N0qcR4xexKQe5N8r+zPhugtVlyvNZ11HirQtHyOIWSbgDQEWGg19bgAbbFi4hnysBy8OT6jx+BIU7DadQFKU0dS2CQbDvbz17abaFbh14k790VO/LAeHIGF6LvGgNRYtbYipm8XOpTFSj9BcbVckpdAXZaCCkjKtFjZBSjmGazhfEfv6lvPxZS8s9iQ0s503A89D9LeY73vbbQe9vebg3eDgOmwHWpTFbpa1MSkMNZkJRk7rT2SgqA6QBYpVlNgQANOKsJVTDlJdxG6xFlQoSGHUaZlZekEE6kaaC1z2sLABQkPlDL0+T8wewZUHWveXKxGILFUfVN4vhajzARmatqG2louoCwCSLggGwgb6KfFgT58rg8DnY6ZTWROZKlHvZQuQQc1vMfQdzuDindfAnuSpT0pHwEsSlKirU0pBvkKl5e4zEDXQGwGltoe8WBhLeXApsCg4hpzD8XK18W3xGj21107ef43HYFdZTgQtlW4FZUbhHIv818SBArb6JS0uyE9BQlMj+0WkHsDorKLgkEXJOljX6Fi13CTdZw5SYuIX6Q+lqe006OYbUQChxbZAzoV4cwJ1FiBcbEGLmaNug3acWBTuaf5VPMcqvOlShZCXE27WFwRa9r6m9wsMAe0VXoFGYwvijCfJU6oz0rpdclNLQlt24Kmi9bKnMdLEi9h5ajjlORFEAp4+ZNwbXMZY8rzder2E106kVFPu1peZKkcduxIUdcisqgQm50JOlrBmSKNXqzWX8G16oLQinZkNOutZZDakgEIccCiFp0TlJF0jquRfZPb7cRYopdLf8Ac1QXFhVTJMlcB0fDfQsKCsp7XN7qANgpdxqbtLd/vRaoO6Ci4t3jUmqe8VupaTV0NGQxMaLZW2V5U5mVIbCUkKNlXQUqUAtIJvkYWfNEwz7hgNyp8TPTpqFpRKTbpX2vmtbIdU5SbpKbgi5JjoTWZUrkGmX5XAayJYkdbTkcX7AkXF7K9Rqb99ibd7vNwbiisuRaDiGlyoVRXndiyFjJmUAQvKdULOlyLEGx9SWvjPCuEqNgNzEcWJ7uqMKKt11D90dOt3EnSwIBum1jZJFiLGy07GBHzICL8TMuF65ijCWN6K7VJcpjDyJD82HNYz8eGkLspnNopaBnFk9VwO1wQWhufpeA8cUHeLhfEdPpEpcWaqfSZU9Lak5o46FE+IJNgSRopK1X1tsv5LMrFuEn6DRuPUZS3VSn1x2lq5W40cJT4PEVXvY2se99qTdnAlRYtSgSuOxVMPL5V/hLKZCWr5FFaUqBUkpN1Eam6iFAG+02alKiUMgoZcYwxDiiltRIECnIYchT/wCi+YdK1ZELAbTxstybdObuQLE3BO1DjvEdZxHFcle8GFyn3XfuDqOqPKQAm1hr8yQFWspJJB0ILY3q1WL9nIHCp0J/pjoUlHjUhQGUqta9kjKl0XWOGkKOayjWbq9z9Un4tkT3eBUWKjHWuOt10eGybIAIA4gWhNknQkXBBIIGX7qZSUatnOBKfd1V2nZUSg0Zp+DNyKalMPxShaUK6XG1o0AUhY8QuCCk2BuA0p2BJTUpultVCF1o6+KrL4u9hc2BsO/ftt+Yun0bdVAkV6qS2JVRf6GvhBClKtoAn5f8I6R2AAtshaA7vB3yUbGGKIuIZsKqUGO7KhQGnci3EI6ilCVDK6Sm5IuCLAgHUG9bMoAmglaUp5zQu4CgNboJ9SgV6ZS5UKa7mU18yU69QKh6EnvYjv67Qd626CBiOf75o2IUPyqXFXHgZPEprOVpRnuFJOVRSRcgHXUGwCfZ/wB3OCN7WF59UxvjGtwq90paS7M4CW0EICX0lXS4Au4KTYgX1Gh2U5wnv4pdel0ag43WxUaXMXCW1V+lrjhZ4LReSnKgukpSnNZBKki+tzW8InLyA9D8T4rVC3oUGqU2Li2nVFcKKtDtNWq62Ex73W0CCpCbEXKbgg6EC4vc7wsWysZbr/cLWDsjFBlKSmvNJyNN8xcpjPdJCVOOIOVRt2sdSL0mF/ac3qtSnKXijCa1v079Owh3OpPkTY6HUFNgb3sD5DY6o2/zdpWYs+BiihopHvuLyUrO0I/NNKWDkUey05gnv2JBAA12ii3D5+JQ6Op/sMznTsQypTrbTvEldGZWdHU4g+R76jsBrb8NtTezVgSLAo32tdzrzpSmHxU5VJatax11sbj8EgX02DYu5Hdo7WftHu5xitCH833CU7nS2pXfhuJsUkfqkEHtbXbUdDo0DCWEokDgto4DXShHhUrzsPW+thtsaNgx3QaaPtGCOJsQe63XJ/j6koyfMq5/j8tdk/j3GrvNS5/yQkcVC19OWwvc9vPTXTt9NrveniHlZ7/6NcXpX/eSu9tPz/z2Qm+/E7UDdzVpXGQt+UwppGe2ZSlDT6/j9O+mxrbBvBj9de1DEFjvG0/HmMp9UlPLXzT+deRZ8AsB+4D89pFNYa/S/wC4nNb+L7LzDkr/ANZR/wBNjeLI+E3/AOt/x57b2ktDDmYbjym7PYIwxFrECtT4tW4E1h1LEiL8N1LjSgCkqaNlpOcKUlaCQrqSRcWOw4eHnWmuan1BDC4qlOoVF8OQCwuFDN2A9CLW28m9zG9l3dpXnJ/KMSkPo4SkKunsQUrSodSFA36knUGxBto7sa+2tWapRnHYrK25WRbXFW74kkADNYAKUQoi5ubpubgkbXtoe18qeJyWbfGHXtu71cL1n3bhLC9b40phbqaiqO70ZU5crTg1So5yFJINwUqBtYXxaJbvPuf+X/vf9fx2iKnypX3qU6vr619XUrbgXHefY/8AHzo6l/Nb8vp277G4qTYJAXc0cm4bCkrG+N6LQWmVrQ5KSt1fy8JJCiO3a1x9b/s9eKHT2osBiA1/YISj9g2xT7Au6pqBS3941UZzrlfCh5/Eloak666q/KyQR3229TZLXF28z1HUd2zb+JsVVmqqXbLfCbttSY6kCLg+rO3yHlVpT/iIsP3na9zabJD2pMfNYWwEuI06OJNdShfV4Up6j5j079u22dSN1gz+YkfzMM7zsAO0uqVJ1r9PK6HULRmSpJsc6e3kex75baHZIxsJ1mjSm6o11xW3+EiR8ilCyii+ovlINr3tfbVW8fGbsqjYer1GpKKpFq8d1p11Ksyo76ALtKI0J0JB8+99ds9R8UxWost2BxEMvqUifTnbKS26gnKpIKe6SojMLHuR3ttn63S1m82fkxZ/KfzNHxQ7RqnVItWQxFzpTISpR6k3SQCLDsoJtY309CdhhGBcb+9GHYDq1rlKS7n8PSbHXyBy30t5W8tmFuwh0uvNVJ3FsthHAUlC4/FOVxBA1AuLm9tLaAk6a3LKM79rXX5WEmUPsUv583ht5/sOn02z9bY2nTKKT/ScX2D1Ic/B7TU+BKnvdcVpKE/Lmyo/4+X5eu3OMmjUviNUuIhj9dX61v8AT8b63124VurcL4s+o9aFpQhOcdV73/H+BptKpOHJVZ4bsDh530pXkz/KRe9+1vXXT08tvEdV1vUNZngqoi1119ox6E+np/F/RO5F5f8AytvyNVf0fFezr+f+O+0heAa9xfitL/jz/jy24vbvqo1xJTsRaEdPWtWXp8u/8X28zVor9V9gJioqtb1OKas7F/tsmf8Av7X9LxZVGvhOy87GbqSvw69jr218++w1TMJe+Z7cCBUEcd/oShf617W0+nmPXYirG7iqYNdgc/UWFxZTqY+ZN1ZVeffW/wC/8NtnSdE6lU4esEQiaa5fKaf3IYTaqmDa07wUZ6o0prrRmy6Wv+3Xah3+1Wl4DwuxAi5F1HOjgJTbNmAH+Q7nysBfXZg7vF0vBuHIkWly0L5prrRnzKzgdX/E7Zu3wOfa2qQMWuy+PFlcWOhr5U5FE9rjWyTe4731F7bfRrrk0mjD6v8Ab/M163KjygXU95mLXcWsSuUfhMPsJ+EhHSqwupYPmL6i3kL+ejIwjvaxvFaiOwJefO6tLqflyg/t7d72+hvsv+HS58Xhc3wFxczrXFspKVWAITf1GmlrfmdruhVvDmF6C+7xuacXm6f759NTb6/6dtkaep6UpvrIEi66s+po/APtGxapVG6NXsjD/hz/AC5v4t+3afjbfK1Knv0agvIWhhpSpDvy/gPU2/02xkw3KlSnJ7TvAXnz5tcv1/jXvbZsy8G16l0Gm1SL1wq81nTMQr5u5SSb2NuxOl9PLbQ6Z1C/WfcvH5/MV0+brOPUuccu/wA4MViLynKoQpKuOi3l6fwNg3GVN914cbo0V5H9IrUtavmVlIJv+Jy/mD6nZ4YD3eNV6BE+CtEXhJRmX8ygLEj9/wDntyxJ7P8AQapS3/vcr3iwh9prIvMlKwu4FvyINrXv9NnOo90LmpcmaD1lfUxpK3bz2sWtyp9RQjpSpaEfqakef7rdze420zuL3c0ue7Er0+nIRFpCkLY6P0joFs+t7kevkQfTZW07AVe+2TdBlNP8fipQv5lZfX8h+Pp9Tryk0ijYSw4xA4qGGIrXUrw9htg9N1NjOWfjEySxUndC+JW3XXW2ovQhHz/LtCxhvWwlhKA47VKihb6E/ok9Sv2bZr3p+0Tyspyg4NdyIR0uv/3rX08jp/n30sUxNxbVKpw5UqWt/P8ApeL1L7+oP7dNdNmL/wCKNNprO02T/SLm/wAuJqHC2+Sg71apIiu/AQhasjS7ZlJ7D1ve2yH36UhrBGKG5XNr93TX0oyITm6lf2Yt28/wttN3IYVlVneM5VIrS2IVOhZlIRfqdUCB20uO+oP0ttw9obAO8veDiim0bC+HpT8WirU7zGU5VPrtmJubGyRlHaxKjfXZzqXT9F1FV1LjOBkR6sdxYBY2qlGiym4tGl50IazqT82e2v179vptW4c3dNY8a+9ROVQx8V2R4cqfS9u+l/y2+p+7DFuDcZMO4tpMpEV9rKh3xIUux7EeYFie3n38rPeFiee1hf3Nhx73dCRlRIyI63lEjv8AQafib+ViBaeqkJupGMS5QoRF5VKVgjCUqW7Rsk1+KtS+YWvMrN20Gl7/AIaaaWG3WlYod5Bx2svcPPl4X91P59tlJi6TPi17kObXwOnx+HL9dO3f02OUYRn1SgxIsBn9O0lSlL8KfUXPmT/mdu1dVD1ZsPEb7SMvnGlTFSmorcql9aOrOr+9fsfQ/wDHa0p+M6zRpTcqK9kX/g2FMH0l3BtBciz6jx8/S0hah0+gA7nX8fLYwVgDFDsBuU7E+G+lKkLR4te357eC1NNtVu+jJX4MQap15SH9K9ozGVLoL9GiusZH0qzL8K0qOlx9R3H5bGXs+75OQnt0GV+gWvp6unX0OyYw7u9dlVRijO1FCJT+b/5H2tcd7eZNzb072Nk7isZUF3n4DrD+TqzId9NtTpJ6ho7xqApIPv8ApAHe/wBxm2481qU1xWns6HE7UUlxqLxHXfAjMvZVbrt4E+K03RsR50P+FOfqSrY/xTUovuaW7xvG0pP7dvpf1AesOISrLNgzB3tP43+0eLXJTWdGdXCQrKf0SdB+RJKv2bRdz9NaqlGflSv0GfLxfwJv+zts2cU7uqNjLFECA1EzvsRUZlIT4U31P4nt+zyGnLHVKw5hzDjeA8L5Iq8vUpr9Ujzt6jt63JHfTLv1tKDzIE01ZF+6Cu9F52jVn3D7pf4C82TK0ciU9+40F9bA/QbTKZWItUpcCl1To5XMmLNyHjxVHwhXYqb9R3HcXIsd2S8G7vqy0xKlRIUpD7SVx3coVmSRca+hBuPptS1Hctulqn/spioWvKlKmrJ6vIaevl9b+u0Hpik7lMSOnB9THFMxNjKg1n3DVOaWvOlbUqOspzaCywod7A9we3a3kyJmF2ncOS5/FfXKYaUt2O7dSnGra6eYA0I1IGv4OKTukwRFa4UWX+g6Wvi5lJTfsL65b+XkTpa+y/8AaLxZAwHhekuuvMyq3KSpECUwrKpSB03fSPMdgrXN9O21TpHR8kwR0pmVmd6dBo3NwMOUlha19KXVoGVlXr6kj0PnrsG1KqOypTk913jvv9bq1eJW0WuQnYspye7kXzSlOrUn9Ym5NvW51G1Quc7/AGTK15OpeXZnbthEr2DE+5IgSv7LJ/u/u/D6bVkgcq1yrXgX/wCZ2sVutOtcV0bfsCmSqpKbgQPjvr8Kfl/EnyH12HYO2u8Qn2+UFp0N3kF/+YXsV7q938/G8Dn4DqERcympClrzdY7gD12NIOA3cONc1PaYqKH+hSfGhN9CD6K9D2PcG40Id2sOBgie/wC4c79Bq7q3X2lLzLhvnKdB3CfIntaxGl7JaPrVF2p+nbg/v6P9IL6pGOyTX93UDC8Bus0H49YpzqJC+OnOiQgEZ28uguU3A179yBrsf4Xwk1VMUMYjw4yhCKo1xVx0L/tbDRPldXp5kA9ydhLGdXnwJSOQp632F/qIzJUj5x+ITdQHcgfTYtwTVqXgijN8WWtbCOuOj58pN7C/pcW9O3022dUE42Qdp3QsYme5p/P1l1tbEpaI8eOtOVfFvdLYJ0zFQBRe3XZJPUBsz8B1BrFEWR8bhykR0uoa/wBo0f7RINiU9r6XFwCAbgJXeO87jKguYo8c2EpPH4V8lQpzhFnrDs8woBKiO6bKJum+0ygYqnyqC3WaW8v7Q4af5jMjpVIuCpQFrgh9sFQsMpdDiTYLFsarXOt5os4/H7ylYweZyx5MaaxG5FlPZ0Z8iO3Sr0N/K9r/AE2tKzFrNewl/ONginoisU/NHr1IaR0sqGnNMJvcNHxKTe6bEi4BsL75kNT6pAxRA+IxUY6ZSMvhcSe9h6j/ACP02+6XvYqm7mBzUXI+xUIqkfrJcUoAFtYPnY9+1raEjRnqeoHZ8/X5jGoCtXKVSZVZo0ustU9ibwFpVNga5lI1s6g+Sk+oGo0PqHdQ6Hux3tbsPemHWmKLiCkRfvTSFZcykDW4PcHyI1BNtkNulxhhyLWXGsUS1wos1ao6ZGfojrXYI4mngI6SRe2htYHZhUDBcrDmMpcpp7OhDSkLQlR4TyQQRpcjQA2Ivpt4zpXb1YZGXdyRn/3EK/FP2gbiWiQMWxX8OYtzvL4TrTT6FZVJvcJdFwLkEAkfv1B2zFNiO0uvS8EYoaf5qF+iWlo5sliQ4O+dsjUEdvMjsNy7ycM4Xn4NYxlhKW2iVzXKyoqnRm5jvZIPZZBtl7KKkkWJJ2AMFYaoO8uVEqkrgMV6grS7FdUkKU4j5miQR0KBOl7A62FyNlKfreja4aew5RjwfxGNKxD7BEHLwXVJWEnK9Rv6Ri0vxqa8XCIvqPUf6H1vsGF93/zeVf8Ap/HltrfdpQotB3013C8VlhFEr0dSH4C1dOdXUMiew80iw1vb02Wu8nci1S8WuUHDjy1vrkKaS0u2ZtJuRcD5QPM+Q0O3rX3Bg5/yIfuDdFDTaZzUpH6mfx/NszoyWmovC2q3cKT8EfcKzEWw+3+v834fTb6TPadi8X5PlXtv0VbFjI/aC2MaJxZ7c+L40LT1J8SVeo+v/DY7wFjmK7F9zVmWvmlq+FnXmS9bUjXTNp+fe99lRi7FPC4kWK71/wDPadEb4UCm1lp3iOPoSvKr9cd7HyULEfjf12jUkgZEhvtmhd6U6U1KoVedZW/CYzcJ1f5Kyk3726gfI2N+42ZG6992jY84UV34FXi8xFUu3xkKbzpI9dBp9bjZVYcxzQceYSco0/OhbCE8VKUdUe9glwd1FIV372ufI7OtvAzUXdVhOs4Xq3vFuiMKQ07kyvstd1MqsB+jUTlNh0quNLX8xrOmjW3Lq6z5If8AMzrq93Iia3yTaNWa97rdqNRhSm6kl12E06VNVJrXqb0PDdbJIKSLEWJ7aODd9E9/O4Td9+Pv+4ZHLp4vVmRw1ZUKJ1CkBRse1lW8hsi6vRqzz/8AOW66+vJVPgSNUrZX310spJvZVwb3sR57H6/aCi0ultymqJCYf6USEtKDTWUDyAF83cW7WtrptqNf2CLLI0lgROYw/apj4S+yU+VPa482LkyJT4283mkjUaXHrftrtnDdjAw5WaM27Pp02LXqXKXFdkZXOFMYcUtxC1X0adQRlsLJKCkjVJuSY53lNV5r7USoi+tfCyykl2LKR2LSxaykGxsoWUk6g9wbzBOJcOT58DEdBZXS0Pq5Kr0uZ1sPIuS28wdLlJuCCBlNyDY2CWu1tduoXHr8ylVozkmD0nAcqqY8gSq91wkOsKaTxSjmLEXzehyixI1PlY320PLrM/dVjxug0F3PTqpTlT4CsxUlSQQktrtYKA8iDc6EagjZXby6tRp9ZpsXDmd/IpXFYj/LYE3GtrE9/MG1vPauxHj2s1SBE4vQ5h7qiuqV18JX490X0JF9cpI0J2IdQlLlk5/OJfcN2Y3KpOnyosuqVRnhrlKTIkcJX6Zr1F/mCQEkedgfPa0wkzhL3pyDtb49Hmx0rirzZXWVHyJ8iCPCRY62722QzKN6EqKw1PZm06EvK6jmmilakK75RpYWOYX7jXz2bu5b2fGsTyffOI6stdOYdUnhMO5VyFWv3GqE662sT5didmdJqdRqM+GB+TGDnEY+M61FwbQWP6cYlI8SHUWyvI7HS5ykHQ+n02xF7QZlYXnv4jgRESkTVcVGVoqTqba2Bsb3F9RfvtrX2gt1eEsJ4X94UbiQUMZlpRxSpKe1xdRJsba66aem2QN4eIvs5KYi9c1EppMhC2vl+v4E2sbaEW77T1I3og2IGX55/wDUrzmA2BMZ4jxRKlwJTSGEcr8J1KcvD9e3l2IItqVfSxxgap16lwMWNV5la1xfisKd61JsgrulQA0ylNhfWx18tuGDalg2s/FitMRX+EppbXhzI87Ed/23Fr+e0ypQJ7WHJcXCT3O80hKFLW6Ph63BCxYWyi3VYHsDe+2KNVp6OWTB/pLGxFkHcZ7RFZo2I6lAx5n4E2KuPFnwrpfp7t7ocAuEvIWQlKknUjTTXY4wvv7wlXuPhzEeGGKRNf8A0VWgRfhNv9hzDCLXHqpNiO9la3W1J9l+vVT+nsUY8w1QUcJKvvD5Vl/IAD6nXuq1u5OjcO7v90GF93zEqqPU6rvwkJaVVGMqVPW8J+hI1J1v+Wg7r9RqhlAAP3iBsLMYsMV4fxvQaNz/AAWJrCFJlMPwrPtONKVYSGyP0iSDcGwsbggEED8gNSqpw+K6tjP19C8yW1ditPewv+YGp2eW6ap4Nx5Aq2F4FOm+5GE/HQqyXYa1XAksG5sNLKFiCLXBAsRvejhqVg11ulu06KuVkTys1q6UzGuwWU3PX2BT5EaHUHbk0xoo7z/EYUeGYo6Burn0Z2rYjpbqK38XiyGo6czraVak8EEmxuSSNCb/AIBJbzq9KlV5+A1L5VD6M6OjKruUqbPncE3+n4jbSVAYxQ1A5+gy186hapEWRFdShemhbIV0ui48JI1BHnYFFX3V7r/aHgMT69SWKXi+l5XZDsdosIkKta62vmQT3BJKSe+2nokdwLj7PxL1WBXyZlHdruUlYtozjsB5cXOpfx13V0ki1hp21N7gH877M7A24Ce1KiNcWLK5WVwufUkpQlaj2V3y3A01sTmFza2zYxPNoO6WgxKNP4ELjrTF686kp1CQSU2VlvYm2trkAkW2o91m8GjYcx5yEqXUaXNfdUxPgSskynSkHXvlCsqh1JWLWBSSnuNnBTc7jecCFOoLN+0I8O4orOA8WuNSqIjOhpUWpQ8mZE5jstB+RWhzA62uNbEnZ27xt7jUDBsCU1EXKoNURwos9rq4K7aNuDulXca97X2F8RYegO1RyVA60PqTIj9WdKekDpPpbTT02soUKBQaW5FrzSF4XxDlamML8MV0myX0X7WVa9uxAOtjs3YX2laz/SQX5mTsQYWr0/j15qWwtiU+lK1Z83STrfQWFu4JvqfTbtB3cNO4ocxbxUZGMqE57JUy6nqSL+ptoO3YEag7Mbe9Rf5qqp96ZRys1aEdd1QpyDYJUU9kE3sojsdRbQlX7yHp8XDk+VhJl9+irQnnUJUp1+num4bUSm5LStcjuoJABKVDKcLT110uWvHl+YG0Ri0CDVKzVHK9hyIiVx2lKdQlYSpWXUkDuVZiFFI1OpGose+8neNXmsGxJVG4HvF9C4eVagniSEi/CudMy0glIJBJudLX2UO4ie1Fw5Vvc2LJsHFFOqSJrSZsha2JjDl+/wAyVoXofIoUNLi5LIaKNjfEbeF8W8T3JihKfvCVBaotUYcC2cytcoNlJC7aEpudbj0NespKZSGX7MiUL1falOxMW1RpaFsMJkLQ74s3zC5+YH/nqdiFqu/0M3Adpz7CGOiHxWilbbCuoNkKF05NU5Taw0sNpuIt0dGn0upUuvS89OY/tVKKVepBJtcHUG4sdb62OxbPwW7Kw5EgSpfHfp0NLTUp1XFW8gCzZUsElwZQAFm5IAvc32zhvTLfmAsMWWHsSz6Xihx1r+qvoS07/iPhKjf16SNe49LbM3dtvQ5WqONVlqbTlsZ4/FUxkjqy3LbmbRNz1JBBF+2txsq2aV7r5vitePrT/jvc39QdNf36W2dmGt4VBo27SJFqlPiylvqzLi1FIdaUpJF7WSApJ/2aj9QSQLRuckAGLTPm8Ole9N4z9ead4fNfFRwulOUHMABrZJJ7+dk/htQTESnazwuDxM+VedHT1J8vU/n5C/bY09onE+DaXiOJiPde8iLT5UdKnYfFC47ec/FaASdEJcSCjzBzAAAAbcoVCa4sSVxv07SXcy1dOtibfj28vTz2zep0B3GZZl3SmgU1rmm/jOeP5+rv3F/Ienpr32Z2CIdBpdegVmqOv06VC64FSjryKjv/AC3PofqCD2IIJBB5wgQJXxaixkQr5OpSvw18vO+3zV8TxXYrDtGqzHB6Y8jPZXSSMwUO1wRoe47+evaM11POqO0z63uSKzWcWuY8ivMc0wtTudhIQlx2/UQE3IJsSEkkAKUPO4L69iD+lIGLaXL+9LQlakqT1JWUBNlgAAggW9T3OuuwXhndXKqnHn0HEPHY5hUrjtSClKlA3KFd7EC6ikjqP42AE/iOs8XEM+VUeBFpDqWktZcqekA8XNY9yTcW1IH56pBs+yaWmpLHfGrWaxFr2KG+fdQh7l1Smoq+pLyO5CSfEdD0k62Itful4mHmoG8ufWazUeVpbDqskX8fNSrmySCekA3B7gDY4w/TK9ih2BVGmoT68QoQ7DYzhLWcjNcXGhNsxSDYE3H1JN0O7vkN/tCr28tmKugymplGnx5iRkZlLaszxk3skFQAva2oN7XAYq0iZy0JftQy43RVeBFxQxPpbLcWnU51H3yOnOlKCLAhv+0TfvYhYsbC9tou92TF3v48xLz8SnSn6XwOqP4JSSCC5m1uojICsWJKUki9ySCRhfBu6Cs4s+yTr/KtuutLgSFZ0NqbWcyWr6gEAEC5sQLWA2hMR6NPqlJx5RonJLnMLgVFCbJQ81pkWoD5wdM2pIFjqBZPq9FllBSn3FLLVbgSj9nHdriPCW9CBWcOOsLhSkpS1zV0oyOOBDjD9+k3CgmxBSbXIBta4337lPsliOfiOVQ10tioupaajp6kMu2TdtJPTlveybmyLWBAFjzBU77OSpf6n9aa4vhSo9KwRbwnsQb99vjfRv8AqpFwvVoEWJFlMLhpU7AqSSpcd1I+G+2rN8iQAlQJSsBQuds7pSrqqTTcOR7l0K4iamYPgUaqUWVS6jx1zUIUtOmZLpICkelv73kU/Q7bCqu+jDlZi0Wg1miOQqpCjrS+vJlSypICQUHuNbKym1gFC9jrlndLiWgtYtl1Ss05ubSK9HTFfhTGuqPxDrc2u07mTmDiBobHKQSNhuZvUrOEt7Vd3ab2paEU5CEqpNUUgLXF0UGXFqBAWy4m4J7pJOtiQN7p+mGhrIHr4gbCyeozq3g/+v16BnqOHpq1LlU6Q1mRmzFWZsnVKwTdKgQQQAdgbE9Piz2pbrUttaIrCuV4/Wn6BR0JHmSTtp/c1VapiPdViT/szFfYi5mpVLU7lTKfQi63WlC+RzIAoGwziyrAkq2zs7TJVUwbVsR4XeRKXCWlEpGUL6Fj5kK6S2dU21I9Rqdi6O86lipHqcRugHgPCNexHF5/oiv5+hp9eVCr3AzHQAjUAC4APe9rmm7XerjyLAxDhzG+CGFsURaMkpGTmoqOIEqWts/pGcudJdAKRmSToQrYg9mzBA3n1NzB0t73W2hh+Q1lWV8bJpwtbq0uFWJJtc699heTWIu6DGWLKXjdl+VNiu/dXeYzPqa0bW2CbpcZUSQoa5cybgEA7G1QdBxKoNplZLYdgYjluu1ByKxTlqdhKYVmRwrBQQTqbFJ0A1uO5Gy93sYs5qUxFi518eUiRFdy5FtuqXbOhRFj1WJBBBIII1OxRBmUGvV7EPuGrLYYfiqdhoUnKhXzZFg2Kbdri4BsDa99hfDeMmouLaTRqpQ4Vep1RdQ1wnUoyqzafDWoZc4uAUkgEixOwaqg0OdqjMv8Fb6d1+CJTjVU/o6rvyGlsSEoX9zlBYBbPf4DmfNnv0gajQEbWpcHAe8vDlCrMqrL++upakcg+hpbcggaag5TfUW1Ple+2W95vssbvsWz2K9henv06avK67HRdKXrC2ragdRolSdFoISTcE7DeF8OV6jYo/m+dqz8JC1oRxcy1JSkeFRTcDQ6keQBOhG3WK9FbBfeDiCN5xxNGbwKDhKA7WnZ/vGLXqchf9LpirUpSSCFB5m4C23UjMU+TgJSbEg443qqlUbe/Epcp6E/S4vJVSO/DXmj1CGtedDjZNsoWgAFJ8KwrQdttc4ixjP3fQGJWLXl1SvMQPdc1X6eHUopAs2saFCrWU26kkg3zDQhWdMUbsItZwvLqlGqLEr4HHitOryusuo1eay6AEJ7gaKCgQLjTM6fZ/8A7Dz8xqi9N22acqMujUGK3KpdJ9406rwksZEJzcZJRmbKQT48oIBGt+2ttlFgnE26D7UQML4ow8wj3i6pGaQ10pWb5Dm0UL3KTbtodCNfrcLVJ+KMJN4XrNQlMop3Uha2i7y6bK6SO/DCtSNCkEkEaAL2JR3ff1WgSms9UnSnWuadaU+nhZiQ6OxKQpIUDe5UL3tfbUs/+sascqZA3/YfxRuWxQ3Ao2J6vKoM3O/S1uvl3M1nTdlSrHrQPW5Kcqu5J2uMG73MRxcJP/aikoqGF6ujl5kefDPAUsdurslR/W89DoRcuTD2Bnd42DV7vseck/XqRlfp0pVlJcUnwqF9QcqsqtB0rNxY7LjHlalYSnwML4ow8t+l8JMWrwkXaf4F7GzibpJAJKVakBIHlss6uGzFrU/nlVvi9zSouF/5vqjni1FPQ06sL4aADnbV5KGW6R59Q1IudjBuqOwMLxMOT3pXJMIShDTS8vDRcKS2odikZdARofMX2/t4e6/BuEqNh6fg16VUYS0KlR31Jyu5CAQVBNgl0XyqsACMp7EgVEDHcCqT36NiOJkf5jhIlfMlXcZwRqhQym+hBB8gb6FFavkPE7CRysJsK4O3N1mvNyneap2Iel+FKYQEIcQfIgAeviuew00sdJ7yd4uDaDuWl4XxGy+tE6GuG01KQp1PWjKcjhUVIAJzgkmxBAJAA2QtQ3WYjwHXomLWqJzqKQ0mVNhcVtaZkVWUq4dyUq6dQUkWIIsSNrfG2PP5wZUSLAp6HsPLQppripKVpdtctKSo28Cki1/F5jztcoQA/iQjOo5jk9nWBgPBu6WfPivcN+FlfqT7tmlKRw02cJVcAhIUSkWChmBChY7LDeVT3cJY8Yr0+nvwoWIYSVx58JAzucM2SR3SSGzlKT4kZQbG217u+3gV7BGA6k7Aw9CxLS3uFCfhqstaXbJQw46yo5gCqzaioAZgkEgnYsxHhil4japtUrOel0SKhNRao0hQyRZCm8ryAq/6OxOmlhp20GZqau6/cT59xuoG0Tmvc/gPEfEdgVGtohVGA1Pp0iRbLFdJJU2pspGirBXkQDYEWF6Ot4spe7SL7mwlEXUauhpWZMfqUm3dSu9raE+vpbYP3l+03AitN4SwQ70I+6rkJ6Usq7eQOUADU62GtjbYZwLvT+zjVSgVmrIXUVvqm02fIaCulWr8ZawAFIUkZkZrpuCOkKJ2JWnaAURhrUp4+Zwh0xreNz+I8eVB/mloWhqFnyqTbUOMi/UQRYoIJIVawJB2qHK3AwlPl4Xi51vvxVtIdS0c0hpYNsq0gXIuSD39LXIH3UnpTVLYd4L78VbqHeKtBV1k2JunqB7gkHzP0O1I9iOU1iNt2eyta0PpfhPuozK6SM6DYdfhubWNzmsCSdmMbIi95t9z4brteawu3Ko1WQiVSJCVoTkRn0Az2SfEkm4Uk2AISSbXsb0qVWay1Pr2HJcrna31PtZs8eZFLYS5GKV3yqb0KSSSLECxCVEB3h077UY8/wCzlJY49RlJQ1HjuoSh5WTSyjZN3LBQGhKzbubbSsA4k+xvElOy5UXrU07FfTwlJsClSLW6XEkWKTcEZgQO+wbULPlvUC7bZRKwTK9/VbFEDjxWG4CvhOoGVzrUFWt5dNrEAgj0tsJt0efiiK/F6MmRaOEu3j6gMqu41sD+Itr3YLiOVoNSnxasvgLdW6vJ4crlgbi+hNhfQg2/PYDZrtU91z59LyMMRVI4qMg6bmxKe5GpBIJIBPoRZazaLPCdWzbuJ87qMK4j96OT2npSHKQ6iQtpKjm4SHRxunsbA2Nu4HnpffGPpLTVBpvxeJnyK6fmsn/XbHWAqm1FrL7sVpaGOBmada6UpWvRWtsovaxANhYkWB01rUpcXEcViK08j+qpX/6TXYeX+Y22NG+2vzmzpg78GZN31Vzi16XFaZfQ/nStOX+0QTr9bBSBpY+ne22b/aVxTxYFNoLTuTIj4qf1tQr/AIDQ+m2kN7dGrP2o+/xMnA8GRebN56G9yDa9jqNfLXbLe9DdxvGxljflaDhOqVFHQhpUeKVpVcX1NrC41uSBY9+21e5veaF1DLXx7MXGHF/C/wB5Ktj6An/a9ezX3aewfvpr0Dmp8SFS/nQ1KUVKUn1OTsfpr59xa+iN3HsGRYDrcrHlW4+Txx4/Sntbve/qbeZPe2g19PrK0HMyvobGmLYbXxeL/f6MnzbXDGFa9iOUxS6XSZUpfjUhpBVl/G38d9dvQiF7H+5ulutu+7n8/j6pS/8Aj6eWzSwtu9wRhKLwqNSYrCP7qR/F9jP1YY2oIROmD25nn3h32Vd79e4f/Z7lUL+d/oT5W7XP52+ttmdTv5P3Fs92BKn4sYY4C8ykIaKlKT9Dcfx5eW26o8qA01wuMjafEnRXf0T22fZ1G1uMxoaatPtEhbvcMxcEYSgYcgNIQxCYQ1kQjKnQW2Kor7vF+FtSSqzFi/pXdjKCxFgxUSf10Zs379kuW5nWnbJKah92u70dO3n97cOOK9i3HkTC+F4mel0SOpMh9Cx8Z9Wrn5IGVP45te2zK9rn2sYu71n7G4SqLK8QzUqy5FhXLp7cRXoB5X7n6AkYmwNjLeDiOe21KiTZWTMjmpDS09QX1BSlJyqKrm99Te+oB2BqXaocfMQtH8oEeG67ElBrNGl7vq991f6XadKQgZm5CddNNL200IJGtr7A2+mj4NoLr+LfgRai+0nmIrXSmQ/cJUcpOlxr5AEak6bdGJVGwQ0/VJ/3qo9K2mEdXBV2Go7d+/nqL22Tm+im4yi4oYdxk8ha5rSH2o6VHpSo+RPcXHoCbdhpss77qxvgzWqJzJWB58XEcCrRYtORKqMp1S2o7qwl1KUjpUnMQDbW4Fybntps8dyU37OUatOyoi6dKfytLYQjocuAMyQTdKvQg2PY38kRu+osV2e27KiLffR1NeJOW97kLTqlfobg66G9gdIYVpHuaA5XsRy8kXJ1rdWMzlterQa272FzbtsIahKfKyDVkbkwGj7tazjLGTE+VT1xYTErivrX4Fdzp2BNjqRfUnTy2ddbmUHBFLfagU/gPxU8Xpa6lWGunn67U+Ct49Gxv9paXRoj60Uukyn2HWlZfitjMADbUdibeFIUeqx2B8E70MUY8w5LaxvkmrqOWHFzx8j7aSRlWT4swBFwQbXIINtca7Rv1Nz3PFPx8mGNZ1HsYEnMYpxRijjz4GdDCMqEp+ZWtri476/hs/N7qKM1ghh33ehGSK18Xwpz2F837T37nZB4Cp1UagOUGs8dibTp6Wn2suRbagRZyxsSk9zra97Dy2d2+KA67g1ujVSrMU5C3Wo6nXVZUKvYJGYaAk2FzYX7kbbui6fp9FXitQBOrqVBtEVlD3J1TBGMomKJ72enIzTI6kKCkpSu6ki48sqlWJ1OW1zbZZYjxniiqYjrXCl56Q/KXnS6rPw1ixC++h0Ta3bLs8KTiCVAwlPpeI+PzUKLkYy3W04k3AUg63Tqekaj8Ns5RZLTTrnNM9D61Ou/4vrbzHbTt22YV1ndtXGyNzdTvxagYtpNLxRUXFvv/oHchSjMRa58gCPO4N7d9tE7xN39Br27mfWaMyjoUqbkSj9Go2z9u1wSfQd+22EjQ2mqpAntPc1FzJdiursnpuCfIi4It277ae3cb4/s5Ffpc9l+bS1oU1KaV1qS0o2B7nt+egIB02V6ho6+oaU1vIejZEnUUymubgNZ/gZs6kJ8KbgX/wCHr5bfWCktYjn+64Gd99bS8nTmyrCArXT0GlvM67NXEOD+LVJ9Ui/oKolKE/4fyJ7jv6X264QdwHu54893gc7KdQ01mtlSo6AAeQudfM3t6beV6b0jSI/b3bjM+yquR8E7rMUT2nIuI+BFRlStro6lXA0II8vrfX07bF27hjEc+VP3cz6i4/ToUxLsVK/7NRB1F/I6mw08++0KgbyaDKxQ5Aqlb4D6HeEtpa+lN9e1++o+u1ju9ojru9WXPalykPRZT7q2lXR8Ir6QRpmFiLXFrfs29rp1WhdijiFo/TOZoCRIi4Xwu3S2nfjwo6fD4laWv/rtU4bxe1Ao0CLXns8pHFXn+Zy5JF/rbz8zrsMY/qUWjSn6pzfjV1I8X5bJvEO8v4vNO/IpSWkI/Z+G3ajX0aVN9h4hLdQMR6VWqYcoMqfjeVwEPrR057bZn3jb269i2U5AarmdjP8AoGrJSpP1tqfw2ocf4rr1Zit8+6vgPqytNa+l+/b/AD8thOiR/i8Jprr8Pnm+n8fTbxHUOrae7K0g8/j5mVZZ3PGf1bpcqK7wnXet/wCKjOr/AJeXb8dudLelNcCLKZyZ1pRm/E+v7tiOt0GfiPEbErr5KloaakcJHUpZAN79raj0PiFyQLfiIMClz4js/wCPkdTlQnxKvoO/7Px2W0n8P/XN3c8Qi6UTXvs/0Wl0HC/vSe0hD76OK7/hA0/edB9Tte4b384DlY3cwk08jj/7X5FK9L9r/nf922escb1ZUDd9yFLZXCXNd4Ssl0fCSLEC3qT+QGyLpciU7PbrMV1aFodQjN82a/cW/gEfTb3Nj0aOkJYeMYhCTVwJ6VY2wdRsURX4sqIhbC0Zk9PhV5EbYF3k4IlUGfVqNVHcj8WUhaEZOlxB1Ssfl6eeh21XuO3zxcW0v7OVmWhdRip8S15eIn1H/DYA9pjBbtZ4eI4vDQunIVx/lzIP4ehsR9L67YGpd0Q/S85/EZ7ndT95lVWC6NPqnvR2Ihb/AE5c/hy/TaVUau1Rov3WJx1trSwhpPhSo6AG35fu2oJs7FEqssRaX8CKt3Kj/wAT1BNjb92lyL62JFYgpeF4DkVppE2atfFdUu6kpv8Ax/mdPIWj6bY436kk/t8QiVbebOf2k13AHvSfScR1mWtDGVLqo+fKltXft2v5a9rabGuPfaEo1GozeHMOZJs1CeFnQvpTp5+nl9T+OyfcqWI8ZSmIrTz61ynUtJaaWU/gBbsNf+PbbTmGPZIwbAoLcrEbXO1F9GdWbw5yL9vTyPqAL7Pahl06hMTn3vx6EyYjeFi2VVG58WW+iUhWfO1+t300/wAvp57PfCuO9/tUo3NRWZT8VfQl11r9JYeR8xfufXadXcAYNwvVGKNApzDaIruZ/t1LHyfl53+g9dtF0zeng2BS6FFixGMkKPwFR2kfo0gdvxJNzc6kk7C0uu0wyncAP4zF+3WH5mVcU1zeXhes012qfp5vx2st+pN7nt2A1GvY/hs+aDj77R7vuflfp0NZloX9Bc/x5bfOPMKxcb0Fys0vh+8YWdUdH6qDqpA+lrEfgba7LzGlGlYcwa3FgPZH32uFkR8t+5/jvrtpODt8THK6E+5ZfHHFLgUFyfAeQuqTWko/wp1AFx+f1tfzIss6bRa9iOsuT3XuOtbqluq1/L6geX7BptbYfwXxaXEa+PwGGviu/Lm7nXzNv3flsZ4Vb91tcrAaR1yEozr8SU31P5C5+ttvI62m7W6oIfti1te6KWpe0/jzBDTFG94/AY/q6Fq8Kb3yXJtYE2t2GttCBsm8We2NvLqk99ql1yVCiv5ulCh0quFJI0sMqwFDsQQNe95W+/dNvBdiuYtapL8qlxULU66lPU2nsSoeaRfW2o1NrahGYPwVWcW4jbpcWIta0KzupyeFNxcn6drny020+i9W1NukV3POJn0C3GHM1p7PG+jHk+vN4txvjGocrCVxUpUsZHHxqkEWFwq2Ug6G9/K4JMaYhlY8r0+vVTo51SlpYa6UMp8kIHZIHoNL3OyRqtOnwHWKNRms/JIySEpslalDvf1I/wCJ9dreiY1lQPus/rQjpUhfiT/H129Nou5cncs9x+osE5hIYLTsr3XP8HiQv9ZPr+PkdurmEoH6Vrofy9K0dP8A1/Py2h07FUCqSuVd6PmaUv5f+vnsa4bw/WcW1mJhygxOPNmupaaR8v1JPkANSfIbMOkYijcw9VJVZ5CLE683xciOnLfv+HmP+R2ZzW7hql0Fus0GW/0fCmL8K0q+vom/byOn5aoxjuLwvgjdK3RmmkfaWKpMh2Zk6pSz4mgfJI0sOxtfv3RsGo+63eaa+PTpTXCmRVdKXEdlD6KHcHyOnrshra2ZdvxA2IXWL+hN1mvNVOLQXkSpVLa5ibCQsKW9HOhcSCLkA97G47jYfaqM+gz+K06thiUv4Dq/Bnvqy/fyN7JUbEA2JuLn4k1ivbpd5cTEdB62IS0zIq//AD4iqJCmj2OqbpKTexF/TY83oQ4rs+m7xsG8rKwhihpTVUpzqP6rKIJ8OoTfqFxYghQ1BTby+p6Fj9VGOfiZNlOW4l1gitRZ/Hnz3UMIYyo5PxLSv8P22Vp5/htfNUmjY8dbgRZbEWah3Iw66r4Cs3yrI8PYEmxta9jsuIT0Wg0Z+qOvLyLypjrd6lJTbpSpV7rSPJR1A7+u1juR3Z4tn15/FtGzopEpeSRFkXyq1N8tj5G1ldxp3FxtpdO1d2RRby35/pL1Bs+UO6aqs4Nrz+Eq9EXF8Ud9Lq/6usgC9tQW1p1JBt2IuCbnu62g4crtBl0FpnksUYe4rS46FZVVKnE5w3YmxcbPUhQ80p11NutY3a4tqkqO67UOdRFaSw066rMtLSSSlJNje17am4Gg0AAivYGn4XrMTFvvBHHio5d1KenjMdrE+o7g/hftto6mrLB2HIjGdsocZI/7Ec1wkcfD0/IrhJyoeYc6kOtjyQtBCst9FZk62B2Sdae4v3BqXx4qPvEdSFeFBAISe5FvS4/ds5cY1xqLRp9GadYfhSsqGFIT1JTxMymlfUK6h9CodiLKCXIwu1Kfwu79xqLCOYY6F8KQwQCChVspvfte4NwR32p1fSNd0oX1n2SP8CY69T39Rs0P4UH/ADmDiKY7WaNPixeuawlTsdpaf0yR4kDQgmwJtY3sR37vbdvjGfK3aQKzKz81ToqkZfC6pCPS9jceg0FjYAdqH2aN2ErHeI5dUjNIfbpC0vrYV08RNyNARYkaG3mNNmBvPwM7RqNWoGF8iH1tKXFQvpSlZueHcdgVaA+XY6A7Yn8M9PuqrNlnAJ4mjWP0+ZnvHAn4jpdWr1GqMpdOlPolVJhhRy8IpuiWhIJBsekkC4uDa2oLqFVneLAxbRqhx5r7X3rhJyLesLqcKU/2psVLsMpIKk2B2Ufs4Y2lUavSMG16kykPwkrRKakNdDKHFpDjSxqAkkZh8qrKt5XOcY0x3dpihj3Nn9yVTJKpbuYZo6j3aBFrgG4F/LS+uyvWtO6MXzn8ftKLv09gJ/MctPXQcW0aXXutitxUKfiz2P07a0agpFyHE3Fik6kXAsQCGfTcJUveDVMH734uTj8lkldHUpZAtr3BCrg31/DbO1NxM1ArMCVAZQwxV/6whN0pbkDuseme1z6EbaYwrWPcOEn5XgQ58d1CfDnPdQHlfufK5v57af8AD95dcWevfM1dWiZDr8xce0ZTsOYyle6+Chh9heVbqbZsxBy/tsfxttkfHcKqYXacgNZ1o+R1rqTl+vmNnVjzGjVUxbxeMhHNfdetXzEjKs+Qsr1uBfbO2IMcVSLiNziurWww+th9OqsqgbEK9LG6T2IP1G2zo+qrrL3rX+WD0zl+Itpc13muL+uvZh0BX/ZzhSvAheb/AAqP8ft2psd0GK1PYqkCJwESutaPlzH5k+Vj5geevnoR0CC67S3Irvzo6P8AQjZ9/IYjDmSaHVKphyqMV6Ln6PGr/aI7EE+dxcH1HcabbP3Ubz2vsQ/Po0TJKhI5rgaKTIQRa+W5AVcFCknTztY7ZhpdOaapbEV1pHhTs2dwHuaLiiPRpT3KsTfhJ/UzHy+gJt9LgeV9lq9K1T70+fYgnp38rPzC9UqmPKpVsOQGoVIoOJZ/3VMha0opspYBso2KkoUuySCCRdJ1AJPGgey5ijFuPKlhzFEtyloojqUT2kK+OlDgUESGRcpW0SkXOmhHbyfK/ZkpdLrMufQaguLFnLQ6uOvrQysWF0jTSwFhew7C1gdvveDif3XjfC7TTK14lhNLpz77HhmU5TZsVjMVaKTqCCDqQbggC1nTxcQbORIKIowYlZG4XFuF3Ze7SU777Y6psCQ7lSlxCfkAUbldr373JA9Nv6NuwpcCqN4crOIeVlTWEzaa74Is5KVHO0pRSChwgZQn5TdJJuCXPEfn1T3lhyVLfW+t1MqBKXbPBWQBkSfEUqSACk3zWBABFjmSVu03g4t3jS2sWy18eFIW7k5hamHEq/tWCT4FghR0vcagFNhha/pqJapU/jAgEq59Q7qWJmsL8pQcOU73pVGHecpavA+ldwHmsw7oIsoCxsQSAdSa7G2DsR+9PemI6TKpEpauYTFW1kR8QHL03ICFHNcC4BvpcAbXsvB9UwvPYrLVJX7+oiGq3TXZSCpiQwNHmSQQbLT2ULEKB1BBBZO9THU/G8Ci+64kWbR1tcVqUpo8V5RsVMrv1JU2ruNLmx1vtp6dEpPkI92sSwqOLZWPN2lFpdLZQ9XqchLS2pqsr73DRqzmtqonwqNgq4FwSbneAqhS2t0DldoPOoR1c01mPFZdCutFhZSSLdrXBsbkE7I6HjCqQOO1FokF9C2uFKazhKm37dLiF6kWP0sQVAjsRN3Q1TFsWLPapdcXClVF11aHf07ClXJKXGzoFA31FiQsi9iLtNrR9qySwU4jH3tzpWLaMxAivPvoYyLdWtBzKQfUHUfXzHmBth/2sqZKwbKpvuGJ0LQrKjVWVJIuPUgEGwOg0I17aK3kb4JWF8WsQK9Tn6c/wsiuXTxWHlG4BSbjoJsQbXBFjbZB79qzQcWz4k92WhC4q0eG3VfW5HkQDbuAQO+mzGo1KLVgwYdd0TGFaRWapw5TWfmpS/D4VJVp6CwAvfyGnls3K1grFG5ul02ve/FsLqiOLIdTl+Je6ig5vlCTqk37X87DlhRiLQXeflS/vr6M8JOqlJSOx7i5IA0toBfz2au/6LRt5eCMA0GUy4xKRIQt11pfSppLYuDb17a9tfptgaXQ/wCoWF3gbCM5MXaMMQN79LptenxJtLm05akcVpRy5jcEFKiczCjY+ZQctjbuw6Bu8qlGo3Ciu8dhCkrkRVdCcw1CgPP6DyFzrrtJp8KBQaXHpdB4GRiPldVl8KbJBJ+tha+pI73vtfYBxlAxHx8ONZEVGK0n0yuJ7am+hN9NLX/Ha+o6MlTBC55+INWX3iEu7TEdGwbVH5/ultD81rhOraSMyreWttD9fO2nmC/FTkDehgh+gtNZKpCzOxerKpK+6bE9gpPSb6X7277BUaiNRZ/NSmejp/uqSq4sPLXy2qabi2VQcbvutdcVh3l30KulXCzklAsdSO4Va4OnnrtLWlNXbMLW26LXdSufhd2rUus1F999chS3Y7qChKXdBdI0IXYHMQNT3He7AmvtRXWMeUt1bE2kZ1SmkdKZTCtFBQAuSO/fsL9wNpe/zAEVqs03eNQc7DE5pKlSmOppxSh3UBoUkWVcai5B0uRWU+sRaW641Pifp2s6Hc+ZCkkWPY9ST5EdxsvXYoY/tAMcPKLebVd0u/3dU5iNqW/OYw9NTIlO01eafS30i6w4yRldSE3WErGVYAIKVAKC4xZTJ9B9y15qo0ut8DgITPiunhSmBqy8CRmScpKVAjMk6EEAnaEzT4GCJ8uBg2I3C94qdTy/yuJc14ZAFlJ7EZtBoNTbaw3eYNdlVn3NXqS+tjqRy7VvDbMtIT+sEi+U3uALEk22Tu6od36aniNIfxHXuo3hSqo05QZ/RkWh2G67ZWVKgPhqIA6SrwnyvY20szcaT4vuttqVEXFQtfCdWr9A4tVgNfCFHtrYn622TWDsHVmg4tfgYSai1FjkOtD6/wCtQ+4SCbqC0EDUag2ve9yeTN7vubCTlLxbRFv8dhLEpDrWdp5CunqVYAKzWFtLKsdNNnW11Yr7j8Szpu9Qmj0ejbxsJN7ucWvcfpX7onrSFrTbUx1kg3I00tcose4N8/S92uKMB15xqjfepTDS46ELdPCU134akHpWhXaxBSAb6dtiTCuMaXP5ulxas/FX0v02VIdyqjyG9W86reYu2VdtUk6W2ZVPr1L3jRWJ8/7lUf6rPTlyqjyDoVeYyki48jrsqLqNcwKGUNZKzPlF3F1TFuA67jKjYTYpyIr+dhEd1SJ8VaLFSQlRKHmRdQUk9QBSUEgAmfScAO8h/Qzy38WQmOOuAi39KNJF1FkEdTyB1ZBZShcBRIts2KtHxRQaNUsOQGlxajkVHmph+CUm90PpBPjKCLkWBHoNAtsIUufFxbAqmPKh7rlU74q4qV5eIgkWdChbLkUB2IIJ7ag7NHpws+2F06uf6SurFeo2MsGy4srEL8KbNy5OEjLmucpCdQq9+ogHMnXXQ7H2D6nxcJMRfHyrSovizdjewvr5+mx9Mc3QVl2pcKk0eVUX465krhR2+O9p1Og9iu5zXGtzca32WWEWsOSnatAoMt9cV9HNcB2/FiupIQtBNgFA2ChaxsSCARrUad6Bsc5lLKxu4g9XafzTXwsi1rVnQnTq8rfh6n/XZJb88UV6K1RcJUt5cVdLkc1xflyXPRp5ZrkXIJGljc7aCxlCdixeK1nYyNdKkI+bXX8bjyt2HnshsbVTFDVew9WcUYe52LNkKTzC0ZEPKRbOgnKQCQQo2+p00uvqFfHhF+223Mr8AYTrMrm5VBpyJTGVUp2A+1nTlIHFbQDooAXIAOYC3cp0ZdF3U4jlcP3pLz05CcsfgOlSmexSi6rdk6AG4sAAbWswsHz8LypXP4cp7cJbGRXQrqynUoI8iD+3v5DYzi1Bp13hdGdf4eWtvwBJt5C+ltur0DWJvsMHvC8RGYg3W0uBQZ8p2XKQthpSkSOLlyr8iQek697gjvptnfD+N6Xhee/XqpE48WqJW07CaRlQ8pJILgTcAK0N7XNxcee2x96VVo0DDktqqdHHSrIj5lJtYkX0uL3APfbMm7un/YiqT6XVIlOqKOPzFJdmtD4yFKyqTmN7JIKb3A1CiL7Ct0lacGNVV715hxujcgUajT3eLK5WopW/AfdRkW4kZroVbpKm7pCuwNkqBIVYV0bBMqU7LnwGZU2LK+K6lpOf+7dRsUhIJSALi5sNTszplLn0vC7dLdw9FRCYlKf5JVunuSU2FyCbpNheyrAeezEwpSsG1mVTMebr5cqnTYrS2nYD6szUhB6X4khPhUQRdKgAD03AIBGlpwEQRvu9oBJmTDcjkMb4awbKloixYs1pcJMhJSjKlfUgeZATYFNwQO3Y7aexzgqjYjxlTcL0aoLiyq30okOu8dObLpnKbKVca6EGxFu+ypxpg73zKqTTrK4spEpiaw+rpW26NQR56WKVDsQSCb3O3JK8UNV6A07VoSOdfa+K+pTSo6yAW3gR2F9cw7DMPxbSxGPbMS1FndeV2Mt2+KMLu4hoztQX8CVlmtIstLiNDcnUhYSLBXY2F+4AsYlUw5QYHuGVW32GJSeKx8qlK8rXvYgkWFrX7ntsUYnxY79o58DHlJlRaotaYs+U0oOtcwEdDgKdAhaUhQV2JPkTbZG4kpFexRWYk92WhcWjylIjymkHqVcEFVr6+G3lcH1J2Q19v0w/MWd/xNCTX2pUBisxetGRCHeKnr6hYggXtZWU3ufxPchOIMKfaPGVNlO1CKvkuEtpiR0rU0pfWW3D0koISS2TqNQCAbHW6fCMqs4NqTsqXnmoQnPFX4cqUgpKPMqNySB5DsbaVULBztenuNNZHH4S1LSw70+ulydCRYeVzp+GRpqLPq1vUYB9iMVPtHlL6Fu/n/bdzi8rB/q6mOFHyx5ybpKhpYIdCQVFHhIBKLAKCYftl7kqNiOl0XEcWkvordLVwHXYDTalyIGhU2oLSpOZCSpSFKBCdQQRa1DSapi2VVG4sDEL9OQuUiFIakNZ1NqStISsC986FAKB797diC5scOV6fhJjFrTXHrdIWpciE07kVzDFyUIJBuFJBUm4JIULg6jb1zILEIh/uXmCW8XGkWl4NkUGlurp0r3W1H5qPHMdUyErP92kMWuhxtRuCD03WkEJURsrN2U1qqYNxLXoFRXFfQvlZUXxIkMEdDgFxZQUT9L3FjcWp96u8R3eXwK9QZa+HFjoS7HdaCF5FC5Krdxcnt0jyIBBHX2cHaXVPe2A6o1116hyHYuZf6SUyc/Cv5KHiSBYEAjuANsjTM6W7F9wf80b3ss4W98++sUOsrWukJSmE+0rKtmQSVpcQfJWVBSUmwKVka3I2zpvR3f4jxvvBcxHi3E0pbE1hM1h1agjl0kBJbNwcpJSSSE6k3NjptqHcRSPcu6XeFi2g1t+LwWloWw+jNHUlDSs31za5RY6Eed77ZoxHiOfWYE+ve8FvvzkOrShboW1nJVmAI7/AE/L8dt+4fp4MKte5oNYZbi0bHkSg9bnUthbvhzZknukk3v9bm/pe+wnGpNLi1n3XAdcz8fhJdSsIdjymV3Sb3KraWBJ89L3NiakLa980mfFZyLfda6F+JKxYG2vp+GvbYorOGOVxHUqpwkfen1Or7+PuDbsPQkeuuoN0ahzLaldgxC2qb76y7iiJVHaSvgVGKhqqNJWEKTKSMpkslJNlHsU6BVvIgHaIa01jKsuYjlZPeKIfKvyMvCU5l8Dik9+IRYG2lySAL7dpGAXZ+7l/G7UT7rS5/CfdT48isvUdLaKIF/S/e2lTCr+F8L0auwJ7S5UqrscqiO0nqSmxKHkLGrbjbllBQA08/IE1DiqstZ6iQwvuSMf0mf9nImLftv73RNaajutIyZk5QbhQuQFtq6SbkkAE20J6bs3YrUWXKda519jIrgfK4kghbYFwcxSRaxv3APkU9QIzrTrkCViGUht/wAfFdPAzakEjUa9gdCPpc7MjDz2LcJQJ+Ep+Hoq5VXRlYXnC1KugZFtnspBz3B73/DTzmmtrtuyPUonnZvWHFKhSsEVmJjKgvZKdNdUhDrSulObVQV6Edje+osRe9yPErUVqs81Kp0JheVC2lwsqVJSqykLRYlC2yTl6Rp2t32V0Fdeite5q88+xFlP/emncyVR30mxQu46SCn8wAbkdrzdw61Qd6DE+qVBC4VLQl3hOp47CmrkX4awbJBIUSNSdRcgDbfPxNWzLLmEW9XeTiPd9VMPf0fn93JQpqUrpU4xmHwio6AgFaQnXRZBByizFYVgPfS1Td5cWkrqMqnNcKqUvihDr0dQN3Ge4DrZJUBqFC4B7bKHf+w7jzEfFwvLYXS5qENNNZsyIvWQDmF+k9RzHQ9NjcbFuGsCYj3c0FvGWHHqitcJpK6zA4XFaSm4BcQpCQALG9jroQDcgbRaSDBVuX8GgbvAxF/TLFLa46KdCztMOutBpalJN050i/VwyNAfL0FzRbqKNQcUbwX+f4CGJUVeSPIQFJ4qMmZABvcKyqUAe97WItsTb4MIVnG89vlfus1bXwk5emRbqRoe+vZQ1F+9rgAWD1O4cr1JlNMoRNpzqXVZLIXkPSpCrWOYWvY+QuNQLkqsUnmJ2qUfE1PizFuDcJe6cB0utrmxa8hC4qmncvBYV3GRR+CsG4DQNyom17kCvwthmBAw5WorUv3pFmu8JDEhrKtKk3yug3u26k+hGlxpcjZduNRaziNv3DSeO/NS7FntLQlbDiL503BGQaquFCx6R2IOxpiLGlG3VUHmpTvNVF9KGuEpfxVLtlQT3Uog6Am5N9Sddp1LgpiPUVd3lvULHKzg3dfRn69XmWESl5XVxWldCX7WKm09m81gVAAAkXtfZGYm3pYt301SrUGBLfpFLisJkMZmkqQ8gkg6BRNwLEWv31NxbYUrH2oxbWff2KM62F5VtMO5koVrexGoCrefke1+wtacjHlG49Ui4YffoNeirgJlcqtTDbqSSAViwS6lRVlINiTaxvYp444k36la/CuQYm7OvNQPekD70jKh11a+rMm+UgnxC/YmwIJBuL2N5R8H0Z3FFJ5+k1TkosdfvJUV3OpnOQhDimzcqbSpVlBNgAq51CQSnD86vYDoL/FqDD8WUtKpUV3pUlDgy8VItZaSoFKgBmSTqLLG3TEqotBn0mVS6gvmpUVeZ1pfXmskKSUgnMClaFAi4IBva2xCnwYkP1OWgpXXZVGpfuaA6+/C462ml6Ky2vbUJykgAC9rG3YeQtUGpVUrMD3y64ilr+Kh9FvFYJPVY9QBve1zpqb7GonNVlp9qU7neQ6hXNZSlKkgWuQPLyKh5i+g12q8ZMtQMRsNUuh8Bia0nnaaheX4p+dn9X9ZNr2JUNQRbrT5CCxKeejkGn3XckpC1JaYkJSU8RXkrMPmtYki5uCRt+YrrcXGUWpUaqS0UvELDrUyPPlWVHlKOvEcVlACio5XNCCVJVe+oqHKrKaagUbolQmJ6lZs5StSUXBVb5Vd8ydbd+4ueWK47s/+qvIQtCFIRxUZcyRYn8R9e1rdthanU7V4ksOJSTp0qLRpcB34D/UiQw0rwuhdiBYi4Cge2l7eXc43TYUw5P4lGxRL4FOqKFcfI0HXXE5CoFAKkgkKCVEAglKFDXsRRqgte5m5TvjffSjx9KUhYuk29R566m9tmJiypxWmqbwomRheVEhGikKWnQONr+VQNgUka28zc7J6dHHmZfT+M0J7O1P3VUugsUbgwvfbD64qJTrXTOQFnhrClAG5SOxAUO1vIc9+GA8R0t1+s7tHkMLX4obt+ElfqjLYo+qdRfta52ReE5EqvT5dLdezxUZUIdR0utpsFdxrcXOX1B/MmMrE+LfejEVrFj77HFSlfFWVZkn07nN3AubE2FxttIwZJu6TVKs67ntyePMeO8/vLqCGGGF/otFKcTr3uLAG4/EHy21HTsJ4DwRS+F91yMI+e2b/AK/5nbHe+HeZiPdK1wmsYvrWvKtfCd6MpsQdbGxBGhFwb6DbNOMfaUxRi3hu0HENUQt/MhaVqOZKjobHXTvbz7bWTTtZ9gjtuoX2Tib6xBv4wlFx4/RoGIYrH3XOhHFGVVlnNY+ZHYjyt+3+lb1IDrTjrWIWP1/GMqra7ecNPwXPnym69Was+t99edaVL8Ku3f8A5jTy2KVsSorXCalvoRk/2qv+P1/i+2inRbmGcxH/AFOv8TbL2P2nfitYhYyZ/wBYdP0/Laul72KNS/iu4nYX8+bOP9T5bYOlQa86647Ark1jqTmyuryq799dSdbk/jpsL1pWMmnXOFW315PGnP8AL+fn+OuwbulalIQdTpab3n+0dRorrnCqGfJ/e6v2XFvz/dtTf+jcxYH9stz9mb99h+z923nJVcX4tad5V2W4v/eV/wAdpdOl16fRp8+fx+AhbSUK1SlKyo+Y9SRf1/IbZ/0tueYb/UK/gT0ep/ta0GU6267UMiM6fEoJ8+2hJJ9QBsbe0Z7euCML4DiRd31WYqNYnRc/Ca6uXVb5rHSx8j37DbyTqUue1iNyLxl/JmyXT1W1/wA9frtd1qG61Kb+L/ZJV/ps7pqNp8onqNaH9CNDd9imvYy3q/aOs1BD82a7xZDs26mtSEkBN/JOiUjyTbU3u7Mbxsb0Gly58WrQor8WVwpCKXbK4nJmS6hXbUEXNwddQCCBnndDEadrPFd/w/tB76el/T8RtrekP4cgUbi4oyVFedEhqK6kOtSkgFC21A6hWVVknUXABABvsl1Oza4XHx7iIseKhqtxcRwIkCKyhiUtKXZUhbXiV8yST3FhpodSSde9tVKJ/ODjKXK4zi0UuBHaitLX4sosW0jxdybW0A0I7HYkq2DaXS5X/Y2kxV51qd4Snc+VPdAGayibaG47gnTZtUCJAwHg2I1PZi8evR+YirV08NegCCrU5SdCTqAm577ZTb3SCsDQI3eYco276K5VK9kXKlNdDCbKy/W1tSCe/e1rWOy/32bw2pVLfw409kz/ABUZL/DV6XuL3A0AF7gkkabGSJEqVFcn1TrW54ULXlSlNuw8hb09Ba+ygqeHqpvQxk5hfC+HlyquhanUNJfHxI7YKlCyjYqKeyRqTYa7MVaMKu+wZMZ01C4y0LfZ1xI7g2gy589lhEVaFqzrvxU5um/lmSDYk3Fge1gdraHVvixJWF4j6GHJTDDubqaS7Y6iwOXRVzcWII7AbVipUV2Ux7riMU5hEVOeK6jIlK0oTmGQ3sSr0NrnQC4BtsB4l5rDlSdgREIYYyOpz9Oa9xci2o8NlW/0OwXtXftX3GTqQp2Rs012qVmvUKqYjaQt9h1DEhTS+pxhOgKv1lAWAJOoAvqNbT2lKTAx5hz7LxcTtoizZTC30eNTaAcxsLj5QdCdSU7d8IxaNWaNElVSnvscdKVOqQv9C72WLdikiyhoT9TbQB3n0XhcD7Gsyn18VSX86/Ckdlg/Xy17kdrHYGrt1wTFag/3iVtlnJWWsGvNUajRML1mre9105KovMZArmGu6Vm4HrlIt3SfpsDYjpu7mVzHIZ4T6/HwulOYHXt+/wBddos/CmI5UViVAe5XgMJ5rrz9SdL3PqNbHQEka9yKv0j4rnPurldSlq/z/wBdvDW367Q2nc+M84mYbL6m3ZxDGmYdwu7S2KXFlv5IudTWdGZPXqRe97X18rEn1uLrB2Ga81iOI1FeQ/Cf/rS/7lvrre9vK/fTYJp9Yd5XlYDPg+fOf4/DadRsR15qsxPH4+hSFlPVbsSLf569tmdF/EepD9qznP8AmWXV3ZweZoWjtyqy1SaM1Tn0MQmlRX3dMriwsp/HQC5NrHN9NVjvi3eSqXvVpPNPTWKQiK1NaWhBUxnuQQoBJsoEGxOmumxzh3GDsCVxXXcmeYwpafDlz9V/wKgR+PfZ9V3C9Lxk7RazKZ+BFWvio+VV7KSLfQ3/AG7ex6XVWbC4GDDF933RV4E3A0us1lzFFUpK0Lf4TrT63T5WIsBbzHY9wfy2cmM10Gg83ihqIwiUiLkddQkJzZQfy2tn5zUVptpr4aPBl2Xu/F137EPtNO9b+Vpf+BRsr9xtt6HseMH393iIsK3LdxHgiXWXZa1ymE86hOf5b6p/IdvL/TP1Srbrrrcp3iI+deb9U/j+79u2ksH4ZdaoNSpf9hKi5GlfqqIsofhbttmneBhTEeDZ78CvM9D+Xl3fkUk3AsdPTt/xG3zv+JdFcrqVzt/9ylqt8T9reJJWKHW/BwIrSUtdATm01KrHU389NNpNOS7Rvv8AKdb+VCEZepSifL+NBc+m3Kg0aLRqW3PlOoX0ZlJz5sul7ny7fh+7Ze1rFvvmvcXC9WQ+tj/uX4XFgPDb6jsfx2X6N0Zrrd1voSlenP3vNIUTGlGagcJplCKjmVx8v9so2t+GlrC3nsO1qp4c+3jDU+XySOKjPF0zKWbfTtqBoPr57LHBFUaxRxOaqKIS2HfjtL6VZRrfTy0t+3tbUspuEqXjLEbmI6M8iatjItC82bMoCxt9QL/v89voNdFWnXKDEcXlcRob4oFGdgUxr/0qtSE2/ukft2S8uc1/5y6W18Nfy+Hq7+X+9fv59++1zvZxdKadcgcZGdC1JRmV/h1v+631P02C8P4ho1L4brry333Oh1f6t9T6ftHc6beF6vv1ur/CjiK2gs2I2d0kOfS57lZ43x4PT4/mt5dvLyP7dtDYVr+F99O76tUaqVDlZrDTrUj4oSptQBsvUnp0v6fXz2x07vh918SLQYn6dfgV83kSR5/x+YXWseYjoPPymqg/Ccf65CE3RmuO2nkf4B21emBUGzHEYr8R4QoxHUqXS6C5Fiy0Z6c6pr9Val5yFfXT1/0OotRaTPxRWWIrTP6dKf7va/f9w8r+e1TRqbVMWwI7tGp2d993O71nN9PxNx56drbOndLhhqLPcdqnwJUVaUNfrKV5jTS1vrr+V9tq169Ku8zTQqiZeMP2Zt2fIVSXiis/oIruSLxU9WcXBP4f8PPvs4t7292Bg2jONRXkLqj6PhdX6FPbiH66aD118thOt4sgYSozfxUMfKw0nxOKP07n+DtnXe3Kr0qs81AaXNffQmQtar5fLQfgNAPX8DtjW6ezXk/GYvYXtGRKysY+nyqpwuLnffXmyaqVm11vfttHjb14tGrPuvFsuVB68qlJulP09PzA7bW0TDrUqe3Wfdy+aXHQlLX6qhr+06X+g2G8Tbmp+KHefrLrEFb6+KtCPlv5fW3/AB1O2ZX0jSdPtzqBn+sUFQTlo3dx+/yB9o+Qaqy5TD+ZPC0zadl/l3/Akeezxeaw5XuPVKz0MLzcJjTN+X18u3+m2W93G6vC+A57dZ9455TCFJ6vmuLfwdbfs2O4+8B12vMNNM8dhj5M5y5vrY+XltranUp2wKfUJ3to4jDk4k5CguUaLEQ2xmUrNl8XoPy/D6bccL0es15r4TuRj5UI6VK/MHQbD82qysZVnlYGRDEVPxVZvm9D+2/lp9TsS7rsXff5bXX916VcXwp7jXy7/wCg28rqNTq89vT+/wAy9ePvaaDwBQKXiPd9EadiIfRNip4qMgzZstv39iPPbNGN9w2CN3OEq7iig8Cl4lpE1TEJjKUrUlevDIOpSBoPIi1/LZ84Or/2Xo3uHwcqr7utF+pN+wPfTy9Ns/8AtQ7x5WLcZMUtrJ/RbCUuutdPGWe2cdiQNL/lt7NadMSqLjIwcCBrsVhiZuDE+V/SnXx+L1/rpXfW/wDofMfgRt/TKa7WXW5UppCH/C6pHhc9CR6+V/PTa8fX+kd+dfj2rJEx3hOcL/yP1tmH1LIdiAwuZ1ptMiwHW3fnQrp29APZR3T/AGIw6jeBWYiFv1pq7Wbxw2O4I+itCbagfS9sGbvof2jxbAantf0dxUqX0HKpXkjTXX6a229S91OJItTwuxBa6JUFpLXAX4soGlj2UPQj87G+zNV27xaXHqD+8luVPiy4krO3KitLfgTE9TFQY82lW7OJva/cHKoaE2xZiid7rdnuymmEZHVLdaRZPc3vb63uQPM389vRer0ukSqE/AlWZi5FKz/7G99QfK1z9LXHbTby+9qAte/okBrjxZS5C4rq2lFPEaGodA87Dum2o0JvY7E1IDU5MkWBZW0KoQMZOv0aqZOA2tS4cjT4bt/0ZP6hFu/YgE977fmGsZxftbL3VYjiLixaitTTTq0f1OYL5M2oAB0sRfqy9r3KuqU53DlGcpdLlrXNWn4DqV5VKX5EehHpbTsfXZp7sYX87VBpOPJTUX33SEKi1JCU5OMpvwkj0IIUAdUkqSFEWIxu5vTBmc5Dtmfm9WiVmqOwMJUuXyr9Oyuyk8Ip4jQ6cyDbKSFd097G9tNtkbv6xhyBu0Ya6IspiKlCkf3gPl/4eZ2SRpjWKIrFU5REWrsZkZ8n6RQ/WHkSPyve/fSXiWNKgYSc5roRlVnR4fp37j6d7bTpLFpyx+PmQSEXdCmi73vv/utqoIW+tXwEZ+iQnW6L+SwNQPMdr2O1/jePPr1Bc4XWj9bPlVr3B+o/YfpfbEmFn6pQd5bGHKp96p1XfS7FmLXmUpaQpV8yRcOgg6k3I1BuQBpOhb0Xftb7hny0ZFsJzpX0pkIVoMp0Bt6i2U2J0NiKnqf1YZLBx8fuIot35ixDjrUqXS5TK2JUJ3KtP6ySTZXfztf66bU9Qos/it1SA7nWhfFaz2WlOvUmxvb1t5X17jY1xtQZUDFDlU4yJUKaj7rKTbM4kHVKx8riD0kXsRYi99LLBuHZ8p33zwkNsZ05ncnSpSbDXyvl0N+40Ol9t3XdGtH8LVGk8iwn+xnzzQ6/d/GN9P8A9AP8Thuc3nz8B1n3xApy4vUlE1DSs6Eq7ajuEnuL3t2udjjfDjivV6LIr1LlsI51SX47rCQpDeYAEHW9ri5ue5Oy7xLgGfRsRt16jM5KXNzZXWkqVy7/AM0cjUkHxNk3GU5dSgk20uoz4GEpfwmOaY6vipHCevbMladO+pNje+ump28xpeq211nT2DBAn0MCfWEncOV6sxK9XqTC+0UVpUORIjpH3hhVrhQubpNtEkkgg2PYi7xHu4gYyoz+HIFcYQww7xYqJF88e/cdj2PUCLXAAIvqFNSWqW7VOagcenTV9fK5ulzX5SbZrW0ub2079zVGMJUpph3hLRNhZfj+BSe90K0uBp5+p01JOc/VqGH/AFHMq7nE6bxtx2MsEYNiVlr+lGIrqH8zFkrTqCSkaApIubGwNu+o2b2EMb0v3XRXZ/8AVZrSGFcXw9QykK8gL9iexsdNbL17erVGqNyEWX/R01C2nYEjrQ2tPiLZOqCDrlNwU2sBrbrhkUbEdBfw5PzolZ87XbK80ru2n/xBqUg6E9PmLaentoQ7NOOCJqKWt0w/aJ3eLBdwvvBxDhz4+RhTqo61u/o0KPQdVHsFBN9dRbytslN6tJddxHEr0XjsIq7SXVqSgdMhNkPAgp1vZCrEEkk2JHbYe8zdw7WazhvEcrI+/KgO0GfISsp5pQaKmHLEeIpSQbm9wBrptmvF0d1qgvtO5JXuuZkdX8yUG7azbsfiNDQAC5Nr7IWv/pmqF6D3wRFkt+ncEf3l+MNfa3dpzXRztLR1KyjqT3GnoRbT1B/DYewcl1prlXetCFdP6yfofofLY63G1Ln4suA719Ck5VO5k5bXFvS9z+wdtNql7C3uHEb/AMi86s6dU5vTS+m3q9HqBql3iaG4P5CWyUbTIkp2A63Ka6Fo6kLR9NuDe3Ge7wttKEm9t0+PGsb7volZdd+9RUcCV/jSO/5jX/psoKpg+g4txvVsZe8VxZ1LSlMWQh0ZW1JKioEeQJ8/3bLrcVvM+yXvajSnfgTYqlIz/KtIJH7e37LbD7+OqpS6XLaaeXzVblLdjpSsqWnOCrh3JGltban6G21ntRV5imoEalCerO96VVqXQaetdaw06xIYmwHWmpWVXStC0LIDjVtRaxBt5HaVusXFaxRiyg4y468Qtx+Lx1fp8yA4S4gG2tlDiNEDMCSdUHYc3QSYu76BTazG466px0qTKaQEP5lK+I0bnqb6tQq4tr5izc3m+5sR4opuN6M0wir8gpiY6x080jQouO4UAVCx1HYkjtkvot7739+4ekhcSTgHEJnz8N0vGzsJFPfQ+mLKaWOrOMqGVknpv52uCpCQQDYqXNMwy7hjeLiTdzAqCJtPhTFSE9QypQvKtFvRSQsINtSL+RsCLerEw5RtyLlU9xrWwteV2Oh0qXFmpuOaYVY2ULdTRAC0eQIuVxuLpmKIFLfxvPqMWrt1HLmVrnzJHUlSlKJJGhSo90kXPcCpC55jIbmfmLXYtBxbz8/PySGk8VDXUpTRPUcvzWIBt6pIGpsbDdlNqkqqVZ3CUvnYsVSXc3F/rDRFxbyCxewURc9iACCFfvCxBiifXmIEqnr5Xml5X0L6nGlJspspIGVYX3F9AAQTcWssEc1g3iT6NUVsVFha0rQhQTxmjoCn9ZSdMyVdwdDpYhfWaWk4JAiNtq5hRi2ThfFsqXFrzK2KoxKVy8qP0rbSsC2dCiRdKulSbWPoQb7DlfwrRq9RuQxbTslUoikr4rSShM5qwUh1PbMi3cGxSQUk6Am0Mdqe03iPrRKQ6vnXVp6HECxz3tpbXve2t7Ai1lidr7UUZj3X0crlUl9CvDr1W01HkRpcHvtD6zT6hcKwzOoKtErAqsCqY3orXu7iMc4000rRKcnSNB2BFz0/3QPLVobwIHK4jltdaGIUXO0j/aWAJsL3F+3p5j6xoG6TDnNN1R2oIROYWl1Cc5yK89UpIuQdQq2h9NiiqPNSpT8rEeGH5UXoSqei+XNbwFQPSTqNfp6i9On9RoqY1A8ybKtozFNgrFkqLhKpT2nloWta3Ucda15e+W5F7Iy5dPLuba2kez7SMeO4ocx57jlSqQ/IVFn8vw1KyrN7hNxbLbMAPK4HbZgPI3NyqC5S6XEXSJsJLrSGsuRHY3Tpe9xqCNbWsSL7KynY6qm69p/7G1HIh9GVbSkZkKTe4Chcag9jqRfz81OoaxX1C2D0IucZzNgVanQMUcSjc2thaI+Z35eM0RbMk/rDS99RofXZC4pqPNY3n4SlVZbFXYaY4EpSRlkJ0sVWsQVotqRa+bvbZZYb9oXeC1iiJVJUtibyqs/CW1l4iD40KFrFKgAL+R1sddtENv0bFu8Gi1mLT2EIlQFLYd04qU3uWlfRKgSB/eP1JZq1SdQOxDzCIwMvdxdUi4jpVW3LY8C0dCuQVnClpUdSE62NjdSQNCcwvrsB4rwpF3cynMOV6orXwHVKjuozLRwlkniC/hSe5F7A5rAm+x9iSgff/f0CJwKpTv0TrXSrhE3AB0Pcaa6HapVipreg65AqjTH2hix3XY8d9AyTEAHPl/VUbHM0bEEZhbUAuq076Wkt7Px+/wC0lwrCZQYr2HJ+99+jT5c2nSqXIydaippxdsyW1py6pIOYKHrmBFgdnVUcZxWpUSfAdR7xgu52nWvmyrAUO3f0NiNbi+u0esYT3c4tqnv77PIRW2Wkx8y0BDqraJTmKrKtra500AOgsJKw879t4lLgMvrYzpyNZOpKr2KL6i4ue4BuRp2v5uvr1bt9NUpD/OZSt+Noms8PYIlO+9sUNMsLXOSxUYSGl5VpzNgkt2HSSrN0+RuNb22WMXef7hxRL/olioxVoVxY77Scqs/6QW1Fs1zawIv9Lh3VLCNUwHu0pMWBUX11RhCs6F26Y7nUWlJGnSbEG2hFvQ7ZrrlIlNOuSnWfnV/u3P8AH/Pb21NKtUN4l7rGTiQcc0ejSp7eKMG07lWJWVEqnZuiO6TrlN/0bnkDqhVxYggbdMCmfRp7lUi8d+EhCWKpFyZuG1e4Ngbgo8QUL6BQ/Gdhpp1qew742Fq4UhpXzJPkRp307+fbZg0nkKXjem4oozTb7PXFrMX5nIqbAugEaqaNlG2pSk97bYr6CvS3bwccwlVvhzCHeNvCi4Sw5EqjXx5r8VKYSl/2ybXAzWNge+v7yQClKnhF3e1VH/ejz8WUhpTsNprqVHWSFeDs4i2ivMggi2ux/vbadwk1LwvynvGkTfvVJW71oZSvxs31GUEkp0ItoNNle3hrGTTrlUoNQRFqlBj5lQJXWiUwjwgnMFGwBAULnL3IA21fqdnqXSxsHZCLBFOpbrrE+e8wxVEJdaWtCChaX7dbage6Sg3BGl9beYCcBPysOb0FxZTq0PoUuO+lCsqHkq6kqte5SpOUg9rki5sdr7DtRgVSsuYjgS87FU4qJUV1r4rMhNgW19rOJscqgCFJsQe21+ulUGLheJPlRGJVRojqEonx7IkNouQGpGvWgoJym1wQCLWVeLv1l3fMkIzcybvSlcXgNRWcmRKV/wC8Re3f0t3/AFv2c8E0zAeLd31SanxKjKp3FamSvhZuTkJ6UugEXQoXKSoWCkqIJAI2+6hDn1TC/wBo2mudYYlJjz4rVlOpRobpv5m9hexJFibHW7oVZgUajMQMJMzftCjPHkLixTIVOjqTmTIKDe6VtnrbIISpK7GxvsDeftkg7fGCbmBIGHItJxbQXl8rKQuE78XOhxKDYXFyUuJBHSbEix1vt1mVVqltc07LR0KTkyrHivpr5fT1vbZfYhrFU4r7VLqP9HLkZ34uZaUtvpJSOkq0AJItYEDTsbBo7kd0n84Lq8R1+Whul0uQ0qVC6kOqYIJ4wvfoScuotcJVqCAAstupF/aTG3/mKmvzyYt8YVd3EfD5qIhbCFZuFk8P+oue9vP002HaLSaXVMRsRapEYmwkLWhceQkZHEKTZaSRqPQEEEGxGuhaftHYDlUbeCxAwRE47HCTx0JRm6V6Bzp1Uk91Ed7AgC5JCaLg+VQePKqlOm80haEO57ZHEHXitLSCLa3KSLj1NjtTVv2vfucbCvCwl3h1CK1FoVLo1WffhSvhNc1ZTrKx0ht5QsDrlAV8xVqAbXW+G6/jzBtUqU/DkTOxnSubFW108fw2J8s4SEpVcDNlFxcXZePME8Kgtu0tl/leKp9rmOhbdwskKUAAsEgEKAuBYEi239gzFk+lxX69Fp0WaioxfdNepcrqYmMEaFae4IvmChqLnUC+3U6z9UJYeMcQhs3fdAXfY7iPG8Ck4o3fS5WealcWVFR4230lJUFfqm2hvax9LkbKKJWd7VLrMTBON6fUKch9aVU6VKh5kpzkC6F5SVN5+4QSUlVwNbFt4RxNijdpx2sR0NiajmEZUrUEJcR2SQuwSHLadRsRrfWw0Zh3FuA95dB4U/BzD/uuUh1ECpNZHW3/ANdlfYqyk3toUq189sbUdR6jX1NKq6C1THlwfU6rTh/LMS2NqDWWp9SxbWYi6dzsCLHfQ6lXKuPs5krLajoLpykW/MAkgUtJYgQGpEB1rPx0cwjq6Hk+abaAlOnfUaH8HxvP3ltQJ7mDeLTpVLqLTDq6XWY+ZLzQUQtslJGVRToHLmxAv6jPeMsM0bBGI4lZwa7K+xtUVk+K+XVQVgjM0TmUQ4gK6raKBSpN72HrrK1txvEu6LGZutxNKoNLq0V2ItcVbvjz9TaCg2zJKrgBV7KGhCrEaC83DFXa+2UvkJaELlU534S1jK4oEXABIB0uT9Ldu4EMLtRcOY8l+9HuPF4CHcyFHLIYcR5n0tZV+1x202/MWYadalU2qUvj8DiupalIunta/hI1ItqD31t32msqbB+0EYY7ocORcZUuXWXZb9RcRV/6ZomQolKjlfS9HWSCpaeo5Qbiw1IBBYOI8P4Ni70HMG4oxvORRJSGnX2nV8J1lZaKY7pXa5srKniag5QF9zsk6PjKBu5d98z/AHoiUiY07HlRVhWbLa6CPlIGpvcm4IIsUq/fag3pVmsz4mLWon9HPxUxWHZEUoRxU3JQvzBN/CBZVri1jto6jC1mEEoBHlbpd8lWawQ9Fq9LizH6XVEOoC0TGlWzJW2pQugqtcgkXGgvYbNj2Z8N4DqdUco2PKciFUeYWujSvixeGom6eFmNyCk2GYqBt3JJ2zZXMZYSqmDaa7S4i4sqV8KQlpRQtKtCHElJKisG9k+abA+R2bTO+yjSoFCpcqiLlUhDX3qK7nU/FUMoWuE+VZ0JNg82hYISrOk3SbEGgWlASfePfzBbvOTarVf5v8ZY+wHQas+9hqvOuxajCy5k8VJ6pDd72X0gE9inMDcgEKXeHSsOSsEOV6jZ1oQhSHVtXTmWHClVx2HVpbuNfXbliyfKn48oVZoNR4GeUjLwPA8hVwq6ScpJSpSVAm4JULggEFG+TCNU/m0YrNGaWhD6XedYQk5v1rgXFrg6g+QJ0sRs/barr4x+sfzRSYJqLTs+hSpTKFsIlIySF9OaxP01sekkWuL7PTeK1FpcWXP4X3V9aPRPYDubix8/qPW19syUVx2jUZjiy8kXi/VXSf7QWNwe/kfm9dHMnHP2odYwbKyPr+7tLWpHizGwIT8xBA1uARY6bJUffLaqvfiaEwsilxdyzeF5URC363FXzEdS8vGzC/EQbaqBtYAa2HY7ZRrtY5V2XS6zEYiyqcvLHkO2yyEi/wAMnTKsp1B8iOwIIOg/aewxPoOA6bWaNVmGH4XwnWmkBKXkKtrlHhUBrcE3F9LkHbNtEwxKxlAl4jrNRW/kyNKQpQUpKwgBPEBIWUqAylfe+tye6vU2LYpEzrAPUHokqLXp/uaUy+iVKRmi5UFKcove+oGQggZhcA28yNjbd8/KrzrbU+IuV7nWlDUWUsoaUhKieEFfKsEKFiCgi4N7EFZ7y8TuxZVJdpcRcVcVCOEtqylZxYXSdb9OpBsCRqCLjZkbv2d4NLlU3eDRqTwPeMVqqOoayqjyFWzLcShS7hLgVmykEArNj3QnLSsUjxGZyDtiN7fPX/ek+mymqIiFzsJCFyEryIlLR0gqQNELsMpsSDlvckG1RhyiO4jpb8+BkXUYUpLHJI/rCWFgZiLkB1FxqmwIBzAg7cse7zZ+8GlsUuVSWGPdbqnYrrSfipaVYFpRBsoA+YuDYEXGuwjhDeS1hKe3Aa47E1c9EiBKQo/BWk6Gw1SAbgntYquddteg7yMzRzmnfKzcNWKpRt+f2Dxvnpy35C0R1rdCU5iQQElYAUFWUAlRBuFJ0Og2vX14o3fNe/qNEyMZVxZrrSSqLMQoWCHG1g5HbXIuACP1tSc71BOA8Zb0PtHvB4FO4yFpjz4akJVFkFYUhwZrpCSLpUhYUkggEAahn4T3v/0NXWqoyw+uLmhoqkLpYnR1dKVutqJsoptcXULgEagHYhRy+PiLIQvlJ8SNS97W76k16lsrbqML7q7wupSlpOVSSka3v1C2pHqCBsIVDcZWXao5Ki1FC5VOUhUpp26lJUoq60nQnUdV9Rf8dp+7zFNBwvKblYXp/Kwn3+XmR+LlRmucls3nmsAQba6E9ttD0mB70n1LFE95D66oxHyL4WRfw026gLAq1UCSL9tdNS7EWMmsWnMUFZpWHNy2F/fLtOXzS0Zc6F5lZyOkG9ri/aw7nX12ReBKzijEe9+BjyezFfpc1h1pCH1odaSrwqaWhVrpUDcgajUjW123vtxFPxHWfdfKMPRaQ6pUiOtGbjICbnKCDqEi/bUFVrGxAEINBw403VMOU59hEppSnWkLzJ17OtqJAtfxIPcC4Og2F2t/uVut7fgktkVCLXseOYSqlJ5JfXkixZAWhyGUaOx1Kso5V3KUkFQN0ZTYbG2HfaCdwvgiu4Sn0OLW6dzXCQrRPD60h4q/W6RnSoWsSDcCxCpxN70ddouI4FQRzsLradW0Uq7DO3mHdKjchJN0kEG9wSRzatKrNLbqk+kxX36c0mnVF1ds8iOpF2HFKBuVoTdCVKAURoVkoFhomeIjn5g5i3G8DGVU96UtlbEWF91RzSAl3Wy+Gsm4UAdEqIuRoTcaRcYyWnWsPSmqdKiozpaQtF80dOoSQCAVtA3uEm4CtAddqegvQKpPqeHPdL77EVOZ2fH6uVV34irauIHRmFjYBRBBtszqLTcOOxX6NWahwFoiqdYQ6jobdGi8qgSNRlUE6gixBPbbsN8y6J8iLrEuIJ9Ldcda4HHXlT0eFST2PT5am5t9fXaRiPB1UnwH8USs/wByioXCdQvMhxo5smVwdGa/SLgXItcG42+8XGlutPtSomSV4GnUK6k5bnNfsR3v3BH5naro+8FqjYcn4cnvfdZvwmpTSi07FWrU3OoU0sXSU2FlWN0kAkWPLygLHwcSkpkiBiOLL5pp+LV2Kkl99aejMkj9InW6fLMm5BubkixMiuRYruI+QaloWheVaOs/MgGx/VN7/S1tqlqm1mLPfdgM87KRldQprpdUxdSVBQURdQUE3A1sb63IFhVoEXn2K9F/T8JGdKFZs2gC0kE3Khra+oHnoLQUB4MgnxnwA77m9zNdC+aSpHV0/UfiO4/Za9tr+RElcq3AlRFrQwhPVnGRxJXbW5Gt1EetyCe+37hajOz68401E5pb60qaa8SXFW7JBtdRGgToSbeexzFocCvO1J2l5Iq22ku+LxKKOoEX1vYA2AIOU972MieOJehfmD2D1wMLuz3WvjomxVZ+vrZdAIToPKw0B+h8jeVUcTwIE9ifQXsja2vjoXdOVRBOotmSoEXBF7EE67VVEVwqpHgVRlbC+OhpClpzdPEsLnVKvPU/ttswZW7h11qpSqM9F60tRZ8VaApXCUvIh5N9egkXFxa97gAEWVdzbcw1ZaJ/2nq1Fxbg2mz5VOyVvKmO6614JTFwAu9gL2BN7XBChax2UWEMEwKW18VpC1o6P97/AJfj5eXbZsb6KLPw5WY+DZ8tErkkdC1ozdJt4jYXsBYaAka+h2HGkcJptpr/AN1V/H57e46Xo1qpDMOYC+xs4kZ3hNNcJrwZdqmU/wD2X8fX89ps+VwnXGujwf8Ald/z8h5bUMpfF/Su5Pn/AN3tb/ltqGLznKdaai8JrwL/AI/67CVVVxWvheNe11UZHCa+F/Hbtpb108vrsPCV/tf738f5bL2eXjCrKA4WadlN/wB9f+Lv6/8ATZo1bdy7S/Z99/NfDRNxRCio6PEkOsAqSbXBBKgT6JOutth+gQHZUri8H/zHr57ag9o6itYS9indkzwuur4liurzo6svDkOHQ+Vm0kfgD57I20IMce4xW8xBveobtG33YhpbsRCFsSoqsqUBKeqKyu47jXNmv53v57fFfLXFbd+J8RCf92wH8DZwe1rgR2BvVcxbAiZIU6FAaVlv0yEtBJQRqNUZFAg6i9wCDsnMUqddlN/32E9Xh6gLfx32zO1sJEIYSYFme5mnJXC65WZpKvlz3FgoeYt3A120LWTPrNGbdi/dciOLF4SMyWXSNbXIUWr3UEk3FyASABsIowvhzFEqiu4cycCoworqkZMqeaRnzgp0uoixsNSCB57M2XyECltz4vw+B4EJX05k6WAOmlrWOvfzudsvVqpPMv8AbJ/vNqqYSicKnLRVEJSmatF05lt5SCk+V0EXBsR3sQobFWPMPYjpdBgRfePHQtpEyncXrQpheqkhd7iyiT5gjQDTRFo3kysG1SXRp73EhVdpEp1DTQya9nE31Qu172J7EH6Oui4rw5P3XxKzjKoTUPsZUUhSOuPOjqJALNhmC05klSVAWBBGgJGbSm/n4nVebQNxHimLFabadickht1K3UO2UplNrHt4hewBF9LHXbnuHhT2t4NW3g4Xe/qsjLF4XUt5JtcIFiFC3dN9RoPTYT3p0rn4HFgPIlZI+deW+ZKCbgjtqD0qBHYgi+oFxuogyqXhKI1FiLYflLS67xVFCVL+VWoBGhOuht39NrX6hak8jG7n7CRl+0Ru/ai7uYOI2pcVbFelJSp3IUP0+VbiLZkINjZSTc2A8rHUXA93Uul+9G8G1SWiloWlEdE9aCphSDbqVbum2ouBrobG9jDH2If5wYFFaxG6+xNp2ZEzgSipMxZtlUoG/X3KhcpKuoAEnYTp8HDlLdfa5Rb/ADTXLuokZ/xGWxFiCdCNPzG3n7uraSp8nn+gmU+pGcx50mXRqXi1vBHNoqKEJ65UV0Laete1rEi+p01INxtVb16l7rrMCjUF5hDb6U818rrabjwi1sxBNgfMD1tsu6JimLhJ1j3XEQwthOVHQOlPe9j3/EfntKr28el16qe9KpTmH1r6V9OXMkdhbUaeX11tfay/xFpDxz/iEXWU/OYysLwcLyqDPnwJa30Sqatqa07dXBfTdKiCRfhrBKkmw0uLm19kNiuS7Rp/FivZ0ZuK1kt1J7g6XHna3499iql73KDhxp9qBT8iJTSmnWlr6cpN9Lg6i1x6enltTVGXS8UQG3aNEyIQjKlTXUhKvT8j9R5WFtvMdf1NGrKvWDkf+IK7UV3cIIHszuVlc1/YP+NCvlV9PUHXX102M8LT/iscVpC0cVPj+ZI/jytsOv4dd4XxWV/3On8/+P5+u3ajSuQdbiz8+djryo+ZJ7WPf8NvNGl2YOkWFZ9rGUzSpVLr3NVl1fK1FHKtZlj4fDN0L9DqQk97XHrs+sA73ItUdcwvK+AtDWdp35FOpvdIubi4AIuO9/TbOOIcf4jxHhdECBh5b9Oirz8xlK+GtIAJzW00Kb3Ple3ntXRKpWWuQxHS+tvpRPaQjLw1i1nLi+hHYaag+m30fQ636ZAW54GY0fJZoHG2/qBQfuDTOeUhSVrX+eg9L+f7O+uwcrfg7vBr0SjSmkRUSlZUqX1J/P8AH8NNldvHYi4opfvSA9wJTEVUhedWVL1tSRqBmCb3A8tdgdEp33pAnxZa2Fxf9R38tQNnG6zanmft/wDUVVdrTV2JMWz6C7TIECWiU/KdyZEeFPlr9Nfx7bfO8SuwMW7vm8OV6k8eosSOPFdSjMnKlKsyb9/O/loPpsl8J49i+9G2q8yiUjOnI786ddSL+nfTv9NNtGUWThxr3bVGpaFso/X/ALyCLG/mR5H1/HZqnX0dSQ4+PgzUqFbiY3xNP9w4SY5rxzUJRkdV+t9dLgD9wvrsrcOzvcNUbr1LiIRKQpSVoUjMnKe/nrqPXvbbR/tTY93aYogN0ujU5j3vClIdQ6lKUpyjxX/In0N9PIjbMdUmuz3eK70fN03T/rsn9SmkYheYC1kX7YTUyrUujT3HYueVzSFcVH946nW9+5Ohv+4bfEXeLVMJSv8AsvLXFz5vB4U38rH8dg1Kf/I/j+Ndvha+L+iydGwn11l/iIvuhDLr0+vSnJ8+XncfWp1f+I9+3/Lbq0OL8Jp7/wAj+P2a/wDDbi7gqvUulxKzPiLRFqP9X/8AEsbG3e3mPIkXO3eKy7WZ8TDlBp/x33ejP4lafs7evnpbateg7rb39S+3+YxhYB3WVmstOVlqJnisdXFTbL+P/S/ptb7xN2TU+VTcRusue7pUdDTq/CnOLA3tprf6a/XQOLdVVWsG4Il0GvNMQloaU1/6UVYpB7f8zr32oZ1ZgT8LwMLuy86EOqW6n99idD6/89nHu0miX2Iwl9aDmBWC5cDBsqpRYDWeKhpDTDqUZvI9j37DW/lb1ttfYVqvNVmXiOqfdYVO+K6t3pSpQsba9/K58/37VjE6BA+6xWmOAtef+8pWupPl9fp9BtNxDjrC8Clt0t1pHAWlK3U6JSlWvqNdB21uT5W289Z1ujVXcgkD0IH62tjzKPEm86LiivRKo7nWwjOtpr5Uo/Xt66C3nbzG0DEOK5Ts9j42SK+lKkLTbp/jT9u1hhrF27SVFqzXKIcnPsKaayI6k5rAkZfT6WH522HKxi/BrU9xrgoWhvoyKsrLb6XP4gfhto/61Wi4QH/EZs1tfbwsLqRXmqXKpPFlrfXKR+r+r56WA/yv+OxTOclT2uad8GdX+7+Y/wCg/bst8N4woNUd4TUTOhCfk6cv4eY/y02OaziCBWcON0al/AbQjOpCupSlEetu3mba+Xmb5WvcdQdXOR+Ynv7xk6k4Udr3E5CWjJk/SpVm7+Y9dOx0HbZkxt3tGoOF+LFZ481aPiv/AKyvp/kNPx2Vu7B3EcB1yjfAQ/KTn/Wyov8As17X8u1j320Th+luz2mIDvWhHXk/WV6n/TbmCUneDhRCInGIGYLwjKitPynWVoYX1ZlfN3PfYKriJXv5xqjdEWU7xeEi6c1jfU+Yza2/ds9N91Vi4D3S1Ke1kY4EfpX4ery173J0FtSTbbHNJ9oBqjUth2e1xJXFV1KQepJsSfO34eZt2sb6/RrdNrUNleDz/wAiNmrYvnNj1N6fKpb9ZaZXkitLdX0dSbDv+G2T3Q7Xp8usz3l8eU+tf7/+G2zN6lcawlulqzsX/wBmOVhCkf3rXttjZMuL8ThfqZ8uxei9LXT1i52LMR7MXqCheJTykxYsrhSv0f8Ad8X47C9Vba5pxpp3oX4XU/KryX+HqP8AUDYujuc/VG5XjR8n93a+ouEYuI8RwKNymdFRfQ07kR1JTfVY+oF/x233Td6hPFeYQ7iKI1S6W+1iNlHHqK+Klf8AdFiCFDVJ0zBQsQdRYjZr0jfBVMG4j9zYjiLlU5Ckuw6pFXk5pj0Vk8DosUqINiQDYX0KJG5SBFpfv7dy9Kf915UyoD9lLbQB3SNM1rE2+ZJNiFJIPxiPde1ihpt2BScj/CS/KaaUVtOafpUgakE97C48wbXPlfp9fpOo9z+VvfyJXKEZEYtS3gRazQX6D9oV+76vFUmHWUKzLjqULcOUka2F8pWLEaGwvcZQxthiLjzCUulz8j9RhLVwn0LzLUtHkCPmuCQRqe1xfZg1nDMCgwGK9herPxV9MWpU2QvMtuR3zouLLaWEm1xcEEdiAKKiUv3pi1vis8CLV1cJSEX+DIHZQ1Fgbdge/oddt/U5sQIx/eQjBhiZ1wZgCBXv6UnvP52PAt9AzJsdbAaEH1A0PqCNmPREwMG0GW1QcjDk2UmPkz5Uqt3tp3NybW1Oml9ptblNYSxRiHDlZicquKtMp3q6OrQuDQAAkFROgursDpstXsXUF2vQIrUtEpjn2mnWl/pW1KcCQvv2JsCdbFOu2O+mYthYu1eHxNIYmhO0aLh6fwlozuoad79N0k6/TTz8/qdhj2hqxyuCOVad61oSl3L4siiLlP8AeHcX7n8dmdvGkz4GHKTKitIfQhCeK06jpeaIGl/JQ7gjzG2ft+pdxRS24sBl9E1hCZsVOTxJSOsD5VC1+5toQbHUO2IK6yg9kQdtW0YgruRwXKqmHMQxcW1yKt/j5qdI+VKAjuRoRfv26TmSbgbDmB1Y3d3lt7ucWsrRNiz1SoEhCsylRyvRxOtimwNxfW1jfvszH8EYNxRg2JijdLiF+nU6ooS1Ppcp0qkUuQAkqacKrktLBCkL72IBva5vNyOEqpQceQHcUcrKhLaWhiUi6lMu3PwybaAjXW4JsQb7ZdFDm5amXH7iLpXk4YQq3002LR3aLAisoY48VUp1CPDnJy3/AHfsA2+8EVCVKwbIoMB5CJvW6xxU9DlrXST8ptqD9OxF9v72hJjTuPERf/PWE0n9tztV7taxAadkUGqfBYlfFYlJ8cWQPCsd+k+Ej0Nx2IP2Tq2mFX8LBPWADPh3TtZn+PLfwSV/wMTjQcRT6M1Po2I2ehbv9r4WV9xqL6enoLEHvsSSm8OVSLytel+60TkoySmlfCStQABUB8hvrYi3ftewtimm1Ssyn4HGRzXU6lCUjK8m/wAvqR6fXTTYXq9QlUbBEeLP6EZuV+L4Y9/Mg9kg2uPS/bTb4RpGK2stnP4J/E+2+Uhbz8D/AGSr0GA7L/8AOvnXS5Gb4ExSQczaF3sHR3LZsSASAdbWWGKpS3WvdeKOPwFoShU1pA5yDfwuKRpxmgRYg3IBVYgmxlYZpbtewvytZd5qKx/WqXNRxWMydUOsqJKkKHyqBC0iwJNgRR4sm0uBAbdd476IrSl8VH6VtKbeemYAAXv3B1v3OdrtNXTYHrGQfiQfUaMfdpPiwIFU40Kr0iorSh2bFdPAUtN8jyLeEkEZkmxsSNQAdijcrg+A7jKtUuVT1r93KRws3y3AVYeWosR9LX1B2TG7DHNZoLrfuZ1yVS6ohXFaW0UtOJtoFI7pWP1tLEHXXXR+6HE0CLKfrzrWRcpKUupUg5voLnuLajz7i2m3qOkLVewbGMR7TW7UIl7vHw7AapbkVp5aMi0SmMi/C6hYP7xdJHmCdsc7yKHhyLjerQIDSJTFXSqQ7F4uVKVvDPdB+q0gjzBP1O2u65N+2+LYlLaz8DrdQtC+lVu4076XFvI39Nkjv29nyfS5Tm8bDlcRKRTmktT4C7JdSxnJS5e9iRmsdNRbTz2P1rTHUVntj1zAWJumaMH43i4XlN+4c6PD0qslStdL31Bv2GhPqBtpGv4IdxlhJzHkCJkfhIRxWsmVab3JB9e1r/h5W2HfZ83D0bEeN58+qU/OhhSZTXzIVn6gR5A+RHcaDQabbGqmG6NQcOS6W0yhCJTSkZPlzWNhsx0TTstW6O0DaJgiKriu7V1ckcKU3teVmF7mr0+B/sHVZf8AD5bBlcm8Wf8A4NtonbG5Oqle91xW57X93Y43aUefvGx5TapS6jx6QuGt1bWmZt8aWNjpbqSb/XQ3GylrjvFittO9Hz9Xh020h7J2HqNAgQK9xlsP8V+Ov9Xq1Gvn5flb02qo3uIvbBqr4rlYS3quYNlO8Ba1okR0qslLiO2TXvr+0i3mLuvd03Pr1efqjrrbaEJUlbS+lSU6G/1BuBfyI17jZR7/ACgUvG+N22qy1kixX1cKe1b4K7i6M3dN9LafXyvswd1WI6W7S3GqW9x5UJpTSl+JWVOlidSdbd9dr2DzkV8viF+8KgYogUZ+e1UOaw1Xvu9SYaUFcN9GqcySDZVtPqLeg2D8PUmVA3fS6NS87HNZ2o+Tp7mwsOw07afTaRTMXe+Wqk668t+Kh3JKYzFPWCbEjtp5HyuNruTJi/Y1uje7/j9L8NSrpakJSQpIuLa36TYggHQjvsnfUijJhkUkkmJ+JhyfVGnKXWZa0TUZXU5+pScpIOoPVcDXW6Te9r2JMzgv3zAc5CWiFUWF5ku5MzTyu+p881rH072Ntpm8CswIuKKbwqdKhc6lC1x5CcqcywQoJPnbLorsbfjtKmV1rBsBvhPZ2F5si1eHL5aeZ9SPMXF9k3q0oUZAP9ou9QaDVMxJPgVRugu0ngSmE/FQr9UEJUDpqNfTzO1BineNKwRKcwvFp6GIuVTsJ35G2ifL9Yi2oI7AEnXT4GKff2PPkYfzJaaf1SrMeoBfqDpfsLG+ug2It5m7mfXnabKlZIXA8fzdXZbZAOoIUfP6/iK+iq+ndWOR6gVHbGZzwc3Aqk9t2U7zvNIUtDSVDpUBc2Hcg+V9P3bEFD3iwMLuz6M00iVCqLSo78WVbL2OUg3J0JtYdrJNyDoP7u6DgijYobaoMtb81hpa0KQvP6X01Ta9hpqOw89qfefVeagOSvciEIWtTD6PD9AbCx0Nr+YOyq0JVX3VHlGe4HTMGmYkWqVSXFgZ0cd1SloX4m1H669tBbsLW02r4+CXWnX6pXmuahIVy6/1k2NwSdCCR39Rtx3fU2s1mqfdcnHRmzrWvKpKhpqPMHuVa2/A6aOwK41PrMDCVUiNuIW+jiodR0pYHc/UEAkevlcHbGRHdiHPuVG1Znh7CWDZ8Bx2jNLYnLQnhLdvlS+DcJQTbxWyjS5va50BOt2OMnaNiOk0astcBD+ZcXP0qZmJtmaV6hxN/pmH1244hx5uWaqmKKDApOdhcx92GjOUpSoGw6Qe1tdfXQeYhRcSRZ8ViU61nXCdS7Fdz5VqTbUKtfMmxsb31se4vtqdGpGmY59yoPM1dBcalT2/nYqMLo/xDy9fPX0I2UVX3aSp+9+hT4FRXCQxMW/KQheVTiQyvt/eJyk+oFu+u19u/wAUyp8Vvmqfkbiu8VHfwKvc6/vHrfaTvLkOxapEnwOha/1fmV3H4dvPb1pdLafKcTxFVvNw9VKNWftHhz71CXKW1MYy5cyCsjMP1T+ZFz5C+xRuuoNLaxR9t688y4iEhL7S1oHxF/Le2nfU6d/Tb6r2KYtLgR2nWePFWpKXWOFmWlK9LDT1Iv8AX8dpNbotBixWMJUGX96Qxzj7rqippxSjdKe/cDX1AIF7k28fqun0rd30HkPmDrO05jSh45dxvKfnuurbfQ6ph2OrxM20AI76+vY+WwXiPDnwp/F/veH+CP477VbTdUo0puqRWUe8UNJ61dUeY0D+jcUNUm2gWNUkAkEDY9lSotepbdZitLQiax1od8Ta03Cm1DtcEWuO/fbe6Vqzemyz2JNnl7igw5H/AKUif2fxUpUtXy63Fz5a6X8tPTYt3o1T7JYtpNeo0TlZWbmncvShx9Iso2A0Cxoqw1Nz3N9q+BSHZU/hNNeNXhydKu/19Nj2q4KaxbQWKXVGX2JUJXFgSlXzZfNKu2bTS972se9791XSNqaCK/uBBH9pQDiQcTsQMR4Scn0uJzVLmwEz6a14eHYXLaTa6SlQUkDy7eo2T7E6VKqjDsplcX7gqbAn+BactiBoeoWKkqte2W9rA7OHCcV3DjUvBE+ofdW0rdhur/sfJWbzCD3N+x11F9kJJw7iOLvBq1LqnwIXH/RaodhyDYpdQRoW1AhQUPK9iQdc99UNNUbLuPzmOaY7Qcy1pdE5DEbkqlsocp1XaSrI1ZSEvptqk6dwdewtYdxc1jqqzFrz8V2kymH5UNaF52lI4yEWUkKSe6go9wNU9hcXJ3uowK1RpTdBnvZFozOx3Wl9LiCb2I1Gh8xY2/MbaYnLw5Pwu41Pp0Wa/Ca4qUu2TmUNBlX8ij4QrsCQDodidP1tWuQshnJqdmRMebut4UWBiOfRmonNRaipC2lZ8ym3x2GoANlAkHte/bUBg7wa7FpdBbxHS5cWnYihOsOrYadDD7aFuBIeZNwVgLPUjyKibEXurabgCK1vV4tG47FOXK95QFKslaY7llFCx6cTMCkG1wCLE3JRvAxHKn8201EgzYS2nYbrWQpkZ7gtud/kN0hSBc6A6AWcd0Sk5/fEHksd0Ad7GP5WMqp9o6ozTos1bSWpTsKPk4zqR+lUnNqpXmRpp22v9zOJsWuwH6DKam8ktpXAd1y5VaOJCzYZCDfLexzEkaklR4iPvSBA5BpfHzqSvqCE5kggg3IA6gLG4I1Gt9i/c7vCqmF6W41wX1sPyFNNNdCls6hN0hR/WzBSSfPt57ZXTj9VcSTKMe4cQ7l4niz8bt4c94vsSmGlcLP40pATcAnXsAbDySbX8yPEeI2qXKYa5tir8eOlTuVAaU5a47G+VYta5AvbUHvsJSaLvGnut81Q2JrDCs8efwuE62g2UgdySEg217AdyNdh1qlSpVUnxZWeLKXlddRn60qFgQDc3HaxHbtfTZrV0oH2GDYbYwXam67Fbi+OE/8A1LNbPkHlbUEg3BsTp5C+1PRKU1S5/KteCbna/u502UggeQKT5diD3GxPhqDRp8VijVRnPFQritLV0Kju28YOlgSdfInQix2lYsoTtGnucrEzs5EPtO/rKRbpJGuYpvb1AIv2ulb08E5Eqr+WJD3f4xlbvq8/WZURhcV9jhSoshoKTwMxIcuQe3fMNPI3vtd1HF+DaNjxiVApMKFSK3IaXPj5c0VtSyEqetoloWNyAQAQSALm/XAr0qfVG6N72ixUZlPwn5TXSlatUtZr9AJuQCLA+YvswKjRqXWaC/RqzTkcfhKiu5LJ4atboFrWFwSB2FiBoLBnpo+kq7bEkZ4zGK7NgxEX7T+G/c2MnJ9ZpKH4sWO07DlR3QtbzHVlJGh9LgX7X1BuQ7cOxhLehRsZ4IgRGH1vsLrMBC7JVHmMm7gQO6CQoqsO3ULWURtoWs7moGKKNSYDtRlMe62Ex3WlXX05ct7LVdQIy6ZvLS/fZNUzdnWfZ43v4exb8DgLqSUTHWs6WpUVVm1HUXzBtWgve6Ug9wVHt6ppBf8ATBhvxnHrP9Ix9wzKXB78CgyqS1WYnOxWMzS2kryrShQyka/KCcwTpaxAtteM1uBRmpdLgNc7S+aW7FQ71Kb76WOnaw9R+Ha+3x7vJ+Hd4tSiwci42ZUqL0hXGaX1FopB16TltpcJNrG2y+wvRaXPxQxS2nn2IsqQ0nhKdKlJuRdIK+rQaAkk+tzcnJOosW1ih9tiKqfMx47wNx9BxHugb3l4NiPxaixFanvxUrU6hSU/pkZe9x1EEdxoe+2bd7Xv77LwOaq3vGiVdrgSGPhuoUtOqc/cZsthmFldjrck7cqbtU3I7patPpctc1ikR3ZrSJFs2SxVY2FiB27ajbHi4n890+pO7uWorEp+Qqpe5OLy+Zea2SOCMnEAzEJUQSAogG1j64qz04+YziZsq0BqgtcLrXF6vu6+lbea2vc3A/K2vnta/aLEc+Aw7KqLC4tO8bX9qlHZIUs9wAAEnXyGtgNu29el1Sgz2/fMRb60JVFypSULzg+BSTYpdSokFJBB0IPcCr3TYtwa61UqXVKTK51+OtEWRH/Ss21KbWAWlQI0UDYgixuLY1tTIcQLzrhWtOz6pPadqC4q4qOaiu65UrBKismx4etjmOhJIJHnbYt3h43r2A5DUWo1dh9iQqQvhNFTUhhXzJNyQkEaggAE97EbQWMdu4DdYlUbCaPfcJ1S0yoqwhMyK4PiMyG1i6ge6VDUZRqRcH6f3g4ogT2JTVPXCYmp5qKjgFOa6QkgE6aGyTpYedrjZqi16hiXRz8Qep3xd3zDrr3NL4quKwpGXLe1sp0Chqb66HtodmVuopTU/e1h5qLnioXHQmZHV4cqQpQKbkEELA8iPqBbYbxOw7KozkqLEp33qQlKUR1fCcdzgEAa5FEaWsB31AsdtD+zjGalb1YnFpzEKVS6CpMhiQjKp7NlzI11ByjXy7Ed7jQ0xDNuj1r+IkH2m6pKa4lGdl/AQtKErQrpzAixUP1TqLeZ+uuwC/QoDWF/tHS6tFivvx2kTICpGXKsfNaxVwlmwFwSDfuLWk70KzVMUb0GKXAa+6rmurlIz5uDkJ7efUEZSkgpUFXsSBZX1nAM/HmN26X9oUMcq+tppL+fqUk/KRe/xO9ybH002WsO+/mZ7+8xjYUpe6/GUpyjSqexNXTskh1qU11pRfUFST1gFJ1BFgRoNNp28jld3LVFwluqxO/V6QiOldGYznnaX+j+7KWonO0nwpCr9OhKrG6oVu3xbuvx5ElSpeRE1SoqpDSArpOhQoXsbjU62uDewIvrzB+B8WtbpYmPML4mpHv7Dsj3zS2J8JLqHI9zxGc6VE5VoJBQb2JvZJCVGLKj9non1CIQwiRo2HKzgijQK9XmlyuPNU66h1HS2vMVcLQ+Eg6DuB5DUCLUcPUafi2Xiils8CnNo4rDGcK4bthpY903uPK/poNmJvgrkCsxXN40Wnv0il4hWhir0mHI4rUWe2NbpI+G54lBQBCkki5uCVXTWfekV+L7w4EVCkrU+lDiVNtEkcbLa5QhQBVYEgEEiwuCKjU4/MeK/wDTnEjQN3ruI8WsQKpLYhIryUyIqlK4SMpIBacNwU2NrOA2AsCRc30Fg/dQ1QaXLitYYlQotbYdpE+O66VIZmNgkIBUTrrmSQTcBJuRrsiYTWI3cb0mA1VkSkYed4rDqVjMmw11FwpHqAbKSr0Gz3i76Woten0aqcrFYrzTScqnfhc4x1snv0AkZcpINjYK7Auacb/umXu42y23cYR+2WEqk61UUQqpS5SI8imyGuh5KeguoJ0CvMpuc1gRYgEu2u4h+weCHKpKdz8q1ny+JWgvb6/Uem1Hu9OF3ffNegUl+FTpuR3I6jMqPIyAPt3uStAISUkk2Hn3JE8e1mLi2BytZeQ/FYlcJamr/eGvlJt/5Onlrpa5g173wJo1kU17mimRjh3FEqrYoap7CIVUaQuVFdXm4bqNA4jzCgM17Gx7EEE2qlVhqBRn6M1152EVKErNmUlKrBVgBcgH8rEemsepQsORZVWdo1QXFYbXwsi15mHFHVNwVDQ9rixB7XGhq6ur7hTZ9Ga5WbCQlCUaq6VEApSTdRTcDuSQFG5sLmpBrGDM8291pcx69Pwu1ArLryFsPqafalNeJlZ750q7EXAULEKBvcgjaxnvcr7ylRYjbC52Zrl4t0tJQpYWMtyRwwrqCbkCwAAFrDmLFNOxXJVUiZEeLLolSlDzHyqUD3A0PfS+15AplUqkWk16lvZ4S8zUpCvyABHdP4kaHsTY3FUu3mVPvE54PwNFgO1KqcZ+nvrQlK5TSsvBfJzIKtMhJsSL2zagKGgLBlNxXaXh7GTstiFFmwkwJUphOVEWpM+JpSdbBxPUEm4AKrXFiK4TZ+F6XWqNS5cWVFr0BMeUxIstKVWIBF9QtOY2vdNtLWNzWbscQUuVQcWbucUNL5WooTn4X6WO+mxRJZ8lONi6gn5whadSReSN0PW4XiUO96TS6DRnGuNx1oWpUeUhHy6lKyB6g620uSfpsp8KJqkqlsVl2nIWib8LIiy1tup10SCc1xoU6kg3B0F29vcw7ijDlLgSqzEYfWxlWh1CQtidHU2epBAsQQSL6EG+gvskmGZ9L4ECLLyU5bqXWpDTuZKc3hIFwbDsO3axsdg2jMWurZn4l7R1Oyp78/DlRQtDClcxHdWfh9hoTY5Rew1uPPy2LMOUCvVl2W7S6fKfWjLIy8IqUzbqzkW8JACSoaEKN767CWC3ZUrFs+qT6Sjod5WevPlQ86lBIIAsUqKTroddT5AMndliefgjFDkCl8dHvFauQS6oZkq/2ffq6bp/vepNgabGlwjKOZzrxlUuBAnwM9OXNlfdVMdKmX0oJI09Sm/+R9CDD1dn1njuu/Dqj7qpC30pHUokkoUm1iVaAp+bMoWNzte4ijuu4Xps+s5Iq/eWSRnRl4a85svKdRa+v5+W1PXo8/2c94NNxvXmYuKMKYhiuwJkVd0K4DhSVWTcpzhICm3AcqhcaG9joNol6xIi5EWs1mBWaWywunLQ7F/WS3KbXZbK7eElJCkk3JGtyQTsZwYtUlT6liOjU73jS4TGWr9WflUuAgBQBuoWvewuALkbKn2bcM1mVQcQtNVFE1hc1hLWboUl1KSEuEgkAkE3NgbBQ1Ats1N8dId3N4X4uDcbolfa+KqLUmk5EupUUpC+m/6NTfSFHW3ne1iaHTHUakLCv4Lvmb65Up+I685Pnuvr4ng4rpWpKflF/PyB/bt88Nprb6js8Lh8Xx5er/lbt6X2/Sr4vC6+jL/1/Z/Hnt9HQCtdomaTug5U/wBL/H8fltUzXeE05xfH+fn/ABp+P02t6o78X/3X/L92w9UQ07/arRn/ALw+v02h5yyoqQ+F/jy/xr9do8Om/F4v+9/H8fltIWl3iufx9NrSnMf+D/H8HYOIWWGHafxZ7DTTX6TJk+VWpFvxN/2nTbSX8otJ9zbud0m7XlHkIhMLqi3UeFKmo6Y4QD3ueK6bjUWT2vYrn2fcKtYj3oUKlymejmmlK6QrpB+v1FtdtIe3nBo2N5X81/8A7O4VGaxHRGvleWhx1L7SfO6m03t2JSjTTZLUvjUIv9T/AOoWocGYo3/1+fVMUU2U1LX7urGGaS+7FW7mRzAW+A5Y31ygC4AuDY3topsYGLytJaaZyPoaXmX+skkWv/oR5DXZw4vpNGn7r6bVKp0VeFFhO05/X7xHLvDfZJ+axcStNxplVbQmyjxxDdd5DlWVvo4Ss3CQVdWmmg9ew/H02TvZQeYaa19lHB/8425afAlYe479BqPvSl1GPkTISpF+JGXpmJKettR0JSnSxJ2sH8OxZ+F6t8bIiE0t9S8mZDyM2qv7qtU9rgfTvtC9izFH2IpfPxai+x7xSqPMiyEFKW3UKIQ6m9rgoOU9/oRYjZm0ij/0NiFqU7k++rmw8l1ocQu5IIv2KVZDbQm5sASRh9QKj7YygVhzMdYpqTuI8ZP4XixOdXTk9T/zs9vPzNzoCDfz9dtqyIuCMZezJSf+zyKRUaQww1H5VeVhxbbiW1WBvoUKzGwvmBsLEgDuIt09Bao32ygRGEMVtOV+Qm/3d1Nk5QrQL01B0UOpJAIBVLptK5DAbeHHXn34T81Tq06J7oN7dxYpAJt5/iRtlaZ9o2QiAIeIqHaphyltNu8Fa31u8BaNPIa5TfUWFyB5bcl1uU003/RK2IS1pSh1CilKrm1/O/rofTQd9vlqm0GLVG8LysJ1f7lNWtDqpS+pBsAsKKTcEeoIJHc7M1GJ8JUGjMYX+z0rlVtIdUw+oOoTfS6TotCtNVA+SSQCAdktXoq7+TzK3Vo7czm/RMOUGjU2fVKSt/msyvGcykEKspIBIIBTYgep7dy7d2+7jdVijCVNxRS6dFcW+0nmEZ83DfFwoHzv5i9iQb22zZjPePhyfS4EV2rMIlUh19LSZDRyqS4AkglF1JCilKgpIJBBBSQbCfh7G8+jUFx3CUtj3hUVoddTFUPvFhYuJToM/qLalRNhcgF0mj0qcbR/iA1FCNwnE0HjnCWA6XAc/oSnLXk+doZvr5H+DtkvE+DsRyq8/wC66c2xF4qk5P1fQWt+J1P017jXGBlRcUYSpNeqjL73NKWlfNIyPpTa9j2vbtfsbXHfSpptf3ctT/czrS0P8xy/6LxKvYeXra5+uzWp6XpbRyo/xM6zTtM+YM3G1TEbvCnxMmf+P4/6bF1V3N1ndU05KoMtD7E11KXY8hXSlVukp+h/cbX77aVU/hyl/opbGdHyaJUnT02Ad6FZ980Z+LAa46F9f+JIHl/x2x+r9O0VGiZ2A/b+sEq7ImkIlfE5qkoyP/3z0q/YNPT12kTGcB0usxJVewn8CUwuLKzryqSvQpWkhVhY6m41Ch31uDz94TWEuJ75e477CErjteLiJPa+mpBuk3tbKQe2qexnvZxHih1zmpa0MZulpKunyy6fTv8AnY3sSfE9IpsFhJXj95atscTae5ysYIgRa1hefLR7rmuqS0l1YzcJxBQoX7XFwq/mB9NATfNheVugnse6866XNQpLqsnSpoeXY2Uk6m2tje/ltmLBlaxa1WYEpqJNfQuQjNnSvK5Yj9ulhoLfhrttjHONHd4O6CBRp+GapzrD6lRVrj5uYaCCHASOygkHuLHKDrY7e0s0Yv0uFHIjtYPzM0VSS7VIrlLadWjj+BbSOr6EfkdB53877V2EKfKalNxZ+f7q+ph9ClnyNvPuCLWGlxbXY/3CQ6XRsUMQN41O/o6U06uluvoCUvKBsGxfzva3mL+ux3iSiNV7FrnuuksQkTcjHCQv+1GiSRewKtE37XA+u2SOk6iqvAOf2g+3saSMY4J9n2Bg1yVS6tV0VtEdK+aXdLSnSLnQXsL3Hnb1Oyaru+6s/wA30TdzRoja5SH1qXPaT8V5PVYdvMG57kAAepDoqu4Di0GuyqpUOA/FgLTy/wA3FCTYgnRVxoLG1wNdDti5mpVSjVlt1pn70w6nLmTm6+/n+7Tt5dxs4lDU4KDBI5xJyT6lXJrfFn/enl/N4ln+PTb7Zbdnu/dWc+f9Tq/y/Dvsy8J+z5vG3oT/AHpAoa2GKi/nXKW1lazKXqR2uL/hs88Nex3iPd9Pbr1Uq1OQiElTqF5AvsPLNp5+dvx9Wf8ATmbyb1I7cz7TNx+8aswG6p9mJqIvTnd4Xr2J7m34W0/Hae9u7aw47Edde4/WnmOjLw03t9ex+v8Aw203ur9rafFdkUvHmE4SITClNNSot+pI7EpPcEfUHv8AhtnveHi2jSseVOqUtlaKXUZmdqOr62BsNRbTQa/j32Ktmi065zk/tLlE+J1g4dlYjntxaXUFv07irdajourKsixskXtcDy7kXtfXZqYd9m7Ec/kK9iN6LQYtOzZHdErUmxAJ7d02Gvb8NqPd/vco27mK27QaIw/K8a33flVra1h5enl+d9g7er7SFexRxIFUqz+RHgaaVlRrr66/j5W8rbMjqOntTakpsaMSs1TCVLqjlGi1FdRXmy8X9bXv62Pr22hR8MVSs1RyLS6e+hDbSV8VfSjXyuf2nyF9lFu+3p0ajVRyfKw8ua+tCU8V2ysqR+J+pPnfTvfZrub6pVedYo0DIwxKdS06pHTlR2P7Ba4I1AsDt5HqGnbUXbKx7+cwZrweYE4kw/iN2f7hwvE52qLzJWhHUhtN9SpX4D8bXt22V1fwXjL38/QcW8eLKYyo5dXiSk9tPr/ltoGh48awlVJcCl8N99h9Trrq75ko0ub63Og/G3kNdm/VaBu+33NQJTrzEWtU5CU5kfMk2VY+o7fgf2bbei6LXp0zgZ/MaXS1p5ETI9Zwn9jcORGqW7nq9RStTrvyso7ad+4sP2n02D6Rges1SU586/8AF+/8r/s/DbYuMt0DUCVwv0/RlSr+72t+XltDw5u2ao2I+Fwc+dpP/lef+h/d+Ko0Z7hmZePOLvdNued4vFdeyIydWe35/j9PLa4xXVMJUZ1ug0unL461ZVyP1Veot9dL2A+vpoqlYaaitcXg8Pp+RO2fcY4K4uPKTFlS8nNKzqX+r129bC58v+Wz/wBIKk9ZhdOIz91WEHeL70lePhJyr+Xyt+J/ds0cGyGmqz8V3wL+mX/nt/VHD/2XwQ21Rut9cdKEL8XUbAbCtdpdUw5g191p5a5vL9Cvmznw/jYnbz9lD63xH9JqomPKHXtR0Sl17ctXYvjXyfFaQtfTmSQpJ/K19O3077ecGGcM0ue770nu/dYrqcrSv7RZJygAeLqFrdj+FzttMpxlvBoMCLij7lCYa+On/aaW/YfMdvLz2SmI6JhyBvB914X4C4sWP1ZOpPHHe1vQHy8yR5W2b6T0v/QdOz2HgnOPxLXWb1wfiMzfrjeU7hum4cde/teL4vl2UxoVUdoPv5qnyuVQvplcIpQ2vysq2U37EeY2M8RU5rG+9XCeF5X6GVIQ07/hKhcfn2/PbUW9dVBxljLDXsyUHDz8WLGdYqU99pORpmG2FHhgDuVdiryP12B/BOsvs6TWbzn4H5iGjO6sGYbozjvF4rvzr/3dtF+yVhtqvb0OalM52KdFdd/3iCkfsJvtoDFWHNzeKKXiTdLAw9Tm51BpfML5eKEcqopJQQsDxXFzc3sddk37DlUgNT8SypzqOIhpphC/zVf/AC29wtqjgnmHsdUHlHJJrcrCWKFz4rK8nhfa+V5N/PTv6HyP57WGJaq7RsOQd4GHInXFVxeVT081HV3QPLiAaEDU2uCSBtTY0qdM9+rgN+DNnT+exhhiq0d3Di8OVNph5jKpDWZOZDiT5H0IPn5flsnpesaXV3tQjAlfY+YshDRIY+xtgPFsqPWaXT1oRNYQt1p1ASmUhR60g/I6g9SSbAKBBFtCqlM1SLihyLFyL5J1Ehr4v6ZoWUhwAjz73H1HkRs597+5z3XRkVnC8TjobXzTUVSx8TzcaCu1zbMlXmdD6lc0VxqswG+Ve5pEVSuV5hOR1tN+uOq+qVoUSQD5KVbTamvytgdRGUAld7WTTUCvYP3lwIiFsTWuVm9AUhSFZUrbeSe6ClSQfwvobEY2xxuWlUbHkDEdBqK10GrzM7HFVlfhvhYWqKpRtmy3SpKjYrQUnU5rege+nCjVe3aRKM7EflRaojLHa+dmQW9AlQ7KNjl9TZNiSBtmPdvDaxHS3MG48ZYqMJ91MBDrqRmcWyfgm58DqFZgkk2JuCRmOwLrGTDiVsBU5mg8R1SVK3fQGpX6RDSf97T+P+Wy5wyJVZal++aevJRHecgOuoCkuX6XGr20BTc+l7+tifVWJ7r3csUZ11b79OytNOrupSkAWBNxewtYgi6ToRcbQcG4ngUvC/Cr0RCEPqU0tfy9XmTYaa6HuB+Gw9LZ3bMv6i97mL2rNRYFZl+4furC2EyI7qbqiuIPygA3sCDcEXSbWtfYhw1WKphx1h2fEQ4wv+1auphxY8/VBP4kA2NyDbaiUw1FaqVGoPWuiZnVx1W4qU6kkfjc3IuDr57EUPhfZxiqQHlvRZqFdK0BKmVp8SVAXFwTa47ix01AHodVZqtQw24APBiwdgMmUG8OsNV7Fs+e14HMiU/7ottQQHXWqow01kyPry9fT1eVvrfTb8kr4spx3+/tLoauFVG3f1EqWn/Fbvprp9NvuHXdNv8A4cev8IP+MGfmLpmt/wD4uF35sP8A5xGbQKbS69S3ML4oyRV5+LDlPujMys9gfLITprYpvqALkUuNd1dZqmHH8OT8nOtrT4v+8JTb4d/1wBoDcqta5Nrq3FeOcR16VyEqI/CWwvlVux7pUq4sHLny1KRe1wNSNnpu6k4tqmDYNBxHVkTahCyxWJ60ZFSkAWQFj/aDw5vPTTTX4XUKXr2JzP0xW+4RYsPT8LxYFG4OdxeWPwnenMnzSoZSB2IF7jUDt2mYmwNFw5QeaazoyZfuqlfoUH9Um1wk2ATa9vU7OBGC+alN4oxGyhEql5mn0qT1JVoG3ib6ggFJvfUA3BzZlHvcxm7PlS6C1TuahRWuEt1Pi1AN/oATcG9rjvoNlqNKukqL6r3niQ7c4EjYErcVrlKy1T0ZGFLafyIycZNrKOXsm976aXFxYGwNk1dr3o5yHQw+v5f7RR87dgSCNPM+mwjhJrhYXbdlM5M/R/e0tqb+fcG/p6HYjlx6XAwu+74JX6VqQnxJdTdWQ6HpOgFx3tbYdFrqCV+YwIKzsXYyoOMnGqXLlc1FTzEfpKk+tk+QJNiALk+h2bdTxg1vV3aU3G8qkvsTZSVwJnK3U1xQDcON3skGxtaxSrTUaBO44jNRcUU2stdDFRjpkKWhHUlYJv8AjcakWJOumzg3VVOg4yw5iHC9BeiofqkdT8dpFsqZSDckAai6gCR5d/UbE6TqLHssrc5HH/MGm7cRDj2Z8Gu0vC7FUlfp30KQr/ClRA+nb/h5bXOPsQtfEa4vWwrwfu2LN3zHIYNb+RfC6kLTl6vPTbPWMq+7Kqkvi/p0SlI/xI129WhXSoAI79qxMb22eVxa/K8CH2v/ADQ/67KBX391z9fqydfps1t+snhNQJ7XzoUnP/n+/ZNpLvCbd/8ANf3tgm/eeIwjbhLOjypUriNSsnA/VX4c3p9NNtMeyvJgcrVqDwfuvHQ+lpXUltfbTz2zFS5jUriNbOn2aq47S8R1Jrx52PD+BB/y2NRYN+IK88Rp+0Bg2LQaDLxHQfgPvvoW6h1ZU1nvZLhN7psrU29Lak7Cm7+O1gOqNxYryGJT7WdSPElxehWbX8JUSbeV9NLbPefIo2LaNyE91CPB1/7O/bN/dJHfyPfYMpm7tqBjLn5+dHEhculrVTSu54gN7pJHdIsBYEaaBq73LaexYM4LwrxceVKVxskWt5mnWM5yt6lQdSLDUEnQmxB8r32uN5GH8RwML/0DLYQuK6n9KrIhOv6QKUQAPlINiArXS+3VH3WqfCl5FxVZEu5+r6H+BtXbxcS1Rqgz4rrLD7Erxutf2bv95Py3A0UDY6g2883UWVupSw4/eXNoAOYEYfxlWcURY+EsW07j8q6pCc6PvUNehsk98p1BF7aJI7XLNhHDkppijVlnjsSsvLuo/Ht6nX019PTYdplUwHKaotU93ZKoj7q66nq4iQALlQIv9QdQdRcKNq7eXhGvRXW6pAraGIU5XFjqR4kq0zAeQUDb6ka/hg6Ws6RWext34/pKFtqfmFFUwJg2jVRiqYXiL5rLlW7xSpCU6EZr3tbUfS+ltqjeNTPfzTjUquOMIW0nM010qbVpqL+R7W87EeYI4zcYfCpLVed47z6+E6+0rKlzTv5XuB2NiNQR6/kluBAqj7rstC8/hS74lJV3B+oNrEd+9u+3b9RqEKVHaD8/MUCNBTCO752jSnMR4clrffpac6+kpWpo9xY6WJvfy1PfQbDWJ657+d+4VHjsSsynUIt0q87m3cdhr9dnBu0iVT7Wv4odzsURhhbUpC+niKuLj0IHqCbj0tfZLbwZdLqmKJ7uCKfyVOyZ0fLxLkhTibfLe3oSDe3fZdOj2aRN5sLH8H1DVV8wjw7FwRS6W3Kgc6/V0eJGReZKu905Tbt3udB5aX2uYScb1Sg1KfRmV05cWOvhJkXS6pD121ZD56KXawAHmQSNoO6/D0qLRufn5+azqWt3RKW1egt9NCCLAg7WWNMQ4yn0tyLRmvuudPNI8KcwuOIm1j27667VShmO+WZPLMStJ3eSqXPcdlceatfhdWjItSvMEeRHmO58tNiCPTpUCluSuL1oVmaaV4uldjbXt+RF7W02I8EVXmsR/ZfEctCH5WXkndE5nR2bPe109jrqALi4GxTPxBS6D7yoM+JFqkXItKms+V9tVjZxBGvlc21IsbG9i/pmRU/eRiTd1+KK87AiVSAyw/Cba+KnRSsmnWRm6kjzIBI7EWF9mfi9+K7AiV7i8CKtSUIXlzpjrtoFeeQ+G57etwLoPDmNMOch70pdW9y1dhCkPwHcyos5SFGznlkcUgaqFidLhViNnThWq0HeDhdxp1l9C8nCkRXUFp+OvsRYgG1+ygLH07jZ2rUbUYZlf2MD6rMi1R3kIuRiV8zC1DpsQDrcXT5X7bSKEqVVMOP8JrjzUTci8/6eLKBBNjpdtaCdLlPlpbb4fwW1S6oxP/rUJH3dqotdSk3vlS+m4CbXy5gCPCbgA2mMRaXzT8qVLfp0pC0pkPpRmSlSSMqlp1NhoCQNO57G/kh/ENdfURpLsYYcHPGfxKkQlgLlUGUhp346F5XWl/rJ+ZGuqVJ7WPbUEWIO1pJnxaDK5Vpr7lNzKQ0q6eGsW7H0ym2XQ5bWvlttCrNeixYHFn1BC32MuVWis2nkdcwI+YbQ6QmLjIe5ubQw+v8AqaHXcqcwFw2lR7X+UHQXtfavUutroc16Qjf8fiD2Z5zKF3G0ql1luVS2cmRebIv5U+aD5K9P4vtondTvDgYyitwKpEYRKy9OXqQ56jsNf4tptll6nOxay5FdZWjgOqayrRlWlXmCPoekjTZiUGVPoLrdUis5/DxWkdKlJ9Ua2Cx3HkRpobEJfwz1vqL6lm1r+P4P5/aT6jH3q02Bh2vMVBocPmk5Mv63/MC418vW2yVq9UiuxUQJ9O5piKjhRX0KyrZRnJ4R/ui5skglPlYGxaW9/ELWI6DRZXwH319SM3TxEkeX1vY273FrabI2oPNReJwneBkV1oX4fTt20/y7bYv8cdbtbVnSUnxwDx85hPic2K97rr39FvP5EKzIQt3wp1vfW3/Hz2If50JTUD4svIjwdV8yb6GwI7EHW9xbTuNF/S3HZU9zmmv1kJyWVmV/B18j6abda/SuLKbiz6S/nypz5fCpPdJFj52tcd+wtcbY3R+qaqpexW2PmU7e5p+UreY67jyJAaZYepaEKWv5nWUqBu4leiRdWVWWwuMx9LR6jjBqLij7q0h9C83xdE5br0uCRqdSTca5dACbRKYMG0aU5xYnKrfUphbqWkpUy6SQlXmNATdJvca66bVWGIkD3o/S4uRb8WQtK5CurLrfzH61h9Rcg2O30bT3aqygL7MOMrxA/eVQcRyubixYjDcpyQmY614czCj8R1tQFiALkgEH0udCe7t8OxYrsCvYj6IUJCF/eE9KlWFi5fXNcC9hobeu1viKHK91ttO09ia+haMvR1NpvcEHQ/s8h21tsT1fD0WvUFujT87CFtI+9R7KW2qwGVadMyCexvcCw7X2cXqKdDQHUDAY+xyB/WCPE74j3k/aiqNwMJPLZp3CzuutKCvoNe5SdSFAaixuO206r7soteozFUwbW0RcUUv4vKylnhVBr+4s2sq17oIOa/l32jYV3f0ugz4jvF5pDEdOSam/xEWvf62tbXUa9rnazlOQHayxFo1WQtHg5XwqbtqCk+mtyO58jfYjaq7XWbqSCPiBc7fcX2L8UT6M7RfhcqiUtaFZfC55ZGzbVXmUmxPkCb2K4m8mLVIrFLal8fIpLTqfCpXcHvbKexAAN7kaDURZOHaX9rfslXqsxUW6pmmw476whKrZQW0G4Ocds2vYgjttVVegNQHfdbURbbDCv+8JzOp89CR2N++oJ010sVtZqKKf1x69kQg2mEahKpc+Byry0ZEKazotlUi+l+/YWsTrfsddWRDjwKNwKpKrmRh93i52mutTCz1EJIGcZrKt3ukqBBFjR7qKhQZVZiQKoy/zSMyWncwyK0spCkkagjXv3GnYbPOLu2agPPu0arf0XKzrTFW0FGnvmyg8wSLpssAlN7EG+pA2XWl+oOuo09niPY+DLrhoGYgqzUV3lZVW5rkkJySotvjRzci5HZabHpOvex2qOcw5jxpzCVU5KrxVsLfgKdvkeWkask3ztuWVooFJBCh302MsT4alYodjuVSJCi1HhdUpjPm4/biJsRZPmdbk+moKBo+Kd3zuN67hzFuGKphTEtBztSpkLMqE8okFEgNosk3OUkAJUNFajaOodMr1zAWqeDkMOCIZLAp4hBvZxBhjeBhKjVSBLfiyosPk3+L+lbW0AUrzdlXBUQdQbKBGhsodzWFpWKMZRJTstbfJSmn3ULayolJBuFpBJKVBSRewta4JJNjHfr8p1p9ppqK+iLxY6sn9ohVylxJuRe+UG9iLnysSZez3WoEqqOUZ3Oh9EVUpHzJVcjoNtAQfO+moOljsppk1NWs4XIznP7SqqWszH77TVSgRd1U+ltOoz1RpMNHUE9S7pt1EJ17akDXvt54YhxlK3GYj9zUunuVFmoxfush1BzJWCUcu8k68RskpsbKByk63WddVuVhzeXVHMEY3qy0UiqTEU1p/5WVuDhp0JGpUcutjdX47Z89o/dLvB3N1Tn8eFurxV8DkKtlKmpiGOkBw90uhsISQbG2oJF9voNNm9YwTALFE7Eder1Mxbi1l9hedHMOx3czqkN+Fw9hmAtcdXYkg3IMNigUal72mMb0aWxKiv/eH0oaCFNyCMrxKCCiygcxAABUSQLan5x/v/wAL1R2mu0anoyI4SpEWZmUltWpU2VJAJQTcZgQRcEEAEEmo0elz4EDEdBa+BUepDDvypucybi9yDdJPnoSB2EZpdok53R1e0H7P277Fu5ZjG9LZ90YoYYRKQ6hS09ZCbgoUbcJSDYgDMkAkZjYpxtDm1mfhefhes9E2iOqdYz9K20m56Sm90lXSbEghVyCRtvDe/vdwRjLdzhvBtBa49RYj8CRnRlUyltACUq7jMVAka6gEggG22S6q9S4s9xp1nPkVlX3UtlB0JNzqPW4sNe1tq6qtMjEa055xOeEsIUafApsqqYhfhIqLqX8yupUd0XNlpN7oFvECDYg6EE7Nqvs4owlVIGN4rq32FwlwlzELStpxKcybhYN72Xqk6kWNjoTU7umsJcJzBteaRyuT7rNU0cir+FD3zJNtQsG17g2GuzHrUCe1RnMLyqchbGZLrSuYypcWAodwbE5SSbi9j5i+we0xTAMrqXw+IqcB1CL/AOxbKyP1FDqYqWlJHxOsWCVLOVQUtQSUm3Yam42i40pcCLvBluxYkqEiUlLqorqypCVkXOVRN8l+xHfsSbaFSY+F6DRqbA94xaXVETVRc89RYYUlZ1DhSDwyVaZrZANSQCVDlVMM48xHF5+vYNyMMPqitSswUpL7erkfQlKlWFwm9yEkpKh2GlV2OP8AMDvlixiSg4ti0mVWacuorY+61JPzOItlS7rqFBJKVd7m1tRpfYQkwMJNQKC7UYUrD0191EVifIU1mWsgIZW4L5StIKQ4QRfLcgEq2XVHqrtLqjbTWSnSoudpOTqQ4m/Tc26jYBVxYgfhtfYj3I7y9+bTn2SdhSqRTmlSFOrXkVqLBsG2tlJUACOnMLkXGz9zlkH5jGAozLQ4DwlVKDiWs0uXUYX3xaF0uYoLaS6LKyIKVFSbE6KUVJKSLG1r02F63FrMDi4cwmuauLHdW1CYdDT+bXM2ysqCcxUBZLhSCbpJ7HYV3O4sxG07Xd3OKIkpb65DsBTql5JDL7KLJzp0OYZcpuTmGhva46+zvOlQMeN0uVVuSQtTqM60DhZwLWUlQIte3f0FyddjLjcN0ep/Vpb9o79zu52BvtoLFUw5Ei4axRR/ipqWRxrjXPU1Ji2ACr3BICSNbixsK7FHszV6s4j+zjsRDFR5zI6606FIZaKOpw3tdHkBYHqA1sDsWN765W6+vVLFtBw9FXCWtqLPydPLzBrxOxUGnUDKUEkBSbpIIuG9QcU4jrLsveDihmLTveDTS4sLT4LSU6AqsDmPiIJNvK3bZy5AuSuMY4/OYjWm9pQOri7qsGxMJfpH4rCWkI8OZI00PY/W3r5bIaHW6z9t58WqVFv3Wt1UhDCmgpGawJHa4vfNfQE69zs5Jtaa3oRa1AgcrNfhZX2kIfyuqSL3WgEELKLdaQbhKgSLG4T+K+fpbTEqey+jxRVo8K84BNreY0J729L32XQFOZ1tpfwkDF2G8G8hPaw5LXCXKRxVRet1KVADrSdTYWF0quSDcE5bCsk1OgwMEUKfK5piUhhbVRYdQHVNqAFnmVJASpBvfhqspKkEZiDfapxLG96UvmoGRzlcqlNO+FxJIuAoHS4vY+Rtp6B+KW5TU+i8WoPvoYaU6jOo/kV5RYmyTa4uR6EkbLalHY7liqPsMPm6w7WaW5FlOxZUXOl1haPA4kaBYNwpBKLEeYIsSCNTHd/Ka9zVKlxeiKtX6J9AzMvpNwQoDqSOoEEC4sRbUEAw/R4rtGj1mA0whhchPFS10pVfv+BveyToCCBpfa8wRClRXatAlZ0Z5WdpWmVSAkBJHp21/C9hstXuz5QzWFhJFXntRePS5TK+dfd+A6i/xEHug3IObUEW9QNRay4w9KlQKzLlNcB9tC+XWhdsqlpNwCfU20KhqCoa30IZKvv7mF8ZfHWiYldOmZinKoG6Gsw7E90kjQ30uCdqvCEOvVmqVqsz2ouSa+lDrS2EZHrgJUVDwgL0JsLXuR31NmcleYwaTi933DLwR7vfqMLMl+AhagtPAWLkJzaBSSMpANgQoEA3BGGsJ0aL72rPulhhhhpPvKE6lxCW1E5w9kV2SrVJymwI0Pa9y7gyVRovvRr4DCFpdQvMVcFSgAT2JAJy3762/MqYq1Lx5hKrNOtI9706EuPI7K5hqxJFyLKva49CDa1ztZED8mNfasA6XgGB7hf3v7vnX34LbqKXiijOujj01YIyrBIBcaN0qbVYEE2INzsSwKLQeFyFUa5pDDTT7TvhypIuNbGw7lNxdJGhBvt9bl8SwKXi2m4clZH6Xi6Auhyml9PEURkbzXsCR4QTYgKGp261enT6NPn0tqWhcqnZ2E8xdC8yCc7Ku2VYHqCCFJUkkEE22bZXbuEJqh7rxbu+rUVp59b8V1pa0yOh1tQv4h3/AONrgdtlhVsY/aPdyxhKs8dcXD01aoanVZFRVLuhTYURZbDnSQk6hSL6kX2aWDqlFxHhepcVlCJvIJaW6xZKnki4Q5p56G47aad7bI+hxZVe4kDjcDjupizFrRmSrM5bii17ag3vYBXYag7VJxOG2N/djRXcL7uX5UBmFzsp1LrXC6cyNMh8+4BTpcE+QPdWY5qjtZrMuU7nz5vB48qjfTMO4HYeVrC51JNcR4kn4I3fe6+DFX9l/u6HY7vW8grSU27mybKUdCLrUdCTbOE+bijEf3+VL5VC1q+E18tySfLz73vfbX/h2vye4/0gdT5AAS/fktcXi8ZHR/u9tdb6fuA2r5ddgQPiz6iwx/6t+Wqv4/HaiZpjrXD+M/KyZvGrN56/8tfz9I8vC1Glf1qIwv8AWzeFX1tqPy/D129UbdsWFc5nE9BlO/CrjHi+ZYSlX0FzfTt2125yXIsr+quof/8ASS83fT/obaX2pKzDoMBrhNRGM6M397N/r+fr6bBEilRWpXvSK8uKtHUjhLKVZvyP46bKPq9vuF7UZMeK7xfhZ/8AFp4r2/jvtfQ4/wDsms6//NfkNljQoWN5/wB6aqy2IqP9r1LV+HkPqSb/AI7W9VxtjKjQG4tG630eJ1aAr8O+p872ttQa5G+J3aM257JlHi4XqiMZYjpL6ISHUtIlfKyo5dSexFyLjuO41Fjb+3W3Fax5h7eNxpsV+goQw1KYv0rzBaL+R1Jt3BuoG4JBBfYx9tXCXute6DfnT2KI/NVli1nwQnlKsA29cksLv4XB0eRI0u4/bLmUH+Yee7PlofffUxFh50/ploXdOnksA5gR3GYg2AIRsL237jx8Z/aGQeOJnTe7Gi17doxvQoNDhVGFT3Y66lHYTlVHTKcQCQj9RLydQCCkLNzZO2aN6W8Os0uVTWqNyqGH4qvAnqSoLsQfP01PfvbW5ee7umz/AP0X3HcqA0/x6o6xAWlbWVDiApFyCRawub/u7a5yx3U8L4cqjDrTKKvVEIU14jy8dY0uL+M/lpbyO2b1AKhx7MsAIxdwFY3gtYoiVSqVDgMSsyGIshoKVMV3ypbPcAXvca3Gh0O3ozg2q0avezfjM1Shopc19iTyDXQkqWhACOEu+qw4e2hIsLEanz23SbrsbxaXRt+dedWtFRdWiKt1PV0qKNRpbUXAt2KTaxBOk4tH3lz6C57mqyMi18wuFIVlSpQJKFC3STYkHS49Tc7eZ1HUey+zbmRl0PEv93EivNbtMQ4XgVCK+5NX96p1RTmYqDBABISSlTbyCUqSUEKI8zYAf2L4nuGBQoDTz/3JpSFZ3cylJPa5tdVu+o1Ovc7f1JrmDYuDYDtZaXFxXTp6kSFtdPPRVZykixyqLasqSCOyrAkEWosVY6iz5UtqBT11FC0qaTnRmSm1rEEAW6uw1uD53ttFevrNZc/4+YVNUifdACTOlUvFDjvNsTc7CnWmnVFStBc5dL3KdPM+Y0BuU4QxTXnaNyrrTC1yl5o7UhGbLr31A6SD5efY2uCLy4GKHfixcPSs6+pOSOvxfiBt+UuLvQqjrcWBRKo4tjKtGVr9HbtqoWAv5G2yC9UZ22hDF7tbvOUUz8xDuwd5/n3aTCWt+QpWVp3hcRStT36QBqDr6WNrkS61hWltRaa66yuj81kdjqXIzIzA5TZfcK1F0k5gbC+o2dm66i0GfRqtRt79J5Wa+lSGpDuRK46rApUhaem2Ym4Og10ItsArwxhJr7q7izjxUO5msvhUo2BIFzqbJuRY3HlYbPV1eYsBI/IllfcPKO+BzX2coTUCrcCVFgKdf/8AEWLAZwfx79yNlwqZFpdUl4oxQzyqITv6LOPiLI1KfUXJsRoBmPoNiKTvPwRQYDEWqOrXN4SY8fipydQBtrpbyAF7kWFu22U98WLa9iOqN0aBLlLQhalLYy5eCvta400BsNTYedybm1mp7YzmQ9+BxGFiv2hosWs8KBnm9anVu/qqz3A7eSbDLbQeZvpdY+36UaLgiJKgZPekpCkqj58uVXpa1vMXINr2Guh2zKxh+VRvv9Z6M6VZE+JX00t56W9BrpptB4U+sz+E00v+78qUp1sLn/L67edvddX4Wcj3EskT5qc2vYorPwmlypUpaulpJUn8kgGwtYef1Jvs8N3fs1Uv3M/jLG9WYQhh3I1A+dS9LX0F7m+gBHmSAdu/s44cgRcRtxaozFY48d37xIXmSmwKgpPkDfWx0IuO5BD4xg/g2e6279oYUKbwuE6hpeZqQ62LJeSk3IukoBA0JSTYEkbMpSK1ykum1YnqiYHIRIFGZRx4ufoQoZFL1NwdNb3SAdCRe+tgwt3+/wBw5S93M+g1nPFq8VpUiGrMFL44N0EC/ksEG4Asqx02zbiXE8+BPltcFCJTDqk5/m87X7j/AE2VVXx/WYs/iuvZ1ueNXzKV539T+Q0A20aNShGyNrYDCzeHvtr1ZlchK+BCYmOymo7HQmOta79HoAkCyToAfrfY93O70ZVUqnClVxb66ilUdfNKGVy9tbnwOJICgod7WvcjZIt7wIrUrhVSiRXun9U5ld9b9j5dh9bntsSUneVu+a/rWGOVz+J1peVX1tb9xFrWHfyNunYm/t3ycUY8i1qBVJbE1iF8KRxelbPSLC9uoEdQvewOpGl1ThrdXulxHvar32jrbEJbErkGEJtkedtmLiVa3AJCSLWBHfU3SuGvaNrOHHX6DAlr49UaTD5xHSiQ0o9BcsLBY0BIte1jprs4N3tNwbS59Nn4oqK2IUV1Tq1u9KVKN75ja1jcn012ra9VJFrSpG2akw8j7EUGfQYtRivsYaaSpHQj4kUi6F3ue2qT5C22W97+/nEeKOJAaqGSKvNlS10pUjUXOnVf0J7WNjYbRXcbxazjerUujYhWikVFSYbTqVLyKjqIBIOnZWpGhsD5HYP3g7tXcG43coNeq0XkkRea5hHzJK7ai5taxN7m9wPrsjrtRqNUirp/R9yhRn9QLckT6y7ysVpa1rV4UdXVcaaXJJJ8rm9h67Dddwpi2fi2m4capMrmuKlKmlpyqTceYOoFr9h+dtnz7OFew5Qd6FSqlZiIfp1Bipdi/rOPqQViyTqSOkagWUq2pBs4aniLDlGrNS3jV5mK/Xq2riojtI6YbAACW0nvoBmUo6kknQWAzrOlvpq93tj6EuiCv3Ei57OVegQOar1bi09zLmWnOMyU27HXvbQ2v/nZLYh3YQIsqXPariJTCF5M+cdSiPIW7ed7/W2uzz3r4txHjyly6pFZlRYUJKeE0tB+Ivz1Gl/Qaki5uBssKJQ5WI6M41PZcQteZSHfD5kA/jYC9/2bE6b040gm5vI/H4nLZiC9EgNRWm+FEQtH66fFl/Z3+t/y2v41IdlfeoHwMmZXjy/6i/8Ap9djLDGF6DQYsuLKl80vhJUtC/lsNbdrevl22usObsftbhz39hLmkSuKrPHkJLSEtWNjmOt/Xve4HrYGp0ttTdxORCsF+Ys2Yrs+VwpXwFry5lf8fX9357OTdxg2fz7FZoOIVo5VHCXkv8TTTNr5H0NxsvpVNlQHXGnWvB8/976fTtbYqwLiOfQWnOVdWhD/AI0eLN+IPn5fT12AOq3ou0Gc1uF2iabpzEqqUZj3y8h99hSc+X+NNNudZpLXvRh1r51p8H+ew7u5rkV3iO82t9D+VC2v1Vn6XP8Aw02M6vHd4vF/2H/mtt3p2o+rr3kYMy7QcztMe910uXxfkYU7suMFbrGt7U9yvVSo8DgLSuOlCjmT+PbyPY3/AMiLffXiOLRsES+K6tD8prl4+W2ZS1aAD/W4ta+w/Rd7dUd+z1BoNPi0tdOX/SS8vVISUm2W1sovqSbkm3bz0UuVbBW44Pz+IxRVxNI0SlRWmmKNKd5pELKjMv5rbU+KHKW7x/g/4NhSk71aM7P5Xm0LfbzZko2jYtxTF4Tcp3wLzL/wpGzdegpRt6CH7+3xMG94VTddpblLiy+VW/0dFs2W2tvrbsNkZLMCg16JwnkIRlUnOqyVZrf8tp+8XexRqC05PlS88pf6JpFs2TW2nrbzIt/rn6p71J+I8URJ8pn4CFZGktW6U3730ue3fv228trO71HVdsfYOP6ygffHhiytz8G7y6bXmvHTltSEf4kkEH9o21617bG5Zqg/aiVEf+0PK8LlWooUtxVr5A5+pm8zYDbNftL4cagY3b4Xg4X/AJWyWdp7rWyHS9NqOjaRaBzgS1KbEwk1i57W+F6XugrTUVnj45xQqYt9bTXTH4xOUrWfFlQRZIv2A02Wns81mfRoFSdivZFrdT/kf+OyOcZ2a+5V7hQJ7X/ipV+47YH8W9Q1K6A2VtgjHI4MT12e3zH0a3KnyuLK61/r7HmCKlxZXClS/gf4+ry7bJmNUf7La+ptd5V39NkXt8e6d1XUdN1y63JJzk8+/wA5mfRqNvBmg6hU59LgOUae0xUaXK6mlqv6+RHhV6/tHc7ZirUajRd7U+LS6jx4s1P3xpF0qz2unODZIdR4cybhSdCPCEsVnHcrkHIDudaF9f8AveRG1ArCNLrNUcxHxck3pz5bfEsNCR6+X5bfcunfxxouqKF9H8H4m1S6tg5llieryp+69hpp3muSdyq68isqSRcHuCCNLaggEdhtnZ/FEWVVJ7tUp3RKRxaophGVXFPSZNh6kXULWCrnsRbQU2mu+5n2oDOdD/jTnHUrsSPr528/xtsqVYD/AKe5+B0SkZldaMzSrghTawfEhQNiPzBBAI9EvUNNaoAPuGexfUL6VMn4jwu3RnagxNlRemFPWvKp5IHS28e2cCwCj30vfQkPxul13Br8DhLQ+jOh1pacqkqToQUkXBuDp32K4WE2qNQX+QdyIRmy5+vh6foyQNbageosdNq/EqXapS25Ur9OhHWv8u/ncWGvp+83rtSlTn5ijjd7i6wLJn0vFESvOy1r5qKlhefxuJAsAuw8SR0gnVQsfM7aewXu5oPuZyU6yjlep9Ef5UqN1G3oD6dtkbgelRZ89vhf91fTmayZU/j9R9O1xr5jZ141x41hLC7jXg47Smv94i22h0Gjddv+OB/zEtbZ2dO5/AJ/wJnCpqadnS3Wv0fMLy/4c5t+7aOKk7S889ppbnAQpeRFsyv26bfxJsO236zFanutwJTq22H/AISlI6lJv5j8NvvfU9MNR02yg/KEf8T8hdNvx1au7/75/wCZOiT2nWmJTrLEqLKVmaUu2VSvMXtcEa3Sde/cWOzagYmgO4Slu0v4C4vWv5UpTbvfuLdwodu+y+hYYapdLcoLTqKivIlfRb4yR2csNAsjU2t+FtNiSiUKs0ujVJp1lfXH5pp3IepAScwItrlBBP0OosDt+SNL9V0fWFR5J85n65VSoB+Iy8KV93ehheXFntcrW2GFwpqEf96jqHS8g2GY9lEDS47i4IyfheH7hxlL3fYtiLYqMKUtqK6tWVSk65ciiLrQR1JBJICgD2G2rd3WOqFVN3/KtRODiTC7S3YrWUJXIhCxU23a+ayU3CdSQgEXI0pN8m72g70MOMbxsLvMLmwsvF4VsryBrY+YIJJHYg38jr6m56+oUC1OfmHKcBxF5U5/FixMOReuUwrhcVPiUgCwuPp699rlOAapWcLtz6XUWJq3MzUiLkKVxbKtZV/FcWUlQ+o8thKjLlNVmO7Ke4j/AMmf697nZu4VlyqW1Lda/TrWno/vAeR+t9h9PpXUBt/qHqrL8xUbzsO1mjUGhSp7PH5V1SOpHV3JUD2HYjT0ta20Dd1RKzhLeDRcR4c/qT9cTUkx1qzcFDl0yGjf5DmUR+KRbZp49xtQazRnKDWYnHbWrI6hfT1DsR2sR3BBuPLaTu9pDXv6JAlMrRwMq8qrdSD4Fn107EaG19h6Va6tcUpOeOZ3b22ZEeWM647QcOPz6X+qp1KP3/8AXbH9YxJKlSvvTOReZWf9bMdf2D93b021NvUS61hduU1+hQtLTv8AdSo2BP011Pl32ybix7+nvi+NHQtWTpVc9/2W/PZ7q2oNSiHPuB++6RxYFJi/r/x/1/DZfzoU+BRm5XKLyeNGdo5f2kWIP79mFveaa5qi8XwdKl/N+N/9ddte7rvaS3VYjo1JwbS8B1SoyoUViLwo8BDubKgJv9Bp3Nhsfpy7qdzQ9fks85aJUorrTnCZ4C0eNr9X1sfT6HUbNz2eZn/ah/8AvsL/AH2O3o3iDCG6CLRnK9jLBuHqfFQ1mkKnxWU8PzsTqL/QE7YG3WGjVTfTiiVhxlDFL4sp2GhpGVHCK7JsNLC3YbNis12Ayl6bRGliGo+657DvGWhb7Ckq/UcTpYEdv2/Taw3Sb4nap/QOI6e/7vZdUw1UWk8VMFYNkpcsP0RINidU2tew0ocaBqVXojXXnQnrTl8SewI765iAR9R+crdBRZ9BqlWnwGkI4+bmo7qOmR9SL9wBa/c/s2ONSN+2BqxGNXN2dLi4jcrMVnJFlIzusIWMrKjY3Qod21aKSryJtcCw2RW8Smuu4t5WLx0cBrJIaznhPNG/bU9QVY2OmqtbgbODdnjXkPeUDEby0URuapcB1fWmGk2zIBNipoquFIN7XNrdthn2ksO4ow5AiY3wkyxKpaFp96IR1qhoV4XkkAlbBNk5tSgkXuDcUtoptB3CXsUbJQ4NwT75afitPLY8DsJfiS2sX6zpcjyt+OuuxNLwFXpXDany1oQjrQj+yzgEaDTyvY6Gx+pBWGDN82KMOVn7rSWKjC6VSmsmZSVGwuLEEAXNwCTaxA20xCxzhLFGHOagOoYlcrx1xXVjO3pqQdMyQe5FiNLgE22y20lTcD1BJ5DEX+I8MQHaW3An06EuKvLkdSgIfiupHSs6EEHsVdj5i4B2HscYF5qlwJVGlrffQ+0060teZeS/cEDuO1vMefbbm7vRanypcWV1wkP8JK8/iT62+h8trSp1aLRordUi1Zfx052k/O2saXy/Mm5F7aEEdvIiItZlS22S94LkWVheXgijS/dcpmOl3KvwSE91ozdsw+ve3le4R1Bge64rfvnI+thak5/ly31J9PXuddbDZk0bFUqVAfrM+oRZTnHWlSX0BKM/6qtNO4sb3Gne52Gq/vJw5P5Sl1TDHAflfC+7r8KxpYkGxBBsDa52tej2rwcQ9TFVl9uYg1SstOSpT33LMprhZcvUCbrN+5Pl9ProCTeNieg4DoL8Xozra+deZSVHy79z6DvtNpVXwvg3CTbrT3Azo6EfqqA9T6eh/aTrtmveBUKpjys81xl8khaupF1cPyuQDqL31009O+y9ltWkqCH2ZG4vB6kzMR4yxaxxeOxF5pXXnKVZARoLeQIIuCQbA22beMKJAnymGuj3utKUJVmyqkKsDw7/AK2nbz/ftY7rsJ1mLQeFXsk1DC1KiurjhC2Uk3KUnVWU9ykki4uLdtiKr7r6XWWvf0qoymJubp+ZKVAghYTfQi1wRra1j57IXPpdLSbrWA+ffqSpESW6p+g0vGUul7wYiGGOaTH5iR0oZSsJyqJIuixULKBsCVXuLkPSbU6zhfEb7XGRnirRmWvxyE2AuSOywMqswuFAdr94b9IaqjXCn06K++tpTC+KgLS5bQ6ka31IPex77fSWIDUVijVSIthEVHCjrX1cNKdA2b65R2A0tbQgC23gdZ/G6UhqqFyfyeQRIY5hK5I4sX39S2sja0ZJkJfWjXQ+Vig/UC2mlwCBuoVV1r4TWda//KXkPkSdTobXPcWvfW/8iZKw41xYD3wFp8OfMhxPooag27kEfsOoFXqq01Kcn8bo+RCl9P5nQm3by/dt4Kxzq7e6vHz+2f2lSZauOc1w2mml8RCMvT09/wB3fU2/Hb4hodpcVx12W/FlI6EJz9Kk+n5aW/H6bDWIcYVSstMOwMkJ9jxOo8KkWsLJHY66k97fW+0ij1ms153kJ8vOhC1IddWkJ6tbZh300tbzAJBF9njp3Q7g2YIeUOMP1GVWeJWazLWt9/Lmkf2qsosO/Y2tdRBvYHW5ItU1l3n3GnXuJFX4Fr6Vp/5/Ty2EWpLVL+4OvLf/AFVI+a/l9Prra+341iB3+q/qeBLvSpP57Bv6lqCDWDxLphYX4kqH3DhSvjxWFKWlaPElRAuTr5/5/t2XFcrHNNcq07zSF9K86utPkNdTYaev/H+rlfditcLjLYfWvIlC+pKld+/0Gvax2g4dorsqfzUr4D2ZXT8yk3B0vckfQ62Nwdh6XS26lt78n4kloV4aoM91r7qyheRKnfF4u17+QAv3/wCN9mFTa1hylxW4uN+Axna+7uounM0elRQSCrOk/Lrcai+m0TCVUwbRq83S689yr/SuPnvwlKFgQSNRe/5D8tpFYxDgOl70KTS59DW+hDqlx1aIdhyCg2cTqAsZcySkeIagHtt9R6B0BNJUbrx5H1+0uBt5lRXN0eEqX/2j4rEql1FH3eehYyqzdgbaAn95B87gBVOwJxay/KpfwEIQnrzBPGyiyb/KCRpewHl2tZ04sxZhxqe/Fo1Ez0ua0l2VD4QQ0rPe6wPlXcXKbd9b632A26/Faa5WK0hbDHgy9K8vaygdDcafjax2vqP4r03TrGotHIHBHowZdlnzFbpbXLyp9PydHC4qF5VNrT52Hi/HsRqD6w63iFql8OVxs6MiUcX+7qNT3ULa69u+1XWq81AdfixXuPFfy9LqepPp+Y9fx8thd2q0uqSnKW671vo6UZTmy6ao/WKSblINwBc6EEeKPV9b1d2rsPgTnH4/aCNghLV94LWDaNAxRFZXNpcp1UWpR0rHFiqOodST2voQToQbG1wRe7phhyqcTEcWXzSJWZSZWv7Ck6pNzcpvcfXTbLmJHq9FqlWwk7nXyqUyuFlKuYasQFoSfMIKwUgEnKq19LtL2fsQT9309x3jRapRKulPMRXUj4ax86b6X8goEGwIIOlvoWi6lp+nULkYGOJrW6ejsiyMHFuEaNiiVExbFqGTENEmKQ7HleGRHWbZ2T2Ck2F9TmHobbTESao7/Q0rjvxUKzLaWsr4bXcFCtVEA+p01Hlbaom1OLKlP+62lsLW7mXFXZacp/UVa+nbUdvr2klqVS+G7KZf4HUh2RHSMzKSPFZVgpN9CDb1vodvNajXarqmpxVnBPrPBmRZjPEedIwZS8ORcPYxwvL47K3UJd/tUKuLFs3HSrXKUkC97jUaHdL3m0v7RuUFrof4SuLFzFXlcEEj00tqdPS22T1w8R7tK9LgNY8XVKDW4XFa4SlI4iFaZXGLnI4FjQA3GXQnaQzi+LQXZdedl8eU/mdU6q+fMBr2uSfyNxfzO3qqa7tHarIdoAwV+CfzCpYCMCMfHW8TFvx/dcTO/FdUuOpDoSl5KSdLE6Ejvc2Iz2sQQE5Vt6sDEdZqUqqRForXKpQ0xMRlWpACgGwr58qibKIuBpqBsWV+sYooNUbnuxFsP8VLqWM6XWpCHLEZF3KVtOXFlA2JIFwdqPea7hzG/umfFoaIs1hSuK0toZkpNilaSU90KBSpBJsTfsQSnTr79Ne7u3GfR9f2lc+UDcNYEr0/n4vG5WnVGOtqBIUs5mZCbqSdbixsAQRY/S1trvdTU6pS2qtKdojEWVS1qa4qUFKVKA6gNPMWNvK9vTaNUa5Kpc+m0ul1D7qw6hTrXiVkBGa/6pIvbSxI07K2OMH0el0HBuJffOf+lJ630rTdKnmiU8MJI1uALHtbve23qKLK7ae+fH+seqcLlzFbiCFXqzg1+vUao8D+lEuuoQvKttSSFC4sCQTfXtoRt13r7/MebwcG03CVZ/pegsLQ6+1wkcwpaAWwCfEqxz9gCT3NjcadwVgXcji3DjmDWqexFlTYvhRdDuZOodQo+JSVWURrcXJBF9kOnBMWg16XAqjyGH4Tq2M6bpS5lJF7X7K769h6nuazXJodL3CwwfX7wB1CN7me17vN0sWU27jfDE2Ew/8A9/iynMraCLcRaCdBbukXAIBFgQAe0HdXhelwH4uA8WIXFfd5piLKUVIjzMtrtq1UErT4k3IIN7DUG+3i7v4GMnfdcWrcBaEf1fPlSlYtYE66H69jqbC2xHuW9m/FvuZ/lXkZ0eOK6pKlOKSkZSCnQXtlIvYGx0tbYnSNUdRWLbMc+oHfuEIMU7tcG4co1NrNGqL61vw0uq4+RS0qFgptZA1spJsq9wLdgNg1UTCTsCXzVJi+9308Vh1KQlavJQv55rm6TcG5t5bdZs2s16qOYco2SLndU0+7IQtCEug2VmQE3CxYpVoNRci99rzEfs548wlQW8UNVaLW4UpHCd5dBTwbggWBJBBv9CCkAjUEu26lHcqP7y1bgH3F5u3pDvv73zKiIQjNwltZMyHEfUC+gvYgggCxv6Tsa499w4ybw5FZlcDioQnu+0li9wRbXoFzmA0AFyb7M7AGAcET6XEdqmJ6jRKo2vJx0KQprNfpWsKTmy5rAkkXGlxfaskbo3cOY3q0qsvIlVRhCFNLauppxootnb8ggjUC+l/WwCtmvrSsFDnJxxJewMcxe1ukz69jJ+swKJFq6Kc0nmo6pASrKbm6bXJ0IFwCLX79tn/gesO1TctUsLwMPIqNBm9HRZLsF86pvkuUrCwFJJtY2IsDbZcxY269qK/z7Puur5XeXdzlDSvVsBJFgSLBIIA+gGghTfaGdwRWZFBaiSqQiotcJL/CzQpiTp3BJDguQFeuigDa59Nq+2OfmBf3xKPeBhGvYcajz68y/FQvp5xacyUrGnEP+oNib3B1NvvdBvR3yRcefZzdpEhLmrpbvvTLkySIrenGyEnM4gPKUACSRoQdCDatb4p/CbqleiRZWGpTWSZkaCuVf0stxCrqU2U3uADawOgudlRvN3fzt32IqTvV3VVZximTXUchwHSrkZurnB4gUDwHm7Fs6BBbKSdEbUp6iG1fYsBGfR+DGEJ28w53lKxHRt4LeKJTtOXUX6WiVzkVHCU8tOis41H5EnQpFyABstMAV9p3eCxWazUfd0J+epciU01n5dKln4hSfEhJVdQFiRcXB2I6YmVKacqlUiSoUrkFxalAnrLqVLNrOMrBPQ4EhXkQoEEA3GwdhJmB7+bgcJa2OKprwhXe4Fr99bC3n6jbWus2sJsdP2tWwmwMCbunZVUruEsR0mEtb7ClJyLPLzmiviJcYWBlKCMriUk2PYEFNtqzedvIi4Iabw5iiIubCycLIlXyqIH4XN79x2Ppsc7vKZF3S7qo7tZd5XgNKyIWsqQzclWVKVDp7k5QO5N79ynMaVPCVUan4orzvOolJzR+2X/gfSx1+lxfYguJP7Re4LSn7xi4ZxpS8B4Sco1B914lwpV1rfiu6tSIb6kr6HABnbdBsQSCbIUm9rWqKxVqM7RmIs9pt9eVCnf10qB0ct30UAfoPXtsk6Xid2lymPdcTPSH2kqzxXc6FNX0WUi5ABFjpdJSQQCDtKxTjp2LARKap6+dQtS2uEsrakIsdAbWKSnyOoIvpcE9dqQomZ9zRizt2uHK9S35WF8Qop1RXmUqK6jMwl0aEaWISoX01AvcdtlLX6FXotUluz6ejgMReAvutCbHysQRrex1uNiRpt2U1TK9AqL/AAKjFS/lX0rzpulaNPMKBFjextoPP9ouM2ouEmJ9UZRN47rqFOo6V9JUNRqACPS+oPY7TXeLUlzUymAsTEbuHKMxPdiP5FykodW0kqUpNiq9gCTdQsR56a302aQY4sCmymvBKdVITl8LiLKH5a307gg7DKaLRneUiymvuq86VozdKk3ugg6WIOva2uh8yyy1Fdw5TeQa+Axx4/CXZK+oHoNxfvcg2uL+hB2WcQ61MwzAGNQJWMqW47xuOiE/y7vMJyrUgElN1CwzoNglfcAA389qzDGJOFWXMONU9/lVoU0p1HT1pJStKh3uFBKr2GpHrcMaUxFwbheJK5RE1dR+FMi5QlT1xlsDrZVtAb+L112A6rhmfhKstutMvrRNi5lurSfiLFrFehKXCgpvqbWt5DYUZSvaJcYwqk/3NTeV4mR9CmpCEXUlWUtk3A11OoHfUgXAIMrdfAgUbFrc+e7xKdW3Uw1IVfpSo5bZh3IXrc2BAIIuAdqfE1SlUuluSqXLWtEpSXUL0S6yo3HZXSbqFik6EWt3tsBT8bfZd1vmqtzqF5neK0wrM4mx0UjUhwW1sL3B0HkSt+ZYiX28Gh1ndpih+ltUlcpFLrK2o6UIVmS0olaQMoKk6ag3NiQRYAWKpeNZW9CA5WeUfi4lzIalSlIyplLYy5S8k2suwyEi4OigQSUle1DeLi2s1l/EdZ/penTaahpqRopLikDICoixzhJTZQ1ITY9tiHdzVZXFpPPuvo4k1cdWZGZSU2JZvpqBoATe4Nr6A7RbeqSqx07rqbA5DmpX3WoymnWlx83RmuVAdrjU6X0I8xbYSjYMd+27kqLT2GGP0srhdCUrUbeEWABULm1hYXtcgkzwzJi1SI5zVOXCyLfaXwvClQJBIHpe9wNPMdxtQUyr8hgitRWpfEmr61tO3+IwTZRQtPXoMoNjpbQa2NjtYSkA8fuQKzFlwOUzoYmK683Umy+2bTRViCLdiB9dlrU5UWLxPjdGX5+n/T/rsTYskxYrr7UXjoz/ABcrtlKbV5jMmwUL3sbAgEAgW1VlYqXCdc4XWv8A4a7er6XR9PQB+eYu/kZ+1ev/ANlAazuf4T+f/HYOrU+e605xag2jw9CFjN+Gnb18xf8AdxrE2qSmuFxeA34cqP8AlsLP0ye7/Yr8XzeHN/H12Yvt2yAJ8S5brrvCivLzr/vZsyvz2IqHR4tL/pSsvIX/AHF2VltroD5/X/TatXSoGF4HNT5eeavwNfq3Hb8fU+lh56DEyu1SvSm4vGWhC+lf6uX0H/DbKNndaExth49ip2fK5CjM5EeDOjw/x+7bvJbdaa4rruda/H/d9BtFocBqlwOE01/jVl/PYiw9hWvYj/qrWRjqzSHelGmp1IN/Ltf0uLbOAoiyoDMZ8YVp+F6zzeF8WsoRFqKEohT+FnXT5RNkqUPnaPhcSQTYhSbFNi0KFu/3q1Sl03dzjerTUYehSkNU5LrvFVmU4cjYWLpW2c1mlE3AISAQQBc7od1jU91x2Ayh9+LmW7MdTmy2vojum/p2P+mwcDUKjQN3zfNPeDitSFO2VxEnxAp80nvYEEGxBGy1moc/Z6jHZxyZnv2ssK0Hct7G7lBi/wBF1eo1aFHirTIUlchJeC1iwPjDSHCR2tc+Z2whgfAP2o/86jvKsdORfiX37AeQOo1Ittrb29Wt6G+RqiycG8PEtEwVxU1KHAdzykzFITleWz4l2Z0FhnOdRyqvm2Svs8bucR16ve9J/KsPxV5EUuesx+Iq2gJXYJcvoEqFupN7gm2Tq7Rjj3As6/E0rHxi1S8EUnBtLiLmwqWlKMuUqRmAyjWxt4lAaEm/e41n0t2vV52JS6zW3KdTsiVryKOdtANlD1JA9SBc/XajoIn8X3XAZ93Pozx+EtHSlQuOH5G19L+X4bSN3dVxbVHZf2tiIYisOrazoQE5raJI7gW8z52Omu3k9Y1OlBu1DYg9/wCY2Nx25rDmKMR1pqvVH3jTqc6pLUpCilL3Y3B7i4tfW+ltNTtod/F25vdLAbi0un0tC2GsuSOwnMpP42J1+p2ysnFdZo0Vyl4czsIf6VraunKm1iM1ukHzH+V9gbFOLWqNK5WqO8Sa/m6chypUfXvpfzP4X2yE/iWrZ/01ROPnHERsd8nYJuei7zHcbxXPdeGWIrC/0Tq1jMr62Hbz0Ov02hVdNLo0VyfiOXFYyZsy9EJzJGYi59Bc99Ns7+zTvEle+ak1Plr4EVhMhpC15sqhfNYdjpr6389dIm9CVjLHmLX6XKq2enSnUT+XR0pbTZQS2P7wBsSdCbH6bbK9ZoXSjUY9/H7wwf8AR3Sp3nY0d3g4j5XBDK0Repp+R8qvw08+/pY9jrtBqEvC+DcLt0v7PMTao+n4ql2UpKja5zEAkg+YAA0OxFJVAwRRuViso4//AJrW/c99bWudL/lsBiPKr0pz4K3319edDR6U3/y1P+eu3l7ev6k3bUHJ9CLm052/MBpOHJ9ZqnvSqS+O/wD2WW+VvTTS/lpr3PfaVMwHFo1L96SqhkXlUvLnHTa9wbd/87euxpvKw27hKgxJ8V1xfOry8dpo5W1WHSojtbzNxbyve+yvntVmvT26NxVr+d135Ept2PbUjXTXtbbQpp1Vx3as8/iGFT/MEKhFqmI+JKaZWuKx8Lx9OY3OupsTY2HoPptPpu73EfFYa/QIf6kLynN/H499mFgmqUbCVebozTS5TEpSEzVZOlSb63voLd82pB19Ts2sQ4g3c7lpTmKKDEfrz+dLXxV50x3VC47gltJPZWpPYEAgHTTp+fUK1ePuizpO4jeNQWm6zPefhMLypadWkKQ4tR8OpuPrdNgbDvbaBvs3b1TdBWYE+l4hRXoU1CnZSmEdEV+/ZWhACrjLexNlabOum4wr2+6gwKpAdRFYizVSnYWfozjoGYjWw1IPcXBvcbUQ3dxaDRqtRubQtiotLdXHkLzKkJTr4jqVDvc628+9uuqFNDHPqX2piYyxPih2VXn3XWeVQ/1/rdh2v+QHn32Xsp52VKcdd/tNtKY29n2vT6C3iOjNIlMLz8JpCfjtqTpZQ72IsQrsfW4NkxSsE8V1+LPd5WUw7kXHdTlUlXpY2sfPW1wPPZXQ6ut0yPcsg8cymh0dqqSm+aeydGX/ABW/Hz18tqabD5Ce/F+RDqkoX82X/psf17CbsBpjiy0fpVZFIXmyqFvTt5H6g6bVcOmwGnXOaazr/WWs/u8/9dnfqcc5kk7YVboK9hyg4jotUxRh5it06E6lUqBIulLzRuFC41BykkHyOU2NrbW9Wx3zTs/DnNv/AGeemrkUhTvUqG0VngtOG11hKSlJPqCR5bC8dyjRWuE18Ba0dHzJ89pOHcN1TFEpxqAyh9hvKt1aF+FBOpP+V9l1td+G9RcFs4jQ3bYtdwRQX59UpzFRirdTwGHbKyulJBUhQ1Fx3sdRa1trap45o2PKM39qGX1ylyExeKi+dtAQMhCtSPT6kdh22TdSqHuaU5hz3iuVS2HUoSvP+hXpf1BHcX+g732J3FtRYDcXjMLWtaHWlI+a4tf007G4vs9pbO1/SMKGQTYvs57m8OO0Gp7y6zEfmsMR1IhNO9S3FJTa5A8Z0AFxfubkknYBr+7rG9ZqjcWl4YqP3pfFXnaV8O/cA5R0jsAfLTy2fXsbbyKNVMBuYNdlo52lu8VH/jNL109SFXH4H6bP2TX6XF/S5Ef4rbepSuq5d4gPqGaYdqm6rG7UVuK1hmorRlS07naOVVreRHb8Py2XTtMddrMujT5futcLLx0rR1pve3T31t37aHb0TxViyl4co3v6qPLRFWhSkOoSVdPqLfiP3bYN37Y13Su1mpVmlxJq6jKayuypEg5Xr9tPp3Hp+Z2zbOnJU5szmXrPPnOFIa3aYS4k/gyq9UX+tfMdDGW1rW1sPXQ/hsLY034YjlOuUvjMU6L4ExYfSjL6X7n8/wB2ymq++CjRWuQpcR9a+nOpasvlbTzFzqB6XF79ouCo1UxvK4TURaOv9Kvw+Wp/D6f8dsrXOXGyuXu/aX/2xlcVzivLf/U/V737/u/6DYiwritqsu8JppaMmXpWj9v47FtD9nqfWYHwpbCH/kWu+X/LttIHs54ypbvFiy2F/wB9q6fx+o2zq+g23jc3ErTVnkmWeG67KpcpiVFd60K/3VbPmg4zgYjpf9bRzTaE505urN22zbFwLi2BVIlLldGdWXMq+X8Sf9dfw2tJqa9gOvN8Xx9KuleZCkny8r/8draXT39Oco48Z1lW71G/jTD8rG+I4EVqIt+LREc46hHgz6ganz7/AIfS+tBQd1zruKOfr1R5Lj+NppfXltbID5aaX8v37H+GN49LgbuX+QyP1eouqU6paAlLaewufoBoO2v0vsC0yTVHZ78+sy4uTOp1C0u/o0gXN/8AhtqNT30ysvWDjEpd6OHqXuqlQKzS3XF8d3wqX1ZfrrqAL+ROh2A96e8ivT6MxQcOMvvzZSUp+EjMpKO5J/HttJkw6pvu3jONT5cqLQYS+A18vEsTc9ux8z6D6m7Ex9ur/m5o0TFtBzzUMKSiQpVsraLdJ/H1tf8Az2LTdZSnaM4orvzMkyd2ePJ8/i4jafQtfWtb98yU/wB78h+FrbSzg+LRnYk/oXwJTX+FV1jQ69iNDbyvtpCdvDwbPgN1SfUYq/emaFIY1zsqAGp7keRBAsbg3OuyHxfVYHFcaped9hh1PCXly9KTcfnbz0A8jsNK9jQu1U9TX/tcUTlcR02f+u0pP+X/AA2z29D21h7VyItUoNNrLXXwHcqv8Pb/AF2y+RbZ01qy4g623CB9SZ4Wxpube+9T4v66Eq/Yf+ewzX2eF8Xb+3aVj3Xi1ji9Db/wv2/89vA/xd03fobAg+M/4gtQN6ER5vI26MSdpWRp3aO8xwtvz/iYb1ya3O2nxKtwthsObdEuO7VVWU5WWXev2w5iYgda+E71o/U27MyYHF4vCR1/Ir/TYGalO7S23ndtvpnX9V01xg5H4MOmpZfujCgtRXYr/wD4/j/vW0v+O1VW8FtT2m+V6Fo8P/L/ACPkR3Gw03VHYv6LP/H8ft2v6XiaV8Nri5/8fy/T129vR/H9LgLepH9I2l6PxOWCMGVSguy3Z73HY8TSvmT6g27jzHn5XO3Heo81KwvwpTK0IWjiw3dcri0nUX06hY3SfI312bVMci1mBwuhD+XJsEb3KJ7m3VS4s/I+2iawphXzJWXO49NCb/Tb7F/CnUaeoW0CgggkTK/iOzsdJ1Nv4Rv/ABM6EbdGDeS1/jH+e3xe52/Abbfou1d1RX9jPx7Q+y9X/BBjyw1u1i1TgSp9QfYfcWlaV58qdbG+n7zr+PpMxxWqphKvQMOcFedbS/0qMyXso76aKH1F+/4bL7drvBxHPrLkXjPrg07wZ75HLi1rnsRYgjXyNhcDa9xli/FuI3YkCBEQthia07DlOtZlxVpI1B7i46Ta4UDYjb8x6jTqL7E/cj/mfszR2d/TVn8gH/IgLW59GiuxK9Rs8WFNXkU0lRUqnyk9RSLC5QfEm2pGova21xS8V1mlxX6XAeRkqKEp6fA4ggBJ07qGoCha4IGthsyN5O7TDkDAfvRqicd/PzTq4rWR3rPxF2Gttb2Ol7X9dkrTXWqXKYad+Owh1KWv7ySf3Hz9QddvIarT3dO1eQfE/iNds1tj4hzIwRyrVNxHxVrgraTnR82a1/P+Bbb7OM+Vd5B3P1oyNOoT0/gdv2XjrmqCxRmutaMrXX8yLW/8rtr67BOLHHYv3Vpl/moquK105kvI0/eDbUfUEdjt7AWJTRiv8TRQKiyqkzZU/Eb/ABev4ufrtly+QH8fXbRm4jFjtU95UGqRM7FO4S2JHzM57ko7XKbgnvodR3O2TXp7vvluV/hzIR81iP8AUXtp+zTbWHs+U/laXUqo745TqvHbwpQBpb6/vP4beW6Ba415J+QcxevDNxCvFWMsOcKXhysy8iKiwthfX9DlV+INtsnrU7KrL/NZF8B3Jmyeh/Ht28+35bFW9tfP4t+FUMi4qVKyL+pA0/IH/odBaiuNchPqjvxF/rr/ABIP1PptrdZsGouWsQoEG8Sn7R4tptL4uRh91KVKz9KbmxPoNNvSHd1g7dpu/ozdKwIzSIXEaTndaUhTrireJSr3Ub+p28nF1z+nn3etGdfhzeHyFvyA2s5GJqzFnxOVqEpC0dWZLp/47em0gFVKr+0tWwSb83t+y/P3oceqV7fHVH0NpU6mOqOjl2UgX6UJUAPxsT9dssey7SmvtHiF3i50Rc0fi+H+0Gv52/LZX1rH+MovE5DGNXYYlfKma4nLfRQ7jS+v4bM/2XVuxYFWn/O+/lV83ax7/jtRrR3wILUOGEeeJ9z2LZUp/GVLZYlIpzXMcJh3NI7G+VNiFCxIIvci4APlT4QqcqstT5UX4a0IV0J6fLUD+P8ALYwwxvJrzVUfoLrS0I6URXdU5cw7G3cG+nmD+O1e8IuF3X/ui0Pv586cnhzdRB9PUflby26x0pbeYDubDA1EWVAwHVuK7nQuQ67lXfzUTcX1FjcWv+W03cNvwlT5TmCMUMoXS+EppiU/bKyo6FtQUCFtLFwQTpftYm1Hj+dWXaW5FpdPXKz/ANkhorUpWp7Dyte52qsCt4X/AKhPafiypTWZpa+nqsbpte1/2+dhbbIGssfVh6+B6IPzItsJ5EZG9jdbKwvKYx5g2JkYp2bmI6LrWy0fEBrdTQF7a3A0JIGyVx0zWffNNrOF2ULiyk8Va46+lKvDdJHhUDcFJ7i4IOltGbsMbVl1p/DlZlo+6/8AnLlL6uM0RqysnzHkexToewvU1zCMWA6+7ApMJcJ9alKaY6cqzqbD09LeX5bU6r/EOj6YNz/3x8S1XkczOcYtRcUU2K7LRFivuqRMS6gqSm4I4lxcpTmKSdLA63AJsdb3t3mI4FGiUGe9x6dUVJ921mEvMlt1GqQ5bsSCEmxsU3INxrc1mDRmuHKap+SUx0IzJCugo1Rcjtp2PlcHaFQK1xaW5FdzrYfWlaI+cqRpfyJIFvXy7drbeY1H8eaFlPbB49H4MtZgwYwFgvGVLgT4uKKhCzyk5JCFozNOJAOuvkrubdrabB1Qw9Xncb/+w8+xyqs3CfzqaUkebawDcWvlJ+l/PZ2S4sCqcPi+DKnOhXV/Glv3/hsV0RFLagcq74EI6M/ypHkNvLX/APyBdYNhGB+0nlhiK57B2F8btcrFqz60MK6oDr+V9ntm07KHpqRpe3kK6VuTaiu81QcWPsPoT+if60KUUZSFDT8xcgHsPQyq1JpfP+9GoiM/+3j9DunqbXv6g3vt9mv0vhcKVnz9KkL1zJV+Z7EeXYeXnfE1P8U6m1w9TH+h5kA7eJKprjtLoLcDm2ESsqkLz3y5vrb1v3H422+Y0yfKa4TT3Alf7Ja8yFa+R0/0NvUabDtRntO/Fiy0P/3M2VX/AAPltQVDEHK8T4q0f72XL++34f8APYes6vqOrJstA/tkSM7OYZSahAd+61RpcV//AGrS/Cr/ACI2qKlij3XxGqp99i/I7rmy+X8fu2CZmPJTrTkWVkfWhGZCXfCq3fKrTX0sfUdyAQ6ZidqU7xYrr+R9H9XWrMlKr6o9bDyNr2INyQdgaXor2eT+oM27oeyMUReK41xc8V9OdhXzJ1tYjyv+FvrrtTt1WA7Kb59pfAz5Mrt09N9PTT8TtDgTaNwv0K+hHV+s3buL+nmLaft2hS6vAqjXINRFrZWnokJvmV528/p2Fj/nopo9h2KOJGZPVWuadcgUtlD7HhzZOpV/zv5/57MLCeF3XeG67LR8dP8AvJVbsbd/QG2umwVFQ7hxpufFiI60J68uZSVeeg72vfy/fsVituutNuymsi8ufMnwqTa97fh3tcfhsPWVPUmR6MlZa1SmtRfhT4i2F/I+jqSr8/MbUFUqbrTX3rI+x1ZFo6V9vUef02/X8W8VrlXfjo/v+Lv5en/LYPnS59Udcao0Tj5PEwv5tdb6agdsxtb1G2fo9I9r+cn+aX2HZDVUlOc18SK/lSlS09Tax2sLjUi4Ol9TrtbO1Wlz+PRpTyKJW2EJ5N1p05eOnVOpsNRoL9tAb2JP7Qt3WKMRz4kqjYelIio4XMcJ0ZcwOvzXCgRpf8DcWs1a57NcWsuxMRu0lbE2KjrdS7l4mnzD1HkQRbzvbT6j0/pa6dFYDOOfUOfAcRbwa/KrOKIkDEdOYWha0u8dHTw3U/MBe2vYgC9uwIvsXYmRArLyPhRX6pS1pQ0tfStxCR56eJOoH00NiBeHifDPIOtyoHWv5OgpdbWPQW6gddgeoYp/2rvX0/F+ZX8f5+W2T/EXWNVXnT1gjPz+37SllkJpdddiyuLFzxX8qs7TvhV+Z7jy79r7D1Xr0WU6260zytUWvJ8LpQ5r5j/Ufs7jaGmpT6863S2nmH86k/FdUUpZSdASQCRrbX89mVRtyOI8OOuT6zEflMeNPC68ye4Nx9O9wNRt5PSdJ1Oq/VKkiAPkYKu7s59ewa5WWmX1zW82TL1LVroLd7Htca3tbuNli9gGvT6NTcRtS1wqpTnc/X+lirA0X5ZknTMk9xcA37aUTij3N91ivdC/hZUI+n5A28z2/wBQjFFflNf1+nIfYWtWV1CMqldV7X1vaxtfUa/Xb0iavS6KsLUnl88QZmXcYyKo7WWJ8rIw/FzJyIQUqZvYqRfS6M2qQRoL67fNAxZPgfCis8djiq6U+JKlaixNhc+lzfvszq9g37ZSuQoLTk3OhLuRKcy8vzBOupHnY6C+z23Nezxu0dwu5AxbTuOtCku/ek8Bbatb2IsoEHUX7HXuSTtdLH+qgKwx/X1DJa2zBig3V4nqnFlynYi31wkqXkWg58mt/Xz0tbzFtdCZ03fK7K5uK1T0RVoXwHWn05uk26gdLoN/EPoL+e1hiSjYc3c4plxaN+gX05/lzfLre6gbG47ApF73A2A5L0V2UtppnI+v5fkym5sFfnb92xNV1Ovp7nT1oNwOMyr+cIaZQMUY3lS4tLZcm8q0pbrSUHw6kZNDqSLBPne/oNqnejht2A7An0aoMP8AAQ0uVCXdK1Jz6LFhqm9wb+hHcW2d+5WP9nKWxVGuvOhSnVf7RQOt7dlA6Efu1F6/FrOCK9jJ+qVmksIfQpbvFa6UuLVqo2HhCj1HyK+qwJJOta6U0LqdUff/ABDGsVVgwerc+BijdVSZUWWhEqiOppdUgSllS0tLutiQ2vuU3uCoWF84IBvsPUihz6zAnymnePKhIzoQtfU8gC2YX730729bnbtiKfFdqkul0vrirytKXkyKSm+hNifMWtYWNxrsUUWhNcWk1nDjrjE2E6piows+VEqOoarQSCUrA0Uk3B7jzG3m9Rqk1uqU0jIHH9f3g92YpKhgGsyuHiOAzNYffWlMpp/oUyoakFN9beEnQi4IN9AXLqU+fAYozWfIjIuQ14sqkXF+3le1x3Hfts1sVJw5S6C5FqlcWiot/Fiv+BUhoC4QsX8Q8JI8rHvoQbAcaK605VOMw4t9auhCj4vQC1rE9x9QR223ddbdqCumr9fOJxcu22XDUGs4cgU2vNfAQwpMiLKSrKrNYEIt6g300uDYg63pMVvu4yxa+7AiIRKm5XVNfJmCdRqdAVXIHcA+ex1j3E0BrDjdLitP8djK6phpoqUlCh1Iy6kgWNh+I2RuE8a1R3EbnNUOVCfZzLQ1PiuNKcy2IyZwCRbXzuPMa2R6tpNT2VqrB2+z+0q1YzmTeFKarzjU+n5EZcshp9OVbbosAvW17WynXzSQbDU83e1jEcX7/RqsthCFKzZbZm/TpUdRfQjvb12HsdzapjKl81AiRUVSKj4Wa6UvJGobVkF/UA9x+HaiwbPnwIrkp3j05aEKVwnXelxJsboPmkH1Fxb1vskdfaWS3TZKJwQPj+sgJul1ijELVUxRPn8owia/I4s3lfCp0WBWPpfUE6kH8Ni+Ni+vUul+66XEqNeolba5eVCazuuw3xbhvIAFkkHQjsoWBNwLKKt4ww5g3FD+LYFPlVRc1Cecaip4606WCw3qQCBfQWBBOl77TaHveixaow008uL7xR93lNdTXfMAsad7aaWNreh2YVtVpdWNUpLLZ7H4BligXGYXqw9iP3W/Ansrhc74ecQtKEr0vnCblIPkR2I7WGl6unV6ltQHZ73O8q0qPkaQVrSpXdIsL5T3FrjU6eZSVU3m70MR4obwvXq5CQuU7kiqjxeErio7tOBRJIPcKBFxYW1B2PK5X69hylt4o5t+LKYXHQpOTMhK0qSlJOtsliq/mATa+m3sen9HFVe3OVPIz7BjCJXA/H0eBXsR/Zx15EVErK+w/IaKo/Fv1NPEAqQDax0NiSTYa7S95m6Ln8ERJ9Bp/wByYYyyloVnU3IQT1hQuEkn5VDL4bFNyTOo++GBi1qpSq9hmLztRd+7voSPFboXqTnIBAJBBKSCDe4JD7PlSqlBqldoNUqzEqiVuenJHkKOZla+g2CtCCiwKRoCkE2JJ23EVNuwziizPNYpXCisQHZcrlVwFxZUdF0rcTb8QA4iwKbWNybEgkbCm7ei16VQa1hKVVl1egxeEvl8+aQpAdQtmSlKr6NrQMydLKUsAjPq798eE4FBxRPdlOzUPxXVxZTSEhCm1IWcrhR4XEkBIzX6kHXKpABTbKJWDYsufxn3+O6lCWsql5c3bLYX1UT39SDrrsElEYZ+JNg8cCOLCFBlVnDkCfPdXyr6uVlNJa6EovZThZA6Sgm5sQFC5sDe7A3N7g+f3g1aVWXYqItBUh2LPjoCkvLICkOdsqkhOpB1BNtLA7KLdlVsW4jdiUug80h9+UnitJ6VJVoCU2OhI1NwQSPqdntvm3qNbkcLxML0vgMTaivqUvoUpJ8Zvaxt2J7AlIHfV99ligxnRZRSZV7/ALeHAlNP4cxHLhIpdOV40LKUKy+Yt20FybfQ32TVPxDAqlLfgQKStcXInl1x3Q6w4g3N026fImxsdSAD3IgEfzyRXKzVHn1sIlLaWhNlJ6TcL9Qoeab2uAR2BBTSsIUHDkCW1S6jkz9aOvItKwBa+pBBA0Pe+ljpsnZrBp4C12d8mRZjGF6XWYE/AdOlc0hpUifFdd6Y7t7FaDmCilYJOUg5eoXOh2IpNVantNtUvIwh9CVoaV4s1rqQfwsbaAnqG1CKfAr09uVKZXzrDSvvCFZVqRrmzEWzJINjfUaEdhsV1CnT3aNH+EhCIqsiOjrzABSXBqei3n6i9htbTa5NQcERUvn1P1hLrW7StNNZEP0RKqo1lspCmiMjx7dN09WgAzJTc6A7UtNW7FoLECeyxK6+cj5/Flc10NwT30Ave9/XYggGe1ykVprgc0+mHIz9KcrwKVpUPmQex00GunfYkXg6L8Sgu09HGpbXCyOu5HekBOiicqgbWIJ+ut9WrMKfGaKWbkzONfw9zVGoX/dV8JK/DkdTqLWUBZVwbgk6Agg2OjbqtKgO0amuxYnJP8LJIaXdPWBbz73tfN599g+kO1T7JRHZTKKoxFzpaQ60EPpikWsUqtmKFaG1rA3IsDsaYiXWa9RnIsCIjPToXFa/vNI0un101ykgjXt32jBaHridRNaxRKn4Wqnx15eYQ0tRSlxA7g/ik3Chcg2NiL2NMUL5DCVJrzrKPgNJh8WUgZ8nTw8xF8xHhFybhVrkAWF5sCVS59NlRWuVWjLmd8XDSCOsgnVPfpFzbUA3AMtyq4zxu1Wt3Pu5jJFpamk5rIS8tDgUlSfJRCSkAp0CCTrra+FCw4E4z6JS6y1Aai5GEPtLalR19PQrRKkq87KtqNQbEfQepO5NrHmLZcB2JBf47SeE066jiuOo/wBmr5lHQFJtf87F0UPA2I8OYcgUaqYhYle9EpQnLCQpLb4aGdsZhfihIuW1GziOpJNjdJbz+FApbEWLLivzeYXDRPgPlp9t1JUU8ZCtUqsSkpIJIykKVa+yuoY48JV0OMiQkYe9wyn4FZlsLWxnSuEn9VOZKrg6gjsUnW4I77M/BOG4EWLTao1SWF0uotJ4TrSw6hK7DysFBJvaxAKSNQNkJgukYyqmI3J9ZxDzU2rylcXn1rddeWq5VlXckKOqgD4jcXB02emHKnFiu/ZdpleSltZXct0rSvRST6GxNiNLFJFiNl6KH++zmVCcQ2w0007XnGorKEUtCnWnc905VnwkeRBuRe+hsD9FBMxzRouI36XKlo5XKuOprOU5c+YZ0K+RQva/c2tqLbMDDcuVRqDPqkV3jxZUhUpLUhfQpd7Lb7jITYAjTW3oDsqK9SN3NUn8/Kq3uhiVlkQnXVeJPzNXJyhQOYEHyCSO4G2vpKu7aBBWDakXmLarzUr9fq/8zsvau/wuI7KeR/hz/N22ucVVilxcSS6XRqh7xi/2ErKUJUk6gHyzDsSLg2uDYiwZUx8Jx13rydWT9m3sj4rtiQnCTV4v/dWuOv8A8z/B/EbW+CsMysUc/Wa86iLTqW1m/S5UqWBfMewskC/4lI112EFOVSU7worSGM/Qn/F5W7+e07eTWJWF8JRMENVBfNPp4s35ekG/a/YrGl/JFts7V2cbYVIEYgqzVerzjrsvIx8qF/qg/TsT3P8Ay2sKGw06646018Bj51f57AVPalSp/C61/L/ptq3ctuqw5Fw45vB3jVFEKkU5rmI8V9GXnNAQ4QR1IJOVLehcVbsB1K0HbCY3NOeCMCReV+2WPHeSojKEutR19K5Svl0tfKSDZIsVWuCBcmNVsbSsUT26NQYiKXSOLwmGmulSk9hm/IABOoFtqTefvNn7waz87FLiuq5KLn6kp/XVbRSz59wBoLAa88FMxff0CLPl8qwuQlKnVeFNyB/w9fPTZuurfy8sX28CbK3e1il4I3cy+L40QlK/w9H+mhN/zF9pmL8Q4ji+zxTa819yfqnK9K+nKlxIBI+mun5eWxFUN2UBrcjiV2LEXNlMUt9XFa+WySbjzUBe5Ppf8hXfThavUbdBuqdgS5XKohMSptNdWHUvZWm1edjYX1SDYZhYXsCK11rUw2Yo90u73EkXHmJcW4cmIlVR6Kh11qQ6ErlNNtgKayHpdyhOcp7gFRA77OaBQcEY3diSq9E5Wr8Dl8zS8j6fwvfOAbgIc1t2ULW2i/aFreDA+4USKivcKPFi1KO6I6O5SFyQSEJSQeGokEHpN0kEnrQsNuxWnHcUU6bS6vTlqTybroUlt9KvEm3kdcpudCCCASNvCdT6mNLWbreMRLUIFG+WdMwxS8LwH/ekSK/KzIUlC0DMnKe4V4gbFXc2OYaAhJ2gUykz8Rz24EVnIt9X+6nz1Olzby/4bfuIZvKtNz57r6GOnxrGbL521NiPr3v+xn7hYcp2qT5XGhSqdkSpp2P4kr8wpJ1QsDTubhR11IHhNLodb/FOsFuoytQPA/aZ7FnaVmLcB0Hdfu+qVUlOoXUZTXAYWvxJWvSwvrYdzb02zvvnmQIsCkz3YnHfqiE/eEtdeW4zouACQLZsvYkA2ubjQHtK1el1Ss03DkrjrRCzSlZPDmOiTbXt6202CqZGar1Lgc/yr9IoKlLTnayqUrUgHuDY+nckD129rqbOm9MrOlA24H498TQovSpCrezKXdXhF3C8D39XmskqUhSGml/2aLetr3Jtci/p5HZnUmXhyVheXjJ11fHQ6pKUrt8ZFtMp0OYKvobixBHpsh99m8mvYcxHhqltRP6Eq7/KyJHzR1dISD9CFEn8Nil7FvP4SiYcdZXCfpykplcVYyPeYUkjuCka37a6ee3k6NME0x1Dc/gf+JnlNtZb/ErZC6piivcV1nOta+jJ4Up18z2tpe3mCbnZi01qBhygy2orzHvFhrNI/wDD9CRfsDpfvbajwfIixaW/KixM761Z0K/Vv3/j8TsuqpVZUWsy+QeWth9SeaX8rltSND59tP8AO521OkdPq0CfVag5dvz8SmlCod59xlV3EDVZoMul0Zpc2o1SO1FVTWovHRIUBbiJygqCkG5FgTY6Ea3GcNbjazXp7lGoMRCKvCQnnGnZAYXqNCW3CFA3FjlBFiCQNLilPxV7hxlExHRs7CIqs6E/raWVr3Hnax0877NvFuP5W8aLEr1LqzEWtwl+L9E65bs2VA6A6jvkPa4uRtu06ujUPj5E0q9QjHmJbeL7Ou+nBvElNUlh9cpKv6lPaXmsLkAZgbhOoGpNjYaEhRUfG+KMOT5buI6It9iVljz4s9K0cwwDbKc2uidEqHbpt53cHtWx3cR43puMsL4nfRFqkVMh+KmUtK4c0Is4AARYk3UOxBKuwNyvsFVPEbvHoNZqzdUpy15pDU9oPoTYAWAVcjtcWOlr28i499ToRmFL1WwlwMus4S5ufhKuPv4erzSkUvNdK2X7FQjuEdlhScoI0Uk3BuDsaYY3p0vFFeYo09776xAVlQ7bK4sZibpI6VDQXubg2PYHZZ0rfJhfC8+XA90uIhMNLaQlpWZiRcgguNqIstKgChaSCm2oOoKjreOZUqvP1ml54q331LQpCzmSlRNx9dD6bZNg7lb1/kRN/RCzbMTe9u+wlgNyLXqjx5TDquF8ykqB0t5npJFraW89sjb28d0bG+MnK9QaSiEtfSrJ/aW7Lta4UQDe5uQB6bClMjSsR1lhqfUFo460oW674U30uonQfU+Xcka7am3cbst32A5XCxG9Cfmv5eVdkLSvr/ukaA27jW4/dk6bSJpE95I+ZFQOMGZXZgV6qO818RedKfiq/V8v90eW1nEwdWZTrDTWdHHWlCP1VX07nt+e2nN527+l0uK3iPDjtOfizVK4sVh1Cltqte4SNclr9tB/ktcHUavYyrzGF6CyhcpC1OrW6vKlKUG519fx0v30B2Ausd32ASSfLiBtKwlhyBzdLxay+xNQlSGlId6s2oBt4dFWJudRfsdulGp8rC7UuVheorfe5fLKU11IyKtdC09xr5nUd/LTV2FNze7Ssz26XiOJNm1eVkQvqGVu+hyEAXsexN9PI99kxjTdLK3c43xDFwlLX9ylPtZVf2zQ1sofMbZbgeYJt223jYmnQb/8w6OMRJz48WU6466zkfWlXzeJX102g4IYqk+qPwOvmsiuA1m8WmuUHvoPLZky8Je+Wn58CnriymE5pUDKfCdeK36oI1IHY39NqBSZVGnxKzAZyP053joWjqzW1INu409fptWi0tZ22HB+ZwYtlY9dx+Ht42DcRwK81EyMMOq5hK1lPEQQQQdPQ379wNNmVvR3iz2nXJ8qucRaE5+QR1J4VtQbdyD5+nkNk7iT2gao7FjxcLtIQxKjodU6pI6VHxAAeYNxraxHnY7NL2esa4DpdGnyt4L0V9c1Cl8xNRnSpNyFNkG/1sO1vrtrnXpo6+2hi6KtZ8ossR7/ADervVgQMGwKs9ytIYdYi/FKVqYXbMFkHqAASkXvYaW7bCSd0MqVKRKxRUePn6FtcX9H+f49z/12K6rUd3OF69VncENP8q8/xWs6+ltJPgHckDyHkB3vtXR8QtVl1z4Mp/8Aw/qn9/7tsjU9Xc+Nc59Rz4SVRsAbr8OcPixGJTiM2Tipzq17a/6k7TqYKM61woHApaEIzL7Jy6eva/59/wAdq6ZinBuF4DjtZiSkPrQnKpSPm8gL6/u/PsNkTijHs/EfxYv3XqVmSj9U+V+9tl6u9qPJuJYWM45mncO7y/sk65wq2iooR8uild/PUdj/AB6sSB7SlGdi/f6J/d+ErN+HkNfXbz/YrsqK78J1edfj/vJ/j/TZhxcRuyqW3K4yM+fLk/vH8Ndn/wDUNRpSFByICwup8Zrs71sJYo4bX6Bf9kh1Hi/A7QMaMc/S23eChefL8gzfQX7+Z2z9ghLs+vQGmmePkS6pf7Nf49Rs4d+FWrO7mBQqy1wPd03IhTXzJ07jX8/3+Y21qdYNUn6ojFQdhKekU6symn4sV3o6unP1J+oH/Ha+ZwzRoGDYEr32tdUlSnecYWrKhlgfT9gHqSo+Ww3QsfUt3m5VL61r+LxflTe2g/jvtToqUqvSn3XXlr5pX/T/AC7bVrrSpjg8QmdsL8XbzmqDFgRcGssIfyZZS0fQWBFvX9v19Q6v72N42LaW5heVUX+SX42v1rW1P8WPY325nDjvF/tFr/V2t4mFJ7vxeDkR/wCa2Z8TzFi3lAuDhVpqK4671r/X8X0/j+LFlL3euz6W47wUI6f0q+nL/ptcCmQKC027VHUIzq/RLX4tf8tvmu4l+F/SmdEJaFZWkdKOx/b5bCJWGrLQpxJvd+1GEn6W678uZCVeLN/kO1j67KuJiVp3YTQ+7wv0q/4/AbUq5cqK6411/wDuu2fpNet3EU0d2VwYyJs9qU1+l2o2GHWp7cqL40KSvJ+t+H12FkVx3Ytw9NalfpdjaimvVVlH+Y790eUKpSmoESqdfKvpTn/WbUfUenr6ee0xNcad+FxtjXcLSqNjzC7+HJWTnad1tf3mj3BFtQD+YvodqfHe6Ks4Xd4sCJnYz5v8Ov4eH/L/AC+P9Z/gR6d1tHI94iFtWyQKVB96f23R+t8u1wijfC4XG60IVm7K/A6eR/LTZctSqpRp/CdZfYQvwp/W/D9h/Zt9t4srMV370y+4wjMjioXlUlNhY2HkL2Nxrr6DbG6b0Vbf07E5naZO6eIYoHxfi7TE/wCuw7UvejTr8CK0ha2EpkNL/wBshVjn9RrfXzI2vMNUufVIqJTXRnQrOhfiSoG34fhsHrP8G6jSKbqOR+B7ELfpts6gee0hhvaU5SnYv6VrItG36hvbwNgNbbWiPZ2y7o9Yda4fxl/L0frem3PfTinn8BxKW741zUfuBP8AptWx3OFsN7zpvFgU2L/fW7+63+u30/8A+HdXqW/ivS6dD4kkkfsBPM/xxqjR/D+oz8gD/MX+39t/bfqe+377IyMT8qDgy2w1vDdwbPcpdZp3HiyvioVkCV5dOttd7G9spBAsfSwJd+7rENBn4jYlfp6Wtr+yaK+Cry4lr2PnYgX+u2csa0537LwKo7EWthjMjitXUpvXsQBpa+o8xrfQg1WDMcVnCVUbdivL68vSu+R5He2vcEf8rHXb8kdfu1PR+s31vym4kf0Jn66/h3UN/pmntPIKj/xNRb06/ParP9DS32IsJSltK1y6jUC/dNrgAjUEjUGwVUBul1Rp911pCH4SlKaydOVdrlBA+Ug/ldPrqb1xNe3g7vvtRhKI/N5JGafCSgKfZRY5rADMpB7hQF9Ow1Ow7VKJAoNBYlRZedya0laeL41Jt4T+Hls+tKa8C8nietqG/wA5wwxBanz+faayIz/os+bKr5sv0PlsS7/2ouF8JUnFDTKH2FoRn68vT6hVxa9rX7A2J0BG1ThiY01F+dGTNxUfq9u+02oRZW8GBL3cync9OlNLdiuoVmVHUe4t3KcxCrDQAqB76GW2rOwQdlm94jMSralVSJPi53GJTWbqSErSq5FlAE2UO3fW19bjbVO6CXwsG/8AhrSpX970/HtYbY8oNNxHQWoGHMWs8CqUt1UV3qKuJkWAlYOtwRqCSTYjbYWHqb7hwa3PiveNhKv8Kjr22w+l1bNY5x6zOr8VzFDvJYadrL8/i9fQlX63fS3re9j6DaipyGqXQZ891pC0MNKW6hSPEnW9/rr3/YdrrGbDvF4vRkm9aFo/0+nmPW+y53hYi9zUtujNdC5Xj/VUjzB+h/4HYNdj29R8h8xhDuWL5xEWVP8AejTP6fMr+7rtGUv7/wAX9TbkwJXxGor3wM/T+s39D/p67ROdd5pxp3b3BsVVnYn7UnOK7/vbaR3FM+5sENz/AO+p1f8Ai/4dts2R2OfnttfrqT/n+zbTmC0ymsGvwIDK0Slo+7rV8yiAE6+Wvc9h+Gu2HfeW1aov9TFNQfgRtUrH1L+HKn0RC8mVKs6f0iCDfyFiO48r9j3GxBUsRRZUCW1Pai1SFy6n6XMR43mh/Zk+ak9ik2IAH4FU7q6DjKs4cnxcZUl+l1Bh1aEJX8yPl1FxYjzGlz5gbHNNw+1S6W3FlS1rQhfFWw74cx0/I2NiRqQPoNkep9Wo0QJvYD+pkJuYYgbMj16s1TixYnAR0upWhGVOnbJftr537jT6ScQ4NdrMDmmpbDE3IlakLaGVXqBlt1X1Fu9/K+zAcNB5BvhPZFo6Uf3f2+W1BOTF+Jwpf+4rb5r1b+ObEs2aPGCPfuXWvaMNImHJHCpbcWfwOaQrr6MqXFWsF/mBqLDXW5N7f1SkxWneVn54K2Pma6kd/Ig2I8/9BtTzQ61+idbXk+Tasenu/wBr/wCtJ/j/AI7eH1er1HULDbYeT7hxtUbZPqsyVwnOE63NYWlXpm0B/A31JHnsA4fnNO/ovhozKX1q/dfttYVedA+I067wM6VfFQvLl+oH7dqCgVfn2m+aeQta/wC1zeL629PPy1ubbNUaduzloCyHbMhpr+24n9z/AI/h+GxPSpTrUXi8FC0fKpagr8j6G17dh9fRex6o007+v/6DtJZrsr/uudCFoyLy/MnZF9M26QH2wvqFKiyvitdHiy5On6+RP7L67VkuHAai/FZQtfyLV1fs/wCW1HUK1KitfCe6/En+96fUbD9SxL8Jx2e8+hHz9X/HZjT6QyN4lfX6xAiuuc00tHD8a0p/09PqO2wbUa3zTv8A50UPxVoy5V9WX8bA3Hl520t5HaVUxKqk/mostcqKtP6LVSkq0uLWJJOtjb8/Laug4b96Sm6NAiLQwt1TXnn8tCbE5h+Q0G3sun6JFHl7lD90FsR1eK7w4EWX15VJaVIdzZfW3n3uRrfTz8yXBtFdaa5qe6xOQ/8Aqr6VX7EW7W+n7tRtoLd9uV3VYXi+9K9wFucL4qX1nIpBtqEk3uOxFzf0tfag3sp3cz4rlG3c0lcKt51LjrjtFDEhQHZXlY9gRY/lt7B+g220AVMJftfiLWXH591xrDjLiKpCWpa+jpUk3sjtqDrf17DXY1wRRMOUF33piinIQjMpakZj8NHmE2PYK0tobfgQI+6rBG8HFEVv39khIRljq+RWlwQo6Fah2BNiRa9yAS0t4Ps30vmmHYFcqiGH0pd5dLoVy76QM6SogKU0s9QF7pN9baDqf4dNQDM39p23bBjeLO3fO0ZiqYSxCxnYV1NIUtalIJAOgSbkHQpJ/MW1X0HF7XFYapcR+UjN0oaQc2p+XqGhvqDoRoALixZU91lLgRXHaC6whaF5HWpCMuVJvcFA8Qv+Nu5OmzGoW4bDlUgN1SlxH4s3qV1u5k+d9B217d7i2p0tOo6SNQQdnAkoVWZy3o48pdLaYlRcEVul1Ff6WPyDiWFZRa6dDl01ItbXXUG3TcpvIwviN3iu09edfQv4qEvx3dblaSf0a+6ToQbg9rh/uNxXYD8Cs07nWKc/wnVJyrXHV3vkyhQSbDUEgnQ20vQxsBbvvj8rSWIS1qVwn4qOEtlSrXylNjoQDbUeWvYL9rRUgoyAH94Qus/KNvKn0GV75wuzKir6eLxb5FaaAjLc9xr+GzJie01WZ9GfgT8MffUJzNSIudSHEjuFJOoI73BNxssZdBn4XityqzLbq9LlZmlVSOlSXYawdC82AbpItZSRYWVcC20WlVf7q21Fl81nzcJ2OsKQ4nyVe5HbQ2Nr/lszV1qzQKEI8YuXhBVt7Fer1BcpdUwmt7qzNSshRy+unr0+R8tdbd9lrPiysRwHGnafFivrSlbT8dCczyD56KIGosD3B+lxsct1jlXfhZELXmzoyDL1CxQfK1tCOwOt9p1OlNRWnGvdyJUVeZHCWvq+nYeRA7W1F/PbA138T0ah8Wp6/aXzFHQU7wcGxeFKp9LqKEZeE6hIaUpOnjBucwJV52ItqD2cmDPaSxlAisNSmWEZMqfvCfCr0ulRT+I0F+xsdIsulxap8WVE4K82Rak+HXt+Z+ulxf6CmxHhGVQYtNrzUtibTprWXO0sZ2XUq1C+xvYgi2oAI02b0/W7kp7mnAx/SWKBl3QqxPWJ+N6p75gUlinPr8XLpQpDi+yjqPPzte51v32X+8XC+9qLS34rtOQ9S32kyEyIqil+KlN+sgpy2By373Cjc6E7FFAelYcdYqlGeW+t9edbS+pp5NjqjsRpcFNwQQCL67N6bXYtewuxWYETrpy0LdaUgr4jCulY76CxuNLDUemzvTrh1Jj3QAf6SuwTI272Ti2jOscKto52K6rIh1KWvPyGUKJBuASe2hub3flI394ogfcK9h6FKX/4XSpKbfiQSfSwAN7XGu1Zvj3L0agxqFVKNUJSEVeG6pC1upK23m8t08RtIGoOgOo1Bv32WOHn6o66/Qao7nmxU5mnc4SmQxex736kk5T6aEAAja2q1ep6OSFxA2AqcSxxdXJ9enuOu0nlYS1dK+lamUHv5jNbQgEjta9gLC1BpmKPfLjTvK54qkqSpfjzA909Vik97i/ceRGxqqE7S/v7UtbD0XK/xfEhOWygVd9PW4+hBFxsZ1XePu53oYcq0/goi1eiQ08VMJKEKeSEqzIGUdLl7qbUAUAqWkkJXY26TX/qZbU2AZ9jiFpG/iT6ZvpdapfK1TCaETVo+OuHbIpYsM+XMLKIt2v+PYbL6r4gdlc3/R/6fNnzXzJUfLuQQTqLkXOvbYHh4h59pjhRKojjr4SJXCV8ZINkugnSxBGZtVlpIVbMCCG/hCmtY3wlPpc9lFLxRRGuO0vwsVZpBuVpWrs7Y5VNkgE5VJ0KgH9bp9frF7G0Fc/4lslhtJiaj1rFECqPuuxGFxfEjOn4qbAdgbnuNbj/AJNDAe8Vrmm2p/wF/N1hP/oIudPLy89Bfamqj8CqYo9w8L3c+thC82X4WYZgQR5XAJPndB7kgbSKVu39816pQKM8hFXp0VVR93LXm5hCQCtLKuytOoA2JBsOxtm/6fq+nNtCj9sSghHUZ+HMb1l+K68h9cXwfKpOYEgi5PbQG4FjcdiCb2h0uBS6o3RuUXwJSVdWcKSl0EHUaEX1IIvqNbaXVUBED3y5WYGdaJSEtOpdRlVmI7EG3e1wLXuO9xt+xp2Mv5xokX3iv3XFQl1h1CyniX0KVAHKCB0m9rkgggXvp9H6lhmq1K4Yc8/iC8lbM01iZFGdlROFVl0t+UlDTrrWXJm+VZBBynyKgLHQnUX2q8R7qp9Uiv8AFxvNlc00nhR5iWnY6XR2cQcgUlWve501Glwc8YhxXiP7RuO1R1xCIq+ElCHc3EQdb6aXyn667O/AGM4ErDnuZ3jzYsppXCakLDvT9Cb2APYeXla2nq9LbVqgePU5WLNiCuDN3WKKzAlutcdiVS5XK1SOu3wVG/CkNkWJaXaykk3QTcFQIsAb0N0u8GvSpdGixKvF4HxZXINZ5CbeqAcziCeoJRqQbg3FjrnAKYtGnwHXZcV+nVdp1qO66s8VzTKqMSrs6k27kggCwGgF9NZarMCdVMOZJVRw3IVHztKGaRFNzl+pBuQPI5gO+2enRqaNS2rXgEHI+D+8eVJ5OY33WYyo1G9/SsTrzsdMdbS8qtCoFIUCCFAqNiSO9iEgmxbgqTxYsSBXnkTeAhDqHV+NTSibi4AuoK6gTqATfXU6J35YIlV537RussfenU8drPlRI7ZS7bQr1KSq17akkAEKCWvDlGiwHeUWtjK61kWj48VVwFsvJBsbE5kqTe5Sb3BFy6IabqWnF1HK54/tCtWjiQ8Z1TlazAntROdWwpC0ZUfFb1NnUEHW3fS5HcgAXDWq28elz8OS4GI8kV+U1kV2SlSwCOIg37kXukm/Yi4JGyAnTa9/ONhd117PS36pHSw6rp4nUm+tjew1uPrci+x5vzMXhVZ12nPvoYlNZEMWStKilJtraxBVlFrWzWNwSNvRUY2BRJFaH1K7BD0B1pxqA83FehLUtph3KlPfTS/YnROUEAZtB22On627FdluxaeiVCqMXJKYW1mWlYvlKdAQpJOYKSdCkkixOyuwzQItUpcSfXveiIr7qWIs9pJadbkWzFlxaRmbUUdgSQSEnVJuDmNR3cORXJXNzX0QmuEv5eMhOqCpF7cQDQEHve1wQNhWJs5lmrRJFxXizn4suqV6rLWxKQpK5E1JzR9Ep+JrcKASCFdiRcEG42rI1IxHzTdZozTEqVTo+ZrgWdYlMXCiEnQi6bWJsMwBGltq+osu7wZ7jVBqMqLCfjpWhWXIrMbEX8lW0IHcjMCD2LP3e0mLFaj0aLSeJKhNJdaairy8ZoaONWsdbnML2sbW0JBpXRu8jIVM+4YezNTYs/G8/GVUZY6IXSpCOnMrUrvYXJAsPzvfTbOXtx7xZWPN40TAdLZz8B3MlWQqyqNwADbw2uogAkZb37jbYnulrdVuvlyvGtaFurXkPVe5uR3Tppp2t522ybg3d7K3ybwZdZae4E3ItDXF+b4l0oIBAtqbKvcXVpob3QN9ommlS1JiEm5fA7v8zcujNRGOdi9eTRKku+I2N/EbqJ8iT9b7U7lAxG1xIv2NXNp2b48iHKzPx0kfpMlyopCstwAQAb2sL7EdGo2PHZ79Gwl7oXUYquFIiynywlxQtdAUNAo2Nr6EgC4uL18mJi2jSp7s/moSEKVxXWnSpTaLnRSQQoqQbgkC9r6Akg0s0aN94illIBzPjDlOgSnW4splD60O5EOoRkUnU2v3sdcp7ggXsNRsZ7249UawvyrstD62E52lNWS6l0d89jqCD5ixNjoO8eYKDFdb9zS1uSn0MSOPHXx2nE6WWQdLHub2Vc6ga7Qd6dYadd4VZob7E3hZGJ8NfT0WIzXPcHpIIuQR6DY+noWpMAYmY9TKYo5ddxHFdpNGny0LW/IRIalJaKlZRbMhfT0kd76AaEE9hoWmSIGPKyx/Tfu6ozWmlvqkNJWw46LIUUqFhZdk5kkggqJOpF0VVqxjyLi1iBRqGiU/FiplcVCQtLzCgbFs9j0mxTZWYEgAHTYzw/OlYXr1NlOuoXFrbS1tJadCkpWoatqToAqygLWIIJIOmgjzLIzJGzQJlGwvXmKNijnfdD76Yb6mLKXHdW3lElq+ikgkBSdSUHUXOxFGqErCUqW1WXuPFYzsNSI9+E8gFVlozWUlQBJFwR5HQg7D2EBQcZRalFxHVqphRCHWuE6tgPxVLTayXUWK2z5JdBKACoKtcDa3xXil2fS2MEO+65XHWpqFV4qx+lGqSrUJspPQpBHcggm1zfuqnHzHqWlXSIkpqU5S8W0njwpSMsWotKyLb16HmyelSb2SpKs2W+UgXCtjDCmB3eV96RaswjIpVOdQ71OxX7fDWSnu24E9KrGxsDa1gAVDEPFnt4ci9cWVH+Kw7dTDb9rLQq1ykG2UEg2AsCAE7BlXxp7rnscKW/KfpeRXAQ+FLeSl0/CUSQpS0puUr6lkCxNwCaV2B3xGa3j/AKpXYsBqJxXmKJNXlhvtLX8B5aFgtusquQXWl9RuQpOdJ1GW6k3hSIGKJ77uN8D0739CzraqVJSEJqDRSrMFJSoZ1X6rHTqUbA22ssQ46pdea+9NPrivuod67KacUBo4Ei+VwFSh5Agq0N9h1sSnXX5WHHkSoWZC3WldXY+SgboWCLhR0IvcXO0Pavc2EQ31GPDEWmEcXNUH3li2l4Zfq/JOqadirYTIdZvc3y5ioG2SygCQVWJsbkxpWNq9Wfe0qfEhLXV1olRek5m0rAuEvaLOXUBRt3GhOu1jims0bDlLbd43uuLVJCePkaCkuJ0J8xdV+xBBBJI1sNimC1hevNMNRYnuibx1MNSkW5eU0rq4S9QlNlm6LggHTuTZ0epQmV770qVhxylz2nkc0ngP50f2thayuxXokhXdWnc90xjjFMDFFLgUblGELpzquOtLXCUp8DIboVqkkC5I0Iy3ubbN7epjGl4Sw441wpS3+FyrrrTWdKV6oAXrYgHv3ta/cbZlqlRd/RO/p5S+L4OptJ11PrY6+V/3bvStOObD8RHUWZ8JXTnmnZXKwOvJ1KX82XtptTzUcLicX+Pp+3+NNubS+FPlymv8HjOXKQb219B+3W+1bUql/wCNn/jzttq2NF1Ett31Gn4jxkxFaZzxaclUx3+6pNggHSw+IQb+QB87bAGPZHv7FFSrP/dVyFIi9f8AYINkaEnuBc+RJJ87bPDd8Hd3276rbwZTORdUQqGwhfiyKGQX7d1kq76BIIGmoJUKFhzCVGbr1eltvv8Aiai6ZctrgJT8+lurVIJGlrbY9p3ZMaVdsE932EHfdb+Lay1wKcwvi9SwlTiQAc9lWsj1v37AHa5rGPqziiLwpUta6cwvPHYzZUK0sHCjte1wLgEA20ubgVVxrVMZO8q78CFnTkYQv07FR0zK872sPIDa4bV8Jtpr9H/H8fs2pp92cmRY+0YEuKUxxXeK78nXsX4WwtWcb15jDlGic05KzJ4WcJ6ACTqQbWSCb2Pbta9hWD9wi8X/AM1to32JqXAxRvkgNT3X4qER1KhPxXQl2PIuC24U3zLSLZVWtbNrptqL4oWg19zRu4beJKo276u7r69LfrbFFhLUh11GWqNxygoWxKSSQ6pI/RSB0OJAbcyLCSqV7QI+9YXwRKdXKpEKgokQpiV5VJSsqHDXc38DKFJN720JOhOnMLbqMGxqzOxQ7h6EivFS4tRW0gJQ8ojVRT260KBPqFWN++2c/albai1nBkWK8x7kfhOphyHV9XLhaBwCvUHh3TkJFwHFAlVrnC1Votzsh7Pt4iuwHgx3n26phyoZ2ELyO/ruKN+4vaxv1C1ioXuCTd2Lo7VLgOV7Eb2RDCehKl5stvO5Pn39APLap3dU+LQaW/Xp/wACnRWulaldLiQL57i9+34/uOymxxvHxHijFrkql1zgU5DXwoq+lCkm4uoH1BFvMDse428tqOlfVuLL+ceh8REgt7n9vTxH8Xn3WmGGIrqcmdA8FtdfU6G1wCDrc220L7PKGou7n7R8HlfeOZ/L+qnyH4Wtb6ft2zPTZs/Fs9ujV7D0Wo8d9qPxY61sKcaz2SdBfOBqL6EZhpfXU+OJlLwHu0boLVQYpaFxeXjuv3yNqOgzZdQNdTa227oaVrTkYlCQeIpE0x3eXjKrVmA9KzoWrMxIaKmMgOX4a7XTe1ylRIJJINjYCONZzsV1yjRWeVp8JWVf95fmCDqLG9j3ufK9tnlgvEM/C+A3Gp8TnX6c1wo/CyL4jB8KQoHUC5IBNgFEi1zsH1ml0He1S3KM1UOBUX2kyosrJ1x1A/1WWgEkpCgMjoJ0ypVbttndV6fTrh+oJJRTwZnLHDcrGVLYpbTqJq6XKRI6l5lNpGhsq40yqUQD5pvp5lWG6RKxRKYi9eRCEcd3w5rDtcHQnz87bHC8BwMG0vkItOWuU+pKJT7qPn8Pe35W8gNO5tIly4GA8LuVSf0P/MjNm6j6fS4Frfjt5LR6CzS2Mlme2ORmK3jtHAPEg4nmtUGB7mpbWTp6un5dRfQWJ0/G/rsGPUV3hN8LJ/vX/ff09dbHaNS94TWMq8266zyq2EZncnSly19R9fXyIuR2I2YeMYUCl4SpNei0l9/3i+18Xw8NBGuuqVAjtpcGxuQSAWqm7rNjbOFHAl9JX9RnEW0ihcL4TTK1voRnyIQVdHrprb629dh6tzJUCA/Fi/AfWtORWTKrLrmA+tuwt5H02m13eXKqmMm8JQKtFYpdOa4UeUtrK62lWuVz5SG1JDZUi4TZRIOoAtvFo+I+Kw069yq0K63WncyXEnsQoA6HzUALXBA7EadP8O9jzL8xw9P2rnMG5rNU5rmpXNPo+frObQ3J1F9D2BJH0HlXYqxNS4H3qjPL4/6JaFpKVJ0sNba/t0vbXYsq+JWqXz8+VLXKWtpLDTUiyVqWR4lZQAVfKVAjsCQSdg6j7vJWN4E+sxaiwiUw6hK2nejKlWgWe9k+psLa+l9kxoblfLGJCplMXqI8qqSv8f6/635fXYlouDWp/Ea5thD6E5vio+X6ai5F72JFx2JO1bMiVnC89+l1SJysqKpSHUZPCoeh8wbjUd9O+37IrHFd4Xgz/J4f8vy/5bTZvWXI2zo/Adpc9yL8Ba2F+NrqQq3mNBcfl32fG6HdtjLeNgipYoiy2Fs4aQvJx3xxVNWC15Ek3Nja2uvYDTRMT607WWoEXlGM8Vrl+LHayreSCSnMANSL2CrXItcm19nFu0NZpeEnKW7x2OaVnypUU+Vhe3e34aa7ZevvRa9rfMA7y2o2H8Rz5SPdfAlLycXLxUpzJHcWuO9tdBfa1omBsbte9t42CMPP8jCWvmEMOhUqPYda+GbKKB1dQBuAdCNTHZmuwOPxXs60ZErV/eVYa27anUX7aG+11SMc17Bs+PPdZ+6uKzK4ShkUlQtZRGhB1HYgd9s3QMgzvBx+R8SqW7Pcdns/0B11pzGVe6H0NJ5XNdKVKUAb6i3p2Nu48tu+ItxXv6l1KvVmXFbrcqa/PakJf6MqiSG1jtYX0UNb6kHb53ETZ9Zpct2l1ZC4SF9MBfUqO0VkcNKvoNEgixFhcW0kK3d15qVLiz6hKqNOffU6hXFKeC0CSlCkaWJFhaxF82tgNvolGgo1FAzyCI4LA48YErwLQazhdj3y0tFUpzS2os2GgcVvS3i7LSDoQdCPLz2zbvIptUoNew9FlUnlYL6//OpwvgSmlXSe/SLEEEWHn6EbbIVjml0uvQKNRqch9CFoQ6pNs2a+iB9T9dPXZG75HMR71d4zm6ClxGKdCoilynVrQEpTmSFlFvOyVXA0F+97bFOnpqUInxCVE/MQicLyqXPn4Slfp2Pv8BSr5XmiOpANxe98wIvfLbXXaTR4MqqRX6Xza2H4vx0JUk9SBcKAsPK1/M9/TYy3j4e/m5+zzrWJoVbfpEhKmlfOlrxFtQ1JbI7aXuD3voZ1nFOF8Wz2MUQKGiKxNYQ7HVHsnNpZYV9cwN769vXTznUkGnbunkfMvagPmZzxB7L9Uwvuvb3oT62h+LwEyuE1fpSbeoIJ9e+ugte+yxpeJ3aNS28R0FlDHStK5WX5km+XXQXubXvY+nkwsfb2sRyt332Ni1zgQmFZuV0yuIOhHrYdwNPP0GyVqGIeLhxzC8pnJCfWp3o8SVa6/hrqBYEafXa+mNA/UX38SECY4EGN6+9Os70KoxVKpwEcBpLCOAjLxE+qvU62H09dgmKHf0WxhFwI7VJTbVLloXn8HFXk/edPx2YOE/ZpxliOU3FiuxUSloSvIt35fUfh567aCZuOFEG0WWGMJtVmU5xZfAQxHW6pS0fqjTTv3+h/LbjB4sV3hO/P40bauleyBjeg0tEWKzFlPvo+LIS7m6fNPlfsO1vTyB2VeLfZx3l0HiVR2hvykMZuiL1q07afU/hYna9ugu4OJGIJbscUYogbwYjWHGeO/wAJaHUK6k5VEXv9O3020Nj3C/2ogMfa3Pzr7Slx2krKkNrFgQlP5i30/cotz27fHkDHjFZlUmVFf61qdfazI7+Aj935d9tL4owxPxRA4vBXx4S1+HpV1JH/AA/bbZ6ukqmCIzVYF4mW6jCn4coM92A7wOA7wncqT4D9fW3ceQvtDj71XYsVjkInWx86+lP0/L8hs2o+6qs+4a01WWkL5rK61n8ade182mhJIt/xMGV7OrUWAxwnULlLRm6VdOU6DyHa2nr389lLd6nic+14rFb1cWuyuK10f4Ufx/psVULeLvBrLXKwImf5M/CP/D9/7+2x3hz2foEB1uVVHudWhfh0y/h2B/0/dYqr0zDmA4DnF4EXpzJT/Hn/AB9NoVrFXyi5rEz5i5WKGp7fv6W+t9/wozHMn8r2/wCH012NsRY6iz8JQItZZYQthGThNJzqcV5dr+g8tPXTYUrEufi2qOT4DWTOrLx3f1bk2H7fKwvfYgwdgKLK4jsr71KzdC1r8KvoL2H4+m3m9bra9xCtk/gSosVQQJ+TMOyqX+liLR1q9epQ9D9P+Y2FcQxOE7xf19vQXFO4uLK4jrURC/4/ZslMd+ztKdgP8q0vP1eBH+nntopQdPZkRGtGqfMyURba4o9Qdiu7Tahg+fS5TkWUzkWwrJtzaoEprbZrE0Vjo3K70HcEYtgVnjdGZKHUfrIOhH7NvQ6O3Qcb0ZifFyPxZrSVpX/dI28n4kWVF21D7Mm/12gut4Nr0v4C1/dVLX0pUfk/A/sv+Oxn/wDtLP6jZ3j7lWv0sBroz58mX5vX6bLZrCsCl0Gu0as05fHXmlQJuTN1pGrZ087XH7D67a8ptSgV6K34FoXtQ4n3fNT2nOEznzo/g/j9ds//AEmnebKxjMrQBU+8TGlU5+VyEprolQmuAp1F0qU16enmfLt+Asb4B3i4XwQ6+1ihlHAm/wBqvw6d9LG19b20JN7XveFvbwJijC8CRVKWzx+AhXwkJ8SR+RNx6W7bIvD9CxHi3+mapEfisLdV9wdz5krGU3BJunUXCSBcHt5bI6jS215xK3MWc4mmqjW8OVR3mqDLYfiv9bSs4zJSe6FDuCD+RBB2rnUbLODNao39VzoyZl5V/KofxptLwbj1qs1n3W7LY+P0tZ15er017X7A+pG3x/8Aif8AhLUPf36B93sD8xTO6Gjj/C2CsdyuLPiNf7NpX7yP+GzIRhGVKlONfIjqS6nqzX7G3lss8fQnYGI3Irr2fhtI/fc7e4/+FP4X1el/idNXeuFVW/yRifOv/k67tdCKf7iBB3b+2/tv7b9mz81QwwTDgVmBPo0ppfX8VP6jmmoHorta/f8AbsKzt3TvvRug8JC2OrkJWTL1eSVAagj0sOwPlqa7r3+C7I+frSrZxUuJS+K3KayL686EL8SVf57flv8AjXqOibr+o0F5AYEHB+c49T9YfwDeuq/h+gH4GP8AEWe5TENZwvjeBRoHHiyoqFIlNLvlcaAF8wtY3sB6gm/fXa43x02l1nG7bVLiZEITzCo8dA6VnvYadxc2FtmM7QaW7Xn8W8ohEpDXC4qUZcyO9j66jTz2XyapS4uKJdZrMvI+hamnY7q8vRmJGUWvmt2P7iDsro6q6dM1Ybgz3SAVUnMrYsWLA+/u+Baci1fLr+t53sNq6Vi6jYDrNNqlL4D686lZPlU0dFgn1+oNiPwvtd4yxhArPDoODWUSpT6OK0pHSjJpcK9b+nckH803jLC1egV5yqOxH0MU7K6614kNqsdQSew72JFrJuBcXxba7tMS9JyB6P4iO7AJEL8f1Ol16stypURbCJXW0l9GXvYany7i/wC3sQdm5VZXuHBrEWV4MiUdCPly6H8PK2yYrVSi17CWGpTvxH4sxphXZXEaK8osb3JT4R3JFh3Gzz3jw4srBEThOo4C2lL/AMSTofx2b6TRYS+odskiMUDwMz43X2nYHCn/AAEQlu/PmRkvcLR6X0JSbAHtskMU1f39VH3ZT3Q+rhMLz9KU9ki/lf8AZsUb0q81Ad+yVLl8dDC87+RXr2T+Hnpp+OwI6y1KgSGnfH40K/V9P27O6DQsmbX9n1/SMV/bIClz6NK+L/6SdT8qk+R/j/W+1oxFa4XxevP1oV/pf1G0YqaqlGYddd+OhGT9nofy7fs2lYQcaqkpugyuhb7qWlrX0pSomwcJ+VPqrsO589t1V2rh4UJuk3BVNdn1Rx1pn5koR26vXv8AwNts7oWXZ9GY96ROuKn+seJSk+aF26T+I1+p2TE/2eMW4DrNNitfHiv5eFMSjoUrQraXYEJV6E6KBuDoQNP4YwO7Fwl7r4y2JS2uh3xZVW/eB9b7Zmg0dl2oe6wfsJndt+4SZ8YklRXaW41RpaGH0fonUozJSodgoa3T6j02G2Vu1SKw7KiIhSloyykNXW0l0XuU3sch7i+oHfaKxukxvQZTk+LiFErjq60O9KFJ9Ldkkn5v3bc5DVZpbrcWs05bD/67C8yFa+Y+UjUdyCNdLnb5t/G+m1ZsLX1hkHyOCIeo7eJzmwJ7X6i86sqcv+R9D/12FaqxKa/SsrRtYOVOVKlcLjLyZv0SreIf6j69htRVCTVHXXGmns/6/wDh89vl1lNbPmsYEq5lfMS1/ZVBf/oP/HakeRKi/pXl/wBxafDl/wBNrBRlfouhf+Lakqcrlf0ueL/eR1J2d09fltgzBvFlRlNRfkWtasmdHVlSfMjTTyP47fuFmHXWm+K9kR/5rN2N/W9tP+Gmw/W5HNT22netnq4T8dWXMk3uFaa2vcHt6G4O1oiou8LhNf3ev5fz/Hy+v7NvSGjZWElHMK0yIEB39Lx86c/QvNmT3024e/muL8LoR1fL1Jv22F0mVKlcg0yjjv5snFVlTpYkeWtrkaG4Gg02JaJhDn5TkCVUGEP5c+XMerzOX9b8thp05rDgQP3TiuTKlSuE071/31nKr6fntT1rEMpqexRp8RC2F9GfJmT5WufK1/P1+m0/HdGdwRS35/NozrT8LPb8/PTzsbWP7LqujV7EeI6XLlVSJySOtDXCXmU8hV7hd+1rJ00I77b/AE/+Gr7CS4wP3hETdG3Sa5RqD8KLkQvN4EWV1bEOEY9Z3g1R9rDlPQhxjokO5ClSVXsCTbxA2sfMZe+h2QzNBlO0b3zS8QolMIQlbrSVhSkqGihoq9x2Um1+51uDtoTcVvBawbRnJUVlCJUrIhXFt8RdrpCr2OW2gVqBoDprts9P/h8d/Fplin5hyxgmqRZXIbwYjFRirQpCXUpWlac1gTbN4h3FtD2I0vt/R5mCIs9ijNMsMTYrvCad4QRxlJuUrSSO5872sQSBsZuVml7xsLsYjivPsPsJVxWHU9KbaGx7EX+uhuPWygxzTpTtZbagPMZ32syFOuhHxU+VyPMaW7jvrbb3dehFSYHxJD/EcO7r3M7PluuvIYffkZVsO2zZ7kedhqTYHsQRb0DLao9GrMr3W67KYQ+lSE9ebhr9Re5APbTt32x9h+qNVniRapLXFm5ktLYUvqZVftob5QVXBvqDcd77aEwGKzhxpufXqs/VFwl8VLq+pSkfqi1zoNB3JHcnaVrS0bDKB9jcxH4tw7WcOb7n8OYyl8OLFTzDUhCMnGReza1gCxSRcEjQFAPY2DYexY7ysRqjS+VhZf0qPmSfP8vXy8/Pa89qnB9Cx5hijbxqFMQzVKQppanWv++QFrsto6HVKjmF7EHONLmyB95T6zKYo0V3IxFypzpX0KTYEo/W+h9Tp2125q1p8ZW73lYeYiw+1RotT3jUauLqK8yUVyHmGdKfKQ32unLYqSbjQkagjYNj4j5p3iwPjsZ/0rSMqVNHsu3Ym+hTbQg/TYgqU6LFi8q70MTWFRXflV26VD1IJsR3F/pYheEMOVmlxXOfZWxnUrwqGVOuhJOtj528zqO9vOdQ6amofu1rlpUbocRoTtZivtRXlsIcyqzaqzW7aAjXU29fP12X8+k+5p78qgy8i1rVxYq/0Ti73JIFylR8yDqO4Nrg2kyHaXF+LL4C/wBdr9U/Q6d7D9/12HzGiu/C4S8i+vi5/CodiTfNrqLa32891PFCdtx5fP7QwQ/MhUuR75lOeNh9HQ7FVbO2ogHsNCk6lKgSCB3voDGn0uU0041wXFrbR0o8Kv2Hufp6HztsMqojrTrFUi9EphfQtXhUk921W+QnUjUjQg3FiSRsQRXYrcqKythaP0rTviZX5oNtD9CDYixBIN9vIGqi20Gz1IztlvQ8K1nG+EqtKo3x5VLkLadhKTlW4gNpWC2rMbqAUrpIBukkE67L+iGfKi8hP+I/lU70eGQhNwpYB1zC4Cha4uknQ3BVgfFuKML70PekCW/FhTWlKdYytutSEgFRbKVAEpuNMt1p6gAq4CvmHh7C9ZxvyDWIUPxavIdqVGnxV5HYMxKlfCV5A5SpIVqlxAFxYkbfS9N03SNpVqpHB9R2so6QQj1f7LymIE9la4tUSvLn6kuKFrgKtdDiSB1DUEgHQgh37pa+1Kab5rrQ+taFZEhOZOtwQenMe5HY3OltgbFEKjff8OYoiLfYX8V9cXqkR3UAgTY6CQeIBbiNi4UARrYXgRMYysGwG6XP4HvSnOtcVbSsrFSpzhHDlM9sybC/YqSRYgG42b0PShp2yvx+feYv88Rkb76U07S3J9Bl81SIrSeYjtXTwX7eNaPkWE9JtqQAdQLDOdPhOtT2JXXnbXnaWtOXKo30P0IuDrqNbaDZr4fxDPxvPxLQYFQ4DGIaWpppTq8qmakzZTDiT4VtOBS21K7pXkBAuDtXJ3fVmBhLmqziGLKfp0dDq0SEZVpST1WWSTl8wlQNspANjpf+JegvrtN3qPuH/MHZgz+j1qVyHCg8Bh9/9FxUBKVadTSzYmxt38j3sDpJ3U4Vi4ci11qqUmFC96Ly1FGcIXHkJTdh5s30BQr5dCFC2mwZSK/+ki/31f7yRbUehtre3l6bAm8mtbwcOQHJ/F94xeOhp1bDpStMcmyFlPchI6bAm2lrAaea/hLWtW5ou+OMSc7ftmn41F3fUaK/zWSUyv4q1Zsqcx1J0sAfy877VEuvYDlUufKoMuUhCGMzT7SupK0nVIOtlp0UNNRYjtthqNvRrLtZ91wKg+wt9Ks6dUq11vZV0kG3ncHzA1Gzy3LtxWt1+JXZ8t5C5S05UO3Vw30NqGdBuVKQoKUCNbaAi41+lHUbVyolK1bPlGljHCUXerQqTjfBryIWPIsdLs+jZOAiuJQqypcIfr5x1IBsSSki9iqfu8wA7iOqMV6jPTWH2FcVC2H8vLr8LrJzagpVqEkAFChoOoFE4nxHjelyvc1GlrRT4sj3vAaWsKVBd0Cyy5fpaXpm1sTra520D7O29X39Klxao9wK9KShch3w+8Moy8RQNgXU9ioDqFr3uDsKrULaw3CHlhincx9l4FWddqDGThJldTWXh6GytL5SkjqsSLXI12RGLvekCjMT+b4b9OkKadW1ZeZGpCtLhR0vcadyNtsYpR703fYonz/61FhSH4crJ1JdbaKw2od8qiMtu/f8dsY4U3l4crzXNVTDD6FxXUplcJ0OtKQD4wCSVJHmk3J1sTcXy+sUs+GqTP78ZElq1b5i/wAa1R2LijlZTT/3pph+OpHzKV4kEHsoaHzBB076PLALMDDlLb4svJK/S8JfSnKb3t9CQbj1v2vbYh3sYT3cwIsR2fSYqOdhNKjvr6U5QAUrSvWwGbVWhCbXJAIAg/SGpUpiA1LyPoR+izDz1C0kaKSRqkgkG4sTfbDF7GkIuVfIGR8wqVrUcx/UWPFlbjMWVSfxH2WH3ajHyeJl9tKQVJuCEpJBCh2IKjoddoO5ne7u6xvgOrNQMTN0vFEJC6dPi8XIp5JJLDqQSLnyChYg5gbX2E6XO3q4c9njFnCpyKiww0+/CUwhan46COptaLXWgKJVmFwkaE2Nhl/2S8Kz8W4tl4tda/o6nSFO5WmitScuZKlXHibANjYGxGlxt6nqtr6XpTW/IU/+I0yZwwmvN527Kfi2jQIDWLPd33zj8V1rNmVkVbW40uTcW10tsEI9kaVPgMcWtrffX/X+TdTmeUBYLZzCyVa63PUALa3BP98Dde3gblmP5voi5taRUkRYsdh0JU8rrQrIoHpVlVmzeQvfTTaV7OW7rfdVKNHgb1acvDfuGUjKh/4r9QYypIQS24UadSSoKIvbTTbzH/x9bdd0YN8gnj++YK5HSzKRXbq/Zxr1BlUGBjKWioxffKo/Kri5FKQjPwZCCo3Q5cdSTe9tD5EOxzhuvRd6GN8LtVCEvkn0Lhom3SlxHCbUGyfK3nbtbuLbejMbDtLi1NFQdK1yrKSgrdPUnQ+G9lEW0JBIAGugsvN4+7WgV2VPxRFwdS8QvrHAkNLaC386dCAFaHyuBZQOovfb2+nruq/Ufk/icBtnnEqNXpXv2LAlyqItbTXOtR1hWXIczcpHYLDahmzDqykg36QGDBnV6U0/An5F/AaX0NFSHrg5rgakZQCVW8728tndux9mTDGN2sQ1STVZVBmxZ7rTVOa6+TuAoXK7LKCoqGUhJBSR5bdab7MkXC9BfqkXeQ/KXS8yZUePCQrl1eL4YCrkG+YJNiQdBcBOxri1pAlLD5THmAMQSvv7TVOX9ylcupheXK80FXDiFWKTYG4T3IJFrgA6Z3Z4V4tU+2UVp9DFOyOpzI/SJULk/S1inQnX89pTfs4xcW0ZzeBu5xvCr1OlSkuzOVjpjvR3UW4yFtDoUq3c2QoDL0qB0J5c6jYS4eHIstCEPtcJ1pdkrbuLajyBOhvYX1udmlTaJoJt2ZgH7RO+KjNSmMGxXmH+On47XzZCCNB5/h2t5drrzc5i6BhesxKy6yhdLXxYrrsdrKtu1yOIk2OZJsM2hKbXB7mxVuw981nEOI4GIWJsqE/8BpaF8VMc+aRcApC+k6n1AGp2LsG7j+FFfqmLcj63/AiPZKUo0sUnKDm9SRfyI9TUJjMvZeFQExLYur3vTGVWxHhJqVUeNI/RMIWl3TukAalY7gDUgXGottEdXjzG9UcwbQcPLomJZuV3lasox+cYUFZXWV2IKjlKSk63tbzCWZhXc5VMEY3ltNS5sql1H4sOY0kLT3BLEpsg2toQtBBBCSFEEgElepUrC7UCfjdl+qe7pSvdErXMyg2zNLHZQsAQSbpPmLgbGCywZHwYqty+6THmF8R+9N4PO05DCFxWmHbKYUm9loC/p5XIFrAi9rEOIOaxHjxx2BEizUMeNKHRmcaulD60pUAMwC0gptcHU2B2PGd61er3N0HFFEiv0TOlfNOr+OlrTrK0nOsoKtSQSAL6ggEK3hxKC1Xm6pg2W+vko7/vfgWUtuyel7On5k9w6AQUFYUCBqG1iokPWvuR6axFoNZqVZddiykZVRY8pHRlUAVDMgkgHVIVbQ3vrcHYLrdfwviNqJS/urFUirVKRm6FeLqQCLBQUMwsCCCNQDa9XhmZRnaDLo3Nvv1TnEu5XVHqSQeHkGaym1pT2B0FwAAACL7xY9Br1egRXcPPYemra5dTrUrix0yALaLBK+GVjKQQS3p0kE3yrLWLeEQdI4ajiP3N91pdOqLCH46Z7TVRaOR5CRZ5tD+gzAEKAN7pCr2tfbuXoEqLP4Tq5XNR+PFWtQzx3yDZvU5VDNYixBPTYEkgh+77G+Mt3OHJ+EsUU9io+6+XkI4sgup5VawgqKNeI0D1EABaCVAEDKBAex5Ki15il0bBEL3QtaHXWkSApDkc24nAcSFBVuuyV2AIsSAbiAjvyfcvWmOYXxqTFgNe+ap7x94r6lIQ+VeYJKLEFNibjzFyNfMdx43hes43gO1SWhhFXQlhSmkHiqdNgF3Tbq4hF1GwAV3GgDTouIN2jTU+l4oaW/C4SXWJmcp6FDpIKkkoULgFKtAdLkbJHF8v3NjJiVS+SfY8LXvRI4U6OsnIc4uATbKD5m6VgKGrIo2cw+PxHNEwnS6pAbpeDYn3pGRUhOieMkCxWkG11AgXPftqe2wlMq2I8JcdqLT1oW/xYq5TSSvKq/heb0WkE6A2GUkAkA3MfBW8OqVmLzVUpyIq2H1tZ4ajlUlNgSCQFDTUpIPkbXG3bGcul8hPqk/GTFRXFdQuA6prl5TKtbMyBmKH0kZk5gT2SRYkgQiqxyfcgKZRz8UYNn/0XWWWJudKnVRcoSpTtrXCfNWmUkAmwubkbflexfXsOUGI1hLDz+Rfwl9QVwVJ1z5FEmwKkgkEgjQhOoE51yjYjw5xYrzDFUhSkPtP5QtUd1BHWQbKUhSbJJuAQe5024T95mHMLz5/841JQ/FQhiVFdgXdj5VXAcCDqEE3SbEls2BumxLdW2FQ7hPjHkiqYSwaxAxG8uVNryVSnVoupCXT4wkKuUgqJA1Gl/O2yVdkNNRZFUlPfHR0NJ/ZYfh6k+QNvTZg72950XeXAouI6Dn5VC1wnUKR1JsCUrKk2CgdLXGpNwo9QCbxK87yvxehC15UZv3/AF029T08hKYnf7kbjtRYv3p5HWtS/wC8pRv5/wDDb5wnhqfjzEcTDlL61vrV82XpCCTb9mnqTbS42G63VeE6xF/9W8SvT6n02e26KlNbr6DUseYo+A/y/Fj/ACrZUOwGoGmir3728tlNbrBWNvyZ1Ve8yi391iK01Rd30B5HApDSVSEoXlzO2IAIGmlybHUE6DTZcbvt2lU3v4yiYNi1xilocQtCZ8xLi4sVCRcZ7G6EFZSgqGiSu5BA2tKQy7vQxvPr1ee4cWU+qVNdS6MyUqJIQP7xHTob2BII0I2RuLwlubpeHH5+F6SvmpS1R1u8wc7iALJUkrKjoLqzagE6XvbbE1PUa9GvbOSfZwIKzUBXmCPsJPoOLalhefEXFqNIffizGFdXDfaOVYFtFDN2I0IIIJBB2sIkT4v/AKFk/d/122JD3B0bDmLalvG5tjEMXItDrHFQl1xo5AVp0F3W8ozIJC7XKSb2OTJ/IRZ8/wB1u/deO7y/bwZyE+XawH12a6VrV1edvoSotDniRTHalT2IvGXk+b8tnXgsNbtMJYe3tOuv06axiiL7rfa6UPIZeSHmgU6hwIQ+ooXYKRqDoQUtSU/F5r5P7/8Ap+zXv+7bX+83ctXsZexvugrGA6SibNXVEtVFqA7mzZmH+G4sXFnULUUm/biEknQ7by2IgG/0eIVJ6K4qxHyMDmaOWX3MXQ8lOTnyJckcEkAK9S31DsTkIBvYbYnqNMrON/s3uvxbLRKnbuVqgOzdWnVR1Bo9RF0L+GgG4sSknva+zg9n8b5GsJYTwvvup9LixcLsfc5nMLW7ISGuGhL1tEKCCqygVEmwIAO1Hi4bvqXz3IYsffq9UyIlIdVmV0oyjVIsOkZSonta5tbbzl1qaXKe/wCklr0gniGpRd4NZb3VYSq3uuExH4TEpa8jTkhBHwVqAICTbUkWPa4Nrhu9PDmI8G0v3W7gN9dbipXFdXFdCmpSCBkcB1AIF7KuAQbEAiwYNCwHAlNP8riGFQVoXk4SkBStPMXWB3t6g7WkTDztLr0DEdUxZ73hMLSlTTqc7SkjSx72uPQ/Wx2xTrHd/EcRfv8APAip9lGBKr2MonNMrYXS87UyK6tSltrTok63PhsrUkkEHTZwb3KbXt7+8am7tMLuoRkQ67IdWrKhKcvna5sdQCB3I0N77GdEZ3VUavVavYN49OXUWs7rTq86WV2scpuVBBGtrkC1xa5AYu6LAVLwvAl4oddYlVSorVIdmfrXJISL6hIBsB669zc7aWg1yhxmZ4om63HmCK9Awu7LfXClQ05uKg5W0p0INjotKtBYkHv2OxJh3A/vnHk93hMQmKWpKGqk07ldcXbqTbsUdr3FiPW+jwqNeoM+e3FxG8hC2My0Or+ZFxcX87ad/I7Q1YowbxX2uMwwhj59EoUn1B7EfXsfW2uyNt4Bwfc6502QHqUijVSlvwGnWH30O9eW3Tbz/wCe2OPaHr0rEdUbpdGloQxCdSjL8qlXOv5aWuCL38+2msQ4kw5hxqpVSLUWH+alKjsLaTmzXJsDa5087/U6bUmF07jJ8CXhzeXRKdFfqC1Li1RKMjrLpGl1d7X1BNxc2Oh2zNZqVtxSOCZmjyfymTqBSqphxriyml5KjFU7HdT1J1BubgkEi/a9wSLgG2z3pm/GLP3XwMGz6ehc2lutcBWTKl5jTQ3tZYTpe9iB5HQ9N4G6rDmF6XTXcOYnRKiysrqIEq2ZtStS40oaLQqw1FiLAn6AeKKNFixWGotEfYfypzZFZ0q9bk3Nj31sQdBptio+o6U5cD+3wYevfSd6RfQdzten4ofxHPlopzGR11GZeZSs6yfI2/C5BG1/LwdFqlUYi+/Iud9DTSk5zwm7a3PcAX+b5b9ze+32mS7KacalOvrQjw983pa1r/T6nYsomA/urc+fUHIvNITwlOtHKlXoo+Q8ge17X2MvV9bqzmpRgQ511znAgfibBGHMJVRiBKeRNWhKkSml9avwHck+hFjfUW2lwt2jvPxKphyo8CkcupMyG6jNmuDoo9ik63Fr6A3PckdaTg1p3i1SoMPzYSfu7q0ZMybXsVXyqRe/Y37a2FtllM3sVlqet2ls5EcJTXC0ypvpbQAfkO3ls2dcAmXGDDfUoo5lVjXdjVMUSn5WHM9RWwtTTWa3FSkCwCiQL2CQk6ixy6C42T0XDeI6pVOVgUmUvJlQ70npV21Pby09fzG2l6LP5WBE5/jo57ofitL68igQrVJ0JGoUDocnoRsIR0NUGfLlQGZT/wB6d646DncSTa5t5nub6jtc2uVHtDDIgnsDJkQ13PezzPdrLbXQuUiHnlKd8Daj5J/vHsANLXN9De4qTH2c4/F/rSHVtJyeFOXS48iD5Ed9NuOH98+I8ET23eCuo07hI5pL6PC0RlyKKQSjuOrsdLGxvsT1zG+77HlBfr0qk8qtDXLx0x3cq9BYXFrHuNe2nYW2y+paJNWgKcMPzAnawlJgHdXXt40ByU18dHMZOhQSlKx1dV/W+n1077GC9z+8GL/Q0+iIRTsnCadWsKT+dj/p39O+wlgre9vG3c0vlaDhPPTnHeL12UpXlfQ3tfN5ed73Bv2qXteYtlT2/fNDQhjp6EKUjN62JNiR2tYX77eg6XpNLTpQtns+/wB5wPjjEL6LS8R7h8WsSuLx6RUcqFLa/Rf4VHUJWPqbHS177MrG+9Zp2UxFw49klLa6l5elSCPAryPkR3BBPpsAbq94X89MqrUH9PTlwlZ4rtlfFukJtpdOpJBFrHZYTKpFwa7WmqpLWhcJp+LwlL6/GUd9er62Ouo0ttOr1T9MC1Ucq3r9oOsdow5gYvpeHHYmLfdMpc1bqo7UdC86XH9bLAOoBynz/W73GwtF3jUaA7iGvYyqCPelUdS+iVH6nUquEFlSSRdOQ20IBsdRoAm8c76ZVUd5XDnwIsVCWmsyMqtBYkA9j6E6geQJOwE2ziPEcrixYkqateZasqVrVoLknT/X89gfVO3r+8a3t/LCOvYwan15+f8Ap0cVS4/F6kt6ZfzB1te3e1tr/DGL6M1hyXgOfLWwuUpL9NdR4mXz3T2vlV6X72tYk7DmDcM8We3KlU5cpxGbOnIV9Wg7AdgbX0/12L95u7yLKit4opdOXFqlLaS7IQhoJzWJ1BBPlZXbS6hp32EiPfkEZh6tzcGTaHu9+Lxa9x1uePJqrp8iB569/wDLYI36UOfS3YE+lxMkJaVNOutJ8K/K/lrr/wCTr31flGDuI8EU3FsWWh9b+dDqEXSpK0mygfIm/of89oD8NqVFf59lh+LkSmRHft1fgNddvAnqGq0WuxaPRxj9orvZW2mZBg1GswHeLza/lybFWHN7uI8OVRufFqL6H0eBSFZfy/A+exVj/DOEp89v7GxHGMiVJlJTfJm0sQDa1vPy7EepUMyncrP+K9nQjN+7b33T9abMOOIfG6bj3Y+1lFrMViLiiXwH/wBFzGfpVYeetuwP+X02bYx61VIrbsB5Eph/qStLvi28zIcnhNf3P7n5/wDLYswlj/FGHOG1S6s+wjOn4WfMnv8AsH009dNvRUdYx42Qbjb6m8pGJ5/F/Qr/API6f2jaH9o5XF4XByLWrJn+XZYYA3tY3n4SqVZ+zzFUhUtrPMydLqU+eXvmNvK34drbTKF7R+5uvcP3pLlUuUhSVrQ60em3iuQSLD1sBa3bttrpelq5E5eF3RlSYzsqK5wns/Qrx7D1OEppr4v+FOxhQ6rRsRxXJWHKjFlRcvyL6lf67DTlWgQOJK/UUtX/AC89ltQqyyHM65/hPtNS2+ayq4SV/MoDy2zi7Ln1Tn3cURM8pEpeRfy5QSNAfTsPoPz20emRAxQ7hrFFBp/KsLiyGp/zfFHY2OtyPyN7eQOyIcouI58B+VPebW+h39EhHVlv+Q/6bYPWK7G0pSn2YW+s9nj3KOO27KdbixWf/I2eu5vDcCV8WqNZ3ELyoStHTr/r5/XYs3QezpVIGHG8b1RrO+4lSkQnUZVZdbXv9CdPK5GxNS6RyDrcppn/AHU2y/jt8w1o1PS7F3LkmLaent+be5qqRSWtqeXhyK7/AGKNjGUNqWZIaa2+u20S0x77S25lqlu/a2jRPgL/AKxkR+/8v8ts9ci16bejWLxS6zRn6XPyLQ+n5vlVtgneVht3BuI34v8A3Va1LaV/d9Py/wAtor8eIat1+2DEiI1wtg+a/Kiz2+VdyZOtH+LYyS7xdhqrraalNu/PtLvt+6EM1p7MG+eqVRpvDmI3eHKioTwHVK/TJHkR6j19NtbUTEcWf8Ljde3ktTsV1SjOtz6W7wFo60LQrqSr/TbSW5r2jpVUdYgV6WhErwcXNl4n0/HYiX1qOILBT+k2jiPCkWsxXPhePbP28bdPworjXCWiKv8A89UDOn63Pext219NnZg3H0CsxW2nXkZ9i2XToFZi8J1lC0L2MNl4nTz6q+FpVLn8g799R8jrV8yk+WltFeo9dhiJupadxQxPdamrirXmWhrOwtPl8vftrbvqe+u2zsYbp2os9uqUvOwtC0rStHy2N+3p6/TYcxFT6C7w3f6lNzp48VHyrP8Aao11QfMDQHy2x+odPNxBX4ixqxkxSYgr9UwlS3IsBmVVOjw68x2AtY97dwQdfTTVXoqztZ/pSU0+2t/xNP8AjbtpY9tRtp2fhL39w4rUth+UjqSnME8S2oyk+Y8vQ7LxG4+vYixG/Fi1aEw++sraYf6VK/uC51IA/Pb038D6nTdL1j2atgvGBn+0+af/ACP0rXdV0FdGhrLndkgfAxxFNr32/ti7G+7DFGCJ7ECVwH1v+BSbp/EdiLj8dpcfdLX5UXmubiozpz5VdP5d9vp5/ivo65bvDifF/wD9D9fX/wDxzIG757hVRxr9dOzOiSnWndlzR6LKw5WfvTqF+JCsux9DVzTXwtvxT/8ANGu0uv8A4mbW9PcMpVeR8Ee596/+PtFqun9HGn1aFWBPB/BhpAxK1wuE74F/NtWYnwRhzEbXNcHry/Jfq/H1B+v+u1IHOF/H12IqBVmorvxf0f6u3luhfxhfpnFOsO5PWfkT6Bneu0wWoOCaXhKU5VIGd97J1tK6lOJv2T3sfTQ7FOEU0bGU+pSnWuOxKSppaMvh7psf7w7fiO23fGlCdqlL96YXdQtfjdaz5V5fVP1HmPTUXtsvcMbwvsRXm5WI2ckKUpMWapacvDUT+kV+F7E6mxv5Db7f0Tquj1RFQIwfX4MGU2pKmrbvZVGxRAwa11o51Mhh3/aMAlZva1tBlP8Az2tfaLx3FwbQWMLxci6i+10NeLl0/rn0v5evfaz32b0KDg2qMO0Z1ibW20K4WSyksoVbVRHc6Dp2yti+rSsRz3KpVKgt+U+tS3XVqzKVf1+g9PIdtvQJoq9M52+obTL4QBlSeaqjfFe68/6X+99fx2nZuFxP4zbQ4VP5qVL+MjPn8P61vQ7SEuOtcRp3rWjxf9NrHapENPiIGuE+18PJm4qP1fr+w9/rteUzCtUdgfa2A7yr7Csif72nc30Iv2vpfTbvgvAsrGTsvlehhhKpDrvypT9PqfT89jPBeGK98DCU/jrySOE07nKkqYJuCe1yP4t22X6hZivtp7PEq9na5E0z7MON5WN8EOUGvRFoXCWlDDTvUnJ3CUm2qUnwEdh02AGrt94RYsXi/qdH+8NhfdjgyBhejMNNREI+ElH7vXaoxdVOFVHOVe+Mjr4XyvZfI+ivQ+fYjsQLqOt/0fRhj79SxfuS6xPitrkHOE7k/wAXhy+YP5bLys1hqVK/ra8iE9PV+jT5efn5fs8tuOIqnFqkDixXvgLQrIvwqT9CO4I8wRceY77LJtU9qU+066tvgZkePNmR3H4aWN+23xf+ItZd1I7y0HZ4Qqfc5p1xp15tHX/02r0yoEB1xp15eRaehf6307d9Nf3bCFVxRwmuE07158mf9awOna9/w1/eRAVVua/S51/qrR0/gfPX87fTby1Wk8ctFS8Kg1AlSnGnXehebry+G+1FiOlVmlxX58D+kWEZneF86Uj08v48tr2mriz2m+K71oV/5Vh4SbeZ7H8jpciw3i4TlUbCT+MsEVZFQioj5nYS1ZXc3zNgetjoD3HYny0NDoXscEEY/rzJ9xA0MUufKfrLXgfWrMx8qXfPKCdL+aTaxufpsTowdi2sxZcqg0SVK5FpLqktJ63E3scnkshIKikG+lgD32JMFV/DjUBufFoaGOd6JrSWulSSRqLnvax7m4sLbMJrfbhzCWF24tGp/KyovwmI6VnpRbQpV6C4BB1Fifx9pptNo7X/AFX9fEWs8ZmqfTJ7Trcp2orWheV1PXlVmT9LaEag6XBuCO+zPoNAwbVKC3XpWIX11GKv4qZTuVTK9bZbW0vexFwbG1tlvinFP2txR8WIxFfmu51JavlzG2a9ySCbXsQPz2OMIbq4s9pyLLqPJSv7J3xIUnQgLA1TqTrrYa20OxKyukuwozn1mUTMtUbqYuI6XLdr1cXUYubix86ilDdgR2B1B1vr2uARsEVGhSuF9l/dPKsZPuE+OhCkx30+FCwDYtLHSbgAZkk6G4LK1gHG9B4kWK6hfD+EtpMjoUk63SRoQdD2Pax12HGpuKMOVRxqfTpTCEZVtP8A6VDml9SAcutu4Hl62Gz/AKtqK8V7Bn+suXMDKTu5xHhfiT3YjcWFWOnI070sygbG2tsrl9AAACLW2qatVa9/5xnc/NQnfi/K7lt8w+YHW/ncd7W2bM3Fn2jw5Lw5Pif1pPwsyilCXUnzsRbtlJBBA1vca1tcwPKqlBblVmIuLUUfd4sxfStSPlQ5fxgjUKOtra3Nw9VazDeRhj8QyHeMRj7iN6bsql/zVV7478pDrtDleFeYgqcYPa99VDvdVwBcjarxHX3YFUco0pnmloQv4CrpzJHcAjqSo6gKGoIuLdiqqFA5BqJAxG6hiUwtKo62nSjsSQUqAFiDqFA3Hf6A2fp/vnEbeKKNjFEqo8XPKhSv0uUAXBUNFWPmb37+g23NNbYK9lvuX2BMZhFgehUavYogSnXX1oR8dHMLzLSgnQLPmdbjXU3I9Q7sZ4qawlQXPdbOdbDWbheJTbRBsvKbqy30Ktbel9lJQ6PiP7URJUWkoYhLRndkMKPCcIIIIvqkk9Kkk2OljtCx3vpwlKxa5g1rOit0hpbsJ1fhcSPGMw8j2KToR3tba/25i1h5g2nfhihqjV2gz+GtibnUiOjpTHVfUpH6pPc99L212g7pa1KrLr8WfnYqjGVfCWjK6ppRURe2h7FIUBoE6ga7UzNRgV6ssVSBEfpCFqVzUPIOlYuFpGbTKoXtobbScJTKM1vL+xtL5pa0I94xZSbpdjpCwVsqvoodWXS4sAbCw2oqG1sSAu6PxbsDhN1mfk4EXx57eLtr9b/TYdkYldqmI+E18CEhKuhFupPfOLd7EaEEai3Y7FzmBf5xqW/gOjS+VmymnXWl5cyVKQCbKtqAb2KgCR3t32VG7/C0+lliLiOuMMcrKVS5DqFZlwXQuwbkA/KbWCxdJCTrfQl1RTTOtQ+fcNUmDGhTd30+fgOfjKLiFD/K5+E1I8Dik3PDUrUtkpGlwL6XGyI3d714GI4st2K9npz8j7u6vxJWkgLR2B1sRf1ykXvfY73iTsUbqoFSapct9hiU0qFPQ11IyqHQtaFdK0m46tDY6Hy2ztuXpzsCjVLis8BD9Zfdaaz5kK+JcFB7ZTpYaW7G1iNk9R0zTayss4j6ILZpZFRdntOT4vH+AlK3+kqQlq4AuQCAL6Ak/S/mf5l3hO81/cSheRH6RN+4t5jU3HcZh6bLuHX8W4cxRzUCorY6VQnWvElxCrBSFJsUqSSdAbi9j+LSwdgPEcCB9/eQuLKa4rXCd6W1C+mUgZSQSDbQ97DW/wA861/C5POjGSPjMUaosx2ykxM3A5qmte/Pdy5rvCirkICWlO2KktJcBGVZtcX0NrDzB6YU3a7y/fPv7C/DqkqDK5x1aJRQ+l/OCbpVY2Ot/IhRFz22tMRxosXC9SgVSiIqkXhKUuE6kKzI1BSL+Y8h6X7d9lXQ96GI8ENMYo3c4hfrdLy5ktLdKpkdrQKCVOdUhsW6mlgrGUkE+Wp/B+xqsWk7lODKJU00vjrC9Gx5QYmKIrq6dK8bvQUOxX09BBsQpJBuCnTUJ9SNlxjamO7xsLxMGz3kU7HNHQqRh6elfCYq2huyDoPiHsk6hwC2iiTcRN9cWVu5gYylNMVT326qPUWo6+FxF2spxBP6NwaXuNctlA20psZ02LVKXE4rPHirj81FkK6H+lScwAF+pJsVAHtcpuLjb6NfWrp3E9/+ZFvhyJXbpJkWBRufrzXAlPv8d1rVKuOO4A0IWdUkC2bQkE7O/FEbC8DC8iqc2ibRK3FalQ3XepLjD1hYk+YJUknyIF7bZW3iT6pFittSuPkXldmIXdKlMLNg7mFz4tLjzNydL7Pmi4jgY39mmrRYHw6pgdaZUyOtJ/q7hzKeT+s0vVwgaJUlYFgBtXS6gMvYPsQNfn7ivxFh+LQZTc+g9EJCktJYz9KUG5BT9ARawNgCPIaVWIYTtepblLdl8DPmWw78v95pXqki+hHp6bR99NU+zlLoTrWdjpQpWT5b/mLp8jax/fePRd7eCK9iiJRpURhikV5pLEp1buRVJlJslD2c6Zcx1BFigqJtbXyPVeh4v+p0vDDn+phjW23iV27vdxhKBiOXQd6tPm0uU/HU7Rqy0jjxWXR1IcVlPW2pOhFrjW1iBdhYzoVGi4cbpcDPClSpSHVIaWUpUq4JQk3Ha2Yg2uO4NtmfujQ1VJ8/dLjyiRVyoq18qp1pOdtY6yEkE6LT1CxsQdO+1bjTAOI8L4olwKpT8lIlNK5N1+yWtRYAqUCGyDcBw3SDosFJJHo+mXDWaUHGD6I/BELUdyZmeUMVTDmLWGubflMMKVIi8dISttBTZbR0yqQRmB0NyVXOuxXhmktcrPgUaXkzyOapcprpXBUrKFMkg6NlOYJF/QHahxLTMUUtqBKlM/dVqd4UhSMyob6elbKtSpICgLAkkBVrkEHbpgCpuwKDUq809FRzSlsVGBmGZtYJsfUXV29R63B2rSStuwwqfdN6bqItQxF7PHGxGObqj9OlNSFOo6nFNhaQlXra2W5uT6+e2VKNu63fY3alxYFPm4UrfFU15tdY8go2DzTg1TcXSq9u1jrf2dHHZXs6UyU1w1rlQJDqMvhVfNb8tsy4fpk/HmLaTgj7ZU5j7kmbSFSv08iO42FojhwCzoCweG4CFjQEDz1tRpxjiWsr3DKws3gYMlVTdfgFrolclx6NMdRbM5wxZPYdylkm4Aue9jrtQzd02HJTUCK7Vn6chlrI1lsjy+W9wCDchJ6T1DQm4bGF902KP5r5+Ep9bYfz1RiUmRnOeOkrSiS0b+FxLZWQdQSb3tfaFvL3Z4jwxjzB8qBUELoL2aFK4t8ilJWlSAf1F5AohXYlJ9Tfyg6bfbrUfPiD6hwOP3jAoeHqpg3C+HsOUaXUapNQtHAm5ApbiNVKKybAixym9rjQ/W4jbncL0aLLqlBodLw9NmqdlSkxUBqOp9eq3LAWTmN1Kte51767f283eFF3TYNRVKPEXV5U2VHitMNfFCVyDkQ8oA34YsdBbMQACCSdhig4gxPjpxylVSXhqbiGLF4v3NbjDvLu3SHOXduHGlWKSQoG4UhQBBtv6+qu6k0Wcgj1+Zf7YF0Hd1i2ful3hbuqzSVwq3S6k7W6Ipq3xkcUSGuC6mwIK2ykKBukrANiBtywNj3eh9nG6pWMezai+5ma6mmkoSq4y2ITYpte5IzE9rggB34PwL9koMFyLEXFlN52H2o7uZrKtQJUkHQpGUFNxmAJBJN9lVhDddiifTJcCs0Sbh73itLr6GFhaW1qGoBuUpCVEkWuALW00A9CqUUBaU2ftjEq4iIwtv04ftP0mqYoqNbXKcUppCZSVcFUVQKVLZSbaWUCSnTRPmNtG0LHbNB9oCs0SJLXKo9dUw6MigpCXXGErDnr3uPWytdANoeJPZcaen0mfAxYhaKQ7x2udipU62odlJWNNT0kEAEH8brfenOxbhLflh7hUSFFm1FUPI60sIYmP51Ba06dCihKUkXsSQQe4Gl9aqjy/vAEMsMd+u8Gs4I3lt/YiVFYrE2BzSkSEZ49SioJC2lpBGZaVA5TcKBNrgE7ZpxZvXx5iPeXLxHherSqD91Qw+xTlKU08pWhSpC7hxJBCcqgoJIuCDYjRu7uk0bG++Suxd4NO5pEpXFhwJXUmOsMoukWOmgKjqASEkXJ2Ecc7m2sJ+0ZQsOUZl9eHnoHvmO6lZ4sNaXsioylf2iFHqSVXI6h5XJq7EfyEPTUGPlCf2Z6VWd2tLlysRy3/elRaTKfakIyc00geIWJSVJvrY3Te1gLDZO7/sZUKqb2YlZw7UWHKRwvip4R40N+/W2eyVI7KBF9CRpY7Pne1iGU01EoNGZzyvGj9VKbWv8AncA+Z7etkrTfZtozvEqmI8Qv8d/MuR1ZUZL3sb3NhrbXQE+pGzYBcQt1iVDbEi1vF4Tr9Un0+KwunTHWuLHdQpD2nw3O/SojQqtY31AN9tJbl96EXeNg3iwJbEWtsJU0qLI62HO4SFDxBKraEWsbgAiw2S28ncnuMpbTnIb06jS5XzNJfbdyq+UlKwbgeQ1sCQDbZQw4E/CVe5rBuIWKitDSlrkQOlSlDuVtgkBKhYWsRcDzsdqd0VcGRtW5MCbAh76sOUuqMfaik1GEwt1MV1CXUu8F03CSbDNkURlCrd7a30NpOxXg3eXXm8W4S3kU6LRJrS6dKp09rwz2SrUXUBqnQXGqUiwV2C03dsUHHlZl0HGUSL96palNPu+KPKCtNBcqQSCT3IINgbnYZZ3FYXrMCXAn1bD1ElSpCp6FoUpKGZnzLQcwKUr7lIJHcjXalTlRlzC7qtOu0yPjzezPwlVJ+F2vd1biv5ZEXu7y672Ljax1WUi6FoAyqQqxBsFBWIkT6NFiYopeLJtIlIkKd5PhBbr0VK72ZUokOrDhQVMuEFSbqv3syar7IePJ/AxHAxZCmtsIyykRXQt9tHmplR6HR6pISSNe52GMS7hpU+LErOCMeIra6W/zqqbUVBEWdlHxGkPoF23CLdLgukGwJCs2y/c3P5QKWi1tuZb0LfHu0rM9yL9k2JqKXFVHm8KLlabQoiz7AIu21xAFD9U5wlSSDxAWv0yfPafgYjoa6itbXCQ1PaKn3oZPSUlYzuDLYZuojKO+mxXh+RubwvA96UF6qUvmkrhVGg1J0OrhrIKSCTfL5pJKikkAjW42/cMIo1Ln0mg8377okVbrtElT/wBLBdVoGRe6SSbApJyLHYA6E3bX8R36dcT7pmAZ8+gsVSBW32K8w0lpcd13OpSRfK4hSbHXRK0kXKT2JGtfSX6XKw57ro0RhivIfUiRCddyutvjv53vrYKF02VfUa7FlFxVKxRKq0VqJFYXS1ZmFQl/HSkXssdgRoQUkG2W1zY370jchQcUVl/ehKdXwFx1updiu5mm3xbrIT1IsQLpIKdTqQRsbaPcqK9h/aAlE3m4jpcqpUafERwGFcqpp1oKW3mFusW6u9u1iLEEg22oMWU5qqUtvn6fUfc618CUwxZKmc2ZYIJGqCCSFEaFVswuADFjFNBpdebdxb1sVuemBHdX4tCG0i9h2y3IN7E2BAvs36zh6fhKK3iP7He8aC+jIub0OtNq1zZ0g5276EKIAFxcgWvWzPxO4/lijwDTYtGwa5FaqKFrX8VqQ61kdeSCbNvtlROcWNlg2IzWIJJVU4pqLVUgORaNx4U1DXH925M65mS6rsDvxAASUpsSBcdlJEqZXpXFqTtBofAQw7kdhqf+A8nscqgMuYCxNwNAexABlQsE4Sr1Gbi16JNp1UfdS/AVIXnSl9PUAFp0Gmh7GxHnY7LbOZGxpE3TQIGI4rk+qYhfpfH4rUWVyuVUd0J8Ehm3U0sdBUkkpUASFAEJjs4Gdr1Lfdn8eo06nSFIkSqdZLsVN9AW1KWbDubaAagnUD5rcTGUp3lebXFlMOodQp1IS64tNgFqsoa9iFJBCgQSL67U+NN5bX2S+9ceg4hQ0qPMdhryNTEixBskixJ1OgFyQNCRs3Rp9zQme0uYHY5q9Lwk05QcOOolI+ZeuXMk+Pv2Pi72Ohte42WL9Sr091vmnkcrnzIayZsv1B7+fn+7aHAXKr0/iu8RaEfMtfit9fT9302Z27ndp9qJXNT/AIFOY6+vq42uYj6JsDc317AHW2w940tOSfUQObXlduywG7iOvN4jqnRS4XxUZ/CpSbm9tLjTTvc620F+m+zeY1ijh4coLXAp0XpWlFupQsBr3tbU66knsLXKt6OPKXhzDkjCWF8nHXlStaF+HQ3PYW0sB9b6W2znBdd4rjTruf8Av7Yemrs1Fx1F3r4EI2KhtX+8J8ASJXP+4YvjmryJd16fUkDW2XNc+V7j66/o8el4DpcF2gsrQthpDXClKPSr0KibECxAJuBmtfuds7bk8LQJTsvG8+oQkMUh1CX4r+bOppVrujIQrQm1wQRe4vaxav2jpdeny6Dwn6ct9pTufmg7xFJtmLaknKu47E5SNSQO2xtXWH4H94LsbkLGA+Dd+uKML7wcQtT4kqo0jEkpS5tNzlam7WRxmbdlpGhItoLX7bQUbj94NZxHIo2HKHKqiH181FlIRkQ9HXqhZKyMpscpB1BChtsXdxD3QblsEfbeqRKdFlLRxZUhagpTigQTmUo6kaX1Fz2FrbcN1vtj4cx5ih+gtYTWhD+b3a6hbbCpFvkCVWCXCACkEgHtcEi81/8AS5srXjHP/wCZlNbt5QRcYS9gPGWI6D/TOLKfSH0LVnYQ0X1puOxVmTlPkbA28r9ztSlTKNug3IxML83C49IaR9zQo5VLB8TIJJsV9QRqQm4F7bJ2vb3ZVB5+qe8VsMLaSlpqU1wH2VBdiFkjtqTcX10BOwbu7x/Qd6G8FiB9p2Ki/m4spSLqahtE+MjskCxFyASArU22Qs6vZqm7FXOPZ+BBrqLLeBC7EOMMUYolcXEbs2nUvpWvgJObIb+Ii5AIHewt0699usKkbpZ8Xi0auIlPsL+KhTpT1fS+g17+fra+1Dv9FUpeMuQo2N+jMhqbFY+VrskhQuATodfUXtstoMiLFdbo0B5C+adUhUhd1d7k3I1BOpJsAewtptgajqC6FiPvb5/aW3LUv5MvajCdgYjlyqWzNmxVq+68VC8iUaa9WgAJN7Ak+Wne5pLvKtcLEdcWhGTpisZ+ldux89b6EEW9D22oKvi1rDlG9zc3wEIX1O6/nbU+pufLsBsK4eqmI8UVTlaW8uKx4mn5CClSu1im41ve9+2l/I7YP1Gr1Nu6jOIv3GdvCa93fYEw5PpdFxHQcQsUut0h1T7SZnTxka5kE36gUnUEG4NjcG+zjxEqBFwa/AgOxYvNMZOVQ7mSnNooNkeXcp/ZYbeetaxY1Rqp7rr1Wm1GUwjIjrOXS4sQDbz09Bp3ttxa3z4jiusOwJa/uqs6OL1p07d/L19fM7eqXqlOnUJYeYybe1wfc2dVEuwKC57mpPvF9hHQ1nClaj0Jv/ptmHH2FN+eMqo401Tl07OhSmoqHcqnv26KOhskEfTU7UuNd+WLa9WYkrC9RfhMPtI4rDV8zb/ZSUmwuPMC3a3mTsZ4BrW8bEbrcWvYmlMMMZXUSFr6kq78PXztfQfU3uQdqHU/W2fpnAg9/dldu+o0rEeN6LgOsy/dbFEiqnp4v9s6jQoy+qR1KBubKJF9bVuO6vS6pi2XwoiF/fUxY6kdOVRKR5eJPE9fLQWGzc3hx4u8HCUf3pLQurweK7FqkezUhKkC/iT3uL373B7eqIrbGLcGwHOLSWKpx5CVNSlWaS4vQAqOgQ4QLZvAqwJsRc9q9IXAYewYVq0xiM7f7gyBQcW4Ei0aXK5VEfnZULihbTMi1g6gkEgKzG6PCbKOhJJDcb4lgRfuDXK1H3i0nhLaSWnYawfUXCk+gscwOliL7Hm6SoUvHn3qvRFv15CfjwJXjShKQCGtbKb0J6RYGxFr7XNV3d0bFFeprUVqFR4qHVJXwo/UpPcgHwi/qfPXW+x3SzWeEYX7dolFhTdLAlUb7UT6hFfY4SFupaUEPqSO5STcZrai4PmDbTYJ3g1uVFqjlB3StVGrohdUpWrrCfq2CSQSLZki2t7DU7Fe+ysQIH/rucOVblYVOY61fMm4sAknUJHkNLkG2myPpuJq9ghqW7AyPcdCM7SHSlUhHy2VoW3QTdKvIkgkixCti/S+AGINhg4lth7DtUxlAflcowt9GVXC4XCTr/e7CxvYd/S+3Le7uZi4X3VT8UT6giLNRwlsNMdWbUXFxYm+vUDpbt63OH65AxbFYrMCtyqJ96UqoxXUBPMZupVikhTSibEgggm9rXB2qN9e8ql4odcoMWW/7uYaUxwtervqbnuRY/TTzvsu2zG+yCHuZvpOMMR0Z3iwKs+haELaWla8yVJPfQ3Fr2V+IvsTYc3xT6NxOfp0Wa3KWp1XFTlUlRN1WKe34WI72A8gmVC5V3/f6dvqFQZVZlMRYGTmnMyUtLXkS4r/ABdgfLXQ32uuxvUb2ZXE1Q97Rm76qbvp+HIFE911eotJiuyFICkKaJPVmA0UkXIJB9NhenN0tppulxZaOVXld4qLKSl0Aa6eRGhA1B19bZwjqlNOuNSmn4spCsimlJyrSoeR/ggjsfPYppNbn0t1iVFdyZ/F/e0/j8NldRXvaCNc1y421Ao0B1p5Epa46WmlpX0a6+X7O419CdhjeCxKoOF+QlRGH5T7vjSkLaUmxPVqUkHQAedyNbE7CO73epS4vwq9nhL/ALKQ11NKWB2Wi50PqCLGxsLbOej1Sg1SAiVPZ6MmZOfqjuKsOyj273N9PQnttqaTa+APiQhCSl9nnAdUpfEx5hd5il1F/MpprKVsPMCxLbwOoFk6EWKbdjc7In2hcVu4jx5LdlU/kuOpUp2PopHFWQoqSruoHxAkaXA7i+2pMI1qVhyvRMOVTJFhPqdU1Kz5UKafSQWwewUCtSR5WCTqSQAT2kNzmF69iik17dy1KqPhaqTDSPCgAkXHYKuoAXsCL+mhuo076sqPUv8AcMmZgwxhOfiiew14EfrKQfIHQeRPpr+3bZXs00TDlLiy6NFiMLffTxWlqayutvotmse5uk/hobdzsqGmIrWLfdcCJwOA0lGXw5Vny10HmB+A/HbnQa7PwbPbdlVZCJUVXWtC+pKQu6HNDbMOkH1A7beX0OsfvBseI9iUrs2nMuo9GpdL3yV7CXNsPrXKdkZVKyZUqusI+hAKbaaixtYnY73e4dpcqs1Z2vRM/HaVFdQu2fhI7tm2hsVEXt9NSCSpN6VTwliPGUveDhyWhdUmw2kSmEZ8zM9AyKWhQtdC20tnLbv9QDsM7nanv9o2Mm6o7Efm0591fNR5DoSnIoFPzG4t09h3F7Ek7e3orrY7kjps3DiMjdFVaDhKvYs3S1l59cLiqmUF/hFOVIuesWF0EAgkXIKL2NtqneCapPlOT4uSFS4uVORa+lSvNdxoQdCDqTtB3ruT8L48ib0IuRa0Pp4sdXVlRYDIoeYNyNdDf8tu+PoU/G8WJF948rBQ0lSWmOniXOa59QOwGnle+m2N1To9eqYugAbjJI+JSysN5RR1/edPgO8KlvMZEI4WZCR1euvoPobbLSTKdlSv1868/X9f8v8ATZyS90VB4rfxn38/j68qUq/K/f8Ajy2DMXYagUGs/cOth9KVJ6grL6jTZf6VdIm2DyAIOJR+ja/j67WUNn703/u/x9Nvim092fK4UVla1/3fp6/S2xrSsO8g621Aa96VRak/AaTmSzfsSrsLdyTrby02HTWztKBGaOfCuK6Du+3SuRZXRVKp+l+bMhXp6m1wEnUdz5AiGBMCVTehjzmp+Gfd0Jak5OgoSrUWJtpb8Ox/MbW2CKFFoLrmKN4OHkYhWt1LEdrXhQ1afLfKCO+tz29Ni2vb78W0uL/QMSFTmEZcqWupWgFjc6geoN9tttUmnr5hyQiYjEZwDF3VT3KW7kYfW18vzXAFz+Q/dby2VO9StOwMOPtNS1oX4nUJ+b017i/n/wA9h3Ce92qVnFH/AGtqD8pb/RzEh3w6dI9AkaDQWAI7AbV86lz8b1SpNe8YrDHNKRlz5lZb+n4a6nsO22Zd1Cx03ZwIpu5hBuM3n8q0/QZTL8pD6+jKopyqPSfrqLC4GgA8uz1wvTMONT6bAdp7FOeW6l3OpYVlT9e1+1vxtsrMN7soFBdgNRet9GXO783r5fwD+G1pjyrz4EpuVxUI4+VObw9IF89/y9fy73XOvc17qju55EYBbZkczU+MN5LtBd5V2WhEL3apbSvChxeQi19Pp+dtskYv9pSVgjDjlL4WebKTkYWu/wAP8TfW3le17WPnsQ0vGrVeozEDFtRzwovW0vP06Xtc97AHt2/0Wu8PD277GUpiU06hDEJSlo6s3EsNB6EeY/LZTV1fWOGccfiVyXnq5WZXC2CKxV+FsTYvLjbiyPPZX1yTt7/t9xYGw7ZU16t8XifG2VGO8LxcZReE7+n+VWxVWpnxXNqSJUWuab/x7V+lgl+6ZyrNAqmHJ7kCeytDiPAv9ZP8d9hOrQmnWnHXfk69tsYu3bUvG9Gc+C2iUhGdCvm/j/PbHO8Cg1Sg1RylymcmTNlX8qk/TZSxB9s0QcrApt1p13hO9fyZ9rKkNtc+3wpeTJ/u/wDQ+m0WDC4Uptp3wL2uJtCiu8N1rof8Gf8Au+h2VFW05ksY9d2u+B2gz2GqzUVob6UcXxeehPr9T3/ftr7d7vNgVnhxfeDD/wDfQr5fL8NvMtpDsV1tqU70P9CHflzfX0/HYrpO8jFGA5Ud2luvoX/5lxP+R/A9tj1DaciC7fyJ6sBUWe1+vsA42wFFqkVzhNZH0IVwl/q/8tkDun9suA7w4GN4nKr8HMMdSfzT/wANtOYax5g3GUVt2g1yFNzo8CXRnT+Kb32cV1adtmVcRt4t5rkKpT+BKhKzpdaUU5k37jtr2vY219Nuz+MZ7vAi4jiSnP8Az3qKEdbawB4ymxF++bytfTbQW8PBvvRrmorXWj/zWyEqsys4cdc/o5D68/SlXT+OvkfTTbP1mnV/KUIVZ8Ymr+LXapSZTrqKvS1q4EiLKaCsyD5g6KDqSAQTe/0vfbnjTGLVGlMcLoRk4UhhSPF2ykHyI1B7j9mxJRK5FlNNuuxMi1+Jpdk/u7XHqND5bD2OWcL1SU3zURHEz8Lr6ct9NT5X8leXfy2yLq6krOTKuVZIC0TEf2orL9GixMi+pcd1SB4rao9cvqRqPTTZqUyDFo1BfdrLPAfyKXk0UpKh5A+f5d9hnD25WA7WWKzherSosqKpLq4ExHy97oXeykn6eWxZvDw5PqnKfe1xf/PiOvwqUPRX8H6jbwGr/hvSsrX6jBBzg/HP5la6iBmDqXeK1xf1/Dt1Zf2ixXaDhf7riOrRachfhU670q9BoTqfw2WOMN9NLpcp+LheJzX/AIq7pR+IHc/u28Fr/wCBNYgFmlwwP4PqWCNHpBxPFoMVyVPloYio8a3V5Up9f+myD357x6Nih1+Lg1r4C0ZH5S05eJ5dKfL6K7/uIWlbxfXsUO8Ws1Fb36jXhQn8ANNozD3/AJG3tf4Z6E3SAG1Tbj7AHoGOBOMGR4Dk/wB18rPdW+tH6J1fiUnS1ye/ptDlFrhOcX/6Ha3cT8L/ANA25uMRf0v8fnt9QXWZTLztsA6Qv7+/4/4PnsY4PwfPxbWW6XRut9//APRoHzH6Af5bW1Cw47XqpHo1Lp2d9/ozpT0pufM9rf8AK2z+wrhOjbuYDfIU7PNX1uzU9Cs3oPMAeQ+u3lf4h/imnp1BVf8AuH0P/cgnbJ+EN1MDC+HPcMCX8das77vzOX8Q7afT9m3bAWBZWHMW/wBKS0SmOpCF5MqspPmMxGot+GvqBtWVHHM9p34TK9qxzeLPad4vFyL/AFVIy/v8wex2+baf+M+r91XsIODnke4u+GmrRXKXFi8Lm2ELyZE7Z9x5idr39LdiuoX1q/d/lf8AbsA1rePPda+K1n6cuZKunL9R+zz2Xs3eZKdnuReCtC/mz+JN72OvcE/5efYbXUv4j1v8QVit0AA54MjJhlOxfKpdZc4XQxN6HU5T+lFrLHpcdJ9ba9ztQVbFzvF+dzOnJ59Kf+F/LyvsLkyqpK+L1/Nl16rG50BB1vr/AML3uG8IYjdgOVT3d91QjPnzZenXXKe31sLDQkdztldrcuG5g3ZpwRVOK7/tM/8A5WxDQ6S7Pd4rvQj9T9bX/K1wRr5fXamprbUCU3xWeOjpyLRdSk/T/MH008uxTHxC07Pb5WnrWwhGZ1CUdaUDxWsDewsQAfxHmELaXsbZWIEP+YdQYWEnYrbUqW/F/voR4f29/X6/TzWu9up1TBrsSK1UETaXUXcvFjujpV2Se/hPqRpf1BANatSKXPpbE+jVbPFlIS6hXiTl/dYg6EEXBGo2zvvFxdFoOLWML4oe52FKQpLD7S8zSeskB5GpGtte2t9LHb0nSP4d1SMGtTj8wiEsYXSK17mgN818BHCTkXrmeXYi1tTcGx7X17eW1PQoNexRVOK7/wCc5a+nOnq6dSlZvodR27aaHsZqsIYjxbRvfPvB/wB3L60O8U9XkCk97G2Uq7nXyOxhhGI7S2nGvGhaMjvQEqc9Mxt1fn276HXa/VTV01tlYy0Xvfa2FjDgbkMJV5qk4jdp+R+nL4Tr7S8q3Ia+otKscqihy6kqIJGoBAUbTa3glrC8pufArfNRWMuSRkyZbD5hmvr6+ZuLg6bXW6+rSpTUvC7r3WuOtcXN9BmKfXzKhf0PrsBHGU/n34splhhC15X0O9PUDY6nwkfmRa/ls7q9Ro9bpKr3yG9DHwRL9yvZ5jmF0HBWKMUQH69A+Oww0l1MdDv6Ro6lxs9lIBNiLnLZWg12EjUcL1TiUZqocrOQvI+06lfUoX8iO2tvz7ee1nhusV6BS5bUWoOUvJIVIj9eeO9fxpGbVGYHQWte9xrcQ6jQWsRu+9IrrD7760IzSFBKkq7BFz37C37BYbX6hU7UrbUNxA9wL1/zCDkPDkCjOv8ANPPoQ/8ALlHw1jtaw1SUgWNzbuDtOrK3apQW6M7LzsIyZF+JabLzW17AHQAXFiQPoSULD3vmL7mqnEYfQtfAdWjNw1Dy9Sknuka+YF9NqCu4dqlLalxWqehcqEtPFQlfSnNYhxPkoEa66kA+ewS3Va9uocZyOP2koxgxVd3mHK9A4sqoymFo+L4syW1gggpuOnsACLg6gg3O3Ko4SpbVZptepdDQha/hLXFdzJSsADOCVAhRFyUG48ViQbCRLxv7hwu3Kr1EXFzu8JWezqHFX8rX7gZgD+w99l1jrGMVqjOQMONPsPvu5HY/FVwHL68QJ+VQ80gAE3J9NvXdH+otHc1DZ/YfEZRi/DzT1BxNQWqXEi1SoIp3HSnPIV/YoJy5/qkEi6r9r99pWK/ZtwRKlVLFFLq0WVW2Ec1KQ0nryEWDuUEkpINrgkXNyLkXzwifK/mgiV7EcRfNUvK06tpQd+EtSbLBTplF9RYkEfTaMreFPaqjbXFqPvGLHUiLNjr4UjJwwT1gWKr3BAuCALg67ek2K68y5rB9z8rmMcBwHZFBny2ItXyJlUuQq/L1JKSQtlLlgA9bUAnXqFgRfZsbs6PFdpbeKPccX3pKaU61HdWEOqSP7IK0JNrkJ0JBAt3BzBgTD9UrO9piA69FfhYlmKlO52k8JTtlOKKm7Zc6lJ6gAASSQO4227jjdrPxa0xS6XRF0So0jJNQthR4EjILjMzmCm1AjpW2QddUkCxtRQqeUuK9qxaY+k4o4WHp+CK2ikV73kh2luuulpLkjUhnNboWtN0i+iicpte4pYeJqzi3EcvEeN6chcqbIzzVJj8upV7ZgUgAZhYXuBbW9j3crGFapVMG/pafV4UpKmKzQ5j/AEyrdQWFDraeSrqbcFlJUQRcEgo7FkOsxYvuZpl+atalcB3ozqQD2WU6BywSCrQE3Ol9EupNnkfElRtWMnC28jd/gOp+694tERifCkprkFyltceVT2u6dNVEJJKVJ1JCUkXAsU1GpODaN7ydwRUFv4UqlSkcq06rKtLRWSw62oXSkFJHSCbajXvtDOHsWtSm2sUUSUxTpTqEIdW6FIUojtnTmykgWBIAvY667F7+GYsCjRMORWeOhhrPlXbMpFrnS1vMjQ2BNxpYbV0Lu9ZDiF01vwZUUBt1qew1Kl5+tSEL8KlW8KgLeIaXBB9NdNh7FW9jHjWPImDXcQrhRZSkR0SmmgtSXSbJcsq17kgWGp7AG+zJbwxFgUuiteOUhSf91J1HfzHbU/TZDbz8HVSs7y22oDWdt9pDubOFZbeK6SST5KJAIAULjQnbOCGq8/vC8BCR+Y5sLYhxRhKe3S8b4hi1el1HMh19poJVHVky8QJHdBvYpuSO4NhYpvGGDazu0xbVpVLaW5S+YVKWjxI4DxuHUE90dWXMSSMp7Cx2L6Pu4xRFlMT3astb7C87XF6mlL7gKBt+BudbkDudnlX00GLhykyq9SUQkLj8J1EWy+XUdFBCVHVFzmCSdBcA9hsWrpaG021DGff7wCjdznmKWiTaDjKgse4clOqmRKpkLRLU7L4XQbFIXaySo6ggBZsb7MDEdfpf83NCn+8UZ6XIXnSu6VtqSFBSVAXKVCwChqOxBIIJAcfbt5W76vRMb7tMkqkP/HXHgL46GV2JVkSTmQCDctEAAXABF7T8UV6LPgRKy08x99QlLqWrKzKCFBQVYXtY6KsbE6gi4J677tOTW8Ut94MbETG+EvaCwQxFdiQoWOaJH+6pWjKxWo5A40Y5bBCnEgWvoFhChexGwP7POLqXQcZS8G174EKox1xYrshYTxorgKFR3x8uSxSVHwqAuCNQEYFwk7Kr1JagMykU5crItUV3KplFzmX1XF0EhRTc2GlyO7A3gbqcW4IxH70d6Ko5IVUcPVSP+imTEIzOxlgnpceaTmCSbFQUATewrY795bE/vB52wl9pTcfWao1AlUHr5XK06ldkrbSAqxN+kgLVqPMd7hOud6Nu05CU5S6o6iLKlSFNJV40srsE5VdyEnuU6ggg3sbnTO8bfS7WdxmGseUukoWxVJCqXK4TuXlZSNcl7HocbSpJSbFKgLG9gVNhbCsqfjJiVKl8dhCUux3XV/pEEaXtoSBYHSwPa1rbOW4Hm0dq+2FGHKXWcEQKLXvtC+/KoMhELmF2WtKEm7F7XulPgF+wyjsAdtLe0VjCTVNy+G8ZRajS2ESpEZXOu2SlKnBlU0UqJGVSjlUCbApB8rjK9co2KHapLdaiPrhI63UtdeXuCSB6XB00F73GmxXhjeFVKNhx/C89mnVekIUqU7AqSEKaUopyqyhY0UQokpF7gEgd7+eTqSdL1TAjxbn+8X7gRyPg/wDmVzsyBVMOMNO/dWH5iml5E5kxZF8jjeuuXsbG5tpc2vt+bzdwAwvhOi71MEYhYlUWsKQ1VIvAH3eVqVpSQrMLKCyAb6JsR2uF1pLtLxFLrNGiIYwvK4DrsJL5WmHlUPhllQ1aBUohwEKbBCSMvbSOF8GxXd1+O8EOy5UKr0eopq8VhboUiZFU0hxkDshVzxEpWLKJCbnW23o+n6ijUfqAx2oZGY//AGeafJgbpqLFeMUZGlJyR0nhpVc3sTqQTcn6+e2QJG6jeNu5dcnu0l977PSpkdiVFySGuTWsqstlVlONGxBSmyk3zJsUgnS/s/7y6XWdy9RlwKqw+vDbT6lrR4ko4XGQVJ1UCAbEHuUn8BUMVv3phJif18d9hOf9bMRY6E+vlf077bFtfeQgGCts2YURL+z5vRlY3xvXYEqrP8eqQH4cqBHdKkvLN3GZSDe4kIbzJUTo8AFABaXEHVa8VUGvUyJTKp18CKmZzC0jLlSFIUo9wbag2uAVC4sdMD0pWF8Jby4mI5TyKJXmJXLrmNL4TrjXEtZQ7KIFiCoW8r222cvEFGiz6nhzEbULrQl1p19RRFlJdv8ANcKjO9RSVghJBBNiNvNaNrl1B3n+39I9VynMQWG8N4oqmKJePIrS4sKbIXCdRIdzx0oLl0oQFqKkgK605SQk9hqQTqPuClSay3WZWMn5tXbzzaS00tLHLqUEpW2w8kBaEqKEkm5AX4k6k7F1I3MQGqMjCVLeqlLpcpSkuxVz8r7KHDmtnsQsnwhQuSLi6gBsQYg3OVimUByDhyXOqi23Q/FVzgjzGV2CTlcJCVXRpY5dQk+Wx+1bfYX+RFyj5l7h/edR2t3UStYoq3Be+LAfdWnMrmm86VJVlGiwptQIIGo2GcBVTeXXsBvyqXjdD76IquXkSKXmcbUc2RRBUEuAAagWJFje9xsmHaDjzG1exDQJURDFRfaadlIqUPgcxIZaKW3XEJugrIGVTqR3sbEEBOk900SBg3AkOgu9EphpTrrC1FWRR1LYOtwk6E/ifPYtTWbT3+MHiEXc0Et1+JMW4slPxceS2PekVhas8NISw8128GqkqB1Njr2IFgTMw9PpdeittSnotUbYlKVFW/ZfU2sqR4h0uAAK0tfUCxFiMUSj1Ss1nFlZrNJqMGVFSiVRk8x8V5pLalKejPNKIWkkpSWzc6G4BI2XtMlysL0uXXsOVbnaWhaWnWJCMsqK+B21FlgpOpFh0gkC99ktQu5uOYKwMvqaNw3gFmBjGpY3j1FE1uU23ysZTQzxVcMIcsvuQpKU2Fh5/jsDVKt1SsV6fi2qYe5V9hPJRWJCcrrbCSSUq8wSokm3qLeuw9gfeHiiLKYrMCoMTqRKQl1KsnyH1t59hl7gjy2c000HeTAkUZmUuLOQxnQ+11KZvoDfS4v5GxI7W77auiWv7uR8Y+IXT37vYmKd4/tD0uBWZ9BpctHv5lpbrTU+6Mqbn5rHoFrlViUjqItcjNFU9oPerWZU+Li3mqI+wtLSYq2s7WhsjMpJOZK72KmyTe5HmNtQ7/8Ado7KacwvvkwczUYvF4tOq0X4UyK6k9MmLJQMwt06GxSdFhQPWhKruQi4oozFG+1nNIp0xHCkZAlTzFhZJCUgtqsRZSClSCMuZaRbbV7oxhYbFZOX9xJ4elc/vBco2LfutLqLCl+8ltF3lc39qlWismcFJtfKQDlA20fu63A7voE9uU1jx+bUf7BbT6crncW0A0IJA762v3B2p6nudoNGw45RvtC+++t3PFUrImRHmFsasruEhTgSMzR/SFKSBmSCLTd/VOQapLVZonOvuSOBHlQIq2lyFgkFC2CLodABBSAm4BUDa23YVvciwMRmv1GlW8DO0ufScR0uWh+KxnhSmJDWXKpV9QoCyUkKUNRa+huLWpN49adoOHG4DVJfQ4+/y7Co8NcpUdfiQvKjqcSTa4TckE2BIAOgmMEVn3C+01Tv61lUhCljpVbTudD20NiLkd9hLE0qs4cpcSBPw9Kp3x08V91oLQlNxqCAUqvewBvaxt2GwbBMpmd284n6HW8R4ci02qT4i6C++1m5qFIW0hLtk3bWDZLqAs9LikAhKgFWIIMXEcTC+8tqf9g8TMYexy+hKqjAdYyQ6oo3yhZb0jP5irJIFm1nMFBJJCWVVcHYoxHih+LXsQxZVH4TUqA/AQI7qb31ynMNQSkjUCwIsRbb6rbmF917UR2BhlCJUrLH5iPFQlTignVzLYJUvTMoaEgXsSSNh1OrPHKTtIx7mW8J+z3Kw5WWKpjJrkpUV1DvCXKCnUrvmFyLpuRbXUXAIGp2M8VqwvhesvynZdBq9BqLCUrakZo8iKvtxCEKKFC51IQBYg62I25b0qtjzHjuHq9S2V1F+ncdDsXhBa4trIzlRsXGiMxSLBYCilQSRbYcrmCcR1mBAqjtPQugodSqtw5DGdUFfcKZN0qSlQBAsSCQnMkEGzbkLNkN4+Um7qKzRqDi2rRXadFYizXUx+Ota1yobq19Jc1HFZCrguCziTYFJ1IId5lSn4c4DWCJa0cqjmKlHjtFKZCTf4jLyCMiinrOoBKgSTa+1r9g930WfSa801FqkKFC6Z8BHWlACQpqQ2k2JyjLmSQoZRcG1wqsHwN5eMsR113d9Q6pV6RzCpjsdTTy08Im4DLiR0lB6SRooJ6kkAW7euJTerRo0+hV6qbuYkqVT6RXqdNf95K5qEnKl9BK0OjKk8N5OozAC+upIvtZ0mo4jr1G+yUCnvwpUqOprLHlFMdSkdnG8xIyHKCUoJCbghIBIDk3c+yvjKVRqbFn1BeGqc+hT6XWuG+6larEApSRa51IPSD6Gx2ccf2WMBxcGy6DwUN1da1SotbYQUSmZA8LlyT6AKTbKQLEa7DFoEp3FWY7wVApbVUbi/ZiEuo5UIkKQ0U8x2IugA2IOptcECwv3MrHn2ow5Kbpfu7JFRIS/CTKYQtTdibFK7ALFjYKANgRcXGzpr/ssbz4GF3KpS8QsVGtRVqlcnHzR+MoX0QVKIzEWtcpAPmRrtQv4s304j3VVLDmIsEIYqj8VbTFUfS5yspAuAmSgpBS6k6pXZOVSUnMBcmfA8w6OrROVmp16qUtyfVKdRKiuLnUmPKYCc17lQC7nKs+p0IvexJvlLFFRnu4jcaxvhN/3XxVoSpaArMwsWIzKF1FB8lAG4sSNCHnKd3g0ZqfP4NRWunR0vykKiha4upRxCU5kKb0CVFXSSnUkkEkeMKZwsEc/jyiU5EWotfdcl82XyaPdRBIzJUkm3Y2IBLGnv7Ri+oR8ftFnuL3V0HHnHxHiN5hjD1L6F5+nmsozWUb3DYBGY3F9Eg3B2qt8G+Gl0GVPi4Ia4LD6OElSEZM2ls6QBdIt5C1x3sSbPehbnvem7mBWXa2il0ha+BV2ErySIqdeGsoV0raKvmBJBAGl7jCGPmOQxlUqN7xYqnu6U7F5qPfhSEoWQlxFySEkAEC5te1za+xWH1Z8/Q+IuDsXaPciyKi6796lfHW/wBf8X9OwF+20eBQ5VZlNtUtlfHfXkaSnxKUdvltjmnfi/6eLZ4+z1u9r2KMWsSqXTor8GnIzvuzGszXa5tY6qFr9iR6djs0+2tMwGfKQqRu2r1BwRLdlROthaJEppHjSnTunuU3JSVHTUC19pmD6E7F3tQIDv3XmoapkXMk8KYkBsFbZICVEFRSpIIOhOlidtStUrdBhxr3pjeov1uU+0uLKYQvLHcQfkUnQC1/ECCTqdL3L6Dj3dBhJr3M7u4RFp0XLIh8WQh9OcAWUgnMpKuwBFiSm1r2G2ejbuYd7vDgGeblcrmN8Uf+d6XUfd0KQppppaSlhtWcjIQR4yokAqNzew9Nn/upwBFwlS28ZYtZ5VEXKqOlXSpu3mB5KItYi5Gnmbbahje1ZgOqUGpSvsa5ToSEqazzGmsspIvfpsQQfrooedtdkfiRvdLvV4bX85E2LFQjN7rgMIQ63qRlAUTnTc+V7AgEA7JdQ1L2p2EO0Hgn9ph2WluPUW+9jFOKN4zUB3CXNSqdV+LH4UdJU6l9BSCye+pSUkKBsRbsAbtjdLupqmA93LeCKNEQvENaR7xxG666EpipsOHGCrnUJGqRoQm5AKydpfs8x8EYDdxg1S2ZVXhQsjsBdXgORX1SFHK34kgFQzWKkJAKVE20N2fuW3Y0zeXgjeLP3i1ubCra5TqKdKiylIaUlLQVYhNlFRWopKTrZKSPMbDooppr+nqP9T8mFRVxtBiQrlOqkWUxz9RRKqi31JW00orTISNQNCCFiwFtbgHTuRZodlUGltxYFOQ/W5ubKhKM3DsdCfqPw81HUgDbQeCN31L9njde5VJ8R+r4hmtK4Udawp1xRBIbSToCNASALgX0vomqFElV7FrlUrOHpUKt8VchLq0dLySQVNaKKbC9wkg2KjYi+qWs6dgYUcftL9tW4EFcBbmsZYy3guNYjlsIhQsrqunMlxSrktdygLHcJUQTewudnnjPAmHKXRolU5uVCfpa1ZVI/QSEWvZST4VADMFA2IuCL2O1khmVApcv3NEXCRUUZJTq05+IojKfob+fl5+Wy6xo3Xp9Lbw5FdlSkMKUn9bhp8gL3NifI38tRYDZI1to6ialyfgQYsCfYOYoMSzPfNZl1ng/1pf+HsdLnX19dL/QEftGwfWa8791iLyZ8vFz9GbXsT9dPxNti7DWEp7VeiRazSX4vVnzO+HTLYdiPPW/exA89tAYZoNLo3DlcHItaVOqaT4UoTr37697H0tt5irpmu1V3mME8kn4iHadm3vEzS8FRcOVRilu511ReX+75EjKTa3n6dtdm1vMoGI2t41J5CoIqNOrdEaQqehCESFLC1Nq46P7RQISM2hI8yQSf7EGOcONOsYjlPReBn+EvRSlJAuEA66+g/y2Bd4ftD8WL9qMOPMMMUhfRxUBKVJPewVcgHS417aX0O3s9DoKtKNgOT8mG39sYh5iClz8OYooMB2hyn8PMReA6phOZSVKBTny9ym1wbXIPpoT9u1TCW9WjS8JUGnPrXy6kJWpoKUlYvZZChcgEC41JHkRrt8blMbz99NLcxG7LWtcV1TSUotkzaG4sABqbgd9DsZvU2l4Xacd5REKosSOKiVH+E6lJBvZQvY36tLAa3Bvs8anKESDZuiJ3ex59LdYpc+nSprCOY4TsVeWZT1o7lk6Z0gA3b1Va9gR07GlS3hysJQOVlVaL96yqgVTRLTyTpZQtZB0sfK4sQk32rIuK6DFxbEgSpfOv1GqZnZS+hWd7MlTmYApBJVmIFgeokAEAWO+2jysOY3w9RsLtLXUZq1SJilLGVK0gBl1RFgHLEp4g1KbXvpftPWakjVD7opcX4br1Zdnz3aitC+lfNOtBKVJ4l9bEggi4NiRe1/UA+MZlUi8OA1hlC+SRwlz0oWpDjTgUeEq1gbqyrTfqBCgLhRA0dNpEBqstz4DVRp3Hhpj1SlzbcLmkm/FZI0so2JTqkmxAHbYfqExqK0/xZaEIlL+KhKOnLe1z6n1Pr6DTYWp03e8sw1h3REUGBVIFGl4yqnWhbWWK0hH6RQBTYnRNyQLdrAnTsTRUedS+E/VJ9P51a1J4qNU5Uq1+nfyP07+e2gd6tEaqlLpPIRFsIYy8J1q2WQuwsD0nMSkkEd9VEHQDapjfY2vYNl1RrAT6FsLVHRKirCXW30jUKbvcXINiRr5HbFbRtc+xZQj4mdq1BgVSf8AcInARl8Cvm7afkb66X2oXIbsCV8LofR8vzeZ02bruF4ECU3KqlJlRWJuZDErhLS05e+t/kOnbS58gNhevwqW664068hb7EpUdK/CrsFA6HzB1ve9r7XOiuoHMugZRF7U4fvT4rudE1HhUu+ZSvQ+o8/Ox7ee0JD33XheBaF/+T6+WuxjMoTsXh/Ojw/reV9fy2Hq9D5XhymuJkR4/wBb8f3j9uyu7dCDyn8JH3VziveD/d9Ts1PZ+3yVnCVZ9wyvvVIqiuFIiu3UnXssd8pv3todAQdlA821Kaba/wB7/d2J8AUye7WWJ8WJ8Bh39LkzJzAXt+fb66+mzWkc1NmU2bo6cZ4odxlKn0HCTy6XFYn8B2FIWeVUoIPU2opum5JBSLpPcWNwbDdZvan4SgVqgxZbFXqi1pXFkZ8yXEpQRwiom2a9yFEgHXUG17rd/gOjY3dl1ms50TYUjl3YuQpSpOUJ8/7th5+djskd6EGLu+3gtxYDKIrEpSlIaSvpUnPa4HkQSR28gT322O6Wj1NKv4mGM7DW8HGVUfxHxmIvvB1Lrqc/UnQCwFj27mxtck6i214jc5QYrTE/EcuVKfWjq6ilOY6E+R/j179t1G9CgxWkUufw+diyE51Oq6VNE+p007H6W77S/a+9oDd9FoMTBu76osSqpNa4sxTV1JjpB0UlWnWTdOX0BOhIJTq7K2EbeYuNNts2YkyBT8JUbhtRYiGEMI/VzKy273t/0/PaBP3j4IpbTnCxChC0K8Cb5vwPYdvQ7Z8wNv6xvhyLwneVldKkNOvtBTraT2AUBcgHq1ubEgEC1gWpVV2fKfnuvZ35S1Ld6MuZR+g02e+q2cCc6bDtj53g71MEVmA/FalrfflNcJCuF9dFelwdfPapw1vaapdBYpdUiLlcllYadatm4R0Re5F9bJFibaeXZFmY1Ad+L41/x/ls028PNNRaTiPgofp1Ra4UqOnxJT+/W/UD5EWtpc0+o3GGrTcuDJ+KccVSfK5WB9yYRmzrR0qc8hf0Bv5f8dh2DRpVelOOuvfAR+ldV4fSwv8Anf8AA+Z2cVbwpgh3DjE92WibUWEp4S2LJXKvoAoJAGa/SUgWJv632EEbpN5ePGpcWBSfdyISk54bq+E7l1GoUB6W/wCWyWpqbPdf1K2UBYL+9WmnfdeA87i+pD8/KVZvXJ6W7Egdu1u4bO7KVAgYNkOwGVrlcVTS31o63lHuOwNwoW9Nq3cRg93C+KJ7uLcPP8CK+qAv5uXdym2cD5T5HzA+uzQwFUMOUvFEvDlZiIyQkrdzsI6XFKV0kDtmy97eY0Gx9PWrLwJGziDW7unYyn4yYwvAaQiVVFqRwJ6w1Hc11ClKskXNki2t7aeez+w7uV3aRaXiFrehSZVIrfTyrXMHhNrBsqxSSCm/dJOozWHmGJh3dfS97VLgYoozMWLyTWRpatJHSRYkaagg273CtbEbdd4W5B2vYXnysR1ubK4GXiutO5FJTbQaWJHrr+Y77V1NVeNpGZQJ8zHGIt1kBrG8+VQYjD9LbSlphbroSlSrDMR9Qbi3pbU67Ur2AKM1K5qVXG2Mmb+p3WvtfuLdvw/5S5TNGdr0+BFlvvwkSFJj9ZypSD5+Rv3/AAOu1Pi+tT4DXIUGnL6MyXXWkFWX6Cw77SunQIBiLm1C0uqhjSfRoHIYS5qbx1oS7Klf2abi41INyLgaaEg/Taq3nYlnz2mKXzaFsMJSvI0kJ7jQEj0HYeXp22KcPml0vAbHNZ/eL6UupWvxK7XzDTXz9L7A+KKtS5TTk92Jx5S1qyodRlTmGhPnbT9t9lNVp1RP0hiSbDjiRqHjWjQMOOQKp1rQr4X95JP7NPL/AJbQkYRxbjKswGsJRH5SJX9XaYR1KWNTYedhqfQA32rZ1FlVnhuustoR0rStrwqvpY/Uag310OxngeLjyjc27g2toQ/RGvejTTq+lOXVRH/k3t2JHbvtl1aWwWb8wSLucCeumKYnGF9lRiKmbO+qMcVrYHrdF4u3vq34h7K9xmdMTs8Lif72wDz3Cnt/49ndjPDDvxPhbIWuRnYtU/uIVn/3tju6qhaKEMsd+Eau1Ka4Tv6uyy3y7paziOU3KgMsPxVoVxc3jbV5Efx/y74exFyuxth3FjXF4Up1GTJ05vl2+Z6z+KtLTrhp7Gx+/wCP6y63Z4mO8RYBqmDXeLVIi1sf7XIU5f49dhyVUWuL8Lr29CqrRZWKKW5F+zFOrcJf6shGfL+CrfuOyG3neynFw477+wu8tth/r5N/qS2r0B8h9NbHy7betpsFqB6yCPzGq8v7iBiUlqe18X50eFe0iXEiwIHClO52Efr/AC+lvO48tu2JotZwk621Pp7zCF/olL8D3rlULi/fTv8ATakkx/ejXNcbiI/vf5EeVvX89mWJVfH3Dbds4e9oH9l8n+7sR4exg7F4fIVBaP1FIUdl7KQ7A/wL8H/DabTFcL4rX/kf8Nlqbm3YeV3zSGHd/u9Cl8NqBiGVKR4EtO9aVfSxuduuIN+uLZ7X9KUSFn/X4BR/qNqz2UUNV3fHhuM61nQ2+p3r/uoJ7bbtj4h3a4jxtVt33uSK/VKI0h2ZxYDam0pUhKh1eZsoaWGzbDuLgy/aDjmeecvffiNqU3/RLGTOnwLOVNvp3/4bfc72gefz8/hNHNZMubilSfwOnb8dtj71aJucr25bFOLcOYYo61xWHWmpSIAaUl9K8ptoDob69tvPArlNSvixEL/vp+ZP12x9VpKF5I/5gzp0WNal+1HiijNNxYFOhRcnhUtJXl/C5/dtVYn38bwcWtONVTEK0IX8jCAhP7tf37L6S3Fdd4rTP+7txefi/wCxybZVgrXKKAB+MZBl0XbPyZUZTrvFlPLfz/Otef8Az2hSHHeLt+PKad/uf+g7RFuOtf39gq3GxeBLSXHkbWDDuw9Gl/pNrCmCVKlNxYDK31r8CEbLXqta72OBIzthCzI+FwndiXBG7mvY3nttRWVsQkK65Sk9CfoPU/u9SNjPdxubiymm6pi13P8AMmK0rp/3z/oNn5ToMB2K3Aisoi5EZWkNI6UpH0HfbxXUP44qof6XTeR/PwIQDcPGA1KwvhzCUBuBS4ng8UhXicV6nz0I/wCG3xXZzs//AL2jP4vL87272Omv+VrTcVUqsxf0vg/WTdXT+7YPlQoHFc5qWvP/AOZ28PqdQ+qc2Wck+zErN2ZVzGHfiO8ZC17VT6pUX4rsTiI/JW1rKpUDhfClr/3f1f4/632gvU6U6191qCF/4/4/y2iniCEGag/Rqp8LirhP/wB1fT+OvYevr+WwVDi81iNxqqNc1yqlcCU105kHyP8AeuNfLz07EprrkBriRcUROA4tPS6i6VZu2ih2+l++m1HhOFPaaclcVD6EKVwlr8WTuL/tse489vS6TK0kyScCFkdTsXhyoDWRaMq0L0/PT8P4O0lzGtei/Ci5EZ15E5EZsvpbvoT3A0vbapM6U78L/fytdXT69N7j1Pl57WVMwRijEfwqXh6a+tCkrzr+Fw73sSVEEpPYKAIJ1vsTS02WtgZgcwZqE92jVnkKz91lZ/0TqClSlW9Prf8AYRsX0ilu1mBxYEvkpS+tqR/sVg6a/wDS3rpsTY8wvWcZYXpsrFtOYXVKCtLT8xpAS+pjL/baHMoE2zCx0vrc2WVfxu1QYDdGwu0+ta1/L1dQNrk2FvO2n0GtyPUaHpS1Xh25A55lRWxOfiE2MsafZKjN0uqZJVRWtSFOoslbyrW7eG506gNR3J0JUWG8BV6qT3K9Pp3NLYWl11h2y1JRfzB0Uk+Z7AX7EGxDh/Cc+vSnK9i3j8d/+rqXdSW1JuSnW9rDUg3JGtzoQxoypTTrHIM/HQ0pbXAXm7d7W+l7p7d9NTtr9R64+mGylM4lx+BLxuTK5BiByjCIuXPwmurq7fS1hYAWH+VruJSoHC4sWIxnfT15fCpQvYkeo7fQ3+pIQ1KlNO8J3OhfV8Lw9Xpba5gVJ13+1yf4PElXr63Ite9ht806n1SzU3G2wftIKYhnhqbFgVRifwVwn4rqfipQepJuM9r9SSO9tPI7RMV4RgO4tl8XOxzTqZTXLtZkqSrUrQrzF7kjuCbEAi21W3ClT/i+9siOpSu3T9R+Ol+3+uxe/KpcpqBKlVHlZqGuXkLR+ieSLAKt+sba2t697bX6VrqsdvUHjOQJOAfco6xh33XAbaaaXw30ZM3izJGve1jbvbuL22C6lMlYX4crolMP9Cort8jiT3BtYg+hBuDqPq0ls1T3C/S2q2xKY4q+EmUjqSk3tY2BuL2CiLkfs2Se8yLwnWKDiPmovHdTIjyot1JTY+IC4SbdjrcX1Hkfr3T9VorNENhHr54P/MlgF9Qjw/i/kHeK1UH5TC+qOiar47P/AIayBa48lCwULGwNwIO+HE0+LVIGKMEVxCFrjqamxV5FJeRYlbakk97nMCLkalPc7VMujz4rsSs0Z1FUYyqdWtKRm0sFoUi/b0te+h9NhbHu7fGWLXWKphykzZUVHzx5GV2Kv5UKBNxm7BQFzYC17jY+jZbxssAIldPTusyZ9Uzep70gT6NWaGiqUibHTx3Y7oTmTc5Vo7XUk63Oo7j1KwpkJrEdZfiu55UKK7lX8qlJOg18la+vcHYuplOdwvS22naTUUIWpXCW7HXnZdP9nntrrbQ63PYa2h4UotZpcqfVKNEWhC1qQ734Tlu/STcEXCgAddbC2mzNOkr0zYpGP2j1lYU8Rh4RlVSBheu0uA8h9iKrhfF6mnkejiSelRHqdTYjz2Fa65PlSm5TUSEhiU0nMxmzKzXOuW1wAO40/PU7Ge7D+lItWo1ZpK2+djqS7wk5uMjXKUkXKiL6pNza4PrtY4fwxhJ3Dlao1UodOmzWE8WFMaWGKozYA5CSLOtEDVtw31JSQRsbWXjTJuIMDYpfmQN0O76A1VH6zS6tFYmxUpdXTl+NSDqFC4AIGoBve4sbEi8V3ediiqby+FKrdUfpEKQtpKI7padbzIHxG12uop1IQo5SDbQkES1x8JY8wvHn0GkroONcKR0rddQo8lVmD0qQpSlER3jYgJICCo2uCpJSF4JYa+3k6VxuA/NzOoaWg5HLpOgudVhJVaxv0gkEWAU0fUe+xQgjHwf/ADCIAKxzC/epjOVAlMfe6iwt/OjnGs6GpmXKbkpOjqb3CSL2WbHSwYmBUuysGtu1Sn++6RiWKnivtMcKo0mooQrI83m6coKrKBOVaSdAQUkdb3TUHEcr3zVMZMe7pr6Oai5y1w1C+Uq7KQtNwCoEeI30ts/aazRqDRmKDFqDD6IqVJ67JVlH0HoBa/nb12YKKz7mMG9ipFRh5G9CBQXGsW4NRV0ITlfVFWFKU0fEcnaw76X01AJvtxTT4s+stwIrq0Z2M0XN1dgDw1H6i4B9bfm0pWPqNFaciwJbC38vQnOPwt3Pe3b8dk3VKq61jKJWYEvI/F6nWtM2VWbS2l0kfjcW8wDszvRU8TIoO6G1AgxapFblSoiJTCJHwpCF5XYb4unXzykZknTz19Qht72FMEfaiXVPtZUcL4oipUukO5c0dx1JulN8viNgAkkZhmGuuzrFfpdGn1qVwVxWOOxKdWheZOVw2KzrcJHY2uPPzOwVvQqWEncW1LDk+hxa3TqclM9DTqBx2UrRchCu4TcKULmxsrsRcY2osQalM/IMcSv9LH7wc3Pb68JbxmqbSsUPQqRih9XJSIucpYkPjuWyoAtlQssNnUA2BNidnNj+DF5XlZTXRFRxU/N2/jt3O2ed3uFfZ9xli3kKW1KYrdBmKdgc1xOlSbfBJUevLlCklXUNCDYi+jMQUifijC8t2luoXwEKy9XW5l0LfbVWmYfXyJ23aNoTdLGoJ6iKxu1Kadptew5LfRFYzc7Kiu+FoWKcyQbqQTdJJBAudRqdu4U07Kw9iiBEXKRV2kSkKjtZX4cgaB6wGR1sg2UkgaZgCbAbVsfdNiN2VSfcOJlxYrGZLUpqR8d5I14JCrJXcA+IakkC/k649Mdo2A35TVDfz0FP6fhHK2k2Cg9lFwLpuFHKLm172ur20tYmKPXuadW8V4In1RhqqYT5WbNSlqfHgJK485KU3Ehgp62n206gaBSbouohsg9xdDaxlu5bwlAqDEpa8jtLlOrzJU+g5o5CtTrom47hRuPTFy8Z4ypeI/ekWXkXUcioqkXyQ303CG8w7JULAK1IJIsQLbO/dTjj3y03/ODSZTEWruqlR0NKCVRZSL5ylCL6LV1DLYhRJtqbZ/d22GsiKvWynEC8JVqgwMR1rcjvBzwsI702k1Ggz0Ize564w5mDavIXeBbUlVgDkT2UQG1hHcNi2jVSm0Z2Xx4vFU0xKU0tDTilAK4K7j4ayUnLc2JPcXAFBvswtS3Ytdd905JtHqkerRV5M/6chKyBoFILhCldv0irAkAbPzdDvIwxAwbEiycQvPMzVoafok90CRDdsD90dsFPJSeoAkqAsQRaw0TUt1YDxlPEYac6RumpgxPE/nAZfZhcL7u/FdLWZYsPiWANgBYkag2JJSb7IjezhrDmHN41Ww5Fl81Tula3eEhSfAlaQB4SAFJNxbUG1vLcz1coWIorEB4svvrWGlJWj9Im3iGnmNQBYg3BtYjbNvtHbt8CUaj/AGso0qKxWoUxp2fGadypmMOLCOMlNyARcBQtYWVoLXOV1PRpbSDVjxIOZ1qeORErIYwHyvCgYn+OtrOiO/1Jcte6ddbFJ8wSAdb31N9xVExvJxRPoNMe970tuhrhpp01PFYkQApSksrBIvlUpSUEG6bkAgHa1r/su7uapgn+dCly0SlsQOalMSPhdPiDvTZN0jWywe3iAIG3D2S95EDDu8GXhKsy2MjDWWBKSrMl6G5lLV7Xy2VdOUkkdPcEHZimgKRYOM+8Qla85ErWKE7g2jIgYS47EXFCPc0yLlUl1tXELK2VpNiopUSm+pIzAk6nZwO0p3BvEwvKlolIYaTwnUf2jRvlVb5SbEEeRB7ix2h1fEcCfv3gU+hcCqUtFZarOXJm5VZZHFINrpBWoKKb24iEkC4O3z7QMs0veU/Ag51mVTWJCWmk9Wa7gISBrqU3tfudtPRsFZyT+0BbWRl/3iFxPuYo28HfdTXftM+tcrhJjxXbLYcaedCV9khSXG1a2JIUANEm52/va5wvvBwHVMPbv6XUGV05xECK7UXXSlCYHGKfjAAqyApIIPcZhmtrsabtq7RsUbwcJ1mBTn2H4spSJi/1X0C3Eta4KurNfQFJuLm+1h7S1UpW8Xeg5Sx8NdBpLTE1C0dFQZU8o9B75myc1gCNTfXLtVdjjeffIj1blUJMM93uCHR7i5DeEiLCzJYRFRnU1HfUi70RbC1jKysZVJSnKUkJUm3cON7CmN4Mpx2Libj8ktDrC3VLUtKLeBY7OJ8SSbAkWOpvtlPC9Fo0CK/KdqyJVEfSjmmpSMyemwQ6CLKCh2BBBsbAdtmZgHF87DtZ5CNjz3pKqEVS4DUp9UhipMgXDaFE3DiUm4FwVi9iTcbRp32JyYBL9/uaYqFapkBth2f43FdKUJzqToSTprlABNx5a7DOK6CZ/wB6pkpHKvZVIdatnjuk+MHspCr2KTpre42WEn2hqW1AoXIYYfemokJi1KKtZS7T2rJAfSvL1snNdLtrWSpKgkhQTKXSXcLyq61Pq0qE/NSp2O007l+EVqUFRrHKetZBRYfLcEabV1ViWVkEZhu5C+h4UqbOBJ1Cdra5tYjOuvxXUWaXHWTmbATfo8vMhXiBIOwkN2E+s0udKn4hfpFefzOuuoaCospPrkBCb6dWUjTuNhrFVR3jYjdpmKKNUIsLI1yrTrTpStT9xcrBGZAsPASSMytTpexwtgneNS8UN1nEe8d+qQpuZ1UVrpSy6sdSFJUDdGgyqSAdVA2B2z60vf7QAJwsWfGEtzONqXWZbVQLD0JaS7xYbAYSpRH6hJF7m9xcEC973Au8H7wKNhuvP4cxGH8PTf0SZjrWWO9l0GdKrFsm9xrlub3A2cUOuRWm0RpL1iehK/lV9b7LffJQcJ48oy6PXmpTc2Kr7rUIDoQ4kG3roUkd0m4uLix7b6V/p4Pv8zjYi8mH+JMJ4cx5QfddZZRNhOWdadQvqSqxs4hSfoSNNCCQbgkbY53+eznijCTT7uEoj8qnVT4SJUWylxXdcofRoVN3+ZHWCU2BsdnhucgVnBMVylQcTLqkFGbK1KsnKr8Bqk/UWve5BNjs40vwK9R+JPZTwHuhbbvyqva1x9exB9DtWp5IZX5nll9kcRxXZcXG73OxVwktcKR/Y+akBZsrIP1VXF+1hpt90DGdL3aO8/RsTLiv5lZUSlh9OYG4GZQJWn5bLOYeS7AAbf377iHcUUZ+s4S4EXEsKOrkH1+CVYfoJA8KkkaBRGhtc2uNvOXfRuz3gu4obpc/ByIUp+OlcpqAwvI46CAVZLnILWskEgi9jcEAtmowOBJ7hWa33Z4n9ovf5ghyv0yXToLbDqo61w1tqXoSc/DJJII7XAzdx5ja9wxgjG7XHpeN95srneL0KTTUqQpFrFtxlw9SSdfI9+oiwCb9nSlY83N0Fh2guzYr8prPIXm4rGtwcyPFlGVNrAkakAnQsmtb+98kCUxVMR0nD1U93SMmdUfgPsqUOltagrIttwZihYASsWsQsKQLKpdOZHiw4llXYE+g8SBS5aJXATwlKi3yKSQTdAV1JIA1STcAjU21E8e7wZ9GrNFwviPD3vGLWoqkutIsh15WS6FtBSS2td+6SRoLjuQHlh3erum3jYYkYjo0T3dW6e0nnIGTO8lKrXCQj9IkE2BsCCSCASRsMYZ3jOtUaJ9vMHfeqjnXDdRHWpKVIWpJWhaRmSk9ikapNxcggbZFg7dmc+pyptO4zOavZo9pbFuI25VBaXFoiJHFiz86oshtKgCCphVlJtqkpClAajMQQdntu39ih2i1SrT8b4xnOIxDF4DsdGSzK+HlUEntqrrB1sbC4AtszoO9uU1QZdZlU6qQosJWRaEfFSpNwAtJ1UCfQ9iRewJIMqJiqLieKxGkynGeaWUJRKaCVXtdOoIBv20sb2Fu96t1Tc+xeYQ3wZ3U7jcJbjWnItGxW/NW4lKf6UaZU6pI0ylxCQopI0sSQDqLEm7KhvU96K/U8MU+LzqOlbWUNZr2JCiLdx2UQe3Y2I2X9frzUXj0yVSetl3hKfadzJSrTytcHyB0uO4voI2CsRVOBK4sWoc7CbzNOpkI+O2m9x1DVQHY3187gixZq1Ab3FTqfLBjCW/VIrn3GAGy8hSl0yVZKXFefDcTdN/VOoPfTW8+mV2LKjLdaD/wel1hSPis/kPEn0Iv/nblNr0HlWDUOGyhaxxM6tEp8lBWmnnm8tdl7jHenhzdhjyJS8SOyoSKvF4sOY60VxZSAoBTZcTfI6kkEAixCkm9yQDk4+2H3bvtjajS2pTQdaOdtfhV+ttTc/RotTXS5RhNypTqltdkKeX6f4/w7jX1G2EPaZ34b0N1+8um1TdVjJyVhHFbqJlO4SkPxW5qOp6Lm8lEJC+ESCUuq0sNg/G297eDvG3oU2vT8HPxVv8AJO8BieFsZmkDiLRaykaZyAdR2J0IBq6mcZ+IdKmaboxZ7PmGa7XUYyw7UJuH682pS0yIqgppWZOVaVtqBCkLTopPYmxIJGyLxb7HMV3GTder1bflUinLU7FhtNZIqc1yAlNzkVmsm17AGwHazZw/7QmHG3V8/iGEunMfCdW+6UvxVEXCHgbjQ3AVfVJuQSNAvHHt4bn8Gz/c0qoe90IWlL649nUKaJsddQogamwsbWv3OxjU5HAki1kO1p51+0fvLnu1SrYcoNcc9yRZC4rSUdKXEo6ND+oDmy66jU3JJ2zWyniu8Xx/r59te+3jiHdWziKJE3a7uYUaFXqaqeipMcIw3NQGXYTrdld+Ml5hYBQttIygLzHIsQOutcJrxr+TbYp5UDEXfG7xl/Q3YDspvmoi1sIzK6en6621t9P4Ljodd3jSqDEawu6ilofdS1DdaWEL79k9JA10KdL3Bue2ycTFdixfhePJ0fnoPyv57apjUjBEDBFJi0unvyudhNPqlZ8ymZQGgIFwCb6gWuNCAdTXWeKBYXTV5PlFZRYW8afXvdeKGajNztLVyTTTmd5YJKu2t7XOgJv5WuNmrgegQKzRuLiOn81FYWlP32KqPMZUB+jWLA3AOpyi4sbm4tDmUiqcVustOyluZUOtLzFTrfy9Kr9RBAAJ17g3sSb3fDi+fA3fMRXc8pcqKjhVJfjVqOlZAvcZswSTpa3bU5L9y39Ov3+YbUsdhRIDYtlUHmnHZ9RRFp0XNwoefp79zbvYdh2H7dg9ze5g2gu8KjU5yatfSlpprNmUDpl0vr5217WB2VuKKw667wnZa1/4l/u2kYFnSnazAgUGksc1KfQ0p1fzJuMx9dBc2uASLa9tgWdGbGbHJ/b0JhfR8ZYzb2G2J+Ld1WF58ppFO99ypUx/mF9bKGcraWz9AVKNh5jytozt1q4FGd4WHKiw/TkL48+RrmcWLkZh4VEHW/kL9yb7IWVGxbvBi03Djv3XD1IlPuuykP8ACdcS8hCVtJSDlyZmb5rWsTYG5KXHhKnUHdzg33DRmWOaqjq+FHUvrkdFza+pJCde5Oum1KtGtR3p7lO1/slbij2g3cR4jkNSqSv3cw6ppp1q+dtIsCVIUAfU6G9rWB7bWGEJzuLZXv6BUUcBC+E1+slQtmBA8z3F9fofOnxlRGp7UDhUPkpsphS35iLLSmwtlJuFEWvr5EDTZZy4eI9309uVRqs38fNndaV0PJB8C2yfqLHuDqCDstbqtRpm/U5Euf8ApgM8zTFaxHFgReV97LyTl5XWmkZlsr81DyOl9DofUbV1KaoztZYiwK2uauV48zWVHa/e1gPLXUXv+GdqdiuvcV91p1cp99GZCJCsym1pBOnmtJtr5gC+ttG5umn8g1ErMp5iVkQl3OwoKTkvooW7WJ18iLEWsRtVdQLvNISsI/kI16U3Qay641KicDgeJbtlKTr2uPQ9vrsH4ynu0vC8+Vhx7J7xkcuh1S+pmOVFKlC97+Wp9R67Uz9Nr2I941Saoz0pil1SUnraulrgcIFVwrwqJKk37jUjy2g41ke6+blby6tFolIpzq49NitLHFcYKBob6G6hpYE9tSLWYZ8JvHuVs8ZAwrQqDRqzyDsv3pCqKUofTK68q0kEFIJ/ZoLai1jsq9++6+fK97QML1Fj3J/WkIUnKptaRdSfyBCr3IIAF7jUaxDv3iwHXIuF4mRvMrI7I8X/AJN/8zb6a7TsG1TG+8Hhxf8Ab5vFKyqeaICbhJvpY6eo0Nr3OTo3cX5PzEim6G3sVYulYI3aVJp2W/8AHnrdVF+VOluIg65ewJHY39dRf7wd69UlOt81UeOha+EhHhV9R66bSaXhyg0FqBhyjf1pjLzSlI6UpGpQbafh9NSdbm5Ru/oNZlP16l0+LNQhKFqdS627w83QTprlzW79ri9xbb04dfiCCbmg1hvD09p1isz+Ohha8/xUdWU99Trf08rA/k0lVx3i81A61sIT1u/NYAaaG1vLz2oJ8aqOte5nZa0PsL6EeJCkeoUCQQdpylfZKBEddZYfXK6eXXfOlX906X10P/LbvFY4niIPYqxFK4TlUqlR4GRXWj8PL8LbKyp13FuI+JhyjUlHH4qZDS+L8lwqxFtLjtrp38gCfYk3Y4yxk65VKyyxFpaEqdzq+VQ8PSLX/b5dvQ93I7qnaXRnKzP4CJspebpRmzNeVj6/8vx2V5ufb8SO5Ew3St40+exhKfh5CF9LsdjnSlHmoLT/AHT1kK8ilVwD3PcN0TeNS59TnysJ05a6dHQt9SpWXiKFspuE6qy2Bv3N7WtbZk7zKb9nKW3vBpbKOaw0rmMykdLzB6XmyfQpOYeQKR5X2iPbxaNVGmMOQOvmmEyp76V+FBAIbz2IzEHS9icxt22eror06b2nZZoB4qxvjylwIDU/AdLlMZ1/CYldSkKOYXBsNBpe9wPIE7ZsxJV5VU3l1qqVnBE2iwciJDrDTGVLKrhQkIFrKScxJtpYq9CBofFOLYuDcZP4Sn/03CmtJmUt91OVfC1zs38OdsjuDci1wCCB2qqaXiOA47Ap8pC0ZkZl9SFNFNzb9pv6699sDXdT5IABhEuwNsDqHTsEY3ozjUCo06VK4GZLS3eE6pY1NlWuLjsDfXvbvsrH8Euz6o/hzlFof6kL4rR8ItfsLfs+vbS02h7s6zS6zL4tJfm0thKlKdiqOZKASM1hZQte5IFgdT226YMxliil1l/la2jJCzcuqagupy3ItmvmH0IuBe/ptk92pyD6MLVd5Qf3X7pouI+barLr6FwZq4uRHhUpB1F7Agd7EXuPIbMB+gRcONOUajZGM7ql8LTwpt139CdO+mm1CvevWcB4jn4oqmHn6dTsUISvMlP3dUxF08RCiADmTlunysLaamSzhjEe+SVElUvENOio4SsruqFJzm6gQDcfQ6gi3fbQq07N5R4qR5Qto/tIYcw405z9J4E5uOiPwmrZVZBb109Ldh+7bPe8zHruPK9704KGMiEtNdsyU3Jv9DdX10A12ZtX9mufAivuyqshcpiU01katleSrS6SDqb9je3l532M5Ps9bqsJYDfxHi15edh3x8wpKeo2OgOtu4NjoNRrs327FnVl94xMqYYkuz8RtxXXcmdfRn8KrA2H59vqTbz2HpE3n56/nRm6M3y+m0TE6/deI34tGqHHYQ7njvtK8SfI301ta/bXbjEkcJpx139OvMvNtzLxNG4+HHuW63+E05/5H+e1Y9VGmtuaBPqjrcWlxH33lr6GmkFald+wAJ/dtKY3dYolNOT5VOXFYR88jozfhe1/y2GlePuiNdXO5pS827PlcX+/s28F1usxcBz2uN91iupW1mSFZVG1wL6d/L1J7bK2NR5XNNtNM/2qWuj6m22qd227Ofjyfh7dfS2lsIitJn1d1hIW621YHPluMyk6k21tmJBtfZvwVd59DmGJjL9lr2Yp+I/+3mN6sultwskiK1nClpXoUu9VxYHsPUHXy2PN6e82l4N3gxKpXuV52K1yEiVAWVNVBogcJamx2I7HvYm19Admbgfc37mqjFGxlW5tUiykcvF6yhDiUouL2tcWFyD3Ouux3vA3dYDgUHitYTpz62EKSjNFStWU+LyuQR3Hb8O+2ijU67S7k5BERLkN5zOW72JKrNBcrLURDfveU66v5lq1sEq/vAAaeWnfuWJ7O8PcjRpVdqmKIkWoPzZCmk86gOLi5b5hY+RvfN5dhbtsNYG3f4ycxGxS8GtMTYK+KuRFakZUttHVIUFkKC05QALE+fUNdrPEHs/xcR15yfVHn4WTMiYw1ZCnF9ifUHSxI/E7ZGns+ncq3qWL7I/qDjXc3ArLn830thErIrjsMKOVNv7pJCTbTTuNhH2id6TVL3aYhagcfmqi0lprhJPitplt5kX/AM/LZcYe3b4S3aO8WBx+aqK8i3XZBdVlJAJJ10G317T29yl0vAbeF4ERiU+xwskhGRSG1WIIV5p6exB1JAtY7V1Fq53D0JUPnkzKW6HDbTVLfrOKKsxFfWvmGoTvjbTrdF727D6fs12JMUYioNGoz8+LUUZEZuhKOpxWylaVVJXEdddWvqV4v1fT/l2ttzqdS5CB968COvr6v+e2E/XgW2KszGPnmEEDerAn8NpqI2++hPFaada8KSdCDfz7kH9m1xiLEbuMmmHZ7KELYSnwoCfpfS2vl5fhsu6BKalNc+1EyLX4sqer8/y2JaW196bdlNfA/V8Ob/lsjreq2N+mBgSrXk8CMbAVAi4jaiYIpbTHNVSQliKl2yOI6T0gKOg+tzbz2l4hwbJ3X4on4NxZSZrFQYaVHdW0vpUlxPSUrBsQUquPp5eWw1JxxKiymHYvAYfYWlaVNIy5VJ7H8fr667RMa7wK9vBqjlZxHVn5U1bSEuv8XKpzIAlJPbUJSBpa9u520V6zpVpAb2IXvoi8+57HPJ2iuU1p3y2lOL2+kbeuyVmn9xg3UsGRJ7Sx67IzejuhdaacnxWv/Mbaa2qsSQGp9Lfad/U2hrG2mVsrBEwJJjOwHeE7/wCRt0ZlO/x8u19vYj8hXnOF/Guwkw7/AOtfx/Hlt+Y/4qVk6nYP3nn7d1bYEPMNY3qlGd4XN/D/AMezG+1k+fS/0qJSPnadRmy/gR/z2z+t/a/oGK5UB1v+0Y+ZO2p/DP8AFVvTnFGoJKf+I3p9YV8TDHGWIt3MVr3DvBwzzVIrHR8JHz+qbC6HB3zDyF7i1wk8Q7ksL0Z1x3BuJ31xX0cxHRIRnWphWqVi3f0JBOoPpbZq4jegV6l/emeOwtaVIy+JKvXargTIDUBul82j7q6p2Lm6VMqNswB/VNtU9ibHuBt9m6frl1mGpfI/E0PqN3uZ1rGCp8DiNOsofYX4+ErNl+vqNl1Voc+gyuE60vJ/ZL123cnCeEsZUtyLVKTF4/jQ+10LSrv4hqfqO2yd3tbq3cOUH3pFl+9ITDqeYYmoKnWU/rJUBcj1B1A1vpY62pqfZvx/iRvzKL2Tt42EsB7y4mKMb1HlYUWO6hMhCM2ZamykAjyOuzmwd7Sm7Sg72t5ON59RfXCrykppa2msylIS2lIuL6ajbMTGHsLyneV+PFWvxJy9Govf9+lxtGrG7OVS2velGqHO0vpzpR4m1aafh+Ntka+ojG1pfv7ZrGfvTwQ17Kr+F2sTQl16ouqWuFn+L1vZz5WNh312y+Y3F2Jt325SfjJ1h2g4hivsL8a/9mrsUKF7hQ/fs7qP7Hded+FKxNFR/dybMoPqxz6lxYpmW5cJ1ralkpd23BH9iVp3+v4sX/8AImv+P/PaNVPY4wRRviz5c19j51fMn8hodkNb04VIXSWJExARtMi4ZrNU/qsRf+JfSn9+2qsU7kaNgie21QWoUqFKTmjur8Svob9jp+3zGwdX6fyDXCqlOXCX0rSrLmQq4uNRpt8z6h/E9ukuNCV4I+TB9yJGl4A4Ve5CqPLWh9GdCGvmV5i50/LudmXHo9LpdLb91xEIyZUryeJX4+f7dNqCvy5UCqQKpxW8nF4S1oupCr9ri/ST5KHnpcDYkjyeL+lz/q9f+X/A/wDHbA6l1DVa1A9rcH49CK3bjC7COInWovC43g/v+Ltfv++2mmzCouIWnf7bJ/czbI6O9yrvC/8AQfFtZ0yu8q7+lz/3NvMXaMP5LL6a/Zw00G4n3zF+L4/8WwDiuPFa+6ymVoWx1Ida6UuJPkpPbMNNfPvfuNrjCFYdntcXg8Pp/wBdf4GxFVcNwKzFcddZRn8KvlVr5j1+v021tFctWnNbqM/kxm1N/IiWiu0vmv6UZXKhL8aULyOtp01SoDuPQ3Bva477fmIcMUvitu4XxN8BeVSeP4kqtpe1stiSDoban8bipYGi/HitPLYlZkqaVnzNOIHcHzB+vYHy2DJlDqkB1xrhPxVoX0LX1JVppZQ9QLj17DXTaQnHIEUwyQOx9PqlGpb9LxbSc8WahTSHVIzIUo6aKAsD21B1NjfttV4QichAbadl80hzMtrJ1Zk3Pa1rqAsCO99LHzn4qxXP+zk/CVUdQ9Fm5Y7XF6kNvgACxuS2oeYNjb1Gmxru1pdGr2DYmF3aIiFNYRkzNeFSuwcSrXU2vqdRp6jb0+i0bW6YIJDnxlThqX7hqjGI6NLfRKiqSppa+lOlwpJSdCk37EW7g7MdW+mluz25XBYpGRpSMyFDJmNs6Df+zPkk3t3HmdqvGMjd9RsJT4E/gUvFFOa46Y/9lO6LcRCj3B0zJvdKrXuCNs0CqVTFtZYnyojC6Qw78Vp1AyOIBsQQdO2n0t5222dH02/QkPYwCwGBjJjBxNvTr2MsecJ3EL7FBWrkn34qPuritbIWodIvpZVhrlsbkg6TptF3cu4DiQGmqdK6UpTKTkUplfr9O2oIFze/qM1ScRUvC+KJe76VEZfiyoqVx0KSEIeYWLBOnmAbEX1sPQWBcPvz6XjdyltVaaxTpTuVp1p9SVJv4c2tlW0B0/cSNtRdUWYgrj8fvCpYvoTUD1F+yVUlxWojEqnTUZHYS/wPWlRPcHtpcZtD3O1bhPCNLdrPIcFfAWtTrXLr/Q6jUKGqSNAFDuQBt3h4Sr1eoKJ9UxCh+VFzNKz2RmSD0rNu/e3bXt5Daz3WuxXcRvwHZeSUw0pDXyoUvzbWdb3FiANR3088mu6xtcEPqDJVRBjH9Kn4XqnF4q6jCXm62mgmQz+IAAWPO41FtQdutNfiz+HPi5H31tJ+KhXS9f5zrY3te4A100ubWLhrNUr0v3zEYyMSFJUhN0tOZbjS5v2tc317X0tt91TBkqK77+wbE5pHjlQvClXqtP6rg+vSod7EAjK11NGovc4+ZyGfqn3f+6tf40Iv/l5ehH4bTLtNNNz5VOWvIjrayFalJ9ba6gd7dxt94UjNYodbd5tedC1Idjuo4S0q7WULXHra3a347TN47DVG5CK08/FXK+EmU0jOhKjoM19Fd7dhcW1uAR3Tuk0s26sZMnyg49jjC9Ud9zOszYr7ebIpKFJUq1ri/YHtYEEeVvWfPw3QapQWOaxZKRwHU/CmIC0qVqAtJFkpVqQRaxB8yCdheVhafzUSsyqiiahGZLqEILUhvU3IKelYF7pNgU63uFECdUJfv6LLwbhdl9+qSoq3WoDqxneWkZrJ11J7gA2PkfM+rHTxQn63EofIcSyVhSLRuHKoMtio+LPldyr7aWNrDz01+naw/cN1+VgjFDE/3jysqbmY5WV0tTEmw4KwbJUlXa/la4IIBCGwXiiqVRp+jNM5KjCWtPAfSWH23UdJaUDYpXmuCCLggi3YB0YZr9UixWKXjKhsVuiVGOh1TE1I4rKjqChWuVwXuFAkEaaeRqdZ/p1nbK+P5EtVuVsSkxtireDS69LxlubZ9/Yaqil06vYclMKlcutXVwZDKSFqAAUpqQg6hNjqFAqt2Vi2qUZ91rD0pC5Sl9KWsi8wJUQgEErWgW/vGx8yLMPE1Xlbvqy3iPAfx0LXlhur6kPMJ61w5Kbj4qbBSSbhQAINwQOeIt7dUlUafWaNyrFErbqHZFJmtfChz7/pY6gBwnfoTZSTcE6pT6BNWGxZXHUcQf3PxsR0GfLarNb97xX2FZe6ZDaRe9lL1JF9UKAPqRqSOTq1KlSnHZTvHyLW1nyFC3EAnLcAD80k+fYWA2IMJV92qY8blOs5Fvx8jvSE+Vws2AuSNM2t7Wv5bX8vBtGrLTjTtRYQvjqRnaUErbXfvrp21ym176EXvsW4vqhzxAWlop6lXGsJOx8R0Zp+E/wlMOyIrvSpB6SCmxSRbve49ADqbOk1biu0mU69x4r6ldDqvCoDMBm7pUfElWt8qraja7n7mqpXqXPgQJbHNZcqVIXmYet2BBJKCR+w6G41NhgXc9KwlS/v8tb61qQpLS7ZU2uSDpqDexudABa2pK1ejTfloNf3gBAx/S6zKnxfez778WQrNxWsq3kXClXTokKTmy66qSm4JGuzSwVVaDjLj8hVlsLhJyrQh35SNbW7LA1ANgR2O3d7BVGddlwMOYT5qo5OLwo8cqU2ruNQOm5FxcgH8thCFR8W0GfIdrOAn4T/AAsjq1RVJfyGyb6aWsAdRplB7G5Lqaq60yw4hyoK7yIVe9orU9iK7LW+vmOFnzFStT0lQ8jb9uo+m0XE+K6XhzeNSYtZlvsQpqFRV8JebKokhKr6qABvrfTTy24UKh1ni+9Pd2SLxUqSr+8O3p3J/M67ScV4Q/nBrLDUWJnlMZVtdXzJvdGmoJBuNLXFrgkXX0oV68oJNX6o8Y6VYDnz6XzUCWxVGFxVxZDTrWR1UVYNtRfQGyhobdxfUEcqG5veNRp/2jrNEfW+uEmEt9pAkIypsU5wjqUkjsoAkDWx1BHsGb2a9heU34+PTlcB2PmzJcR6WVr9CfIgeffYeHseYN3oYNclYXq2SrwoSpEqlykcKQ2lIuro+ZIPZQJF9DbyPb02vUKDkgiMZZRtmOMGUBqfi33pFiclVGGltcXRSulegXcZ1JFzbvYHQ2tc8qqnYtLcditcrNzp51pKylLiVaFSCCNQpN7HW2v0PGl1ejYjxlVsOYtpNRp1ei5Zkd1SFtKeYW0kpdR2OQjOUuoJBKVpJNiAwqDhPEcCLPqjuSqQpUXhKaldL7igCUuMrNkFQ80m1/Ud9hittIhRycTvNeYkWd49LalT6DWcPe8adKUlU+BIaCsy1HWQhXkoWSVA2zXJFyQQ6sLViLS8JVL7EVHjrRFUpqLPdCuClSFHhlTgVmaI6bLBQQCPlJGSYJxRVN41W9/PRUU7n1IYdXdpTbXYIe1JFiNbgC9/I321jub3CYjnypdUrMt9hh+LkgOw5qH4spBvmaWU3sbklN9AexB7xp3OfDmL96zOPcQkzDu7mvOuUHEeHpWEMQrdUxI5dDi4SnT1hXDJzM+RGUlN7EEgglsez/g+VXp7mHN5dOizadQYSmufirGaQkkBmSlSbKzptdVglbarE3JBNdvBwzgjCWMmMOYtp9RYYfj/AHWZlKXWUg2CeoWUgE9NgcvhtawFXXMM7wd2kqBvB3VVZdepzHxeK0vPxkEkORZCR5EXKFDsR5WIJrEf72Xj5nZOckRuYGpUDFFexZhLEbK5T9LpaqW7NX4ZUMugx3ymwKcxDgzABIW2siwUEgHplbn4DrPISsj9Lq7SGpsV1rjtKdT4VZbA5gRooWN7HuNijdtvIw5ihqBi3DnHYqiIC2lwnUf1yGTmeaQbXUtBuooNlXBBF7E1WPKBRmoEuBRqsuoo5VM2K66rMttryBJ1sCQlJVqR+GzYQNThJDc8zlSt6sql43iUH7WQoS5S08lMWtS47l9QgmxcaIIsbi6SexBAPT2oortLxbAr1Zw8thdbhIyVGA/mYedBssqR4Aq3BJI1OpuQQBx3E7ha7vKpUuoY9wFS2FsZlUmucwWpEho3slaEpIWBZJCyQR2IUACT+DBwtiOLBwdvjpzzkXCNWdYiuv34UeUtpTaeIpJsEKQtRsCCDYggdsxaWpQow4OYZcbcH5iy3Mb1WsORZeF69Vn+Vy5mMyQnl79Ksot1pKlC6ewBOg1BE2t2WDaXvfiUvdzUH4tRqkjlZ8V9BSqCtwlCSoBISGVZsyXEJuQAFJBFlTadR8EO4txDRpTs1inZ5EWmrfQFK4WfQm4BBIByq0JGW+uhHfi0GVQos+tsVGLTn2naNW4+fn6SniZ0NPtm6yyVpKVNErykEoUNAsVOpb/t49Q1Q/TmnNwdJlYT30VrDFdp/Ale6PiteJpt3ipUeGbBJQtNliwva3axAWm9uo4jn75K1yDS35tLShhrJ1dCNbm1zcFeUkC2l/WxM/jXGNUqlWx44OA/FgMMNSkJ+BMYRxPjJUPEpsrJCxZKgFJOoI2+N1DTuI98lSrNeZWtfKrW+vLmQpThA6zr0KubKFwOgi42e0oL8iAc7sD4zJmBMNUvEcqfXsJYhisV59Kak/A5fhSGX0gBbmS3VZVkqsLkKBIII2EpOF94MrG7jWKKf8CqLkTWGpDX9gTclkgEOIQpQ6bg5TYg6EyMdNu4cxuxi3C/HhVugrdaSp1GZXCFwi/fO0UKt3zDNYEdJNxiP2k5WMsJQJUV2nP1FiatXLqUWJkVYJ+GpJOV1otEpKgCCNTlIFyWnOQnsRlyqrFTMTQYEpjBEWXUaI++teVhqQM0deYXSypSQlTZKugWACdCEEAbNeJ7NECfhKI1S62iC/CyTaW+w0lTTLqbGymxbpJuClBAsVCwOmy/o1QoMqvMV7GWCJWJYU3M1K4V0SKa6oXS7kuOK0sWsQL2ykEWuW8Maz8JUaBKo1OflU5h9CHYrqhzDLROULUNc4HmoG5tc277FtG9R8RVnRvtEs8Jbu8R0Fptp3lUSmGlrptUi3zJzAceM+hXQ+wspTdBAIIBBCrEViq7WMd4IntYtZRS5uGnX2OE60UdJt4XDdQQAE2sCCMutgQJs/fZKwvVOaqlJfRQaojNFkNKCkqWmwW2pJNgoJstJB1GYX0NmC5CwbjfBr8V119hcphamp8VRafbSVW4icwJTZabKQQRcEFOpBAE+JC/vE7iLBmMosCJPpdblVR+LFRKyQldc5pITxhwVKBW6gahIJUQLpuRYslGOHfddFlSmYq0VFphKJ7XgcUvLkOvrcWBIIJIt5bY1xvvG307m+boOI3qXVGPejXAmpTysyGkOAJdyIzJeZdSlPU2SQTYgGw20rgDH1G+0dJi4cZ+5VeGmPVKDKdzoSlVjxWSdHFINydQVIUVEBQsRPZtsCZlvHdNGVSHGgYYlxZPEfXwluoTlzLz2uMtu9jbZSs0Ws16jS6zS6sjjsJUhbGuZKu4/boLemnoNiOXvRp8Wqe5mXeaYitJz8JWd2OojQH1FranUAgnQ3ATjrHVGwa6/Xp9W5Lj5XYsqPZKpTRIAC0G3xEqISU91Ag2vtpWahVWDt8jiU0A1n7OQK9K47FehPqTNYQgZcwuQ43YWcaIFilQsCbEDQ7NOlYxg1ndfXapEaXFepbT8opYdy5lso4hyBV7drFBFrmxFjtm3H/tNUH7LuT6D/50en5cqM2fKV30KAFKTqbXJA8xYk3d4VxRi3dLiWLKqDDErEMVbrDrS87XUhQssD5VZspIvluASRoU6Lu45dPUdprCrmaEwDvJgY8oMSVRpjPvExeKuPISUpeSLDMNTYHTUE2vqD32HsR4C/nGlN1l2ie7n0JUhpeULS8m+qVWPTqLpUdL69iDtnLBdZ/mWxHh6gu52KjFdRxY60lKFMEhK1t6gK0vdQNibA62O226TXaNVmW3aRPYfQtAWENrF0g69vI+o2fHlKkqxxMzYuwziPAcVx13DyEfCU+xIdd+Eq1+leUnIq/ewJsbgE6bZMxNvn300Heq21PwRFpDEJ/K7xVJWtKSb9KMpQ60pIBykEG1iEnUeqdRiuzmltNutZClSVtOtBxC/wAQf4/HbN2It025bHk+XFxR91rcJa4qFxZXCXHShauhKF3BSFE2SbgAgA2AAu7HHEG36XIinVvEwvWapAlSsPUukRZWWKuVS+hpmQbEIWns02oWUCQQDYEgWylGNaliPDlGgSqzzTFL51ao7+isqwClRRlNlXTc5b5SALEEC3WfuCpcXlPcOMadTpsVH6Xl28sppJ6SpN7khRJBJOUqsQQbFp1qj4Xqm6Fyg/0XKY4rSpUVrpaZkcRJUphNzkQvUZb2AWbDug47U5cu54/EILA8X2PZlewlFw3PpctmqUivLTFlVKnWyJV5haVWAJBuEm2uYixA2MGqHiN3G9FozsRHAfa48eR1cBxKACttdjcEDQpv/psEKw47AqjjsCnTX4VRSn4Ed0oQ4pOboW2egEhRSCCsKBFiDYbF+FZuCKNU6Twna9S4KFqQlUqe4tqDMIypQoOKJaB6khQ6CLA36gF6NN57scSjVKeZYYj4VMxtOo3CfYffyPpRxStDmYXJBJvYqB0NiPTzPejDhVTmorXAlIUni/r/AEuPmH46EXGvbYartWp9Tky3JNWz1RcrI7KzZVpvcJI7WSAAAkXA1IB12mxX8RtUtuVKeyVunNKdTI1UidHTYqOg75SCpOo1uNDpAP62B+ZnucvCGu4+gUuqP0us07+juBxXVNdSG0nRZy62T81u3cXva+Ud6+MMW4jgVbAdG91yqXhqUl2nLddWp1UN9s2MZZITwlJW2Qkm3RZJBQpII952+aBAxG3KgVabCq7+REfIgrQlSuwI1SpsqGqTcEaEHttXUkSp+HJeI2qfTkIRmdn02P0rgqUQTKiXSFKjFd1OMEktqJINjfb1emowm6aujT+cxesYipe8ul/9vGl0taIHK801ZLDy215mXn0JGT4ZBSFgWAcWFJAJvVRMG16qNU2s0ZnOviqh5+LkfjzEi/AKgSg2X+jUQSoBIClXA2uosHDk/FHFi1FiFKfWpEqA6rgLz6guNJVYkm98wJQoEEjsdruu4fpcCLLo1GrfNZMj7rTDRQvOk3SFI/XB0FiVAhOgIA2ZA2zVHjEFOhz4GI58+e7VItXzqa5pVsshoE/BkIKQkhCiogiyk3URe5BXu8Cg0bBDUSfKxDCm+8WlfCRZSkqFjpa4LdiLK0Bt2B021RvoptBxHuq9/VSWil1GqNIdYlK6kuSE6BSim5HEbCgdDZVyRqSME1+PRvfLcCe6+tjOrO607mUnyuPLT08+1x32dq9cRDUnc8q6rWvfMritPZEIzZEfKm+p/b5+u1zTojUBrn5X6vT+rr2P/D8doK8EyoH3+luomxcqVL4XjT+Ke4t9L+eum1cHazVKoxS6XTpUp9aktNR2mipbivIAAX8vy87DYq7kO4xb7oX4DddxbvLpNLldELmFLVnspKUgE3II7XypNgT27+evcNMQPv8AxWVwosLNmmpUhUV61+lQF+oWNiANBc3JN13uc3V0bC8BivYyd5XEWZKY6EKzpj3/ALNYAN79lKA6Qo9+5Zm+KofZLBETC9LiIRNirjyp/Ct+gLllquO6SsEZu4AF9Cdlrf1TmO1eIxB3EG+DCVGnt8XgLYfRnyLTkzIV52IHcgj66C477LLeTvQgVmjOUujOzUU591T7sV+y+GoEkFC75jfUajt6k32vPaYr+EpVLoUV2ksZ2Guaju5ci1IXbTTRQ8Kr21IB0vqnsBUmVXp/NT8kWl5evN1KUm1+lOl+xuSQLa+m3adq6vN4DUHtcZgkmBPxHPc4UR9z5siWirp/LbTO4D2cp7sWJvBn1tiK+wpS0U19jK7kKdHM1zlUB1BJAIv310juYu3X7uaM27Sqc5OWwpDXNPtFScyicuqgE62sAB2FgdnDh7ClZxH7PtW320arP8flX34cdhoqacYSP1RqpQtmHlaybG4O1NRYH9H3Muy0twJU03cdjKe7LiysQ80ub96ycXhNOJUsk5VpNlgm4sbkEC4BOpXRd3VZn1RylysQt0uVS0KRFXUk8VDbva6FJKbdrFIIzAC1rkbCm5vAeLZVB5rFtclUhji8w0/xShTiFC5B7AHTUgeZFx22PWsCxazKl0Z3nao5FWmVnddKVqY/2rZBGZAtqBe1we1yMZbmRzWG3Y/aHo3BOJXYcwxKwvFq3v6ue8edlLW7CdkF2PzRHS8xcFTaVgAqSCADYeRJrarRPf0Vx2LEbQx4H0KdKVp+lxexvawva/4C7CqUCBAlN0aVTmH4S2M0eQ0sJW2s9wCOlQBIuk9vIi99lniOC7i11ugxai/RJXF4UxppGZ9yHrlfjaHiWIyqTYlKrm3QSeFXffznfTG473gDXV/Zx1x12nPxadTmkK95Z86nEm2oy3J8rm9z1G2mrW3C1rBHF5/EdWY5LrQ0trqS8hzu4k+AkEXKSLKBUDYm+wNiD2Z8Gz2oEDBG9iajr4TrEprM08onORr0pVqSCAAdNNL7HDu66Lu+abpcVlhEVebhKatkeWDrbQAG/f1PrbbK6q69PYWUqTnggSlwSgjZHa/vJozWEp/2clxX6vFXysVbV8ryLWBHc3AAF7+fe4O2YavDw5jyqT5VZ52VKYXkf5rPlcvpdk6psLZSnQggmyr3BtSX/dcB/mmXMmZWdeiVN3Hp5EWuR59/PY3GF8JVnC7depdRiryNZ31tWT1A26xoUnTz0J767K2G/X1mtDj++IpYc+5nmRuawliOVyHKLhI8HHaV1J00V9R+y48xteNRGqNS4lLlU9cWr0RPKuz2miqPMR8shvulOcFOZGlilIINknabiPe1hLCUpyLFiLqj+XJwmurKr0zdrHvrr6A32jxK5i3eNFblYj+5UFCFLXFi3S75BJJIBykaaWGp0FhZzp+mXRV51L8zkPjgz9m4xdoNL5CBUERait1EhE1UdefKP0javJSbdQOuosQRsJUrE7sCqS69hKoTcnFSmUuKopjp4lg4cosLW1KQRY+QAAB68nDkqK5VJVPfXChNJyLdkZ1Oels1z6+ev02BcW7zsLymomF6XTlwosrKla2kBKU3v1k3Fr99NRp67WFm5jsMKEVuBNA4ardU+y77tep33qL1IlNdWZJA8Q8rd9Lj0+qyw/vErNe3que+WmH2IsfKxHTdXUSQFWt5WAF9O3mdR6l43rNGaosCsy38kp1ENGRfQpItlV6C9gCBp31tYAn3GUTC/v7ENUr0t/moWVaGk/qHNZd/8Qse1tPXZ1XZsCXaj4hXvLxbi2susYSo0R9b61pXKShB+G15HQa39ARYAmx1Oz83dR6z9nIEqvZEfCS0hKfmSOxOmh9baX2WmBcOUuqV5uqcJ/nVylOtSOaUpSWiQcmultLAD0GuzIrOJWqDxIvB46+r5gnL38u/1Oz9O5Tn4gbAF4EoN8O8nCVLoz+HJTTE3nV8rIipspSkq0NxcfU30tbve2y5wfu/agbvpeKKDW1o93VZENUKQgKUmOtdmzfxaJNtdLJURYjYoRh/AeN+PXmojC5SGFcw0rxKsSQtP1Sq9lDQ3sSRtGm1aBRqC/zVO+AiVHRKYR0qejk3Gne4WAQrQjqFwDoC+36g7X9Q9CqqZMqN8u6+VKwG/XubYfRS30rzcLM/TXSQEPWv1NK1QSLaqtrcEKik4mrzrXK0ao/DfWlbqvH1geHUdjrc6A6edrMOvsc1Xuagc7Cw1UVJSmA6tTqHlFFylSVHRNySE97a37bDv2U+y+KPtk7SeVwoiUiFKaT4ko7B0IJF2wshJsb6egN/OavSefjBlNzeMrKXCr0V3n4rUpHNRXXciM6FNqTftb5fS/cGxv51vs1YOo2PK9WpVUZ47CMyP1lJWo9/qQLkD5rEXBtZs4gxjRq9KgVTBFW+OhK8/RlWny8tFAi9xYW7ag6KbcoxXsGxa9WeFwOPPVHzNdOVRN0nKNUpNtLWAIsCDpsidM6nC+4apAlgJjvOE6XS8OfZeqUmK+igykTWnf08dTTiSBlB+U2ylJFgFEEAk7KTGGBaW1S3N6G6p5dEiodyVSltIOSmuk24qB35ZZ1FtUG4OlraKwcqfKi1KfPpzC5S4q3ai0hP6ZRuStHTY21un8wATrM3dUPDk+U/FlU6Kth+E7xU+FLiSAFINu6Tbz7G9rben0dTvUC/Bm02GXj1MxoxLXoDsT7W0l9cKK/HlLnxethSjqgKPl2vci1x3Nxc2x1DoO9rBr+HHZbnBqMB/IppYSpuUk52l317q0UDcEfidmJRMH4cawHP9w9cKryFOx0PpzK4Q8IJIuoGxsfS3bbP9WZn4Xr3FwvEWtHFUiRA18X/AIfpfQZf2ehdsXb4xQHa2RMxvbncR++fcLVJfXN6kJRk8X7dBsVVT2cZ9Go0Ss1mrRWIq/0qGFFSkpvbW4Ot+kgi4PqCDs5qvvPgRWvtb7p4/u5KUupy+gJ17G5ufr9Nqrd+us7/AGU41F48LDTDquYzL6lZrGydPrrb077ZvbvtfjgQ1moLDkRcbvKxRt32Mp8/BGGV1RbCFMRcyyrK6BqrU6AkgZu50PnsysL7p8Ze0Pjdt3FstuKhxCneTi2TlsSSjU9aj5iwuBcAa2b+McI4S3c0aJS6DTmIv3dSEOpSMylG97+vmfwPfa13eU+BKwRUqXA+PiGUjioW0s5kpSfElaeptxJ8wSCND5bD3u9vbHx7i7OcQRxzue3abr6C5KdpLDb8FGdha2h1JT3uRrmBsDcdjp6bEHsi4Z9zRZe9CqPZJU348XPZKm2gNEX76g3PcHMdTrssN6dWxliifRd3OKKgudUX5HCdf0S+poeSyNFqumwUdT2J7EaCmQcObvsGvtfARS2IrTUV/MUpz5glSf7igpQBSdR53BF9ApsTiVOVSOHFmIqDFgUyfFqyOBzTTsfL1cO5ykaeQCj+X1G17W6zAitMT5TSJTCFJdXmSFpUnz089NlBQ3JUrBDEXlOOvmMzDqkfKrXX6f6bG5E93C7EWfkW+wjrWj9X+P3bF0P6SFF9ROyws0qK9vRwl9rXGsG0SLS1rYUpE2PZjjLGuTKADfzCiAQSQNLk8odeaxbx/ej3x0K61oVlUpR8z+O0B2hUae6xVOChfA8GT5u4IP8Ar+H02gs4Vpc/EbHjYYyq4qUKKFZha1iPzv5/XbzK/V/VNZZjb6xONndIE54qnUvC9Bl8LO5KyLTFW7ZSuryub3te9vT9hztTqpvBdpdWgO/0pFfWrNzEVKlKza2Sry8+4BuL32Zu8GHK5qXK97LfpFOWrIuU6FKb8gL9wPK579u+yRqe8aBS+JFis8da05M7TuZPb6f5eXqNmtRrUqOxx79w72BfGRpG67FECA3VHafkYX/4qFK/MAkjZeYrwu7XmuVaeyLYdzuoX4svl/Hn67G64+I8WynKzAiVGlsIaRxUsLdW08od1BJPRcWukXFwbWvbbjQKW1Qay/PxG0+uE/8A+fCFZk30uDpmSDrc9jtlt07SrZ3K2/fEsNMjpuE0R7F+5DAdepcufjKnMTUMdEeK6rKjNY5ibW8iLEGwPrsm/aRYwlhzeXVqNgjiIhRXci2lKzKjr+dvz7HS9+1tTscYQxRWcG7ua1KitLiykO8KPkd/SJPgV9QCdLXBPrtnzEcifKnuSqpx1vvqUt1bt1LcUdSST5/j32T6k9LoK1HI+Zk3KavDEqHZbvF2s4Z4rTbX8fxfahmyuLta0lTrvDaa+fLthWVxIz25nyOFtyjVNpr9Lt9ymHXXdNozlGdO32Px2z0YHMukOBY7bQq25w6W+bfJtwjSOQa4Tu1Zi+rRvcznCe68u2brrxRUXhSvjMdb1X+arz7v97/I7AIe5V3+5sWYxm81WZf9x1XX+ewo+ni7fmfrOo+r1tln5JmBam6T4quLt3ycLamiTOF8LazTI4u2MyssSl9Qqvysr711sL+Xb9xhhPn4vvSg51o6lKQjqy+Z/Ej07/TahUdibCVaapbv3r9A/lz9/r2sbA69z/lpt7H+FevnQ3Ci/wCwn3+I9p7dx2mCmGqriOjSmOVd47D/AEJVqrp/110tsxHalAxRFfo1ZiI+OnItCkdP/XaTCwrQfj8rUOh93mkNOq/QrHdSP1b6XA0JF+5NyFWDPf0Vx1plC5SE50uteJSv8jt+idDqFuqE0MbYpMW7jPurcqjdb7HgWj5k+YI8/wDS+wrh1ujUF1yBi1mVF+TmPF0k9losbgD9xG2jMG1V1p33XWWvB8LrR1J/Hb9x3uji17JPgNI6/EpCerX8LX/M7LazpyW+ScGUNZ9iCO7fBlGwbVHMR4X+9QpWXi8JQy/RQt3Gvfva3fZy0PHUCVPba43XsIYQwhFwHS+Vi9CF+NCurqPn+ey3fRKpeKJbrrudhDqVNcK/w1WB/wCYIvbse+mPqNXX0esG2wcn1JHjNfsTWnWto1VhNT4rkX9dGy13f4296RW2nXvk6F+HN6G31/j0DJjStt3SamnXVB0OQYwCGiMxrurrPxHaW78+bLnyq9SbW1uO+yUxA5iOl8RqqRH30MfCdR4+He+hHcX769+423Q7AantbKDezgLhRXKpFZ+T/wAzrofUa3AN9fx28b/Ev8JUatDqah5Qb1/ImKMUQKXKpb8qjS0MSmPioaUvoc/ukdxfsDpY2/Db9olSnyosR12JyqFtJ6fEr6g2JGlu19O21/izDmHKo1LalfcpS0rQh1i3TcHqH19Qbg9j5kgOHXay1S+FKeQtEVS0rda+ax8Vz2JHcaWHme5+YPpWWk1t7BgiYYvxvhcX/d6f4/Hb+41Laa+K11/l4v8AMbUcSp/+l1o+fLdXoL2AOnr6bS34zs9r4X6mZOa/kL/xbbOWg/a0AYW4c3g8h8KK6tCEfIv9W/n+/X0/HZy4XxN70abdae8HQvr+nkfw/jvtj1UTEcCsxKzS6ihhcV3PIa1Uh5Fxb8LjQ3BuNdLXL1wnjajNT2PdfwESl/HhK6kx163y6lWUm5APYXAJG2wnRq7E37ufwIxp7fgxl46wzKgUv3pF62PEtbV1JSq+l9NB+Ol7emydrNXnwPhfIvN848/LW/5fX8tn9Ifd5D4r2dhafD4k6+mydx5gyVKgOT2mloQwtXwsvU4nyOnYDS2ulhs5V0IW+s5/ENd+0SO9WvUuVQX4s+nffX8vCXlyrzJ1Se1zY63Hf6XJ2vsC1Wl0vCTEql1FbGJYrSWpFNkZMzno4ye2W/dJII+oIJA990isynYFGw596mrdQ6074ltu5tUfUaagg3BAt22fu5fdS7ApbGKMWsse8eEni5EHxAa2FgQCfK302+idG6PXRWBacwRxjmI7eDuu3g43xbSXcUS+BTqjHWvqujl1kDoIHmoelxpp2ufx3DsrC8VvDkrrfi5Wv181gnLcgWV3GtyTrptsuqmlymolUqlE48KEv4vCazqSjzOXQqt3IHVYGwvYHL+8mPFdx5LagPZ6XnS607mK05CSQAo3uARp6DXQk7K/xVWKq07frMQ1p8QIH78YDTsDCeI2uhaE8g6tF0qzAXFtfVCiCQbeRF9irDO7+LP3fMY8aeRnpchbU9rNm6Lmzg9CNAdR5m+h2vt7ODItU3Dt4ogeOlzWmpnZWVQXcm3bQK0V3sSPrtN3HLadwlVqXKa+BNipQv5kqV/eFtL2tmv+IsSQlR99e/5EpS27iW+6+ZXsZOuYIaezrR94adz9akJIBv3Kradhpe+mzGZwPwsbv0GVUOBKXFS61IRZKlJJsCb3P90/lcagleVWo4SoNeoWLcERF0iawtCJ7TXQhNtMwIIOtiCkXB0NiOzHxIWqzvfw1PaqyEceKt1KtFJV5gFJ8SDa2liDlt2IO9r+l6d9Kb6QN/HMsPfMs8Pbt5TuI36XPlsLYYyrUtd/iJJvokHz9b2H7tjqLu7pbTsv7OVZHvFhr4tOWtGZSrA2tfvYZh6i+p1GywxzUIv2jbo32n911djOuL8yVJUCegC2a+XVIIJAPodhfAFOx5QXX6zPxjCm1Ra1ZEZsrSk90tkXCkgX0+YG5Gmgz9B0zT9s71GT7jCkSwq8Zp2sv1mjOrYlRZHClIRZK0qHdtYF7aag697jQm9viqZFdwkxz7KFvsLQpKkKC0uJOmYfTXXTTX6bIPe/I3oUvG/vmA0unSn2v6w0gqjyk37uJvldAsEkixBy2CCSSWU7Gten7vpfNS0U6vUj77C46c3DdSMy2XEdshykdtQoaXAOxOndKr0N7PXnn4PxLDyXEupmJ6XRmm+aa/rXQlC7J79sp7XPlb0/ZJiI/ov7RtURbfK/FalRUZH2Vdw7YHpWnxXTqBm9TflKqjWPIsR2fh6LCmxVqdWmEvM04kDRaBYZL3uQNCLGwINyqjGfVKM47RqtFQxkSlafHluPCog3bVYeYsfqCNvRNTVqE22DMWTKtEDvznO4jr0DeVhyXS5VReio96Ki9L9QYSpAEo5QEKcb8LlrEix0CSNpzm8aVhfdpzWI3lrY6lNSkLPFhrN+C05qClJt0kXHlexA2aVO3Q4clVRifKpMVa1vqlLayjOlatFONkGwWR3FuoX1F9TvEm4fdVjKg8rXqSx1oUhTsV1bClJ79xY6HXKQQD3F9dlz0qta9oHA9R0Wp7+ZmDBuO6DiOe3yDPvGKvK7MgOpK0qynUpIsQtN8wOhsCD5gPzDO5KjYjisSmqexKoNeaUwrmEhSVJtpqNDZVj5FJ02BsebtJWDaNEn7uYiPd1OdStqUhGV1lCT8uUZCoG9wSQRfTy2IcBY+qmDXYnuuWv3JW/vDTWQcKPK0zBNzlFx1Jy2HykWNxiaWptIxD8DPE6sZ8oMYl3d4j3c7wWIDtJirhIjr4TqepLyRoAR4kqsQDbTVJuRbZN1lp3FE+tNYXqKGFom/FQt3Ll9SLnUhRylI1F9NLE7D3y1qViil4exG1EYQ2/madU74W3xoLkkBTar5kqICgCtJtqBi/eVuwrNGo1aqk+JKpdUmylvxcrS0NPLK/K4Fr6AEEC5SbkWO3oK33LGCysOZLpFY3jbqpX9KRGKow+vl3ZDS/hZrCyVC2dDttRcFJsRcWFyDdvjGVvBxHPge8JUKK+vl4TqY5kcGQoEBt5OikpzADQG19AbC4NQ6BXp9GoVUxRVlxX+V911Kbx1OqcaAuypzN+kIsBqSpJuQoAkK1L7J26ultYt5+l1aLV4tEUqRNyqHHzqT8Na0kAKQVDMFJ8JQAQCRsWkb35kVorPNFUDD9G3QbqqK1iOJFXW2GE81KQgKU5IULqBUB1AaJSogaJ189s61+r17FFUn1RrIh+nPqywnbJakNWBSb2uFKSDpqL6XB12YvtJ7yXZVZbw5RonO8ktC1pQvLlVfqFybKuNSD6Wvrrmne5vSxvWazheqYYw85RH15Ys9qU1lYlJTZRZUAcocSbqQ4DdJChYg6o9UH1QNaH1/wCZN2W8BGczVaXXqNIlRWcmdKVrj5Mqm+wII76E66fXZXS8QwMET5deaefYlMJRnQhpxWZSTfOLA3WAoXy3ISbkWsTa4KxHxZ8trwc6rjtdOVWc90ggWsQDodCRfvptAhyMZO1nEs+l06K/S4TTDU34XFYUsn4YdGpYcABSHSCE6jUagekvQacF+McH+stpE2idn2ftbVG8eUZ6K/T6u0iU0+w6OE8o2JKctwD5EaC4J87D+oW9+fS8eP4Xi8ByVS4qZUKRl+KlBuCgEADOCbKsQSlQvfYp3Hy8EYywvUotLp79IcQ6t9Ed1goS27chxIykpIKgToTY5rgAi41i6A7KqjmN/ckV+bQclNqlSaT+mirOVjm0oshRGVbYd0UQEpJuBd2yzYAwhG8fcY9H3qRcZUumwKpSWGJuGkP8vMiqQ6jl3CVhs/O2pBSSEkFBBIBvcC9TG3tO4Nbw40yhEWrrUuEhSlqdShVxlSqxTxgQFJSQCpI0JIACPwUp11qe1QYnu6VzvQ+6n4EhJ0DalFQKVFAUM1jYlIuM1xrnBrDUrC9JdpeLIVUpy1IUhp1Bzx1i921p1KSLFIsbgi9h3AdQouUbjxId92BMasq9zSp7uKMMyuaQ+piY7FSVutv5lXWUFIJbXlzBQJN7ggG19Sexz70gSXHaDVos2iSmncsN91yO7nKgspbQUhPESnuki2Wxum9zeb0ZdGo0r39FiRV1R9aWlcLLnkXsEk6dRJ6QruTodbbVfs6UE4yxZiVrHeGapR6jTsjT8BfEiPR1ZyWX0qbWM9kgELSSUlQPZYJvpQm/CDEB3cvsAnxibfLS5VZxDhzeXEpFRp0WbKahr5dSZUVIcIS2+yoFSSABdSbHQKAIJIl7majhOqSqlhNnFlLhSpTqF0R1NlKcN1ZmHEmwWFCxCRY3CikgkgV2B/Ztdxlva3m0bHjr86iU6e1yFUduiovLfaDilheUpcRrlUDpmBsmxABji3d21QsUUJ3HlPoj0XMmnLrLrRQxUkAZY6ZSknNGkAXSHDdCzkAUDlQL3LelmT6hErMTi6PF3fb2nMOe42F0TEsrnYS4Uof0fUkLHGEdY0Uy83dWUgFCkW0VYFiPyYEWU5RsUROdRFlckqZkCFJStOdtDhTqnOheih0lSTqDY7Bk72U42F6nWaD/ADg1eLQeOZ9JlNZVyKO/oI7kiwzuNJulJUFJWChKsxBNmLSqtVMW7vmMb16h09dYpaUQKzPpKgrMpo2KloKQVNG5cbXqACToCQL6Zt7FfmUapsSrwfiCs4Xa+xuF8ZPxaXFU6xMafabkKbSoFTclhS7FIPZadUlWoCbm9NhbFcrDkrFH2tqLNU94rdanqVd1MxgA/EHSVBSdVJ0VlOZIBuDsyKzhz3K19rfdTC6XOipRM4XwuCr+xdSD0JaN8ptohSiNEKsjPVTVQd40qfAgYhfoj6HUT6NNWgo4cpPiacC7CyhdKgQUkXsRcKCHUi9PmfUX8kPMq8EPcWVLpdZpzFUivyEMZ2pTSVZFatusOKISbpIUkEi5ypI1sPjHu75rDmMqLFlVaKtD8d12G7IQtHONdIU24L5m3EHJZQBFtR4bbVe6XBPvSvVrBs+o+6EL4rq8zQUlTXcpT6AIJUDY6X0vfZ7Y2w/gOqYScpdGyV73JHVPhZJXMOx15erhOKUVkKSCSlRIB7G4Fo0ta30l6/cbS8IvEi7hea+zk9r7QoYWipLW0w6gKzJKUtELucrjTlylSQASsA3PRa43L1cxd91SgTzCp0paXYaICboamMFxSrN3UoBSUFKgg2zZVW1vccw9hJr7Oe4fd0pFRQ0mfHXnzIkIKwFR1JvcKChdtY0VmCSQSk7ClapkDGWI57rWIZUWbCix5kXKs8Vxpm+fgueIra0WErutSQoZioXJeno+nPmc/wDqcAWxNBe1Ju8n/Y5zG2CM7FRpeXitISFcZq9iLKBzixIKPmBsLkDZBYbw3uvx5hxiqUaksMYoW1zCIUVXwFSEgFxpLBGeM6BdSchKHRokEnInVW/ldeZ3J1Oj0uKzWK9OhIYix1u5OekJCVqQmxBzqShZSAQb2trt5jbrMaNVneDE9w1yr4ei07KqPIdY+LBkXKW2ZJBSpNnQsJVlSVALSbEFC39XSF/WUcxvt70xNA4dxv7rpct1qh5GISE8VqQx+hsSUusPAEBFze4JTqoFIJI2uaBUMW71a9ExHAdlYeXFSlDrTvS1IWNOM2LhSSe+UixBuD5BSY8x+7ijCVSntYTXS8XxZHRVsPIcTAnJJyOCQ3YoDZb1zISkpV3AuQA/AU7ehQaW+7S5dURFzI929akcNaAClLyCALf3gQCNMpJJKDPvHMRsp2jOZsqv7p6zjeA/ArMuFzWdMqO61mTHclJuELebHa4UUqcR5KuUKIN4bWNsRtYDosWjYYfqPKqXF4Dt3X2UoCmlsZ0KK0Otq6bEKScuUkptavg4yoOMsR0mlz8eTsIVR+KibS3U5WkSHxcOMh5V0E2uC04khxJJAJGzQFHqmF5VWlRWkSkVdHMP5rKdhykoCUvI0BdbIACkqOcAWCrAAG2hkga7C3BiFxpE3QbwfdLUr3oxx2ncqJXx2oc9sps3x1XIJCiQCcxSu4BAskxwXuzo2KJVF3jRahKp1XpCFwnUqaKUvIuQlxSSQQofKoEgpIBAsCaqt0rEcWLUqzWcPU6UxW1pffioaC2lKyZSfCCFi2pIIUDmFlXCq5jetP3fRYkDrq7GRp9fLtFSosckAlwjs2AQCo2A9dbBWtFezy+J1lm37Y/oa8B81Ln1RlFOxQtCuP8AAycwpIy5kkAJWCLehAIBGmyH3gzcL17eNQotZZr0FFYd5B2K/H4sVKjm4cltQ7BNjmSbGyri9iAV403hRazylLoLS1ofdaQufHsrlbgKSSQbpNuyiCPW42At/te3g7oMLsTt5dKbxFhGU6jk8S01hC1w5HdAkIUoDMDYtutqQokKTmBtc7tVaewecyyJY43Yk2u7lZ7WI3KM7TqdUaXUULiylqayyGUqSQlOXVLjahfq0vcDzuBWovfzcxYmEou91/BU2E0qL96ilUdSh0JzEqC2nU2KcxBSoHtrcFO4bfk7jeluSsUPMMcDJ7rq/NFKOKdEgrXYIQp210qACVG9kkEE8xq7ul9prC9Sn1DD8qkY1w0t+ApLrRad59tJSuEoi6V5rgJIuRcEXSCDbp+hp0gKVcf1OY+iMleH+YH7sHMb48n/AGN3q4hw9iFjIp+h4ggNJyuO6ENukatrKbpPbMNRm1GzMwpgJpqssVnCTTCH4r6GnV85kUlCjqCmwBTcFNja9wRfyzNRd2u8vdBPbrLr1UbXFfddhSGuGuOqOSSWnO4ASOySSLWy2AtsMM+0XiPBFexDyrLb6K2w7KjpiylutJdN1cNOpUgOKSAUkgBSUkAKBJPYdreMT7e1uOZ6oM8JvS+Ra/ilGb8LkD09baXN+52ylvlocVneg/Jw5L482bllIjtL+Ol8hVwjXqJsVCx+a3oDT+zJ7QMDehS4leqmIZT9UhfdapTZUopQqG+E8OY2lSrpyrIZcCTa+RZCc11PjeNTKXKoLkCDT4NRflRX36bzWq476E+IKAKigE2UkAkC9wRexXfKcQzeQ8osMA4bxRz/AL5rNJYYRNaXkdlRQ6uG6o6gtqIWlJ0USLqAsSCkk7XdQ3O0ul83VK9iZ+nSn2lIS/TlDk8py3aWkgqJuNFK1ykC9wNhtisby6NS6bxafNXNYzLdRRpXMMOJNiVt8VKr6k9C9CoEdIUTsPbxMaT6o6xS8UU6t0Govr4DUrgOMMOWF7OMKJABB01Va+lwLlEDdxiDztXxk1jF+77dzAfgVmrP059HxczshSkOXuVWzKse/YgG3YaG1Fibfvu0rOHHHaXjekL4/wAB1Ejp8WovfuDa9wCAQARqDsJbzN2NZ3g8ClwKd964SY6uaVlYcvYoUDexueyhY3sLAmxrcEeztQcEOwPtazKYq7DqpEeVkK4spAIzNpOvDeTbS9iewsbgQe4pwBFjXcDkyxpNZr32NrU+LhOLXqdNShDr6HfjxX0XS24hVyFNEGxAIKQq/UCQZWHsWY8o1BY+NVIUJa8kd2Q0cjLqSVAJKhZVsxAsblJAva92xV8HYjwu0xVMG4hp03D0paEvscrlkNpOjjagVZVgpJOYBJBSSDY22DK2ifz9SoOF8eQuS4SFSqDPsthxJuUgLI40dYJtmsoAFNgACk5OuosVNytgjkS5o43ZiQ3qbvJ9egULfS7VkRZUWb7rq0LKhUdt/Mcj6CQDwlp0KCLglI7gjZgsriz4FJapdXXTqijK6hbSc6Ow8/NJvoo3Fxa4J2+anHdi0tvmml8lNy8WKu3VkJFld0qUkgjNc2P47d2t1cX7OMT8EYspyH0NKU1S1SEx5UdegU2gLNinKBoCUKIFgCSdtHo3W31v6NnDr7Hwf3EZr1O4BJR7wMR485BzBvuOgzenjtKfi5mJGU3PDUVI4LpTeySQ2TYZkXFhjD9ad5r/ALR4eQh9GVp+bHdcSlxq9ipSVnQDuQCFABVr2A2mYLxTvL91113EdJlP1HDWePXqC7CLU+OgC4eSzbK80tINikA3zBJJSQKbDmOKDjLn59BxPN5XlU8KEul5kvX1yKCRm4gFrLTmPYkK0G3qSCJq1WFl5EVftO0OfQapEawvVl8k+t2R7rXmSxHkLtmkMjw2c6c19b9Vrkk5kn0DFEXiOuxGJq/Hkjulbqk+awmwKh2vYEg62trs+t8kGvVmgt4oi1xHNU53hZMjiFJQVWKFIJUc+tiTbNdIBHYJR+o4jlOsUuLys2U+6hpLXC6lLJypCTp1EkADQ30Gths/V9mYnYPOdMNVSA7+il/oelTS+lbavQ+mvr22aW7vCsrHlUfawlXITFRpbXOvpzt8420kj4qEaKWgG2Yi5SDci42VVUk4oadiNV7DK1zX8zUdD8dfNZtAppOgdCgflJPfUeQ0HuX9livV6LExli2nSsKZFJdjvxZ7jUxtJHe4Nm1FJIIBIINiDcja51HhtMooCNzDJNHlRa9ErNZxY/Xve6EcKVy+Vp5IIOh7E2FlJ1KhexJBtO3jbv8AFuLd6tWrNGafqNBg0ZiBV4DDqVPtx1INpLYvnCkq6jY90jQjUHlX5CfyGF932HmKh7kUw1PRHTlTkzJs5wxrcKSSLdSVqQb2IIo6xvb9170KtKo0tiiVeK0iHUo7S/0ykNgruhXS5ZSVhSSApJvcC9giLDNJUH3CZL3wU9rdzVKFS59QlVSFwlPxUT/joTqLKbzXBaJ6rEkoUCm3rcYO9qCg0tqJAn7t6XKQw6leeHdhXkL5dEXAv3Iv6Da49omjQPtRRXZ7rEqKuEuUxld4rWVRGe47oUF6EEWIsQTrYAYotBlfFaZYY/U4SwnL6dtR9Ox7a7H+hr1KDfM3WKHfmaLj+13hfmoGHP5lotRhVd1EVSJS2lNJST3JvcEJGbsPCbagHbSGCsVtVTn4uCKGukURDqechacDjlIK7gdIUWyAVdiLXHc7ZDwBuj/nGr0CfPZ5WFKQ1mS14nl6deUABOYgXAAFySCLgDRddYxbu0w5Vp+F2X32GMiJ7TSj1Zjl4qr2CU3OUkkAAXNgDti6+mr/ALdJ5EyyoLbEmiMfDC9L3ffbLDlEirlU5hLqGFqGVSO9r2IB8gr1PbXZV4xomEpWEm941Lxk/Tq3TkcVbEdGV+OlYtcIQStSQohKtSCCSSBciBFqfubC8DAeMqsh9eTj5o7vW4wolQCikgZgAtJUmwIsQBcnb5j0mjSsRuOu4YiopzCPur826HVXt3uoDMLaLBvdVwTqNo0tOxcn3NjT07U8pnrBWFN/uKK9PrP3pEKalaVc6n4SlDVLraNFAWGhvewAKSCNmvhyJFo1LYpeN6hBfxCwrhIdirHUpdgk5Fr0vZIUQQAUg2QRbZmv05qVA5VqrRW+VTxWv1HsuobcCCFkEaGxB+twBsu47rU/HlCn1mnsTaPhRaVRY6XQqe2gKJVGU8EgrbGSyCRojMCCbEAsv2WebAQBvXkZh9irDMrBsBt3FtPYQxNSl1DqkZ+JY3vmHcpJvmICwDr5kiM2HKitRHcUNLfpcpfFj9ZQrWwOtswVlJtcA38u5DI3048wRWZURqjOyqjCypdS0+0csVeg6FdxcG5SSQAkX8gFbU6zWazwKNFzypqGlLai8XMhOXU2GhURe/ckXNu4t5/Vf9bcQjZx/iZdrb29y43xQ6Dg2qMcWo54UqA1IaaWoKVISQAQnUXUDckXvYX10GylfiVRqjOT2pfuugyvG0hZS64nTTTTW1jrcAdhpYzlRaNK4H2oqy2KjFzLQ6q+VtJurhlKrpNybiwuSVaG5svqliCgz6y3FqlRfXToq/u7TV/vWotawJ10FgCSLdtn69OdOu7MBb7xJODN21Lrzr+I/d+RjOpppCE9eW3fW+tu1rm1r99jfd5DoNUiv0uVz0VjmOEp3lStTaSTrfQeFOotodCLEE2e7vEzTsVyVS8PP0tCF8VpDr/6RI0C0gahOgBGpB0NtiekQa9iPiVl2WunQs2ebFaYSvzN7KFuknq07AkEXO0HZcRvOZKHjEUe+nCtBozUSBg2tvykIdU06h2ye4FkEixGmoBAI73vbZaUyjUuvYogUuVSUc74E5FlC8oNzcpOVY9L6+nps+t6O7yLK5TEeG6jx8mZDspbpyKT2GdH4ADNY2tcaEjZc06v0trG9JdqmHoSKjS1pQ7Ii2aW9mtY3Hw1qIsQrXMDqbgHYNlYSzKcQy8ciHGLtz+F8Ue4nWpcqkViiZuF4FxZyLDNY9woHXLooAA2Nr7DEiDAgY8fao1QYizX4rSZrCF5kqW2spWLA9NwEkEggkk21Nr57HEWBFl0ujZ86JHNcvITmfZ8ySASFIINwod9RfuBW4Uwg7Wd4zGKHc62OTUuVnRmzKVlIuLa2TbW5Nyo6nbYr8gMQ+9l9x8YIXFo1BfqjudHKtJzu/qqPY+Rtf8ADuNk9X65VItUl1SfUeOjiqQ0jN05bAjT9UXsdTqfQjYlxhUJ7WCKtWYH6BEqOw01xcuZIcSVH1uLEW7afXYGwvhz7ZT3J9ZloisI+KtLq+lVje3lf8+5todLMMzuOIsbMNzCJ7eFS4FZbdwvUUZ2IGSfxU9OZXyEHQqsMxtYC6SPUz8LwKpVGmMUYylrWxCRka4ts7ibki/qPTtp32ocA7vItZrMisyuulsO/d+/xLH1Py+n0189nHFZwbVHWGqzVoqIsXrWxmy8RSNRc+afIp7m1tNoRPl4RX7nAgkmhz687Pn1l6o0vDUVCJ8eRy+R1KQbZwVEHKkgk2BNha5BI2+MR4AxHjfDj8qBUeOuU7/V5V8quiwcOW4CrA3uNCfyN5iDfPAxvVH8OUanZ4vLrgOpW0EpcYISfiJOgIsAPIBVrXFzMo0iqYXaYo1BqyOA/mSuLqpOVXVfqubDW1+xNgANNg3JuEYV0TxmfKDu2n7tK9UouI5a26ijK0t3ihTDiFWUhwaAA9hfTz79zfbr6JKrzUufWasiLKYq+dDT7WREhIVbJmFxc9xe1/K4IsW49wdPxHw4sV6VzSMzTqlq6VJucpBvcKF7diCD202OcG0X3DgOBhesxGFvwlqSxI8TqUEg8O51KQQCAexBOlzaNPo3Zt0p3fLM4YG3gz4uPK1hfocpy4X3frzdYQdR+IJv6i3pt8TqdXq9PgO4SalUisVSO+1xWnTyrym7ZjpfI4LpuB3vfsSdq6jYRagYj96QGc9RWlTTS1pzLVm8h5nTQAd/rsT4XgVT3pxaXL5WVCdXl7/DftcApv5gkAHQgEa2I20WXtjiP1ajcuBIODDKpeCGIE97riyEtIzr+W47eXcn+DsvnYHIY896T8nDRPSv+7lCtbm+tu57A7NWDT4tUozf3TjoWrNwldPV38uxB1/HYZxBh9qfhefPa/T+8Uf4spzpPl9Rc/u2CXMgAtFTvGw9hdqs4o9w/wBSqKlSnY/iaS+Cc5SPRRuqwvqo6+WxhuMwa1hLd8260y2hb7q3en+Nf39tgKHQ8Ryq9LgcZE1DCXZUrIgJWy1cAFQvmWAT4gDYC5A77aTquH4uEvZ9ouKGuvjoQ1IWlWbh3Wq9xbQgC1vP12pv2KTIfmKCrcLGWMoGHJTr/W7y+RSsqk+ZbTcW73IB73sDbZwtUaLuvix8W0tmLKWw0pDr6UdEhjw9XoR2Nux09bpahUOBVKM5jefXOSlSpiosXoWnk3wVqYcUoGxaWEWUsEFClJBFiFbSN729PFErC7eF2paIs2vO8rIYyZVMyLhKjpawJGYqAINgdbX2yNEz/VZ/M77pS7v8G17HmN5+9qqUR9dBmyltU2Vl6Y7qCoggXuQFaeZy6n6tCTBlVSVPgVmnRVxZTrUpEV1eZDyUWF/xFgQoagkHy1MN1DzW7nBDG7mvRELQw0l1SPCnP3uFa2NrWV2+liRsEDCGLcOYyfntffaJUZClxXXbqSlpd7jQ2Q4D0qTbQpvcggnXet+574lrBuWF9exjRsEUaI77vmrR8rEdCMyf7vkD+IsCBew7D6w/vRaxG05/RK6cw2nrVKdHUnWxCRc3Ppr+Ww5vAkNchB4WT4kzhO/qqaSCT+CgbFJ7jUdiRsHPU7kIsuVPraM6MrtNaaaVnev2CSCQRe4I0I1HlsG+zs/ZFjVDim4kpdGr09qsvLp1O4udaX/hJbWrULAOozDXta9vU7AG8b2hovFYgYDpKOOw0ph2Uu6eNfsQm5ANu6u57kbTYe7LeDvk4dZr1Qi0uLFa5driryqyjt0Ai/ci58hpfvtLxBuAwlg2BHiyqihc19X6dbvhTYm6AD5H1v3sT2G3mF+oDnLcE/PxB7OfxEXLp2KMWuttT64+uVKWnitZFOpSm/cpHcDysL/idmiNxWF4FLpsWLSaiiVKQnjypCBnbd1uUkDKRpmF0jSwIuCdrnAe5zDlGqn2jpdQmzZvUlSlLKkqv6DsPpa1u3rs8CJ8+g8J2IhD7fhWjpy/X+LXG2iNOgGW5kEY9RP0vANewa65KpbyJqIrSVymF+F5AsTlvcg+dr+Vr+W1fi15rHkVt2gxF8qwrIqOtIzNqIOik/tsRodfMW2ajjEBppz3p8fOnIjKopzeR/H/AD2W1fgchXuawG0tFRYazyoDSs6nEd+x89NRpfQixF9sPW6Ne8LEzx8SUNjDEGqbhz3M7E5+kvzYXFzOxV9KmVC4C0Xve19UnQgaEHu1IG5OBvkittcpTkU5aOiUpGVTah62BKVfj57csMVGBiiVEqk/gI6VI6vA4oX8XmlY87EA2GnmZ2H5sqjSp7VLxYwxKW6tLsViaGOYQeyAb6OZe1++nY6jU02iTVY3yu0fzxF7yfY3xRheVP8AdcuLNisdfi69O49P+P0vtX0rcy1hfC/2tqjS334uR3kmurMlWhJNu6b5vMEJsO9xp2PV4rtGl0FqrPyskVTrXNL+K3bRbSidcw9Cbm/c7DlUxdQcLwG4DVOWta2krzOp6cth69wCbaad/PZjVdH0lPm/qLlFJ9TbeQbftht+7fhNtvRzZgfj+U5GgLea8aEK2zZVN69Ui8eBPiLfQvo6V9bavz0I/Yf8tnDvFxpAiyuQlS0IW+vI1n6Uq+l/K/ltnXe7hefwvtlhz+6mewm/UnQByw8x52FyPw2HqdMt1J3RW+xwOJQTWealOOxXuhfWjN0q/D8tqOoxnWtjOJgvG8CjMT6zTkPsPpSpC2FZlJSfM6DT8rj6a7C1Wd+K41/ubfm/+JelHp2tOPtY5ETKDZmUDnwvi7SoczaHIc2jqc4Tu2Js3CZ1qbuVhGh3abBQ667tTQZLWxphwxf7X59kbj2vKW0a77RLWDhxrEbTcWVLfhPsZVNOtO5c1vI+dvX1+uzc3Z01qltOReLx8n6ys2y1hyOVqjf6mzowqzS5XxYvwH8mVWXwq2+0/wDxz1/6uv6W4+Q9fuJ6K2sqog1DYaqm8aXS5VOfY4bSXUyMnwpCj3F/JQ9CNQfpqw5LbUBrhbftJoPK1lye715/Av8A47Q8dj4X3Xxo2+uuPmCbxGZT4qpTU+luOxXloX1eDZB1PDtZgSnJUXO8jqWv5ld+xH5+IeY7a6N+HVZTTvCd8G109h7hRef6Mni8G3k+u/w3X1nG9tuPxFXP4ilwyjEcCVxXWciEf3/+X8abOnA2Kmqy1yrrvx0dC0ZurZV4vrXKwH+Vd+J+rtRYCxa7Alc1Ka683Xk8X49h+Y+vn552kv0f8OOuk7mSZFDGa1YTwtq/EC4s6A/AdZz50K2qMOY0gVSK21xuvJtOkfFd4rW3uEsTU18ejHeJkjejueaqlUfda48XPmTmT8t/O3p67Z2YwZijCVUq1LqjyH0If4qU5OlxB8jr6WJ+t9Tfb05VhuLVGuFKZQ5/u7BGLNwWHKy7xZTXy5V5NvHdQ/hYW7mrPJg3q3L4zCVRn0tr4tGpK2H150SGGuprNbTKBqNfLX02v8GYSxljJpt2ltIixc6muPIVlQlQuADbUdtNO1jrs+athvCW6VpyK1T86F/KlBUty+gINic37dhOm4ax5VKy/WYsRGHmH8yJHSFqkI+R3JfKFWNiQQT59wdvIWfw0anAfy/IHEQcMsFn/Z8nxYDk+qYhYY6MqlJupMdels3qk62Og7G3nsOYNw1P5peHJ8TJVKdIysTWldKk3sb6a38j66d9C/4uAaDhxr3pijE79URwkoddkPqytpv+rewHlYjS/wCGwpjbEWHKNWYkrC/Dmof8LrVvhqA7H0+gNrfstsVaCnTYPqDz5Q+pFDao1GYarNR5rJ1od8P4aeRHnsJ7xt5OF4tLco0CWjmsmXJ/dII73tqPr2v6W2H8T7ypU+K3S2v66+nL1+Fv1P8AH12EZW7qBA4dZrNQz8fMvMvxKXa+iT5aajS2pHnttX1otPcrEaRsffLbdhhrAfCcrNZiMc7nzoddv/5m1+mw8tQb30GxpUd4FGiut0t15DCMik8LIMqkdrfu8u/p32RdTxE7hfFD9LivIXCmsZo7SfEl3sbHyuNb+Zv5gjbhFqsXG8+m0ufnRNXITH5hq6kvIJskEA2CvIkCx0J87Zvfe1lr34J/EH3A74mnKjXaXFwQ+1KiLQvl1LT8yu2ikkdwPX6gnQ7ZZfU7Kr0tp2IvItClZ8vQpGh07Cxv20/dto32k5LuDd31JagREL60IX15cqekE3Hb6m1jcjXZN7pWZVelS3apkyeJKFfNpbTUixvbKNBbZfr+m1V1iVA5OILWryBKjC1f5DDmMN19Zd+5V6Ap2L/4boBA17p8Isf33tet3F1V1qK407nQvKrMj+7fX8rm9xsZ4xpuEv8A7HJfHWwtceQ0/wCKP37nRQA8r2BH71vu6l+5q8/FitZ30SFZEI8abm+W19b2vpft37bIbrq2RLP5cQK1tVgx7YO3cNYopdagO50LfUpUdfzNq0yHuf4v32Gk17FHFw819xRVKQt+mrXKvkkJSdY6lG+pA6VEg6jWx2ceBKjKgUF+su074C0dSmr5kqANtLflbvra2yERXZVZxHLdd5VC5srirX4WnLEddiQUkpFlJv3uNRbb3VwRNKBnHzCf/aV+OZVZlYj4WI6SujxX5DSVKnoLrUO5AzLI1CBoQodtNnc9uGwvQcOcWvYn93Sqgwl1qfCmF2nSlWul1takhaFA6kEkKF++thas72WqXAcpcpliV0qayLu75WAH09AfKw9NhCNSMW1SgsYjdiL+zSFrSjl/itRVJ1UlScxLVk5VC4Fxci/YeX1HUhpvGgbjCV2fygZk9BdpdP8As5PxCuqe7n/hZ3eLm9cqySoA+hva1reextU2MEYjozbVUwnNQ/kRH5qH8J30SfLNbtrpbQm1tggTsLwHeaw5LYq9OW1xeO06FLbQk5VJejk5m1tqKTmFwpOo0uB0rG9mqUusxKXApKJUV/K0p3J0pSRbMdBp+YPpsLT3dS1A7mQAfjEth04MN93eCaDApbfPuzVvoSrlX1qKEyEgEZUkWSHPMWNri1rWG0lnlWsL1J1rDz7dUp2ZfPxWsrriBqBKbFipJHZwAgKBBHmVtgffPVMESqthKqPIXCqKlPopspJdajvkXKmcxBQgnUEdjckanZ4bosY0HeXAcpbT3JVulrUtjumQynsTcgcRBvqLEHt2tt6DSJcygE8wy1BlihjbxsW8g3XqXEQ+iKvNIi5y0/kB7pCvTuO1xYed9iqnb4IG8Gly6XRpaItRWnhNKdt8OQR0KVrpckJINvF3Btsb7ycGT6DAblO0mEtbC1OxZkVAQ1IRcFTa0XAQ4D2toBpYix2zFjum8KsuV7CVPbYlIy8VprwSkX6m1JVay8vUkgm4SRYaEFu6jZpCUvgCgWFvsb4i30/a3FmF8UNMTaXx5CajRH3QtWZKikPMp1CVFIBKQqygbkX1DOxlQMOO0Z+jUuk8CK+6rkpCelDb9/0dtMqgbjUAdwbE7ZyxEvFuCKpRd7+A63KWxVIvLrkIXxWm32QDw1m5BIyqukkEDWwsTtd4+38V5qjUmU7iGl0R/FaUuuuymipjikZlLtocxsCbWv6g9w2WrqU8fmNV7scQsexLXp+F5eHKzUci6QpK3UqT1KQly5FjYXBF9b6G1jreHi7GuI8JYN5XCWJ6diGLlSpGF8RsBSlJICiI8hGiNLkJANgdLix2qKGa81K/7UcquqLaW1KUwhfCkIyePIvqSopAJSrsb2uCDtX4owHKi4Ips+A0+hjM61AlNJWpbKUkq4NvEChWgBNwLgEgDYGhSwth/iF7Ydcyho9GlY3ixJU+nMUvmkJS60uR+hSdQCoDqtYAKGt7XB0vsT2ed32HN0G75+fAd+/VHNIdddVmVlscgufIC6j3FyT9BmPcrh+l70JT+HMUVGVRMURUpnwJsBRTFqSAQHmZEc9Ociw4qQLkm9jY7aBxtVWoFLba4PNUtEVWRbD5adbfHSpGY3BTppcG2Ugg3O27X+kMw1aBEiKq2/SlysW4hi+7kP4rYzyIsBN89QitglXBSbAvJRdZQDdxGcpuUEFd4p3qYpxjhxEmhMxeDKSiUwri9SexQ6gi4IHkoHQ2uCCSY9XwBS8Wz4mKMEYhYqK5r/FhIfkIhTI76SM7IzkZXQUpUCDlK9UkBV9pLeE59BxlTYE9lbHNSuPIYdi8JKVrVmUcpPTxFXJSkWCs/a4AqFRv6wi1r7+Y2Y+DnaNu5bxRPpyEV6UhEx9hKcqc5Re6RqMmmYi173Nr6bE/sz1ejVSvVJ33dTn5VUjqaVFlJ65SNQ4yhYsFKHkkg3HbUafuKET5VZYlRasj3Ww0qOhCF/P8wN9AQRrfW2o+uf8AHmIHcJSq07hyWv4+Z1So6svDWLFS0KBuDrmuNLgkG/Ze+lUfOOPkQRU1czY2HMB4DwHzEWgvIpfUrhNTci4bjWqQ3mQi6FgdlEG9iCQbgp6l7r6zhfe1Xd4Pu6VTmKiw7DlQFqz02qQHO+cXLb7KkgFKhqCBqkgjZbbpPaPxvij+i8eOsVRaMq2p62skhxOUWL2XRayNSuwuBqL3JZeNceY8i4On0bCQYq9FnIVzFOzIWuPcdTjQUQtBym5ynUixSQSC21Z7frIgLNTjgxi4dw/QYspyjT6JFQhha48jjtBDsddwnrUU3Ta4ObQC6TcAnYcpUd3CVZrVLaiLYXC4ruRfUtOpIWk/UdQIJBBuDY6o1/evvfdpeGp8/wB4sVfDTTrCa3wChcyGhHweYBBS4ptJUkuHxpKQoEpzEtO/PGVUit1SVhOnLfYaUiLPaSUKcSE6t9KbFACswA7E6W1thai5LgEORg5/xKpaJWo3nboP5xnJ+N5b/ueo9SOKvM1FfuT5EGwISrMBcEg2BAIf8vfe1RqpAr1Gqy6wwxFyMSmrOrb/AFQVpBKkFJPckX8tQNsnQnIsVp93FG62LUadNUrM060FIUq9xYKBtfyudNCDroyd0uIN1WDZ8us4Ilv4eqLCUyvc1XX8CUwkElMdxzMOK2dSnUKTcC+g2sNTlP0zg/0gS6buDgzTOEd/0/ElFq2LKDT4reIYWZaob6y1HqTII+Goi/DdtfKqxFvLuBM3h4jxbvBwa/7hqCIMKtxVtSodXih1LedBBAKVW6Tc+YsNdLnZAQ97sCfjdyLFolLp79aRnTS1LKmJSw2C8mO8BYL6SoIIJtmIJsRs6Iu8OlysEMYSn0lykSkZeQVIsnNrcoJvYXF1JULgkWP1MmtZ02ueYRLT8mK2O3i3dVjLD28usy6pXqdS6Wil1JpEgvtMtdXDcZKiQ40SpakJJK0lLqLkBII/Vd6sXAeKH8Ubr3uSwpXpTtNlQkfoFIcCkF1LaiBlCwSRYBIVcWsdrHEe+tmg4IxRgOBUIs597NwkyEZ8qXihC02IKXUEBStNUOpSoGwI2We7eH/2Sl16qRItXoKHVxZ9OkLOV5J8S0FVkhwagdrkaKBG2alTp1AalGOcYIzxj+kJ3WfwX+s1/gbfPS6Dg1ujYjZX7o5XJDlKa5hEdJJTwli91tHwkakC4ItYjOW8VrDkWVWoGDZfu6LUWGqvSXY6C7wVWWohhwGxW2UlQSelxtSkkE3BrN3OJ6zVJVNw5S5b9Rpz6JEKfDkJQtTnCGZl/NrZSmxZRAAKtbWJ2J6Th2l0usvutVFtilrpqpTTrqcyYuVzqPbM3lXqT2BzBQIuNvS6xfqKQYGx3QiBuHsU17lWMWxZbDFXYTl4sX9AqQ3qkgFQHDcSL2Nhrra9tmZhOv7uZWF5eN8JRGKXUZqH+fgIj8q+26rV9kt+FaQu6gUXI7a6kqikU3/tHiWL8BdLm5ZWaKscBKrWWpAHYX1uNBmAPfYZwpiXehu0r1S3S4jZRVMNV5SpEVEhAd4NrcvNiOEAggdK0kEAi1xbqyemWGl207D9xLKFdD+fc19iuuc/AiV6sxJS4r9IQ06iH0qcSrOkuthFi3IHEscpAUkkEEWGwtiXDP8AONiik4y3fVZELEVIWxPnpkMZEVBGdJKlslNkLdQXEuEAoUTcAEkCPu4qzs+fwp9RWxChU7IjipRySlg5lB5ZN2tLZXfCkjq6LkXKK/FoO8umtT64inU5/i02Q1IRk4KyAoMvXAKFE5MqtAAvMCQbHVbxcYl6e8wGIwd9eLcOYsw5QqDKxZ9mpUWQzPyof4SkuslKm1IWQb5Vgi3YgkEEabUVH3cYD4tZ3tUGk0R9eOUJgYqaa4aYdUd8Od5OqL5jcKuClSrjVRuKe0Xutn48w43Xt3z32hlUj4sqkptzGRF0qIAvcg+JJFlWSpBuSNlbulxxXtxmF61FxHhj3XTqjH48inSkrSl5J0S8kHW5/XBJJSBqQAGGs3cQ9iOoyTNFJ3XRd1VLbapeHn5sWVlfS1CRxVpvbPZNyQNbmxIOpPc7A+8FqjRfvTVO/ot9SYsqKmLlXHkFQ4ebQrZzK6QogpCyjUBZIkez77VMDFLsiswOam0ThJRyDqFJlR1gDMtnMLOtqFjYEXNiBqq177QFOxHWapExvheJCqjD8NL8VqFKLUiUlJuptSVWCrghJB0IJBQbEbI6jawxFu2GgNhWgbpcRym5UqtsVFCGk8xS560tOtpVexU2sAqScpAUBoRY2sbLz2st9u8Hd97pdwQ7V4SEJVwuKgraUttd7kg3UjJcKSkhQSFE2GoIMU0XFuLYzmN8Ee6+PSFZ5VBrkVKn2WnMoLqVpBUlg2KVDqAWlNw2DYKaKmguz35W9WXV6Dh6VmdpsriqlUuG6pQQ8yv9UFakjK4Bk4tmlEZmzG4VV4AlaKsPyeJ/Ubf67vLafqnvabTuhpbrEJ8p4b+UlVxplBV8yQkkWuCSSXDuQwJF3q177Ru1HG0Wr05XKqqUBcV1rhOacKVFKArhOC5INwSi/SpKSEw1gGLhbDnvlqJS5XNRUTGJ9LX93qUJeZbTncjMVEjMkqSq3cEFIbe66q/ZeJAxlu+ri4WIXFJhLTPd/SXN0x5B1Q+kmyULBSspypN1pSoZ+nLveQ3qPmpVO9RDDEjGHNxmKIGCKpT5VXhVt1LS0x15pDeYLPGbCzny2bspq9gQLEeJTewFird/j2jVndBiKiLqFIlMcJMebFcQxMSoAqQguAFtfmG12UFBWVRABH9FlVTHlBgfzq0SkPSkOom059UVbD1PdKbpKHFXOTUjMQApJUFXBO3174w5Adc5qJKi8CRwpXwsq2VDW4T5i2oIJBGoJuNtfTaZdM5fMrZaSRsEzVj7dS1uIaqeCIFD9/YKxXDlR6Mvi8J3jpbdKYji12Sh9a15QVlN1hBuCSBabmMVfdcd0HDmGKo/77paY8pqpU5yLKTPjMlhClvKACnUDhpJBJIZQpJHcaKkSItedl0aqclVIr6M6FaPxZTBAF7G9lAWCm1AEXHcEE0ycMz4FLfi4SxDwcjqeEiU0H0pRe/CUonPlHZJuSAbagABrKckQV2uZgEx6mR6NjH2h8JRW3cZMyp1UizUsSqJPU5CVUI5UEB6KrrUlVlXBBUknQnVVwb2jG6X7rnyqNh5bGJaitLTqZEVLExvW3XayVFsLsmxIuoEXF9tzSN42F3ZVNpeI2WESkPqiutTWsvBkADpuq4spPUCCQQO502Ct/OHd328GBA5qrIirYfU1Hmw8qltqSkrVHURfpKOqxsbDMCACQAqnsGBr1IzyJivcPK3g7r8ZVKvYSp8XFdIhNR/eNOlXUJUCQ4pDzS21DM2tC2woqISQcpAJIB3Li/epijHmDYk/AdOiwptOUmfyq2uK+lbZstUdxtQSklJUDpqCQdDolKljuBuvrNFgVSnNrflNI5CrKYUtL0NfQ4045YrcaS4VJWk/FYcCc6ClbZU0IjPvniVlqIxnYa4qZFId4UhtaQBeyCCSUmxABuLEFQJAz9RqCjbYcuXbEixt9+9Xdfgik48rNDp1Uw9iRf3X4vV4tU3AuhehVlvcAE30IEPe97TdTxjS4kVzBDHAi5JDEh+y1SE5QFjpICSCrKbEEgFQABISjMc1Nr7JMbucUNTWFyqzIntSEI+7zONxFJeejKslL6b8MKbyAgqOU2Sozju9nz6NSaNArcWE+xmaU7PdcTDUrqIDgCCSgrOYOISFIIBtYEF1LE2RoVhVjMwhvn4uHG3Z7PveEwhaMjTvAqUFOQkDiGyH0oI6Q5Y5bgqAA2IcP4zxlVKW3PdqKKjQcykSuK6ErZfOiGHs4zMur/s1E8NwhKQ4SoAobB1Er26reNAxbVMPSpVIpE9pqvRUq5phMclIJ4yLpUg3C0LURqdSLkBzb9KdgnAdU96boMQrYhYogLiyqbHdzculYJ4ZZJzNosbpuCkAkDTKNuL8EyPuGDFpWN/NLlbwW8B1SoVGLCW+ppp1h1yO7lVex6ToLAA9yCD3B0ZGEd5+A8ZRf6elom1GkZoTU91oJdlRUqPwuIm4VlsCLnQk5SAbbK3fjg/Ae9CvYaxH7kYw1V0ZIuJuTa4TWYozRqg2wAAnRXUpu5IWk5VBIIh4c3S1Sg173DWcWNrYlLXFlf2qUrWLMSGFgnMk9KSDci57kFOyeq09OsoKufcBZRs5BjYrOI931Gxa3FwvXH5tOqi/i06e0H2I7pFrpVoctiASdRbW9htLxtX/tQ1SYDuE6dyrC1tOw5UVL7E5hPSCkWCm3U6WdbIPqDcWEaZQqXVKXAn4taQit0vPAlPwulM5CTlTnTYBSwdMydVJIJva5cG7iq0GLFfo0qk81C4vMNOyEnPFfAvmuEnpIPUsAkI11AN8OrQ2ae4NW2PjPzE9hLz6mVf3XApuI2okpEqnMcnHmyEnNy5IBirWR1pBT05rlJAsSAE7JCr7uYuI5VSqmF2WKXNmr5p9+KvhMZlG6nkgdItfMUgWJ9LnbWcbBjdGpddd3f1t+ozV/Fdw5UVNqbcziwSnpCTcjRQNlCwuD3QeE5+HN90CXxXV4DlYerKoFZyRTwuF2IfZzJLSw4UpKjYEHUXFz7rT2nYA81tNXYx98Re4qwlhdqLEar2IX8V1dcXKhEVAWuO+gFQQvKMy2VFNkkqJSTa9jpTTPZt3fV6qUnFDrtUwu+vI+7TZXDdS4tFjkZfNyg6XCVA3PYg3AdXtGYbpe6XBrFewHizCk2oxX1cJpLraHnGFIIW2pAUtSkaZgodlJFxbUY2peMcUY8rPCqmIa9UVoQ6pqPSYS1qypCutI4Z1TlKlJvqCCDaxLFmoKDiO9hbeZqDGsDc3P3g0XG89lC6jS4vS+lH3eckpSnMoaFDoylN7E6EHsNq3enjGqQK8/u+xlg2t0th+l+9IGS6OMx/dIsFehSLkGwNrnZdbnsdVSVS6lK93Im+9IC2pUd2OEKeUP7QIUo5VDNnSCoKvoTc6EEKu71ceO0mjY8alTaJSGuBTl5RzEfiGxTmN1nUouokiyRcEDZSt2tJMp2K1fJMHcU42dw57tr2Dac/CRV2uV4sVYVxFD9GoJuBqQRoSSQb3FgRb2rfcz297DW9qs1tdEi4ow0w7KlU5tSn/eUMrQ+pQBBLnDMdNibqCSOwA2bntAYPlUF3CeF8LvU5EWKl1E9iUopU4tPDRHdYUpJQQQl5SgSlYK0kAg3KorVCxvi3C+KMJYopyOVQtEqA6hHFacQAEqCTnKQsJSCCCCdLgE6NVxkjckNd1G6DcFjyU/vBd3uxcVvrY4T8VDoiqjquSc0dPhUSdSNDoctwCbGs7ivZQaiv0v3et9a18VfLz3UqTob2KVDptrY6d7a6DKFMwZKw5y7UCXx4r6ldSXcy2/NQVaxSTfsQNLHXU7OrDGHKpFgORZVPpyFsLRm+K40txBGiyCDfXpVYm5uQNbBuxX7JKHE8/qd6PnMu3a/S6C6/RsG0Oaha8keFkdOfKdOInq6baE+WgNx5M17HOMnd0uMKNKiQqjV0Ut2luz5SwnMhxstBcnLopGpzKABGlydSR/d5gb+i6lWXWX0Pwo6neE6pDqmbnXKvKM6bggEgG1r377Q6N7rlO1qLFq39N1SA6lCUOhSnE5L+A3CwT5W1OncW2xtOMviU0yB23Q/p2GKpulpdNar2IfeK1wkL4Up0LdbVkF0JVochFiB4TckpBvtFqGKapXuI1S8MOLyL/wASk9/IeXa3Ydx9dr/dfuWxHvpqlNxHjKoSkU6lxVQlLaujmGiSrgW7FKSrRYNwEgA3AtpWrN4c3aYcbo1BpLDDDCeE0hCRlTpYXJ7fUnW5vqdp1tZbxRsRq9zt25mK6hR95c/h/wDZmrr/ALiIpyK/Pt6WN/z240Fl2BKYlV6k1GKiqNOpju5MqErZIC0qvqFoVYKSdQD2Gh2cs6ZXnao5Pn4xYhIf63YbCApXe9wSAP3E39RtEoculwKXUoFUocqqUuqP5p/NXSlxVrB62im3Qm1nG9QALhQAAyK+j1sd1hJ/rMsVqDz7icqeI3eK5S6W9nfXl4ql9SdTqdNQPOwIJ/cJMKk1SL91peJ+A5VGFSIs+fHC0tugeArQBYGwt5n0uNr2v4DpeHIsus7vnV15jhKd5d9SOdhq1IDyb2Wg9kuoJQToQg6EPxHjGLWf6BwvTqjTlv8AC+FKyKU2stJWpGmlw4opBBIIsdNbq2q+lbZWnEp2ykjYqqde3jRWIDVDYYlMISiaiK6UtSHwBxQ2pQyjUhWW9wFfUDYiwriye1QW6DVMMxVrpGbkH3Wgl1KSTdtQF/wBPceV9TcYQoUCBS/cPBQtteSVPzW6VJNs+nYjMUlQ1IJ8jbYXrkR2LKnyoEtDa4rqkqjqWUu5rgaA2v5aedxszqar2p7h9ScL/PCiv4vitNQJUqkwYspeZS5CEZensr8CPOx176XOwjS95Vei4tbrO76W+hHRz7S86o7ydeyb6Egi4AFu+hBB+TLpeMuJS59Pfbi9PiulTKyNbEWOU6EG/f8AAnb9q9Ui0FqI1S2ULfYaShDviUpAJNzbubHLc3Olr6HbtDpw/mfUlgmzxjUcTQd7+HKlKi5IspDvCfaadypStNiSMvTfWygRYjUC+gzk/guf9rX3Wmn34rEjhKRnbzKSg6ZSLi48joCPMXvscxqjjeg0ufjfDnJRYs1eeQ1HV1KRYArIGij5i+pBJ1Pf6p9b9/RYE+lvIzraU07k6cyiTpY3yqGguO/YgG42PqtMLGBEvQIHVZiqNYtbr0CWhEWUrkOL86XVDpC7aggqFgf1z6avOl46awbhJvC8WnRftKuH0LdSFtKUPJY9PrbX9o2FKDRuFS5c+qUlj7lKQtSmkZvijzKSbEEqAGuhsL7Fm7nAcDFrT9e5TPW0SlJdfdvkU1e6UJ/AGx+puPOzmnUKIW1wF5g1VX6zihph11pELhrzyIse6EKVYi+Un09P2X270ilfaOqMYSoz33JjrqLqbfQ8P6Xvr9AfUHZ0t7qqXwuFKdfWtf6vTlv6eY/DXa9wLu3w5g1p+LA8c13irddVmVmPqfx/H0sLDZoFfUz/AL2gy2mjUuKxRnWl5FtKQ000jr0GtrC5Vbt5nZJ49wxKdlMfYiXKlNvykuqRIWFOx5F+oZtDkNr2IBuCCCACWTvCw3Xp+PInuutopfut3mEv5zmzCxAHoQbKB7H8LbGcKltc0/XpTLEqozcrr8hLSUpUuwBNgO/r+JPmdrGs2uPxG0wiY+ZQ7r92EXCUVyqT2ULqk3rkKT0p9bW/0/gFMqlwGpTbvKI6Pn/vbVtRxfwnWIrXWt9akNIT4VKH1+nnsN1rFc+K641PloRn62lp6k+th9Rcaefrs3ZZTUuILtt7hVUX6NAafqkp7JwE5/F0/nr/AAdhJ7eXQeab5qWjlc3Wtq3h/Am/oDbXvbW2wtj2tYji4XcxG7h7PSJWRj4q+pxKvP6XvYEa+egGymmYa5Cl+9Hc62JTSVNO+LhpBFwrUWUAQCBca39CMbU9TdRtpE5UaMHGe8H7Rz+awRUX2/jp5dpd0up6Um4Ke6QrsdDbLpckCiexhiijVR9qe9KYqM2UqVNfUvItTp+unrYKBFgdBrsW7hMHNT6X9sp+R9HCVwEJ8Wa3mRobdvQm5HYbO7B+FMJY8o3CxRQ4U1b8d1p3OkZkqbUQk37hQ8lDsR9BspbXfqK9wbBmtXpyK/cD91mIP6Gcnu9a0SGuKhfUrMTYpPrp2tpa2xJvcpLWCGn4sBpa4T7XvFHzZdTdH1sRceey7ouEMR4IxbPw5F66dzCXUJlK6lMHVC0qCdbEBJJPrppbY93vY1o2MsOT6X8eLVHGkwmGFozdioL1GmU3zBR8rX89m6mPZHc9iTU2zOYl6FS5VZny8ZRWuAh74UVKk+JIuFdhoTe+ncW72O1zh1rFu8Ce3uhi1x9iFVJ7GaOpRU02q+YukedhcgeZT6m+wdvEx27hflML4X/QMMIz57Zm1/MPrYm/l/w/F4yqsCLRcb0t1aKpFy5nUeLvbW3lm76/n22lLUcYgd3uaGreC8JbuWp+77GT33XlUcB1LQzOJIvmuLWWFJBCrAG1jYi5yxAV9st77FL94fdcPJ6HUdXEdFwBYHpukC2t9ANe2xrjXevi3FFBl48xbVs62GuErpRwlZRmT02728x3Nvqdl3uya+y9LcxvVGX1v1T4r7qFfITfUDUWJve2hsfLZbUW/S191FzJDqs0RhmRXqzF4U93mpUJalwneEUKej63aUBpmb8rCxTpYEHZs4LrFBdpblGr39VWtObJ4m1WslQv52sB300OnZZbucewKo6xxYkp+KtKVsSo+VaU9rX/AG+RFv2Db63qwWqW03iOg1BHJL6Z8VH9mo9l2+UK1BsNCPLsWNP1BLkziGQ7hIu9XDUXDkWmwGq2t9DDrq05ermkrtZRH6wI11uDcHsdrClbtGsW0aJXmqgtGRhXHjvpOWKsd7EG2QnsbXsb6EW2p3q3g3G8Wk0ufL4GfMliVm6WZGoAdOoyqICSRrexOoNz6LVXd1+Em5XvZDEri8rIgLVmdUlWl09woeumgIsSOwe73XIxxBbWzxBBuXVKM6/g2g4eXzrCVIVIddXlZ1Nzcgk+RBNwQR5HYIkCVAdcqmKKfzq0OpazJdKlpQTqkA6BN/S1vLXTZt1HGTtZwa3PozPKzWIqvGrreYQOoJJ1ztpuoA3ulKgL2A2F4W9DCTVGcpdZpLFRqmdK483L1tp8woWIIIJBAAvcHy2Qfp7W27z6gra/zDvdpiHDkCgttNUR9hD/AI0u2zZT5ixuL3uOx/PYnmRaW1S36pAq3HixVpdU0teVak3F0+gVa49LjXZe0rFOHJ8ByfKiLpcVhP6XhZ+Ioa3Ave2lvLXz9ACs7z6pXmp8Wl8fgMJVldQnhcRI1tlOvb11I1I2K5ZPBRJRCo4lxvi3mRYvDi/dYSGHUOx1Oryqc/Ia6E6jXS5102AU4+3l4oqnFwvEixX1oT/SLTWXMoWAAN7kAa66i/fuNl3Hk0bHmN4/P/8AcmlrU+7IzqcVcaeeZOgt+F7eZJ6jvOgYcnt8q9x0MI4SI7Vko089PP8A02FSldebLDF7dSV4EOadS5WF+BWcZS1yosqRmnqQrLw3VH9KAO41FxoD+QtX7xt6mCKXiOJFpdPhVRHgfdUoegynXS473J17fXZF7yt81exG05Aqkvkqd8sVrxK/Em1/w02n0bdq1jzdz75wQ6tFUhZn+VR1cwgeNqw1Ck+IWJuNLHTZldQj8Ujj8yK1fUw9xJjqs++XHaXLRFlZEtKioaOVSdAM1r3UO1/Lt22JVYhrOLaWxRqo8ukSmGlIQ+t0JU4kDVCFKGU3F9CLm3a9trHdXuj9zUaA7VKS+urraTlQrrUpPl5mw/boNmHG3TxZXPxd40v3dS1sOpYdYSFqS6QSgq7jJcaiwNyBoLnZw6ey1MtD+C+Jm2duLznCaW7+qm+3barxE9waLLc9EHZ8DJjZmWN72OoEqvPwHcPe8UI+dp3K62nsSkdj+ZtfS47j7wrWYE+K3S57K0LW0lbSnenmGtOq3bMDooDsbHz2WOIcP1T+cF9p2oIWwtfFaUvpW2lXe4+ZBJtmBNj3tcbNCrzMLwKNApdUqKIr6FpXDfX4c/oFDUX7EfkbjYN+qWonf6EB9w8pX4sxz7ra+yTr3AyJzZ1X6ka/5edvz2VeIqc7/WouTIvwZVBSfyI02bGMaDRsUUtiVKaW+/FRmadaV+2xSb2OwO/hCByrjrXHYzrV+iWfTySbi3r/AJee3yP+LNLodXYbamO7HH4i7jcpWLZTn9k7tDfU7/ZbXFXjNRZTjTXX/wChZf477VLqNvnO3YdpmWRjidIE/hfCd2uYddda2FXh/ubfceR/43RtWyhXixY1N4xm0/GP+12YW77eA01Pba436vXn/wBNs+MyNrKm1V2K7xWv/oVbG6Tc3SNUupr9g/8AEdr6hZ6M3xRJTs+LxeN15P8Aytk1vTxPVIGI0OxXloWwlS15fC8k/IQdDa1/IjyPoCYb3n4jditxWqjwH/l/xdvy8tqfFFexRKle9Ky1x/Cl3slOTtmHrr6aa6i3b7BqP41XVaUdjIbjn8fmaXfDrxG0itc1FYntNIzrSnPk8Pa9v+G1ZiffL9l6W406z0LaVnazdPb1sfQ+umwHExi61S/uDS1oYy8VGiU5T5k+VvrYW89hTHWFMR48gOSqC78dCPixXVZcye/16vTyPr6+g03Va9Xp8qc/kylg+RFxX98lUn17iyqTNYYW6rhTIqitr8CEkhSLdwsJKSNL3OxxhuRWZ/3prP8AKteVa8uX9cDLmT5Agk69jbblgPBjUWLyFU6H1r8ak5ersUfUH8NLeeuzOpGE6NRvi83KYWjx5FDwHvpY5hbuBY21A028H1G5Lrg1Sc/JP/75Fb7eDL/C2OaNFgNtT5eR/J+l1y5vqPK5/fsXYd3ocX4Ur/0P5fXYZp+C92lZ+L72yPrSp1OV3KlxHqO+g17HT8tpbuDsBwPhQK5klIRnQvihXGR2v+APmLW9O+25ousarToN23H9eYdbAzR0YbxdAlf2uxzH4UlrbKyVz6M7xYstD6PGl1peZKk+t9mngbeg1wkRZ7vXt6/RdYp1ie+Y0Btl7vCwTQahF5+VEbzozKSv5kq+n8fTbN+JazjeU7ytByMQoq8ipS7KWrveyPMf9LG4O2rKvXKfOpXEZdz7Z+3vRJ8WK5VKD0Z/GpPy/wAev5bW6jUHp3L/AMRTU17vUQlQY+9crPqMqU+vN05ypKr31yiwGgOpF9D6aD1cqdBwk05KddXzq15c7q/W2lv1vO/cjW3rKpON6pS6o5hJ2n+9KjVFrQ01olTyhrkPlfub3uLaDTa2xV7KOI59Bb3jT6g5NXFaUuVAQnKptOhDrdrElIACkkEkC4ta22Doei2uO7d/YQFVOPNotIOIZ8+sv/CySmMrseK6vKqUn1SofhYg6A9+x2cD9SdrODXJ9ZaRx0NcXL4FqTb87kE6kfjsHVfCden0Gm7xsJMofq+GkcwppLWZT0e1lpAPjIsDbuQAAb2Ij4/3mUHGWHIFUo1PXSJr6Ec7Fa6o7lxq6woeoulSTZSToRaxLn073WYf7B8fmAsOcwRZw27XsURKW1wFrmp6OK7lzLAJABNu4BsToDfse7D3Y4Cape9Wk0uVEfYfQ/ndad6vCgqOvYjTQ+YN7kbLOXjDBtUgUmqUt6VCxLQZqEutLQcsxB6S4hQ7FJOYpteyexsNtS7sW8UYyqkSfihphbFOa5iHPadHF1sbLCRYpOvmPI20vsZOn6XvBwORL6aobwTJ3tMwffOEpfIPMf0W61xWlq8KVuJSCQNbXNj2H12R273F0DBvHarNJz50Kz5Orta5QL9jY2Vckkg3Frhw703qXiPdfj6LWZfAm0tauFIaVl4iLJUG819bjpIOhIGnlsjaXh3DkDAbFZdeW+wjrda1UvJpdabnq/WKRbSxGosczrVllWoD1jnEnXD9T+0gya7ApeI3MW0GJKi53fiupWV8Ro3BC/UgmwNhbtYjYJxO97h3502A1T+AiqJYmx5rCglDjSiRr36gvuLaX762OjKFTcB4owkxKoLy0VGDk+Knx5TqLpWnzN7XBBIIB8tln7RWGWov2Xxa1EyLpcpKkLaSEoUgkcRIBsE9XCUB20UANgaelHHdtOc8wG7cnE1DBojrtBlxWnUIclReKlC/C96i17hXndNiD6gbZixTBiuuuNUaJ0ZlZ5CXc6WXb9QWodab+d7A6W1Gl3irfNWcb0um4cwa0vjrQlCleDg2Ta5J7EGxJOnnpoDQYbw5WcOSnHfeEql1FHxVoW0taVIv3UnUlIN7qsofQ67M62z65xTp/Q9kSEDPxBKlmK1ihyl156VCqKFq4vFVmQpBtZWWxzN6AhQsQdbkXBl4Y3lb0N0G9ptqjPPop1R+FMjuoC48xjsOIACg3zZm3Uj9YdQC0FzQ6K7vBdiYXrNPisSltZ4EqK6HadVLa8OM+k/AfHiDTlgsWyWIIHxVmcG4XixKNKZXN+KuO0p1op4LoPU0sXGU5r3uBr5a6O6bptGnr9c/mN1olQ4kdt/BEWsvxYFEgwotbfVIjw1OlCYchzVbcdy+iFqJ+ETlubADQbEWFaJKrPMUF3BGdbDSmmJshhKF5vIFwm9vIgixOoCbG/8AUzD+CJUWJK90olP9SuErq4ah3AT5W0tpf67EOL94dUwvhzn6DLyVFvLwkK8SkjQD0I8iCCbaD0LBoRVyZUke3iO3q7nMUNVmm1mfhOo06KtSosiVH+K0zexR1ouEdXYmwuNNbAkeAGaphefEd/T1SlrSppSl5FSEDxJBtlzEXuk2BNwLA2A5Xfaz3q8XhNZKcuV8BS2kh1GY9iULulaCe6Ta4OhFtGBhOn17FEWBjyA0jgZeXrdL4XTFWR/WGe4cZPfLbMnTQg3EaMo7eEKo3jwji3nVSLWcBsV5qovxacvhSHV8LwpULAqTcag6HW41tqNlDGhbr69K5Csy5UKqLSnhT4EgOoeSCL6rBSr8CAq/rYnY0w7jWLVMJV2A0zx26dzEXhOp6XkpHpe9jrb6i4ItsC7tW8G7xp77UXBC6XVGOpKku/AkXAOnWQDpcGwJ8/OzPUdGmpxkQWAzcyxw3Edi16pYNn+7pUKbFStqewko55odkSmT0lxFrXsVJ7hR1AFd6+67c3Kwk/RsbxH4SKW6qQiQ1dTSWlkdSVAFTZSo3CrFKhmQQQbErxHS4vFbgT5b8WrxeiOqQhaHU9yCVIBCk2BBWOwBJ0B2CKgGotebgYtaWhfAU06xKX8KU0QSFtuA5QSBmCfCrytcWy2C6XC4hK3NUrME4LlYc+zzUDEPvSnoQr3XIdfMjgsaFLec2WpoZsyAslSEqKQQAkDQMaY7hKjT4tZwaxiTC9RVzEqkcUNTI6xls6wFkWcFr2ukkgWIPcM9z0ajYIosCBUUTYVOzNRUP2U+ywoEcIOADOzmtlSdUHQ3Fto+9OZ703aUmLAZlTW0dLXCdKn0pZCStCLELUE2ScozKAsQkgGzNeE8x8xyuwEQtjYl3N4ywu/VGms79BdVyEqZHNOqidAS29cDiLACQFixUMuZNwFKj1mj4cqmA5dUo1WmwmKujjodVZSo8i36XKq9ydCoA2JGYE3sRLcvvJo32c+xu8aiTpUJDqZTFUXHDq2U3BBWggEpsLKtfzNhcjZmYngxXeA1RqjSINLldTSnXeFFcuCQFg6JbPYm2hUBcAkhpG7vqdu8cRTYU3P0GqNN8L3dFqL6kKdY1Q0pfm6xqVBJWSoJ0AvYWAAEzexhqqYIoNNdxHQ+PyshLsCqNO8VOXN1tqUepCtbhJAByjXSxgYnwtjyqYjYpdUwzXt3NRirSuPUkLafpNSUbdGYFSWb/KCUJUbWIJAEXeFE3jT6C3QcW4np03lXUusOsJWwp5IGjSwVGyjbwkkKIBvrcGKbfUNXj5M4Y2m0vlefozyOVqMpp2UwhQzJWM17A3ykhNyBcXsbakEKxDuaw5Kiy8eYSZqkplhpLs2E6oux02tdFwOK0V9RKrlIuspUoEBMWvcg1XqLWaXEWiaiQhFShO9cWQptKrLWkGwWQctwQVJP0vsyoKvs5iiRvB3cxOBh6otJRVIfvHipgyFkhQRmJPCK7HrGUEqC72CgK0hhgwtlWUMF527bdLS8G0X+bRmvUhC/isNTFKfkQVG6ilLjqzxGrg9BBSbnRJtYnwvQ6DFpbcrEdOlTZSGviv0t1bSnE2/SJbKlJI88pJsdLkbXO8GPP+xtJ5WnLhIQ+p34XQplSTcpFj0k6W1sR57fO5p2vYoxvUsOO05/gQmEylZ1lqPlJJB4iUnM05okOg9Kk2Ot0gWp1P09O/PqZr17+IR4ajNOz6bFi5F0uvcw/S0VHK1zj6QUqjC4KWZRSVdCrBQzXBvYDsrBuF6D72w5AwwxUcNc0qZyq87T8VK3DxoykAZ2loUrMB1JIKSkkZgDDeThSVheguUavU59GHpUrnWFSltrS26lBsczZKCpIJAN7m17DYFnQPtRRnK9hyrSn/uqOaU66VqUnOLOoUSSkE3B8iVEd1AbJVhtSO6R/iM1UlR6hXQd3WHMRxeLgiXkgrTn5CUsdKbkdJAIUk2ykA6EagXIH5A3dUGfiOJAlYTYqkX+3hSFBGayCFICspFx4kk9JtY2BvtxwpO9wyqS7Qac/FlVFK47vNIRwlLy2HEKLNOFSgMqjw3ALglRAtOxPTd6rtGfrzVPY5WnP51uxVjjw1kEKbWm+ZAF+5FiCDpoQzSqWjkQN+m57gilxRuGwvPxl9nKM7UKQjn0tRXVXRwVm2UrTmNlj5SlYJygBWtx2rC8ZYDlNxd41JlYyoNOnpj8/Tmg6lToGcNSWCDwlLRZQUopClC1lAnKysE0ajVTFrH28ri36dUWM3Fz5OMk6lCjbTKTca/UEeTqxvgjd9gPCdZxa1SX6pS6owiPiB1p3PI5cICUvhRPZAy3Sem1lDKQVEA6ZW5LepSutH9zDO9SXhyVKrrWHGmH6dwmpUKUj9KlpSBnacDhLjTrSiLoWCC2pBClHNlZe8LDGF5/s8Umg4X+PFmxUOqfUjI75rXHl5SOGpWqQ6ekKyXOUmwK7gKfS4D7VUqz8qbS5S+TfmQlQKizAWsLYCv9uzYizguE3KSCLEsrG9Tn4NaotZdokLENLRCUtKmltNSHEZB8J5kjhOON69QFlgg5RqQamkVNzL6Ypp3JaZx3NS3d32I2HaXUH6pTqW+l9HHWEvw0pUSUK+bILuJAUCE3Um9iE7aeg0WVRt+a5VG4b9ExLH96Q4+UKayyG7PZbXSULsTYnvcgkEbc5cfcPvBpdJxHFwdCwpijMpUCYwgQucUUFK2HMvwZF0kgpCiR5XGu31SY8XdziOhO0t5/3XFkLaahyvFFS8SSylSjYtE6JuRZRABNyEvD1j4ldTbXY3ED8RLo26/e1UqC7SW/dcqOlOTIULirVmCHUkEDVJIIsApOliQdhqq05qVKj1SU0tfuSQ7xUJRnS20oBQcyi9gABmV6JuT57Pv2gcK0as16i4o68lRpD8d3o6eKypKghzzSQbW0OqTe2hCjwxPdi4tY4UtcV9bXQ+u2ZShZIvcWUCCQR2IURax2xOpVvTat6fESs8TxDLAdfw5hLC7dUqjr7DC5/JyH46Ql+GhZs3JZJJS4E9JUgghSbjKbi8WqYbgT8ZT8EY8iU6rxapAQ7S5FI+FPchJBCHojeYCS21cXabOdIBSE+FKu0DdZKxlu5xhS+UY+BFVMQ0jxN5StQsmxzN30OW+Ww00BGNqbvBle+Z+6WVVpUqExIVVKJmlF1VPkKvm5V4HO0SBfKkgdWmYi+2vQ4vr3zd6ey9sTS7eMsZbg69gijSqsuqU5+rJgQKtFfzpeYWrIHmSq3U2TldYcIUAFJUkXCi3q/jGg7wceI3N72sJ8BmEh/JIS/wAJeR9AKFxV+ItEWUG1XsUlNnE5LYWG/wC3oV6s+5sZRIuKKR7yRHkInxQlcpTZBZdceBH3hASnI+AHb2upQB20C/jD+dWLTZVGZqMWo0GOpKI81o80202MxaStIu8lBCnEkAqT1kJBvtZvthdYm4cQ1wdg/dpg3n8OYclv1hEV35lZJSUeJKlN3Ta4yqKkAXFyCSTsfU7GOHKXRuFVKdK5XMvhSESs6461XJBSVEXB7EDqSTcA3vlCrb1qphz3LRsUNQqj7ukJTTsQxc61KpZcuY7xSDxA0tYUEFSVpGZTSjdTexJjeNvLlUGu4ypdEz4XpbqGJk+O7xUx8yM6Xujr4NzlJWCUXSTcAq2UNJbymZbo7fcbOGcX0uqV6fKaefQ/15ZSbZeoEEHXNaxynyssixGuwdi/B2MovHlboIiH36itT8yAqy0Sk2CXGlR19EhC203yAFRCVhICkgCRu73/AGCKphKPgmLgiU/WuT4VUS60U5bt/d5rLwv0uKzEFJKFBKhe4KUyN2eNmpUWXgh2rMRa8iPx0Qqo7k4j40zRnCMvWBmyqIAUki9jpzLt4igRqnlPhzDGHKDS2KNjfjowpkUiO1TZCkpjuuZSQA6lZCTwweGq6iE3zrKSdjFO67cbAo7GI6NvHqFEeYyw6tS6isO8RK1dElplZSpTZteyTceRCk5Vl+AMV4IrzrcrEbzEpiEhTU+KhQd+6uIUNb3UWyQVC5IOVQJuk2z/AI8i7iN0G/1iLP3hVTEmA5UN1hVLjuuolYfLxQlN7gJcaAIU2kjVIJBJAJmigrzNTS2lszc+E8aUKqYDYoVdeb4CIqWGJjSStPAGjb6L2UQBYKF87atFCxCiu8Qe+ZWKIm773tTqjKYaU1DfkOhPMW6ktKWAVXABCSQQkkgkC2y+9lnF2CN4OLJFBoNRlYkpdOadXTlyFOMc4wrOnLIYWrKl4oGZCiAoFtYKiNiXeXuOi1TFsCfWcezZqOOmHToEpKEymVcQqZIkJ+Ip1sK4ZUoklITe4IOzZ3bfKNhUHufUxuLhKst+9Ja2EIkJXwlq9VgFoqRpcrHDULhQIAJSSCamTWmmsWvu4SqD/K5k5OfulEpOQFTZVYJWArMkLIz6Jv3Nz9WGKDRqyw07Lq9Orb/Wt2pOu5XnUjRQWolKXQcqr3CbZRmSCAm1w5Q3cRyqlXoFJiwqpTpv3pqEvI/xUkoW4uOpNurKc1rhRKrX12AtbtxmLGmpPIiJac5FlV6XA4Mrlai1mdpcpXx4bqTf4d/GgHMAoXIBsRax2r6RTZ7Ve4VGp0p9cpKeLkujiZCVBYubEg3Uka2JsL3N3vi2j0HFFGbgVmkoQuK7zEB2PdC4rt73bVfMjzukEpUNCAQCJ9McntUbhO5KitCM6FZcruYeSgO5HmoWv5i9zsM6VlPuJW2Vn7YjMbUl3FGHH6DFw9ys2VmdiqdiqTHU+AdFAJUG1kCwvYEpAzAW2p8Bbv6zhyBEan+9KitCMkhri8KUz+C/Mak6EaWFha+zTxfjH3NAYxHRoj7EqUj7xTpXU1I1F3I7/hJ+YoWQFAgggggrxzf1S2qXPn1R6bS6ixlkQ8iMjuQaKSAs5HCNSW1ABQGigRbaDphnM5Knu5SMd7dZhyfRmKXWZcqqUvJxYvOtZpVPXqSQokqIJtfU3IvoRcrXephhrBsCI07UUQoT68rFSdazR8xF0ZiB8NOoSVAEAKSqwAWR+Vn2gJ9Zwk3PoLX3rMnJPgJWphzUZkuMqs5HXlN8qgQSLAg22EKu7iPe1QaZQWqtNfhQnc8+OhptPG0slJsB05+oWF8wNxYjZbVAqRs/vDVDb/3DA6lYnxRQXalKpdRfQtaOE60lA8JHVc6haNSCCCkGxBFyCYRZtexHFov2op8L3jQWkqaTIQphMqOCCY6ykAoUkApCiU9JNlKOW4zTsCQJ8ritY3lRfda0rjw6lF4Sm1IFi2VHpUm1yAoIIGh8rEFYqE9ppis4cqMJGRCovH4pyR1WGmnVlINxY9gT5HbkG/iNLs/MLsepwu1PgSvca4UV+BlgRZSkupSlRHGjIWL5mgSQASAkrNkthRIWeFUwKNXn4s+nzWFoSrJFmKcd5dI6kjPYKyAHpWoajUkkbFWH8dY3rMVzAe9rD1IYWw7xaXV49lNK0ISsFJCVtqFrqGUpUnVPkOMGpyvfP/bKoe8YtLQuHAmoUOK2hLmgUQAFpFrWuPOwBJuDX6dnUIhxOu2H5k6lJozspyfFqOR/mkcVKnQpLLtx8NRBsL3AsbEhVx67MCSqvSmmPcLKELQtKuYS6FKbym+vUNAe9yDaw7G4EpEPCWI5XFoLNIRNfi5OVQx/XEgEKbCh0k62LdiFXN09iOO7uHg2gynJ7tOlURiKtaeLKUrMlKVAEEKUbtAkpIzZkkajtbQo0YVBuidun2DenIjJwbJxRRp8+VWZcV+LKTkQ1KihaoqgboIWkkFIVrlUSg2HhUAva4grxHWcZVrEdUwnSKc/OjtQn3YrvHaqGS6Q842tIuCghJSSTlsCo2BBJhNeHKzF980Z5D7C8yErQvMn0Iv59v3DXtt/OBqBKc+NnYQrpy+JtPmD5FIPYjUDQ+p0qxtGIumssq+yZh3reyNAaxRAx5u+rfuFdOdU6imypBdY4S02cjpCu7YuQAQbpuDckEB/82jsWjT6DuWxvFomIeLzDtBq91NRZF8yJEOUkZ2bEkpSoEW+GVAAAau3hYO+1HKSoH9g6lXQspW2oahQsRcaWKTca9u4Kr3oYO3VRYDkriv07FCGvhSI8hbSm/EPIkBPUruCAdBbQhgncvM0dJrHuO0+4naW/jzCTrEXeDEYqkr9LI4TQ4vHX3ULJFwpfYjMk3tpaweW7DHcCe77rgU9HNRerlZEcIdym4OU/PYg3sVZR3sAQM2YjxfPwu1AlfaenVSEj4qFynQrpuEOJKgLpIvqFCwJv2sdnju6gtRaDRd9NGlvV6luT8nu123OJYVdBCSNFOt5VW75koGtjsLTjaYy9P8AN8wl3obr69vVqjDtGaYoNRWhDqpD91RVJSA2TkSCnOG9CBYEKT31IjYV3T4SwRS58XFFWiv1fNys9ECUhcWUhY+GUodCktqKbHLYWJykkm5eEUQGnffMCXx4T6FLa75cp1H4A+Y8j5bLOFu8gT8b12fVJcVFEryUo4GYZlX0IUdFAoVqhYssAgA2BGzTsqyK9ZtXmJzA3s4RXcWv+65aH6cjwTEJU06n5glQzqyqBJBsSAb2CQQgMCvbr6DFrPIVnBFUWww0nl6shQQhV7goCvIg2JFwCbH6A/xh7hwHAba+2LGHoWbhOyH1jqUq9rqUbXJ1FyO30Gybxlj3FtZdpu753HtLlUGbKyKXn4EhSNczQcSAMpzJFwAQOxItlt3HdOfUXqr+rcs/qTVP0agynKXS3fgLYU0l1fR4h2Vqb62B+lzfyNBhz2AGsUV7387vCfXTpzqJTCYSAl2C6kBKwlQV3OWxTYAEg97kktBwZQa9PrWF4GE34qKXHyPx3ZGZMhQ78MklQVcXAvcaEnz20fujX9l93MSs1SX0LaStjioyrbaIBSkjvcXtbvfT6bJaYFGYwbU/TE7Jc1is4c3VYXYi/wBVYYaS013UpxdrAX7lR9dSTcnZZYLxVQd41UrUqs4hhLlRWuK1FzlKm0C98t9QQoa6G40NtRtQ1feTKrON6s7iNp9eHoUdSeAlISuOu4IkhWayriwFxcHTUHYYZ/rTbUXI/nXxWnUNBCsitew0F/MC4Nvz2aSjuNzBWgIm8+4bzabS5TrlelMsIY6kIWhAzaafXX8tL7JvHW9P4vK0unL5KK6pGdPUlzTUWt62urte4voRs1MR1CjYcwu39o6ihhEr7v8AFXlQpRB0Kuw/En/InZdCJWcWz36W1ERSGISfA6kKU4oaA6d9ACOwAINr9+1ibU2JMx853RWYsxZFrztNqlGZfhTYS/hOtLyqzE9VinukW6gbgg2t32nQY8CK7Lnuur53pddj58/QTcOt6Zim9gUkkpOhJBB2JIO5ysxazxZVRioisKzZtcyk3BtbtYDtY207bWUrDOA4DvxXV86vNwnUOnitq8yk6kEenbvcEEg5NOlsZs2/2k12nOWnShMtYXiv1517nZr6FIaWlJ6U2tlIJJtrY6m40t5AMq6J9U4kqVSeVQ31u5llWXKMoNzc2t099ABc6bMCnVvixW4FUZYQ/m4Ud9CMrUpIBtbUBDtrXT2JuUkjQR4FYdi1RuBVIjaIr6ktJUpHSlZ0sRobHsRb8vXXuO6gVkcSlmbXJi3jVGBFd5VplGRa+p3J4fQm/c6anQ/jtPjPQJU9ug1mIhC+KlUCUnwSs1vhZ+3EtchJAzAi1ykkWeJ8MwMOT5btUicqwtSkIjo6+kjS1umx8iCL6dtl7TsHY3n4j5CBTpTFIm5Er95dbStBYIULLQsKuQbg3SNQRrnNXsQCsYEisFfEx1HdrAqkCPS2sTwmH0SE5GF34rd+wKVKzKSdALgk6jW4tzwjua5Ws8WLwGISFK5hDF+Fm6rrHnoq5y6EEgGwFtu+KazFw5S4k+vPLqMqEwmLPkZMy1JIKUuFSQOyspvax6iACTt2p06s152JhLBsvPzUPMnLZpbi03JRfwhS7aJuAToDrbaWdK8b4blRxLx+Bhx2vfYiA8+/NmtcVHVmaUkEFXY2B87C59bXNnLQ8K0vC9LbpcCIhhCEJz7K/cRu35XEcvFE/P8AdVqS1xVnMlavFe/mSE6m5AFvIjZ11JbTvwv/ADW0VuH8lgTuaU6g1wnHXciEI8Oyr3i4zitRXIDVQWw+v9FwvGlV7Aj0IOubyse/YhW/XfVK98/YPCTy/grySpSLJ6rjpBv3F7n8LetrGgUF2BRvfOI4nNTeElCXXU5lKSdfPXtYkWsSRYaDZipg2YSpPmc6tWHXaXz9UlrXORFQ67n6EZtbqSfkBtcp7ak2sbALru8/FECgt1l2WtDD8hKYTTDWZTybka2sUnpUbkWIB1uRtEr9H3jOz4DsCrLYpz8zNkaYClttD5BmBStOUqBSdNdQQdJFZYlUGvUXC7suLV6DCkc1Tc6QhL2qC5CdsQpK0DpSqxum4GqSTlnrFNl/09TDI94PM1Ka0ALvPtWIZTUVujYoeyU5+UirMSmms+WOu4UUrT2KSFXCgBcpuRYXs6MvDnv74WIX8Q0GkO51Ouu5lyF2KgMxAuQCSQQLEAWA0AnvExrhf7WuRd18SaxTpTXCdiynQtcVRACgF3JKD1WzXJFgbGw2o4lOagOy+Q4+R9XWhq6lK+th3vr66bNLb3TFrrV9JGJvBxa7jJpyl0Fl/wCz0L7xFSprKpOg0OvYEkDvoe9tgRW8zDlewbAwR7uQ/Ni53Zkhq2XLYEaixzZiAEg3GpA7k37mIXaXRm6XhxnnVymlPodjoC1x0WKXAtPzAE+R0sQba7LnBtRgYNoMuLKl05D+Z2Up+Q1m4i73UCkEGxuRbvci3psB2Wo8wlI2ct7jowhWazRqC3RoESKx8LhPpdazJTpYEZfMD62089j3d5j+g7vuBKx5jeFCW/FWlSEOodacsLB1KxopJ7KvYg9wLDbFmKd+sp1rlcORF0tjIpHS6fCdMg+gTca+XkLarKZjCVKd4s91a8/z5z9fxt67B+pwfGMlz8Tc+L9/O7SfiNx3C8t/jvtJirUlK8j1iohSQrw+p0se9gSbsiTAoP2DYx5yi/eC4SWmEL8SldrkXsTe6iruQAfpthzcNGoOLa8w7VKtFY5J9pa2HV5VPJJNtOxBPca/UWOuu8e4xiuu0mg0aWwulojplNKQoZU9wUX+nkNfLZypjanInbd3JmdqrSJ9UrMt2U0/x1u5cvhUpXkRca38uwvppsW4foE+LS26DPifevEhrxKU0sAa28j+didiSvYspdBqjDUVmLUWENJdakLSM2U9wdO41uL29NNqt3eLKdqjdZaiReaYaU0ha05syCb5NbjTy2tpdAaySTEtyK0B96z/AAvduA2s6GFuokTcnV8IH/Q5ddLAd/MENNYqk+jcWgxGEQqc+00pEq6mJDWgULixSSNRcEEixsNo8Ka1S8efbyfT0VF9aVtOtP8AUhSV+K1vCe9j5du22gt0mAKNvypc93DktFIfhdSoTvUl697ajsAfmIJ8reexbtK7ZA9QLWb3AEWm7rCGKMJb0GKXS2clLqjqpEBS3TlcjqAWtu+mayza2vYHz2f+IsEwGsUP1mvUlDEWU0mLnjr+7ylEdQeToErJJSlWhPTa57D7cas0GgzotZabQ9h5D8eOlSf0chBITr2tmKLWtpca7TsMYWo1UwG3i3FGPa8iVyqkTUIldLitQl0JVdOYkEFPYm+myNNaVfpt8+poUgqOYnsd4Elbr8ZRGnXePh6oq5iGt3pUnKb5SRay0kXJ7nuB5baCwvFwvWYsSsymWFykR0oalIstXC10vYmwJIt3HbsBZa0bFNL3jYcb3fbwcQ86teZqHP4QQqK6PASsd0m2WxOmg7bVmHccRd2nDwlWXkZGH1R+jp6r2BH0Pf8AD02sV7Jgr7SPshtvO3cVTFrrf2XrcJiFkyZH+lSV63tYWT9dQDfUGwO2b99UiLuqi02BRqdNfxLKQtNRTKVl4KxlCVDQpWlVyU2FrAXIOm2kXpuI+Ql1n3c+hbDSnUx8ubmGPlcTYm4IsoKBPr63DqlQ8R71aDTf6PYm1HDTqZ/xcvFSwbpcQ2VWK+nqKb62+oIX1WodaTs9/A/MXDOx8otMD4kxu7hJyqVSX965dTSYvC+ElRtYlKrjuACbggE2sDYyDW5VB3fNutS1rqj8pUepQ1xfhJQvRMhtwEiwHSpKrEEi1wAQ04+G3aDFcdr1RYgxV5syGunMn010Gv0OyA3w7xGuK/QaC1nYy/p2lhSs1z38x56W9Ppt5fpdvWNVaw1I2jHEaWwKvuQqRu9nyuI1hykrzoTnfdaTlSlKh5nsAQdB+wd7EeFt1XxX/wDvtUYWlSYSknI4o97k6nQDzsLansNgXdbvL3jRa9TaNS5a1xVutNOx1tZ0yGgdULve49fMeRF77bQx3iHCW7ngVSg0mKhFUYStMNheZLboHVYHVKbntoBtoW6bZ42N5H4iXg2XMyBWvZox5jLHkt2s06LFhMZUIkaoa4QFwAD5gdySAT52FhofcPucoOA+J9nMQv1GUw7mW/nCWmb+V/NQ7G2h00B2t6Vu/wAb72ovP4oqC6XSF9TUVrp4nnr+7v6dtm9g3BFGwbQW6NS+tDHWrN4nPUn8fP8A00G3pdDQKkXAkIzryJeYZoECl8eVxuaXKT+l/vDyA8h+Hb02lTqdFlNONcJHDX4kr6k/9NucT7rF4UVn/c/V24M02fzXNOy15P1Pl23V4kP5R07D2NpbUSgvuu+DLsQ7Bu8yZFgYccdlPcNH62ytQy81G9TOOLaHhLeXAba+OxNiq4sWUwoodZvobEd0kXuk6HS+wdJ3dyoHwqziF+oxfkQ+74fr/wAfP8dr+RiuLKaf+y7KFrRnWpDSOn+8RlHl3On1t32U2N6Vvkr339p6KhlvrSqPI+T17XV66fh9NvJfxCjHJrsKnnj2IpubMakSqQKNS+Qa468ngWq+ZVu9+/4euwdWa/K4rjUXOjr6/wBbUfx9NpW5vFU9ppjDmMqjCqK5XwkKUgNLSrsL+RV5X072PYWLMY0vi16JRpUTkn0KVwpC2gnMjsEg9vrY9rabfN9Z/D2q1VXersLH8AYnYienJd/S/P4f721e421s2cS4CdixeK1LivrR40K6VK+oINr/AEP7fRUSkcJ1z/e/vfv89vL6rpeq0J/XUiZ9tcqJieFtGbXwndrVcTitbQJbTTXwtl0/EA1e9ZIbcad/x7SkJ/8AL2pI8jhO7WTDzW1XSJbWWWkWc7F/RfJ4Ni2FWffLXKz5eTo6Vr6lf56i/kNgxLv/ALvt9IkO/wBl0fx67TRe9ByP8Rqi0q0L6xTKNAdiVRqoORVo+E7lX0pVa1x3uk9ikgjzFvKfRq98LlYGdfA/RcLxJQe6QDa6QCLC9raC+g2pMP4faxH8KfLWj5kL/VUNPO49b3Hba0nyvsa7yrXAfX1LaUhITlUO6FJ0FiNbgi/47e80Or1OppU14VZqK+6flbmwOabqjTy31r6/76VC+qR3+hH4977V+IK1KdoL9Zi1BD78JPFkRc/UloC/ESexI7lNrgA6abUlUxJS+fcn8otGTK7y7qz4vmRdNuk62ULHW+hFtlvvhlO0uBA3g4IqK6phCqOqi5+jj0ueNXIMopuUrtcoV4VpsRc3u1pulLrribDkf4h6NJ3jgGF0HGVZlNMVmK6hbHFV1/M2rta3cehHbv8AnKkYvnxWm3ZX+Px/v9R/Guyv3T7wfejUiK6yvlXMzWZdsyVf5X8wRbz/AA2vsT1aBWXW4DUvIvpaUjJmTl8j3toQLajX6HaNZ0GjudtAcf1jh0HZBJh1Tt6UqA7yrUtaOlTqUpd8XrYef1t/x2Iadvkiu8PivIz+H9RX53t+e2b58Kvcg3S6pnQ+xKTwpDSzxW1gWSu+oN72IJseoHb5kSqzQZTH2tpL8Vjip5jP0qyWJLrKxcG3fLYgHSwvfYuk6Q+lcNQxia3FfEzce6nfE1WXXKM69nyL/WzZfT/W3bS19mdNDU+K410LQ+jbzw3fb1cL4DxHUsL4oqHQtCZlLrLCCh3W9rpAOf5UqTqfNJBuNtU7qd8rtZ5SLWfh814FfKpVh5WB8/QbfTtIfAK8LYMcypxJub5DFH2j68ny8JXUyrXVNhcHtrfyFiNnpgLeE7i3DnFlZPeMJfAm9k8T9V23osd9LXv5bfz7sWV8L4a8+0GDhP3XVPfNG/t+h1r9ZJ7j/UfXbRSDzB56K1giU57rpyF06ouq5dpXSltZueFfW1zfKCLEaeW2Hq2/FwvvarWHGqdKpdLXM5yLHfQUoZdOZS20+SgCe4OgIGltN+Yg+6tPxapTuahPp6kZsvncFJGoUD1D6i22Qt8yJ+I8WvuuxESpVOi/1rJlVMQD0uFOUgLsLEggEgkAEXKHUaG2bkitiiB29Cc1VOHXouHkIWhSc9Uhr6JVvClabABX9699Nbix20X7P2Iqy1hxuqOxFoi8Ll1d08NdsykkfqnTQ6a3sL7QadhHBFe3Xy/c1ORzVRj5VLipyr4o0AcZKRYhXTfy8iNnHupw9F+xsCLPiIY5WOnjp+VxYAvfQA631tqP2bZ2jqsV9zwukrJOWiMx5QcUYXwHiGqT+hjFClr4SF5ktqcBCdPIqJvYfQC2g2FK1haU1giixYHNReAtGSU1/ZqSOyk9lAgC6SRcEm42a2/dVZ3jV6BhKgsrYpcKQiRKdV4HHR2TYeJI72uL6bTolPr1Bge4ZVPiymFx+n5ursHEFSj37FJAsdddCV9a2HL/ABB2Mr3ftM90LFU/BuI23aX0LR1SIebMiQj58pI1BJNxa6Tl7i2zBxviOg71cLy6XS62xFQhKHXc6RmTrYFSAbhQIsSDa1jqCCL4QsJVSe5RqzLiwn38qo/OtZUcX0Dl7tqHkLXN9D6183BbUCfytUpLC0PoW01UmHRlUkosRnTYoXbuFAE2N7gkHxerv1FAIrUlT+OcRY17WOPUHIm5avYclUWs4XxvS4s1h1DqEvtdMjsTlKlgG6AUlB0IJ7Hux8aToE+l8V13JkRx2HUo46ovk6gWObKD66gFOhsAQwbuKpAgNxZVWzoY/ROryKQ4nyCxe5I1SbEX7gg6n8wru+qlGlS+VZ4EJ9SXeLx1KSl1OgOUggXSSkkAXGUKKrab/TOqaTaNOuQ39IzXtAxPtigVnC8BuswHYUql1TrW7TXfgKUeyy38isxuRa4Nzp5EEidFxRS3J9edQvEMVrPIfU11VJpsWDigBbitpsCoC6k2JN0EmDWafysVxqlxFtsN9TrTC83D9VhPfKf1vIixI2iDDjUpqJVJTNRWiKtLqJUVoq4KvIOJBJTdJICiCkg97dt6ilDYTn3+8smN3lBLBu87lcbt+B+kLzIQ606FJbdSOq6hcGxKbjTQ6dhtM3j4opdedl0b3iunTWEKlNNL6c2XVTYUNAbWIB0PYbT8ZblsOUGK/Awky/Cff/pKlu80VtOIX/YqCldIvmAVob3JJuQQGC81ijEdNlbwaTwF0hr3NKddWuOlV7BC1kWCVhIsCSQSAdLm7tunDJtlWRWeKatKlVTCXNO/E4GV1Epq+WVFOYXBHSqxum4sUkWVbS2ivY2x7FwvFfaaxC/Uac//AOfSi6hSCOtlxNuki5V5kA3BKSbDp3VSt17WMMGutc1grEKH3X2GupVPlFPwZ6UkEpWlJOYoN1JAJBygEY3dbu4tBizsb4NqL81GVPOoirW6wq2cJWAEgJPisLAk6DS22bQV0j7T8+o1QUrO2anrGEJWHKzPi0bOul4hWuRS1eNbalg3ZJuCrKogpJ1KSnUkE7KHchK3l4S3gt4cqlJYqNOlPrYRUoF0qj6qH3hhXxELSQEqFiLkKFhfYiwjvCqlepcClwGUPvsOq5JGceOx+GR5WPYE3tbXaNiL2md19Ldfn4jp1UpGKP6vKQ00VreW3dPETlQcqwBa2va2tr7O6ix2XKwboGc7YZ40ru9XC+MpbsDDHNZGs7TqfixXkFWvUE5kpUBpcApIN8pBAFn6RVMeYcl4yo1JQ/S4rq/eNGzhUqjyPEoMq1StpQ6reEk3sk3UKXBuLN7W9qs81Fq0X3chCKlSay0rKicwDlU2BYLYdANnUOAhClAkAEENjCmBpWDcb1LFtBqMqnVGqNJamdAkUmqI825kdKOI254gHGVEXsoEhRRtm1odQ/6glwkVNKi/0C5KgS0VFh91pCpEW6MqCSPjslSi0pNx1EkGwsSCL/FCh0afFrWCHajyNRfWmVA4vSpx9HUkLb7qNiEkotfpUgpJI2Z9W3e1nFsVx3BESl0GtwuPIdaYlZUymr6t3AGYgKJClDKoKNwkkjZJzqRO96OQMUS0SqfNWpDEyO1kVHkN3zMSY+Ylt1s2IdbJStu5WlOQuKe09KU8fENXsUxu7i647hKU/AxlSZS0MMJdYRKdz/CWPGysgl0GxJSsm+ouL7St6FcgY8gP0ujMwoTGZLqIc9rM08oEZC2Qq7d0hQy272GhABYNPlxf5uYGF6o9FqkVEVSYVRQgJdZVYi5RmNtdFJzFKgbhV7HYKQ9hyBw6W68w/kSpSEZM2VBNgSTclAV0lWpB1JvrswwVftgtRcF4T3OeBcRY3peHHMJYolsfZqbFyRUu/eFU9egOUWBLQJN03AtawSQQUHvgTi3BGF3MR0arQsQxacrPMpcr9OyxcnNGXlHFZAGYAjMLEHUG+iWKtzU/laWyw+hf6VpaxmTp307G1tbWP47LTebg6LVHW3YsRhCEZuchpXk6CblaD8pvYnQjzIIuNh7yPcFp72FgDROhcqs4joU9p1aItXitSo7qV9ba0o7m569NSSSD310264nlSoEqW7FdzofzMSpsJ3J8UoGYONq1bWb66FKgAq5OotaPhSVhdpzDlLqMqo0+iSkzaS6tPx4sdwjiMqB0JQrUa2KV6EjUmrW76ViOK3WXWYr6H18KVIYR0qQB0LKCcwWAMxQUg3Cx/sy5xr3TW1LZr8YTU/FuKHd3MSlxcj/gVklIPkRcEjrTdIKfS/Y30NxhTDDWA6yxVKNVuVzx1LiyIswJiyEuEjwO6MLKxYtkpQVggqAJBhzMLu4cw437rzvws/y+JtWnmNbG4tYH112MaFu7o2PMHLr0XENPxC+zHVFq1NfRwJSeju6nNZxYScpNglxBBIWoAgV9G8YI4mep58oGYSoW+TGWI6thyv1yVVKdKdflVGBIfWwhSErT8RuOVfCULAhKBYDN0ixOxJgTdHWcTucPdzLpdOew7KVDdjz+pMqKpsFTSsgN2yFJTqLXJINwQLbA+5uBhJ1j/tZUVsRX1SqQh2eXVw1am0dxXXw9bhpRUlFukJFgSOgUKVhyqS5WEsWQpsVbqXZDD6/jx3zrdSgruoAA6WVlGgN7l02zTiWGrQQV364ZgO4jw1iOB7xwpUaRnarMVhS+SkKyZGUOW6cpOYpcUCklPVbxAPxfibeNKlQJ8CuSoVXhLdhOrpd0prkBQNm1s3X1t+QsScxUgg3STzGG8GfAlONV6txUc1mQrmrLSq+nfKEjS6TpY5Um2ZN9qnDkPDmN8Jcg7VoSF06UlPF0Wtt1C7odSdLKGUKB0BF+3lD2rzsEDZrS3AisjuUuluy6pFrbEWLNa5qKnOVxVOgDO2Tpw1HU5bW1uCRcAdp28Ws43n03d9zdUhUurykU1cdqUrInmClBb6CDwipQGUkpSVWsASNnZjn2fKNjL+noGJ3Iq5S88hEezvDUoWU7FUpQSoE2UWnCFAhQzm4Jz7G3UYsoNUq2EsdvMM1enutrYqNL6Wqk0bLYlxr3U2SkpDrJ1Q4gqAAI2yXGqPkDx+PmLIGdsiM8bxnapiNz2fa9UOSqmHskVKn4oSnOoBxuxCfguKQhST2Dl7EFZBFvLw/VKzhx/C+I6JSK3FhOp4rC/u77agMyXU6EAnxJItcggG99hTfBRN40X3FjzFtJp1bXKgJpcjFEezC6lHSbtCWylS0B5sEguIVYlHcGyBAd3oT3Z7cpp1vidORL6suZPe2YAZQbXA7X1trYZur6pXpnCHOZa0hTKWpY5oODYE+l4cwnUZVOQlSZ9IdUvK8lNyTlV1syEWzJWggnzCxckxoOI5WLcB0LFsCoLm0hE92jVSFUYpzx1qGaPnSqxRm8BvoVHKbEg7QaxhbAcqqR59UqCIUqV8VpchWZDybfK5lIJHmCVAlIBBBIJxTd3/uHC8t3BtcRKhVdCOfpc22VzIoLYkMPoFkLQ4B1EKBSUggWKjuaXvsm72IOSJOMvtRgP3XFzv1GiSHY6GlqPFcjpCmwFFWpdbJSkqOq0ZVEk32F8IbspWKIHvTEdRXFYQtSmuyFtqNs1yrUEEWy20P7NvzdzheVFr0+s0aWhh9h9Mp1h++dKSLXU2dC2o5kmxKdTZVwACjHNUd5VugwOPFROdVkW11cutXhF7ajUgXte1ri+2r20ardZF7H3fbLPBmKaNgjEbDU+rSkU5+Oph2e0gqVBkAH47gNiWi2mzgGndR0BIQ29vc1gOVKgV7Bsul4XmwpSoal5VqhTmk3QnKtChwlnQJXqCDYgkpUkrpz9Zo3AnuvfHiupjrdXdSOOk2AcsLhKgrKb9JCyCTe2wviymQMUOv0aBUJVIhc6h9pDCB936xmjKBBs2DexFyEKGtwTt5X66zRartkeBPB/GY3pL2qwDF/W42Dfs5WpTtQYq7aFpkValyul9PezrDjYALoAHUCASLEXISquo2KXcJYI96UGoPsSqRPRMpdRX1pUxdamHLAgFIIUhSbk5cwNxqqXifF+A6M7PwvAwbNeRCQlEib18JKFANqTxicyrn1SL3N7jvSBqjQN0rkCVElLQw6lph9rxsrLl2VEAFKxmGUgpspJuQTcn0xXxmw1/dwnzGXVK/u5epcveBienMQqfiKOl2l1aLdK6XIFkPxJrObI82l5QTxrAhp1srNklY6DfjiPBFUfpbrsVmoyqTytRYWnPDrlNWCE8ZPYrQlwZXQRcAgK7ArWPVafvB3YN+zdUMMwl1CUwupUGpIVlVDqTBUsJfsDmZfClJUAAW9QLgpCbfcUMJNVRvBuPM77mFEpQw0t3I7T2HynOG1hQS4jsoR3LDXpUNQIxHzjHMKafWaDhyKxPpcRFLWt1amEtSgqG264NUtrICAhyySpJsgrCVZQogk6h1fd9vQo0T3C7CxWhjj85h+pNIYq1LdbyiTFeaWTYHxNOpJBBAINhmjq3dUHGVZqWEmuAxUaI0mRHkISFRaxAIzsuCwQW3GweEpt1JdB0U4oAEZaoODsb4X9qWXgiK1UV1SLMYahx82V1xLwSW8pNrggk63Hcm3YD7PvMzLtPgkzV9DVhLCUqXKwu7/AEXC+68vMStp+KhxGjEhtzqQRmKQ4LgjQKIttXb5ING3tUHD0WvYNisLpDXIe+4EgIkJgXCWW5DZAzJbGYZyRYKscpNyT71dzOI6PVKZhLG9JRFlSms8Csw0caKq2XO0VdJA1ylNsxBBAI1DBo24CqO0uJPlRIq1wmsjvKyFK6ex8upF9CbXGgOlxtFdbepnq7VNAfAlJd3S4cpOHMLxIVOlUTMnnURwlbzRHTxBoVuhRUoOk5lXSFg6krvFm/fFsXGWLJ+MpfO1eooaVQ/drrik8w2MiWywsgsKdJTdQOQWPUAbB1zqQ1hLlGqzRH5UWK1yvjKc0ewyOMrbBSVNkGxIUkpJSQLZtlbvm3e4SxRgOpYywvx2Mc4eyqSlpoKanQlKHmk3bdBOcO3AQRcHUna1ilhgGauh1Hcs2PyJ/D2mK9jLC9FqmMsQyuaQ0wlaJUfhKzNqWqy3m7trulasrhAOXxJuFgsDAvtBNUvnqZPxOxUaDUHfeNLkR1lqfSZC7OOsnKSUoK1aJzLQpFigkAhPn1iaTvGpdZqUqvPSquwhppdbjoaDDqmiU9eXKEhdxmBAJDl9VZiSd/Fpc+J7rqHOwlxWnY/FshMyO9mIUrX4ayNAoAAFN7aknkR05jeo0+4eE2hXPaMwRP5v7OVF+VN6l50+Bx0Xu2QPAq4OgBJAv2tc/wAJ4yaxvRm6pg2twn5vKolIgOu5FvIUPlvayrggAjWxAuRbbzyrk+VhyqOO0aoPrRW0JTUoTWRb6VaZJTfyqWhKfUKIKrKFgdnDu3qcrd9PwnVMeROPSJSnWk1FbDkdioQlruo5SMwWh1CSUjqTmUpINzcu7cIp9FXj95sjdjiDCWMsOVL7R4hpy2GH1ofiutZEw1nxtr6iCknqS4LWzEKCTa6H327nMR0Gsz6M0zNcwvO+PAkcuuRFVnH6Jw2OU3sEqBBJy9wb7Eu7uh4SoOI61Xtxm+hiVXqvnffwviVaWlTEkqSptEi6W31AoUkKKSs5QSsA3LRhVDeDK48Cl1akUv4WSfQaulbTSlG4UAopUGz5EJBTcpN1AhWyzWbHCY9/PxKDNJ8BMl4Md+y7UejNRGH0IzIQ6i6FdIF0qy+EgGxSQLggEWN9h+qbwncOV5+VAqz9O4+fixVKGXMDe6TbwEEWJub9xodtmO4jpbTUtrGWDm6jNpDSV80mKFvpQekjOgfFTa4HmLXKdSCuZvs7bqseVR+vRXaowiapLrSEcWGhtXmhTJslJ089DfQJBCRR6ha0Xdgx5mWsZb1OK027za36i/mdQpSBl0WNSLajq1Hbq9CdrzBjsqjYcqWKJXx2JSehiLnUjv2sTcWJFgRdOotrYube77OG7TC9LYn83NpD77qGGnZTCX47j/k2pRsppar5QSoBVwL3KQVLMitO0uA1Al8rToTqY6ltdSG8uiW3LeFNgmyrgACxAtbYy6QJ6jFdaMMLCrATbrrUR33dwEPtJW6wpeZpN9Ccvht6gag6EehrFplGwvzdZgRESuAviraQrOnKRYnUi1h66kC1zYHYZw+ijV6lz4Hx8mTLCfS6cmYC5QRa6beYAuL2F7a/tIg1SBAbd4S860f7XPm7WWCNFJv+y4B26yjiUsr2cxS7xqjvUwvjKf8AZdmFKpFRQifRFNLKX2VDMTGVmslRCrqbUCFAZRc63M+JjJrCVWxH7vmzZUKGirValv8A3prIUJQ+VJSAtAKRYKA4d73UL5SyKPTaW6621VIjCESuhHFQ2pDa/UX1Qq/a1ux0INwVUiU1Rq83/SMpiroYW1FlJsleQ3FswulSrWBBBBsMwJOzlbpt2mHS9Nu0wQ3f75msEYXcoNZaRSF1hXHpfFdKWnlFJGRDxTluLahVlEjQEEEVOHN8rVUlT4HFqLFRiuqdaVIYKUOJCupsK1Rq2LjUkAgG+lvir4XiyqpwveMKqReKp/3clCI6kqFyQgG6E6km1tNdDsMpwfFpeKJcr7T1SlsLQhbVNmMIyqTnynOU9XUDYEHS5IDgvtFjoqcStlFLVnEZ2IfaKoOA8OS6zKp82bk6MnFyLSojVIPrfsb2N7XvpsiscVnEe+RpivYoeYpaFtZY6UOoUvKrQBchOlh03uCEk3KrXIGd5O6zeNWZ9SrNGem1TCHF4UpHwlO0tZKU2koukqbHk6AEixBDZRYm7e6Kl4IisYDxRx1xaopD8io0tfF5WO5mS24MwyONFQtoUZiVC4zXHV2q4xL6DSInmPcStKw7heqYybw5jyk1uFS0NfeJuqHYswKKVIeULmx8IUAfMnTU603R7zIsXdfiGjbucJxZUXdnybruR0PqZhvqdQkqRfilLXBcOYXOVV8vmDal7kcEfZxxqVLqNYqj7qIUqqU2KuHMbyjI24plxRyLDYspK8wXoUKvZJu8Beze1uXrNdxRS6siqU/FEBNGqS1MBrmopSU8J5KbZV6kh0EElRNwCUbMgIsPqbEX7zJO5/edVMeUaW7jKnxYrHMJaadaWVNOJPSVpJSDlzdNzcKAuCk3SZOLcRxcOOy4tLoedcV1Cl515kuJslSshuQq7aswsQbdxcEAgq9ai0HdfScLz881EJrlUcWPmfU0gaIT6gJ8Iub2tfTYLq2Ep8WA5PgS+iU0l1qO+rpSvQjr10BsOxAPpa+yF1oDcGYxsr38epKXhqqVnFECVijlajgqvNIS/CdaC1Kt1II8uI2QLgkEjW2ye3y7mqD/ADquSsJMykUiUhCeTi2U0p/Kg8dglQUhXdKkELSCFEBJsCwNzOJsb16l1LBGPIlUwpNw86l+luyGuiYwhd0lC9UqKCLEWNgbEkG4MsVKlT5TjrrMVh99aZC3Y/g4uWxcym5TcDNqCCbi97XcFvhG6tXtGFlNgejNReUo0p1HNMKS/KdXf4jVxex0IB0Cb9hcntsR7wcbT6o7Ei0aJx6dn+7yE9TSlJvcFXYDTQd9Ba4O33DcwbFd5+fTn35T+Rp1fiU55AEXAUANBfyv9Sfmp1fmnX6NS4kWKhaEqSlCQlfpdSDbX0Vr9CbHaEfMr31c8xQ4zokrEdLluu4slQsmZPLsWQrPa5aV39MwVfUi30M/A0JqjUth13+wayIWpX00+gv3OltfIbfmNGfdc9iLKeYW+/lU7IT4XLm9iPW9wLaWBAtrepxxiqjYIozcrm3/AHo//wBy8aHPTTUpv3KvMWH02LZqV0tZdovcyu/J4Es94FUw41A5XGVWp1epE3K6iHwgpSVJUFJzIN1pcbWAQQSNL63IIXT983vSqN0bBtEQhEXLnddv0o8hY2JvaxI1BIvYW2VFQ9843rP391+Ciou50LS1lS2knsNLZdbajUdiO+zFp26WqbuYESVAZRKXzCXXeopWq41NwAQSNBcECw0NiNsSvqFmqs3D1Ei5ubI9RmJxHQazAfdqnwH2FpaW0halJzqA+Ui41uLEehBPkkcQ1B2l16A7RpaJS2JiuYirYWviMEHMLfRN+5sTlBsLna8xAWnap70i86iqLRwMi1hSXGDYhHYZkX0ykEXuQQb3PcC+z7KdgP1nEctaJU1PQvLmW2k9rC/lpe519Ndmvq3c4USHATkQbruBd6GMqMx9g4kViF0qWt2V1JUdbEEHXy1tb8tiGmbn943uttrEcuDkW1ld+8FS21C3WldgTrqAbkduwA2Ot12BKpgNqXAn1DnWFqzIW74lai2na34i4PnbTY5mTosCLxapLYRxP0XFVlzK/fb/AC2Ozs/JgVMC04OqlUgRKXVMlRm05pOSRlb46kD5inTNfuSBa9yALna5g4dpc9r7OVnOxx0KTk1Rm+l/LuCD6/XakxJTqpiOK3Ko1c90VGLIStp9H6vYi9r6jT0BsdbW2p8Tb66Xg2K3Rna4ioVtbSurIPiJR30tluO/1FyAduJwvEOOZwgJd98v81T1oXFlKYQtTQTzDQzAlxPhCrWuAMpuSAL22+4bvK4jfi+6eRlMPo4TrTWVGXQpItoNTcHsL20tbaswNvFiympbWKIi5qH3VPpfj2RIirIyq4a+xSQdULuCR310sW3oEqe27QcQ+9EZuB5odbV+ottXUg/jcEagka7B1HTa+oV7LSfzwcSG/aPHB0HkKD96631urWtX4n9uyq37744uEovuGK7wH32uLIfX08NGo6TY3USRYaeZ8hdgVauu0HDjEVrrlcJP7/X/AIabICoYVqmI8btu151FRfzpU0h1AUjIT+qSerUD0+umxq9H2UFaehORJC3R4SarMBzFtUZ5qE+/zkVbqMy8pB7HW4I0Go+tyNjbHVVi1SBLpcWtxYVUXAdfpbTvhcdQCbE+XbvqPPsCQJ7wp9ZwbWYmCMGy+BClLXKdpeUfBsQV8Ek3SFX8JuMxuLakhtTx5Rp/N8rUOOvJkdXmOVlab9OVQujzSbA29D5D1Fy6RdvzGh/thbgHEFUxHhyB70iI48phKuFzAQ6l8XCkFK7BVrdwe57G19lrvTqnK1TkHYk3ml5ciX75lLtZLiVX7p9e4IAta2w5Px5RsR8SjQJa1+5Fcfi6oUpNiLD6g6A97E2FtuOC6lFr2I25VZlr4DCeFFdkKKkp1BCtb6HuSPO35eM0vQqquonW1HGfY/cy1pwuBLag0R2A641K/rr+Xi9lZVd7fXub9vTYlhYpgYSiv/CR70WvhR8yxlzWFwb+E2NwQTfXTTYXxhvLoOHJ7nwVypS/Gn5c3nr++9/36bKmfJxHvGr3FgM58nSjsnKm3mSdT3t+OgvYbeuZlqGB7laNOc73hnUN6DWEpT8+jS0LqMped9XCypbWbaJI0BufK99QQdLKuqTqzXmpdU61uPrzyHcmVGYmwvYWTc2Avb6kbNVrBWHMG0F+qV5nnehK8y75m1eEtlBuLgjRQGvYjTWz3cYcgY8i1b3p/R1I6kcJrpXqkg5x87ZuElJ0AvYEdkNhts84yBzM9Q6HWcUNcKlxJtRyJSpbsJpS0pVYHUAApIuLpOvna2zAwj7PNexRAiSqXEYXzTqmMzruVKVBF9QNQNQL/n2tfTdZewHhyBRaNgik+63+SSt1qK10NujSxNrpOZJIUDqLDy2I9y9balYjiCfT/vsWro4rqUBPGUpNsyhexUdLkanUkk6lgUbTgeob+bEyHI3d1nBtZiUuvYeXS/vSI/Oq8Ddza+YKIuB1Ad+1hrbZwYOw/hJ2s1Kl4tqFR5Xi8KK6w6cqVZNLi5uCCAb6gg2vfZ+7wKbRv6WlSojD8JmovsLYWgKQpIUoAEeVrC3p+wbJLCGHOVo0R1p1CIr8p11pOcqUnXMlCtDopBsFeZuL37mrR1MtahWELO5N2s821u0elVeLS2Evv8wsqU2s3ulBPiumy8o1Gb66AyYcqA7wp7S0LYX1JWjKrNpofw22ngujxcB7quK1LQxKra/Hl6kur0AINiSAANT+fbbK2/me7gPEfIT8lRY4WZeR0Zk3PdKyPzykaXtfS+2nXZ/KYlbp9y5HuU/BdnxXOF42Mv8A1/jv+W1phLF1ewbK5qjVZ+E+vKjitO5VZfP6E+lxba1otDrMClt1T3TK5J+Oh3M60Up6h0eXT9CdD9e+w7UYDTXxeDkz9S/7v+mzeVWJlGWayTJa3l0aixYD0Vc2t8J2epCs2ZYNi4oHsoqFr9iU6DttCxNuwr2EsGuYcrNbRKf4qGsqLJUpCnFKbVbzSVCxtfLl1OyF3e7z4GDcWxItUefYYXHSlbrXUpOt0lSfMAjSxBGupBIOmpGMMW4yozFUwHQ0Vd9aMq3ZVsribdwexB17aWN7eW2S9YuJI9iO127htmfccbssUYXqkfDlLicd+qIS6h1pYUw4juFg6KSoKGUgi9z9bbEKty9ZxlRokDFtPRFqMVGRM9peZTiflKtdVADKpJA0ynuNetSxXvGgVRxqfgiVVJVIkKdaTS1Hi+SktlSbDQ9swToPO5uWU2rb5N4MpiV7jfpCGFpdqWVpC30tG1llJsV2GqstyT9e4K9JY77n9SXrPxOlIwn9jYECBVMYryQcy2kvu5U6gg2F/DbQgd7bVFUxe1AacqkDgvrzcLOjwqV5a/Tyv9di7fbuGiY9wuYDNR/7QxGOcpM+Or4NQaOim1JvlCvMK7ggWuCRtX4L3Y1l3AcCjYt+BKioTm7Zu9+//O302FqNFYzjtwDVOIHQMNtY3gPysb1aUtedSuFxcqW/397HuLA6eY2H6lui3fcVuLhzDy5spf8A3ha1qQnXW5On/Tts7qZu7oNL/Ss80v5FOr/02tnoXC/quRvbZo0iqg3+4A59GB2H/ZMwlS4DFegVtDFXQhK+hAyJVbtY+X7D57fuGd0PCqkvFGN6iwt9ClIaUpeZCUjRJI9D2OhtppqditwVRpr9LnR/d2pamzKxHAfozrq0cdGTOjxJV5H6/wDDZTWdHq1B7ijyHqHrdPRE6xsecWVysXlUZPhefkdDby0Pbsb669jxl9pqA267kW5+s0nbP+AMG4twbjJf28p7/K58rD+UrQ9ckAnLe19L6WHqO+z+qExpppvkInX/ALJPh2poa7Kkzf7hLNqcSC7XOQd4vyfqbD9Qr+KMWynKNQckX5eKu6kJ+pItp+/027by8IVqqUum1SjVZHNLy8djLk4ahqdbm48gT/n25QKw1u+wu5Xqy0vmkNKTIaQnOj63I1se+bS2mzGp1OxM+hAA+WJpnZP+0p8XA77X66cn7dnBsqd/cWLPw5yEp5COOhSUZv1tmKPvmkZj/dk/Ko1Ucaaezr/W8PY6EfUbEePoWMuVfn4ca682ZTWfKhXqQnsCT3AAGpP4qvClVqlL3tMYcn50I5jhKWnqU2m4yq/vJN7X9SBs6N/9SqmCKCxVGncmfKjOjw9XY/8APy2ydbQbFO3Gf3kEePEQdXpruI5TDsqJKpc1/rd5d0/DWPmRrYJPmntrtpGBjafVMBxHcUU7PNpzSWFyGrrS5YaZr37geffbJsjGVUr0piK69kWv9E610/hYj1vf6/XbU+4fDWLYEDmqzxH4UpCUradT1KTbxHyv5Ef5bYui0mrtJXIUfsIqw4gfUDXqz/SnuSooYY8Co/hSnt2uCb6d+1/LYfFYo0Xic1REL8WZaOjqPmR6+ug/020DvF3gUHd9Rn2oFO4762lZIqEZlKT2JA8wLi/432QkSuuz5T9U+Ahh9SnUtISMuvl/x+t9vL/xT0ldKyl7Sc+88gQWzdKF539I6018Px+H/XauqKeL+i8ex01WqDyrkWVSeB4vD+HkBYW+g2C5yYrvE5XwfKnxf9f89vnuo0nZOQcwFlez1B2Qn4u36zJd2+padoefhO7D2bhEra8iXjb7v9zaUhXF2p0SOLt3bkf2uyr1xLO2FNMDvFb4T2T9dWb+P+ezKp7O76jQPelU4EpfCyu8VAdVl006rDKfQ6D17DZNImu/x+za4hJpcpr7/wBbnyIX4dD5jS4PYgm1ttfo2tbSOUPo/maFFm5dsKqlBpeKHXJ9GiIQwvN8J22bL/duNNPU3+h77L9zCGI8LwKk7RqTTqpTprSWKjF4oTzjQJNnEFISpQ7g9wb2IvqQ1OVPaituwGX2YXFVzCGlhKkp9UjU5e9x29e99u79f3fQKD/SlWXnyZ0yEKK3XEeYUNB27g9/K2m3qtLbYXwhxmO12mr1Fa1ScLz4rkWBTl0io+DioupKVaeptl9SBf637CRwDiOl8Rrgo/S51utXVxE387gG3bXS3byBLqqWFa87S6bjfdU1CxRhqqO8J2fDWErgunRQfbJK21DUEWNibGw1NHjXDG8GVQW3aW8xFfWvl1rXfpWR3KyelP1sbHuLAkem0vT7x52HiPDWWN4sYKw47VZdbgOy0c1mQ0/HXbNmv0r/AAI9e3qe+x1jujRXaW3ArL3wOFnaQ7/ZrFwNfwNj52v57JrA2D8eYI3qxJWMmX0LhKzTGpHSl5geYJ+U5iQfp+WzK354so2KK9Aw5QeOth9ppLqWljMy1oTYn0Oo9e3122aqkorLPKmsZiZwRgN3FG8GJXqpSVzaXFdW1xUu5OGtRFnLGxKL3B7WNtDa22tsV7vMUUaBAr1GpK1sQsi3cnUtu1rKAFyoHtcdh67SvZ7wpS6XK5V3I4h9jx6ZVZiba+SikXI/HuL7O7dbVWpUqtYS5tEpFLdytIWrrbaUPAQdQAbgeQAsPTbQ6e41Fe//ABIsfccCA79antQKbXoHWheXw9Xfy/jz8tNjfd9j6BVHW2nXcnXkXn+VXbX0vtXYspEqjVRyl0t1iKiU0pTSFJ6Fa/lY+d/X8b7IuXjOs0bFDkCUzwJWf/dUkaCyux07Hv5EAi2z1moFR2wD2bDNsLw3AxHFcadaQvZLbxtxDVGacrMB1fw0qyodupH+EgfKdfwJ+uxPur3n/BYi1R7IvJ83T/10102YWPq3AlYXfdadz/CUrp/Dy2OLRasYCJakyBubi8rWZ8CVwGGEZuE1r5Xza9ioaXA8vI+TNr+IZ9GgOe63eGhCPEhebp+v+l9hiNi7BtZo0SBWeVpdR5jl+af+E0p0+YcAskk+SrD1NgbJbEuK8UUHG8+gys/ApyuE78VSlJSryI1Fra3Fxrpe42yL7DS20mAfNQxDM48r0WV7mpf3p99fwlaqXmNyRqdRrfXQflsVNV6stUvmsRxMkpCFZEIv1advzPlf8zslcHYspcXG7fv55aIuf4Uhpf6NXr3AsNbn662AJ2KMW7y+fxQxAn53Kd87rSelNiLKte30IGt+19QfK9T7l36asQIon5ltg3C9LxlKlz6y7KY+L08W6e2mt/pa3lYa2vsTVeFS6Dw6XxuJFXlW1IY6+CrUAKT3y9x2JBOl72F/I91z2o8BrIxx2krjymrKac9LEfTsfI+WwriOl0FqA3FqkvJUWOiLKadyLzHWxt5Gw/H8e+hptIlVPbX/APvLEYn5QXoEWqS6NVHeaQvKrlZHicaUNHWVDR1BOZNx1Ap7XSRtTVF73XPlwKDiF9uK/wD91fSFpTpcFJ7g6g6EjW/bYalvyp9Ul4SxlSZTDH6diewsJV1CwfYItmuUjME2BKeyVgDaYMOz+a4XG48pDXRkX0PemW9rXGoBA1JFgdNs+/Q9pu8h2sOfXuSDLCDTa9Fa98wGue5JeSUiPbNwjey7EgGx0Ke50Ivs0cCbwIrrTcWs07wJUlp1KDnTbUoUD1W9AQCPMeewVhaS7WXXOVZ4cpDS2n06oU5cEEa9JNtRcEXsDYkEQEN17muE7VkIlIzNJdz5FqSL2Njrf6HUdr6X2GnULkdbX4+M+p3GMw036O0bEeA3J+F4jEqt0hanYrSLJTIaVYONm2vlmHexH1sU3gXD7rsV92vUmdC46crsWVHRUYUhhXYFBssgDsAdOw9AeUOq4jpc9+BPqLDi0IU7mW0FK89bE6oOgUO4Pa2xHh7E9GqjTjX3VD6F5Vck7nYzXsTY9SLkXykaep29fRra9RgZlu5tlThjd27RuUlSmc8Vhjl4EpqUuQ0pjxJazL67JJISleqRmTewA2oKRgCBu53q/ajDlO93Qq8wuHPaaSVRXFKN1NONklFl9wCAL9rEDZ7YYdaa4kB1lD8KUtSlIWgZcx7n8D5/XX12rqzhCqUaqOSmskqkSkp+Evxsq8xfsba2Pp5Ei+2k+lRkzBGxlbIipRSKNRt5cCBS8iIvCVKVl6cqUr0/YTp5/Xy2pN9Xs3T8W48YxHxWJtLrcVL6HWEDK5lNisLzXvr1JABSdbi9gQs0h2fvGxI1hzjv8lA4XkpbebUAG3fvcaEi3mNhmmbwt42EqNUqFVKdztI4q5Ud2PnQ7DdGmZLJsttdulXDJCgT8O9iECdgMY02oIzmQE4I3l+zw1AxHu+wn9q6Jx0e96W06I7qrkpLic36RwJJCVAg3VlIIJIjVPe3jKBjdxrDlRqMWiP8CbFanxcsiCsk8SK+hQC0NK14bt1t57pzWtdmYaxdvGqkVt3gwsQ0WU0pD7E9C4c9lB0tnQnK6k62XlSbixQO+w7jKnO0aqN8hUX6vQUZUOwKzFzSKelarXS8LJWRYArBFxlzJBJUcs16xTwAR/zCrfvbDz+/nSoNGrPvnEdWYfi1RCUeMxX28trgqRbKtP6w0INjcG4J6xRqM7Afn0Zp9a6jld46ulStbpWVC4VYqOoJIJv2I2Q2+msYcwQ7AaxvQ4Up9hanYfLq6ZkdNrutqsOsJVYpUbkApKiQAXzgdnn8G0KqYNqyEUibFztIUkK4araIUE6aEZTYXsBoddjqL2+IHVHZyspcTsYowHFYditP1GFUY/FfaipPHby2KnG0J0WpPdQSBcA3SCb7Jasby+LXoHuGorfmv/Fiu8IpSpSukqse17lKgQkKsSLKBtq9uuRXXWGqoyxzUV1K87S8yW1/rg903/H6a32l1+iYXn8DmqTCzrXnad4QT19+4ta+hI7E+XrqJpt6+UFTqRX94zEfAwhvGwvKgbwXcj8KqNJWnkFFbUWVqVMuIsFIWU/TKoAkE3IF9ubwzu+3yVTG8rGWN5tLr1OQr3Ww1IKFR2ki7ksMmyZAz2bsb2CT2Kgdme5CaitNxXXlo+VCVIOXMkXsb+Yve35j12n4VouA6DK96Ytw9CqMKa07HjzeFx+DmOZwAC5suybkai1x57GFCoMR7R6lHc5H95maLu73qtYjwvPr1DWhiqNKW1KaRl5qKs9YsCQhwJ6ikm6SEjXU7aDxS/8AYPDjbTv3qUuOlrqUEOyGhksnOQQu2lswIANu23Wh1iVT+O7KdlMUtx9L8KHNfC0x3yMqevtqkhNza5IJFySVVvAG8beDhefRvdPEq9Inpq1Gju9DsiGF/HjC5GY91BIN9SB3NqP4CHuu3+pyouLotUw5Po0Xjws68jTshC0oS+dUg9RKbKBSfEn0OWwB5u8wVFgRfekqkxV1RCVO8dKMrrenUgqHiRfTXt38rbJNvCU+lz6s01Q6jF96K5iLS5iV5M6hZbcd8kXAy6tuWcSVKPULK2J6Rva300GfEao2CH6dysfhOvynW1tPJuCWl9RBQsCxvlINiCDYbKFznmLajyA/eE0LG9B3yRcS7tJUuLSKvRKk1FkL45aVHSopLc5hSreAK6kgi1ibgG+1Fjd3FGEpdSwTvBMVGL8NR0v4cxzRkIalSGCjoZnR7ZZLSrHMkkkDUXICyp5u9zDjtZq1Gn0+VCflZuYUtrhOwXbrNlfrZbFST3ykgjzJDEo+I940BvkM82dNgKjusNOhSs7CMhDNz1IIT0AG5Fha+0uPGEu0vbpyIR4Yx7g3fJS3ML7wacxCrHVkWlbiGnnR3cYUrw3sLtG4OmVVxlBBhrBeDYDTjVUq1RhIztZ+Eso6TZJKu6SCrLdJFtRp22QEmn43pbUCLynvel051KJjrTRan0vUJBkMLQHUoIGXi2Wkg2JuAFGs+q4ow5AclRfeMqKhbSUusNBeVpeqVFCroKCbIUggC9yko0TtisLtO/HIz6mZZWUE1S3hyqRcOcLd89S6jFfaWjl5SS1lVbpWhQuDdV8wUB63BFtgGtRKDVIsD7ZRJWHqjFyoantPla4LqlnjMPovlcQPElxFgU3JANyem5bHspqlvwJ9Jfpz81PHir4SktSLABQAN7LGhUk2JGoBAJ2rsaM4jxQ03KgUOVx31KafjoT4dbXQo9J6flPlfSw203o7yZHBlaLCjyJvFfxHu5wk5A3q1yFW8ASp7TEyVCvDmU9pbqBGkpKiUvAOZUnVK09JIKSCM4Y/g1nBGMmKMKtS3ELlI93VTMPd1YacuWypC9GXSroUyToq+QgFNtIYnruPJWDfsvVN28qbFYj8JcV2BzEeY0Cbt5e7Z7EgggkXAFyNkFBYxRyGKK9RsEMMUuiQkc1hestOJ5yLZSpCWW3EBGRtAuACCTmIBsRtkjpxtUJqAGb5OMTWY16nAAh0rCmEt427T+i4j9IrdBdT75ocqQtUdxpR0mR3L5miLZSUkJKTchVtfjdNT69u5pcug0vE/HpzEhSl0urNI+G05qoMvpIQ4gklQsAb+hBGzh3FjdM7EpOLaKJWEXERVZFJbStNPWoAEOJIKTHOoUkEJUCDcWCgD7xsDO4t3jR6Nuql0inMLqnJ1xpp/wC7wUAq4klg/MwpKElCdVJUtLeoCbaWj07aT0ePx8QFum8cJCyFWqXKgc+1/YJWvP4lanqAUL3SexHY+f0TmIN4UqVihiqUaWt/lZSWJUdq/UwRdaLDW46VAEkg+djcMmfgLEe75p/d87LRNqPhadaV0vR1WWh2x6uxF0jVNidRqc0TotUwbiOrRay0uKtCVOur1VlyElWmh6bkgixAN/O+xOpatlCqn95mCtlOZqbBz0X385KrNRYRFmyOVQp3Ipp5ZylB1FgsjpF7XzWULG4F94NG5WsuVSjMoXFYd+KnOc8W9yLhWpb8SSn5bggAdpOAKdFxG041VKg/knIakIlMLSpEq3Ulyw6VEaXT56EZb2EzEaIDWPH2uKvgVSKmK6tP6JUhGc3JuVNuqQTooWIsAo9tlrNOms0+SJoitWpjSwnTsET8EMVSLhOnLW/F5d+KtpGRxSUJCkWIylJtpcEHQg67Zy3lUnBtelRKphekv0iExnizYrSlZHFK0DS0JPSoHqC7WSUjT0fm7alu0ulsUb+wR8X/ABJudB+Vhb8fpsup+G2pWI8Q0t3JyrE9b7vSEpUlSUqyA28z37aXAvs3qTaqVKv9/wDEnRHdeCYo2KLQd1W76tb6Z7rC6p0tR4C1ZVttBxLbCW8x6g4soCvO6gLgGwCMb4ei0bdfijeXhxpaH68hNSfYd/Sx3Xh8Zsm57LvlUNLK0267wJtU33by/s5ApLE3D1ElJjrfju+JfSSrKNFICekG9u50I1dy9zlUxG1EwlyjC8PSoDtLqK1O5eJHWjKbG1wtJIUkgEEAgkXBBtyp9019RaoODFj7PeP/AOi8H484XNSoUpVDxGhC8q3IDzSksvqSTdQC0x2ypNyF5SQAokOvfZuidr28/Am8uLUEU5dIpbsVTrTpYdedYcaWwVOp1bDalulOoN3CQQL7MzcXuC3fbtKDAo3umLUX4WZpEyUhGdxRtc37JUbA9Ntbeg2tt+26hqfS2K9RqithiLmzRZDuVpKfQqt2BsoKP1BIuNlerPqK9Iz6UZbHEQs1vwky5vqxp7Q+8HeNQqNS5cXDzC1cq1iOrPlqFFUhN0tgoSpLa3FDRa02KlXNtBttPAkqK1K4tLqz7/Ayx5seQtPNQZAFnGX8pylY7hY6VJKSCQQTlaIufyvIOusPsLaU0tLvhcSO6D5EW1F76aDS2wFhDEWLdyO9BzFGCKTCWxUWuTkQmnQ7FqEcLKy1mSMyVtkqUgkApJUMpSVA4H8O9ffXA16kYZfn8yg/6lMfM2LjjFFLpeLY8D4CGKi7knxVKCevRIktg3CXQO50ChYE2vZAb0plGwljdt2LSV54SVw6pS2nyhDzCxcuRjfM04UWWO4JJB7na6xzXftHKbr0pmUhh/LKTy6Ct9tBJN8g1VbzSkEkdgbW2zn7b7uLaXXsNYopctf9I0hLSZ8VZV1RylTazf142hI0CSCPIv8ATdc+r1NifAPEjp7vXdtlPj7GNBdlMY3wk8/NYp2akvxZjSVqbYJVo5a92lZyk37ZQLAgEDmKHMUV6Bg+Vu+pOeEw07AqUXI26mnrStC+GviGxSoErQpXkSb3JvVYX3mxfuErG+7KU2/wHWH6zSWnMsyOkXIKFoUh1aCCoC5IAsbgC47XEu17FrFB3c4hhSqdUUcVT9NQuKrICDZTIJSlZBI6CUm5IA1B3Afib3d3eMf+HKBQaXxMR1n3OwteZifF6krZXc9g6Cktm5UACUk3AtbRm1nHWHK9uWl7vq9kr2HoU1E+K6jpfp6r+DMg6AFR6r6hWU+u2aML13mqo3QXa3wKixI4DqJV1KkWF8yFm/RbMlSSDc6g2O1xhOFVMEYtrVZaafzsO8CfFWsrayKGUEo1JSbgFRuL97ggCp8YuULN4zUG6Hctu+xjg1vBrVQp9RhRZqp+HJj9uYpcp05nYq1W6or6+6TdIcsSApR2usNDBuHK9VsL4yoc1h9CVNOpadeS7HUyLqCACCACekpBugdiAbIDA287EdGxQ5AwlghCH6ilS2o8VORUrKAFIIFkEhNgFAC+lySbh1yN8WLazS2MWyvclX+BySs/RN6QbsPoWAtDyFdJBHUEBQzXI2ze5Y9hRlwPg/mD2t6aN5nC+76BhLkML1xEJdRfU6iU1KyPqWq5C0LNjcp0FiAUggEgbfM3B7Vei8q7jJ9ErhfCdzNoS5bQggWzdspIIsdDobbZzplWgO4Dcd99xfdD6lLiqS6FoSoE5milVyysW1QBY9wTptNwzMdixfv70qbFycVHUFpUgjQi1hceE3NyNDr3aTcp4i5qLNxGHvJp1Uo275/BuLZdRqNLXkTHlLS4l2OgWUlOa5LiBqUlKwoC4FwnTO0tDuI8WxHaXkXV6ihqHHkMXUxWEEi7b7adFOpskBwWVoTcEW2bcXHNepbr+F4uMlrp2VS4rSXc62VkBRbyKGZNr5gCCkg3FrAlXVfBFZxRQfelZqD9LYRKRKVVIFOVkbmIPS4oNH4efwqABJv4CbjbSTlOY3WvbHlPmTX2sG1ljBuHHlxX2VJVyXj4L9hdsZrLydrpJum9xpcg8wPiFqqNVKqO8qxyq+K7FQ6EOxVqOoWjMMoJuDmCRfxKAN9oe9nc99raNSd7UrkpVefYa49SYlcdhyQyAnVaSFfEaSCnNchbZBBKiNhiqYAxlWcJQMb0tqnIqk1C6auqQHVramIA4eR4CyuIEpCToLgJsVagUCK4yJNapaOIwnsdNVngT6NyvQ6hcjJ1JcQk6EjQpUACCRYi5B7bG0ysQMRwGGqCzTkPxZCX0OtdTrKRlJPRZRSQCk3BFgb2I0Ad2O7SgtYcprWMmvdGIYTuVp1aFKYlNK/VeTYAjS6TYpI7bOLCOCt32HMRsNYtxNCRzTWemyuKFZV3B0NwVixtbvqSDqBtauuWFSKciVFVwHKlO8Ws0SKha8r6X2rdSCL57oGVwdwVAZgPqNqqp7vZU+UxWWmUVFEFCktZHW19BF1N97K/aLnyudmvInYcgRXHXXn30MOqT91dzoVrfiNKA1BOp09bgEGwfiDFNBansVTC7MWLFlKVHqSXenNf5siSQo379tLm5tbYd4CDMFa4T2IvcFMUZ2VWnaDXJq6pBlKYmRXbpkMoW2NLkAlB7pV20IOoOzEwzgvC+Ep7lU941SnSuV6ELWFIcYNypPDylC0HN1IsU2voDqQqpYrwlhyst16ltc1NitcrIkRUl1LyCsLbCzqcwUpR6je1/W+wrijfBjfG7rECLSVsdaER3UJzKVmNr2SDcD1F7/W22NZ1HT6d/E5J+ID/AFCqn/8AE0PUN7NGo1Lb4VQ+Ow0lpC5GVXEQPRYF1AXAudRextbUdR7XOHKW7ys+k86wtGWVk8Ckeeh+mote347J2hbpMW16s8LEdcRF5V3i8u6g8JxItYpvZJHncjuLEXudirE/s5xZ/DdpeIYtOyK61ZApGuouAvTU2v3/ABOo59VrLl3Vrj+vuZmovfUPlRiMJG9CjYjlRK9Qc79IYWuOrmI5UqOo6HXQKSdbHuNe40Eunz5XvR+ViOo06o09afu6WOlLaVLsFKbVYi9wDYaH8tqTByaDhfdoxgjFsRDEph1X3+O0XY71ybm9syb6KUCe+oJtbYjj4IaqlLY5qXTprHVys1PUptPyhfzeQBBsk/jY7N6dC2O57lTXuX95xxHi3DmHKDLrNeloRFhIU6rP1cNoeInzyhPfyHmdhlnEDuI5XFw4y3kYa8bV1pU0rt5E5OxuBoR5W2nY3pOI3cOT6XVHqQwwhjMtTSMyXGhovLc6Kyi5BNiD3IuNqL2ecI4Dw5AcwlhKXKqNRw9FQ1H5xRSp5oA5Ww5bIFZQACND2JBvse1XJ98S9QKHmc59Tx5PdYixaSta4q1ZJWQZHLG+RV/r2IH1B7bWiYOKJ8pus1mIhE1hWZLqPlVoPyNrpNjYjuNjRzeC6663AgYZlNvvo6syR0/iQe+tvX6bUkrF8/hOOyqchDHVnU6rIttQ0IKT5+hGh1uBY7RVSEfduP8AT4kWAZyszdvzxZihrFESA0zwMiUyk5k5kuJuUgDyOoIIvpr9RtFpGCN6G8ae3WZ9JQj4qv611NZewsNVfXX6HWwGz3omF6NvLx4/KnsrWugtIUhPhT1979wQekjy7HXZvN0dqK03FaayIR8ifCnaLNC+sfNh8fgRG3d6ihwTuYi0aU3Wa9L5qUtpTS4+TI1lNjpr3BH1G1/j5ul4SwRPnymUIRFiryrz9KbC+n7B2732YyqdxfhbAG9uPQXaX7mxG1x4r/gQv9E8oW6D6K7EX0Pa4IsWW0iUV4QSiEr6ix9mzd3KxQ7/ADg4tzrz5VxWnUdKdP0hvYlRGmvYDTvbbTJ4UVr5M+ToRsH4BXFgYXiNNO5GGEZEp/0/j67EBlxWorlUnvZGUZsi1/S23UVCocS/LT5kNtNNOSpX/k/hsq8X1+je+YjtUzrW/IS01Fd8LiVHLpfS97/TTa1XvXgYodfgRf6qx1IUpOXqF9QTbQ+n59tQsKvWoGPJ8SjVmrP05il5+BNYyKU26VggK1vYlN76EeovfY7DaMxmumNdiq0ufKnwOUWiLTuiQpCD6XOg1IAuSRrbUbZ8x27u+xHiOXF+PKpbGXlZsVY52O+P0bqVK0dKLqHVYqChcrGhPKpj53DlBfagYhhSpspeR+U0oKXnICSvLpclIuANLqJsbbL8YJwu07yrWN0LX0eFoKzKJ/EDva3r6Dzx+p6mypB2cZJkWE1SuwziFqK1PoLrKH6pFXwmpUVOViUkjpdCFdTZPzNm+UggEixLo3Y4di0v+nsRuoQtCOK+67+qkX0/P89hPD+A+Vdcnu/ekMK6VoY+oym2o/E9ib2vsaPYddpdLcqmN6iwua+6pECE0vIlSBrlANsyykZiCO+gBAudDS2WNUGfg/MtVWX8mn3K3htVSVLdda6OOpDDqV5mlWOiQryXlIJQbE3ukq8qqj173NjxiqSnUMI+dTv6trj6DTz9Btyep0/FFGrU+e9k+FxWosJI8rBJ7EEj8New2zDiXe1XvdciLPiLffipa5d1K8yk5gCgd7lJ7FJN0gEX0sGW1BVYylQPqG+8Xed753q1LEfGQhcV1LUdGuXheo7drWvcEAA3NztEwpVosCvPyotRirYm51yo6mClEhN8xbX3So3OYK7gGwtcnZV0+oVSsym5TtP4z60p5phfUpSVeM/QXuQfL62tsZ1dqLg1pz3Wy+iVUVIa5V13NmUoWbt3KrZhY2uRYXG2Fba+psJHqCZ9rSrxI5hd3EfuGltLYhLWp11r+1yfqXtok9xfUA69yDUbxU1Rp1hqjUmVToXSuOtbWRUjUg5SnS5BvcfTS5OzjoG5ul4XpbeI8RurlVt9pTqI+ULzakgWvfKSTfzvr5i1fIagT3X6ziOuRW+SzKi03Xq0Gv8AitcC1idAADqTUUNGarq3+73FDWMFT6zhdzGTtcp0VC0pTHaddzLeseylZulZAzAEHQ6kG42hYBxU7QYr8Bqk81K4vwJWXLluB3I7gWJ/EkduxZi2gQK9VG5UWIuFCfaTnirdK0pWfFkubpSrQlN73vrawEhujxaW1wovAWj9b8v8/L89mV038zmVu1AXhJfUZdLn0ufXt4NOXySI+SLwrqYSq/cgXKSVHzCgDpcaHaw3bw/tlAqztBeYXFpfCdkKylDqVWKSU9lFPa4tp3I2EUSaXVHfddZZlcqiKrmOVfy9CtA4EnRWW17g+twdmn7PuHKXhLEbbUqWiVTuF42lBC3EqQRZYv1EHuASLEHQXsMVgtzGqFDKCYSYOxVFwbKlynYkKUwhKEuxZjQ4uU/qEg3sonpJN7+mm0zdrJaqmLa7ijDlO5WLKmsPw2E3ypUm2cD0F72AAH0AsNgfHVQaqlelwItOXFWt1TTUjwqS0CcmdJuFAixChY28yNiTdxRsR4ciuVlppjItKmJimrqaUoXyulN7oWL62OU97A32u7+YQTndVeMHe4+19jcQz3WeBKmylLy+FXFOY/5kfW9tuGEYsBqjUnDkCnLYfyJalLX05tM5toO5Nz30SnW99q/efMdqmHKTS3Wl56jWWpGZHVmSCVKA+gtr/wBNn7TI8B2gsNcohGRaMi8vVoLZwe+oFiPM67PVVluYV70MWe8vEU+fiOjYXi8HJRGkSF8VeTiK/HUXAAIvby+u2ed/0CqYorz8qBElPoQ0hOVCSrhqtdSNL+fmPXbWkrd7S6pVHKzVPjvrX4kdPT5DT0GgOxDBwxheB/3Rj/psdNOcxY6hF9St9nouz931JoOI+BKQiLycd11r9JDWAUtrvcHKu4+l/wA9lfvI3bxZUrmsG0N9DjLrseVF8SW1pWQqxJ7XFrXJOh7HbQ9OqlGgfCgMoR15uhHTm9fz89pFS5B3707Ts76+ta0eJX4+v57MCv8A3QNjrYJgfePuixlRp7GI/dL78LoaWtCM/DvfuBqPO1+5089tvbmavS6XgOmtUunrhZI6Vrad8We1yddde+uttvgV+ltcSK6yj/Arwq+h+vpsPYwrtZnxeQw5EQh9fwkLSjpSr628thJQKyTLVFBx8whrW8ije9H4tL5XnV9UjqGbMfM2/Dz77feH3aXAqjmI5+LOC++0lPCakdGUa2tcjv52BHrtnrDmGoE/Ac+qYjqz7GKH5i+FwvG2sX6D+sCBr2sPQ7Ci4GN2nW5TruSKheXO670qt52Pr/A2xtZ1WzS29sJkfmFtsNXxNhVneHgiB9/aeY+PmzuotlUq+v0vfaoRvCwRVPhNVbOv+51bZxViOA79waeRyq/0qEL+YC1/TTXUbLzGOLMR4XdbqjUSVFi9PCdW0UpUr8SO5Gtv+mydn8QMnkiEj8zPs1PzNkuYgwl/9sV7XsPDLVUitz4Dq1oX1pV/d288oftDY8d+6wKSiVn6s7rXV+76/Tbf/syYlr1e3fMfaOIyxKR1tcK2VSD+F+3p5bbHTuprrV3D3+IKuwO0nP4bnxdocjDnxW3fn2bLkVp39LtEk0yK7/ZbaweM9sQektte5m3XWevJ/wCa2HEI+L+m2vsRfC+4Nf4tqBxp1r4vB6Nl7MZlHnRzmmv0vg2Ecdx5Vei/ZeltffauhUVC1+BvMLZ1/wB0A6+vbz2IaziaBS2uVde+Ov5PF+e1FMr3vSK3yrqOPlU1xU9Ck+Xn+4/nshbYjeMkJxkzSOyp39K5agsSv1FjZrbLjfkxxsDy/g58ic2zunOLBNCz1MR71fc0DEdFr3C5VaHc7Uhi+ZKjooaHsRc5TcXFwNNjD2iJE/FG7mkxYDyFrm5EJXn6VXQbajUXI/L02X9YkNYjpbkDx8FeXq8Wn8HZ6YDwxAxRg2ktT8i/dy0rSlSf1e1r/TYbV7nIEgOFSAXs2biZ9GpfFxa0xKYX1oiyGgtLOt7pJF0n6i19m7j7edhzdpAbi/J4UpRbMpXoB5kW7fuO1ji/FlLwRhxx3jIRwGldGYeW2LN4GLKXvLqnP1moyvd3FUlpbDoSqOsf2gBTdt0eQNwRqDqRtNla0V+HuCrra4zRWJ0NbwcLt4jgPIfWx1oV4FpULi34i5tqLi+uttk5QINUrMpuK06jPxcvCQj1OoPra2mlx5bHe4ObS3aXLwH9rEVTiR8zXFsh9KQLdrC+mtrXHlp270vA9UwbiiXVGmVykRXc6+rpyG9iPP8A4d9vIdV0Wl1AL2g5ltgXgz63nUiLS8JRIEWIhE1HRFQ14s1hcJP4A2B0PYC52Q8eZWeQcqjrL6286kZOFly62sbDvfZ17xsbRazKY+CtDCMqMq/1/W//AAtsHYilVmjRXJ8+IhEKblWp1ScyFX7FR8jrbMdCe+u3ktT1GixW01NBbHGcQTuPxANmoc18J1nIv9Raf39/Pbq4z/4KNpLNSanuuNNM8daE+JHVlTr3t5fXt9dvuRF4W3ir6XqbzUj+szH4aV7Z4X/mUbSQ5tHdTt+xzsq4iN6c5EmA32n0+Xyrv/oG1ff/AGX/AJvbu2vi/wDuuwTB1ttaFDmMp/KuRejgL6XcnTmT+IHfvbS17bVcelYI5Vt2VT0SvhKR4PEk90m4uNPK+lzbvbblSnGmpTbrvWja7qLsWfFcdpdDQh9CM63WkZU5dO9hr5/Xb03Q9aN+LTz8TTqfd7hPu+mUGg0t+fgiW/Cz5kLaR0dSQLlQNs9tLg6W7Xvtc0nF+HMZOue+YiKdVP6vKlRU8WLI+qmzcWI8wbDuLWGykpEv3Xx/vbi+aXxeF86V+RQPxHoQfO9tLaXXWqNAfrMr7qtaVLyrX05Rrn8spPcjXXQE9tvpWk1j3KKxzHEQueJYb7XWqXFiUGBLYmrQlXKrX1KSi2jObVRAtcdyALWIAAz3g3B1Zi15yvVnofWta2pCL9KvNlY7cMjwrIBBABBBuCvCNexHWceN4j/7ry/3WLKazsSGjfuk2Cwba9lAWsQdmC/CoOKJTlUwa8unVFCk8xQ5Duf4ov8A1dw2KknyQsZgRYFWmx+rVu9Gyv3CWFl8RL7dpiWltSp8V13gZE/FadT4coJFrd79xax1uO4BMN2+JIuCN4zc+U7x6dXnUsc1olTKl6JurstJVYAnUEgG/fZUVGk8q05KgZ4q8uRacnUzlvdBI8gSe40v5aja3pmJPelB91z4iEVSnL4rDub9MnzA1te5uD2NhbUbC6PqOyoof2JAmnt6dOlVlqJ7reY5qK/kVn8SWFGyiP1rGxKSRpcg6W2zDvMwDVML4jf96PLRKzcVLTt8jif1wvum9tQQbWHe5O2rcEwefoMCqT5fNMSoaMrv6ybC1wdbjQG/mNlP7XVZlYcaw1iiLnfpbyl06etpIWuKu2dl3UXAuFJP4jS17ek1NO9d8Kaw48onMJ72HZ9ebpfF+9QkIRIad6lpSe2oICvoofhp2GlcM1WVWaNyrr2fxbZqwzTqXiOf75nxGItUQtWVbSciHkdgsAaEnubi99ba320du2h/o2v8O1dIspWm3gStxHu5ddoMtqKy2jP8VH91f101B89L31FjrtmCt4Xr1Un1afzfu6qRWsrvQVtSEJ6RnTcaFPSFJtYDtYAbelFMo0CfA4Tvzo2zZv8A92vuvm6pRmsi1oUheX9Wxvr6HsfIjv67Wv6elp3/ADIvrZRkTBy65KalchKiI615c7VlJSodj5n89beezkwY267S24GI+H0K+4VLRLsdfUAy8M3gPSEruLaAhINwvE4Cdn8/Kdd+PF60tZOl5IJzJB/W7WHnfTtsxsLbxMOfY3iz4mScwlLDsxpoqQpJFkhYA0UPDc2v538vJtQxuKP6iKvzgy+x3ExHgN2BPo0t9dOlNdcdHVyq+6k27lBHUDpbXW4BNbCxjFlff8ZNIqlLWj5FqS6yoDzIIBuR2PY3P1ANF380us4jc3fbxqc+/RFoUhipQ5RQ/DuLggpJSpB72IIBGoIJAsZG52fFdclUbGPvunP5si0IS0tSb6Zm7lOa3cgkX7WFtrpQyP8ApGWOPcYr+NsJY34cCgtPv8lmU6jrUptFrk97A2JuR2sCbg6lmBcUUuluuUuqUmVKixf0UpCOK/HSTc6d1J7HLfvqLkgFX4ew1WcGu8/AZ62FcWLN1S62ojrQTqFJvcZToB5akG/nY8nxYvNT6GwjxfFYu0hSSOyLHpUCM1jYWNr+QY7bb82GExuXMMatI5rFrbsDgcCV1NTIbuZD39+9h1eRBFwbAgHQQ8bRa9AaclT5bFURmVnzIyP5RY6qB1UNTewuLjQi5DsJVyBVKz75pdWRFm5l8xAldMOYrQpWspuWHSLdQISTqCbkbMLGFci1nC9SaaiPsSqc0h1edf3yKkGwJA0cbIuCoaFI0IIAFrdJXahQjiRs/EWuGaVQapKbxHS8ZTejPFXDlZFKir1u25ZIIvrlULpNhfLcbFO63A0CBi1zEcqovwpWbKtLtuA8i+ljYEKFyMqxY30JOgGYNCagOsYoi1ZGdasrqcgTmSQFWvfUpuLX7jsLjZ6rp8CVykDFrMVbFea4UKUpAS1KXkF0cRIGVfnY2J7gnW09PqSh9olyBiXsSmuxa840078B/qS0pfSlXnl8he9yO1/IE6myQ77rciu5OtHSr9VX8a/lsE0vA8BqK3AqjspeTMn7w6VLyk/Ksm576g/TZXb9HsR7uZ8CqYcxDKfhSkKTKp0p0p7f2rDliQoX1SSbaEDuNvRG8osCcLLfczL/AKZxnXvA/NqjrSFIX0qS2SBb8wSB9PxJs8UYIrOI3W6pRnoS0Z88hrLlUr101B07diDcEEG+y63Z1Cg1SgsRWnZUKr5Vc00708RRNy6lXmDfXUE+nns1aRSpUX+q1aawvPm/S9OY+l/9PrsrRmwwBEm0WC7yvuvg8BaEKRnydWv5elti1GHKXFo3CrzTErpUlfFRmzJItY37gfmbaeW0KLAr0CL705uFKydWSQnJm1v4gbA+hI2E8fYxxa1F96UuiIfQwrrjyHcqHEevETcg27GxHbTy20WZK15kqGin3sbqcL4oiuO/Y5iVT6WpcVcXMUqbQoBZLCkgqbsopN0m2pukjQmO4KPhejYSYwlS3VrRS0pRwn7cdtJQNV2JBJvqoaE3IAuQLjBe8HC7rsulz4j9OnLUma6xITmSpLgFloVey0gjISNQpJB7gmmxphCVFqn283cvfHWtXMMMIPSo6KugDwkkXSRcHUW0O3ltddqOnW/WVndX8j5H7iDs7g/JH4kDe3NrOCHWMR4NpyKjN4qY8iGvq5hpRA0SPPQ62Nz66ETIm8qg48oLcCB0VSUhbXJZsq2ZACrtKzWLZ6VFKiB4VDQpUBKo7mF8ZOxKzWc9OqjCkJdaW6tCospI6bBYyqbX5dxe2lyCSf3dhdqfLr0+JCXVELTx3WmkJdeUnUOEeErNgSRYE62BJO25p9dXqKhdWcgxtVTZzIOCqVi2s0Hld4PHqMX4XxeEGqpDyquHMzZKHrdwoG9tFggkBs4MmRsLz5dGcLFXpdRjofVIYQE5k2IS4E2AQo+FaCAARewuQQWo1+jRebnwK4iVFQlErl0+PhKunIpJ7LSoZsoJUCNCpK7HrgfE0qe65KapK5TDGfhSs3S4kWvYm6shPYHUAakix2sloJ4j9aLUoMrN+s2fgPBHvR2krRSJU1LC5sBpK1Q1E91o7CyQBlOihp5ggAo28X3o0xyGLMIYhYi5UZFurp1RjqFujIoKT9PIWIFzqdirGWNaNi2VVsJVSh1T3dUWmmpjUeQthTygc6FqbuEqII6VAkKsbEkaJ57cJgjEdec5/B2KKCj+wq0ORny+moUVouPQEdwRrfYN9m9sCK6mwMRtj2wZiN3FtUbpdepORh91UeQha0rWysaodSpNwoZh4gb/AF0ttR46otZgNVbi099HJZkcWOpa0qR2z6AGxSdb/n67UuHN2s/BEqPwsQ8dhjKpp1SCjmEp7G6bJS6OxTYAjsLaCw3iYo3q4SxH70w48it059pEjl3Wgp1tWgNvleaNrkApWk69WhFVAI5lE8hiZprNAaxG7LgNS6dzs3q4q3QhEhNxwnCoqu2tPTZWtiCDobhw7pt1dZixfc0CIinSkK5p9pEha1R1qUokxzmIMdxZKgQQWlhSdUlBC7xLvFwvXp/vSVhn3dNYmriyGo7RUpu9krcNxlABVlsQCUkHUgk2eGUNT5T9LqmIX6dKhJVyqos0x34qTYAtknQdroN0nLYpIG1idnuaOouZaws0Ih6VhLJF3l1BFXfRm5WqT6WGnU57jLzSOlQN8tnLE3sSQdODGPMBxXW2vdPAYldKHUtDhKv3sU6aa3T4gLkA+YXQcQY3wvA9zT8Q1HEPHStGaoqZyvIt2IT0ZrHUGwPYDyMSFSHZU+XAlOv0ul1FSWvhPhSW1WIyrbKTluAFJUCbWUCCCCUb9Uq+pkGzfGlQ95W7Slyvdc+WuFKfV8Jp1r4D1j0ltfgN/K50OhPYk+odQo2LYDlUwu6htCFqaUrJlyupNilaSNFD6fiCdspV/ctjegyn69u+3hMTULT94pc19t1hxV7heR26Lm5BF0kjKQoWsT7cfvggUHDjeI8b4ZXh5yqSOBUVxc6o7L6FhoLcbJPD16TlJSBqCQNnKLdwGYbtoU8I465iqjYXityq9VotOQtfCzSl5Ws/oV+EH0uQD+7ZMb497G7Se05Rp7tImrfiqaXIU1nTwl6EOKSkq4KjoVgEA2unQqB/vtoNLxbQX8OO8lUfeLWdNNXKQhcxGirxyohC1gAKCcwJsCL7Z83cbssOYXr3KwGZVEXS/j8J+OWl8JWhbIcBBCtbpUCCASQSARe2zbwJbT185zKiFMqmDaDTfdcvlX6dlaju8UOtOMKuptC12AWk+FKyBcaEg3OxTSK9g2fQWMeUGhxaRiuLKQirwIshxKHEnp4yGSoJQk31SnQdwbEgBu+vBH2jisO7ucQroL6HVpi8B3+jZTouVxgbKUyoqGYNkG5zFOcXADd39BxG1XmK9iPOtbGZCM6UIVnJSlSFFAsEk5laADS47m6osDNiaH3LGVvCxE1z7bvFfyLSl11fHVzUVZN0vhVtQDrcXAF7iwI2BqTMrOKN91FaxRLYqMWa+xDlOpshaVm7aHTZJSQQQASLmxSsGwua4p3ZysbymJVB49Qi5OKh2KoIWlpFi804NEhYSdBaywpJSTdVhSu4Edwa65K+9LchPolQKom3T8wbWQCQoKAGbwqATqFAbQ9e58tFGr7QyY/KTh53AdZn4Dn0NDDfTy/JZcisnUh2OjRTCwk3ygBAIKbAEKNTJpzUrHjbs96nIqLCkNKUheRM5rulzKU3Q4BrlJsDmCTYgEl3ky8L70MOYax5VKh7ucmxWs77UgsKblMLsuxBFjewKdNPMi20OpYbo0+LAnu1GLVJVO64sqUoKlNo78NMhFito3Kgh0LsokhQBI2YpXaf2kdwcxqQUxWnW2mmuvJ/5Xr/AM/P67BzWD6pWcW1aK1h5C23sqmnXbfeEkWU0QbZgQLAX7+euhDg+Q1zUSe69kYyKTlUjJlVraxuUq08rgg9gR2LVVhrn/k/xaJ7HZrVbHwFgEc1NuWIvDm4jAeA6zUqpQaS/SFvq4q4T6cyEqvfpUACRfUpNz53NgDMmVR2lz2HayzVKRTs/wDWIsfmmE97dgSm48ikgm1lEEhLI3pyv0brtQYivr6WEz+mPKVa5Sh/+zdHfhu3SoapIFyFGKrKqnEpc+JNok1acmZF1MJWo3Qoi1w0exBSUgG4ICdfI63XPp9aKbB4nGDDLYb25nKs70aXVK9ytG4Hu7ioddU0sKRx7jIsJJ6mzaxSCSkpIIB1DmxhVIGI93PFaqL6ETWkLakQn0JfZd0IU2orA4gOiQFi50BJNjgH2ooFUwH7tr1Llyl0ubP4T6mlrakMqW24VtqAIOYFAVmSb3QCNO2q/ZqxlVMeYDiUvEcthdRQ0iOuetooTMulRbdVlSEnPYAkJAF/CbHb09e8Lgwt9HaxiITAbmN2qpWcOYs5GqLp8pTsWrQmuAmcxoA6tvQIWFdC2whBbWlSSgCxJDibd/z89uvQJb7aH0I47qL5mVg3T1WsR5jNexASSQRY030b1N32EnpcrGW61DGK6W711SiSG2Oej2yqLyR0qVlSAFWJB1FgADZYKqEWfWcNV6luyl4UreaA7KUnM/DWtBWxxcpspJUMoWLgnsNTt5dukjSdQ+pT7W9j94Sv9Ftw+ZXPT+Vi8XjNvvsMI5jhNDwkWSSAO4IPYXsSTpchVe1hhfFGMqXgT7OcBHAddzTeKEsNqU2LXPiTmUMoIBB7Gw0LexDVqC1jytUGl1GEt+nR0pdW0sJSnNe+bshaTZQIIuFDMMtyDmTf5juqYjdfw5hLEKGFxWkqyodKeMgHqaKhfhrSkZ0kFINyCRodmdHR2bzs+eYXT1br9wlZgedjel15ugyqsiiSprvLykPtBVOkOoByrdbsQjuU8RuxPQbpABDgc9mivYcan71eNhCosL6nZULMlpKr5g1KDKiUqClAF2ySDYEC4CkluuwrvGdrNFi4jpK4UX/ushbByqfQtKmiVoulxBIyh1JK03GcghJ2ZGLd4dUwRWati2BE/wC0sVpMPENDWnhe8GHEIQt4pACZGZCesapWOsEEhe26a9vlNc1Ez9xXulwlFr1Fxu1Q36CuqNJTMTFd47TcgWJJSo5SDe6XUkEjQ6Xy2Tc/dfhKK3VPfdRm1RCeA6lDQdizoSyT0jKFtlJJCkruRcgegjYir/2j3fYM91xH6cxOh8060qUVpyaag3IURcXUDlVbXLqCNSsMuyoDlLgMom5FodRklZVuKKNL3toQAAoWF9CQRsuWO6FWn+aEVAl0t3ju4IqGSahS5EVfFHVlPmk5VZ0q6FpAFgQbEKvskcV4odrO8ae7Kdz1F+V1O5FZ47vDHEaWkAKKM41FibZSBoDtDxThWqUaqOQIGHqpx0Zs9OStTcptWoDrOUC9wbagXAIN7W2q92SuFi1brtDm1FfVm94x1pkM2uAviKHcC4NyrsQRcDYuQ0hq9/uM/c/OitYtY+0dbi06FNd4VRzKGXihF2nVptlXZXTmuSkkC9iCX9iX+gYvCgU6nPsLUprPDjlcV5CvCtPDscliM2UFbdybLAB2ztWd21LaxHP984hhIRVFpkRUZShh5DljkUo+EeLKoCwPckai79lSJiOl1Sfhys1avYahIlKadYqTRQ1KQo3Q4IzgshSVKCVutgBRKVFRsLlrXiL2AJHbQvZ2o29XFEDFvvabQZUVhpPKokBC5DqOpDiH8gW2q1uxIVcmxB1fqWpTtGfw41Q34K1/d1Ou8NXGV20KbhRJ7gi59BcEAVP3pUas4tfgNcBhFIQjPIzhLT2l1BNwEkDptqmwPYgECmxvvYa3guuUGjVH3dCYdSiRMycXMr8AQSk6nOk3B1GgIMGuxwRmYxqv1L4+IX4Hwo7gh193FFcivofSpD8Xlyph6wyqzApHl3BuR+IubujzsORaXLpdGpzFIYmqS6w1HSFMKfHa+W+RRHTfuTa97AhSVve1WYH9F1Sue96oiElqKppAffkcFNs7hsC8sJICiQhRATcEgXVcTeJXmnYlGlRKpSK2uQtTE1d0R+EorKXsirDIlwpbWkXASq4KTYbB+juXG1o1X0x6uUaa7rNCozUD39jKorYQx8VaUuhHV5n/ABD8/Qg6DZb1HEO77isOwM/311cdK6pFK+G+PD4QFJSD1G1xbUDLmImUODFxHheJWd+cSKiahaGpTUCUp1DyPCF9Ng4MpzAC5tocxAuMY0wI7FlMUHC9DXXsPNqQ7HlJ4jvBRdKg24GlBxtaALpWMtsyTlI2eR+0uH9w9YarmwyJirezKwvWfddLp1LqlIR+lTFkBK20rFwbixKwQLHIAQRrcG15huPRqzFbrzuTItrrz2yq7aKHgzDzINiQCDpYdl4W3N4yo3vR2nzaDjKidHNRXytMpKDfhvJUAVDXwkaHUEg22HcSy6pFpb7tBp3ja+E00jKly3Sqw7AX+vfvbbz3WOrisjTUDc5+Px/WK6jXI3ggyZ9VufS2pTkWlxGEZ1qzdlpy+Q87kd9bm4G07BM6K1VG6X9oachc3LwEIUGOJc6AqXYWNiAQcpNh3tdXbksRtY3dqTu8Fqr0TgyltR0x15lNqt4VjKc1xYgpuL6agC5dRty+A+K+61XELZQt19h1fiyKJUvpJs0FEZrDQqsQLWAR6d01aD39Qc2H/A/aIjTo33nmOVUSLAn++apEqkp+F1LaRFK+jwkKQq2bztYi5Hc6E2uJ6ZFadbaaxDCRTqi0l1jKtSc1vkcBALagoBJBBI9O9lbRd4s/AcWfhyK9UZUVcdSo8ia7x2nEKGhbWScySm1gMovewNtRTd5jyVvLx5Pdn06Uw/RMyc0hXS4hdk3T/dJuLgAdxrY33qbd/ErjYDCJmvxapjyJgiKytiLKWtpp1dupY7hQPkbqsSRr5CwB/K9jyVg2sy6NQYj8pfL/AAkteJLoFzZSdRfzB0tY62Oyzx9iprBGKIk9qJx5X9YQ606EqbSFA3N+6flKQCT5A22q8SYr9zchjKVEm1GFNdUxK5X+tRXyAtDiVJ7G1iCekjpKSDpzkpYo/MLpqizAn0Y4azvcxHS8L02fjKkrfRUVKitOw1hD+YkEeHM2ux1NwCBnIFgbTkfbeVWabWYuIUP0HOpMppULIuRFIuk+So7qDoodSVDUAjZd0KuUF2V7094rlSprSXUPyHSpCVAkgOA3DagTopYBvpcXGxThqg7wcZNOSveHAhRVqU1NUkNKcVZVmwblJANiVaHQjUG22hYm71HraF+JWY13w0vC8p/7EUmVNqK1/FdWta0Jd8icxv2sDY6egvsjsYY33l48nsQJVblQn5TqVIU06UcFJN/SxA0FjoSRe3cOGj1r7WwJbtUwauorYlLivvsNcKQpTZy5ukAkEAEXB01NtbCuKsM8Wf75w5LmzX/0SYqov3pnvcHJdKra9gCBYADQbJOWQ8zPsG2am3JVFp1qiz3Xkc1VKMmHIUhYyqlRFEq+mYoUVEDSw7aaNtSf/B2ynugwjiijUtuvVSXKpy4rqJ8VpboSrP8AMCkEkKy3B0BULg3Gm2kWcZUaVAbdi8d/Oj+yazZVeeul7H922ppbFNfMQs/MsVsSmor7sVpxeRPSlH62y3qG6fFu8HEcSqYjZXTqQwjOuLmClqWFGxBHYZe/mD5m19nVgWtUbEdL5qlvZ+ApTTqFoyrbWO4I/Agg6gg6bXU1bTTTjv6ic+w7bN3EKlY2xSYzjUHBtLiNeBDC08VaPFlH4X7eff8APZMVbHP85cr3NRqs5CisLVxWv/PpPcBJv/dPcajUXII2mb5ft5WcZOVmjMzZtI5dLTXJcNSkqKzmQtpdvO2ouCPSwJpsM7p8UVnh1Ss05inSv19WFqT5E8MkepNyddRqNgV5BnJX5QcxdiOBQWm8L0F6LFm1FrI0p26Uua+ZFzqbAk9+1zcjZOUun4trNUcw5wYqOS4q1SGH86VI8goixABKhcg9wDa2zx3l7nqW66iVijEKF1FC0raW0nKvLe/11HcmwBGpFzfb5fnwN31GcdaZp1Ri5VIkSFXUntrmtdSSTbqFxfXTa7Wbjj4hWu7XAgPhXdDiiVPb5plc2Ex8VS47qVJVfspKhckA6W1N0k7MZiHKwRKiNO0RiKwtX6V1oKU4jucqidT5kXuATa1xt+br8W4jwvAptBgYZlLpD6+K/UVNOZeFluleYCyidbEED11O11vo3iQJ+DZbv2eW/ChKSqLKWgpU3IFwClSb2ve31Bsbdjk6rQd5tyMQYBi2ofJkjAW81p2sy5Up1DCIvSqOm6UKR3FxrroL+QFwNddgDGWN8OY8xa41jerMLoLDq0x+E7wpENQ8EltaQDnBCvTv3tcbZfXvTxRPn8hAyMcdauaTkPUnMNcwtYgEpF/IjXTVwQd0e77GUCku16rSl1R9rItfNZWFIv8AMQbgg3uSbC9zcDTS1R7GnGf+JsWViumNPCu9HFG76luYcxvTlzaJNdU1S8SrioTzCshSEvZAA26QM2oCFGxQQTk2SmIqHRotegYoi9fvda1PtIayr6Tm0HbXsAQLE2Pc7OOp4fpeEsGy8G4ordXqLHgS07KK8qjYpCr3CrkJIUe47Ekiyfw7PlcKXVJ7P9ERVpaVzDWbh3WAlxJAKgoeSgR47G/krodT9RWdw9ftAaY7gZaYZ3c/0yifvBZfpEJ9DsiK7H+EtxBJWgkp0V03AsdCbG4tsKVudWapXn69AiLfpeHX2muYy5sqAcoURfXyuRcC6SdCLuWrV6g4joNNwQ7UfHmfptSadPCbSRq3mBOS5NwL2vcEAEDYB3e4FnwMG1qfKqL60e8lIWjP/YJJPbXuPEba3J+hI7pUhIHESc+flH7RKnhx2BAr0B5ibNWlPwnbK6SLFBHfTtfS3ew2T+/PDs+g/wDaOLSacwuou5OXQ0c+YnpUFjRQPY3sbWPlsV0ObS4tGfagPQnFoQnhR+OMuYk+EnyJ0INjc2791FvPxhPqmN+QaqK2Kdk4S0Oo6mVqTqdCB0gi1vW3fXaNLfZdzjiX01bM37S7ou7yvVSg+9JVRisPo+V10Zcp18Q8wDe+tx28thkwJ7s9yltcqt9h1TS+XdC0pVa/cfTUeoufI264fw5VN6FBxDQaNVuPiVcV9qAw1NEdLy0g5WwVKCTmsQm9uqwtqDsLYe3Yb6dxkWPVMW4TmwpVUVnj8VPFakIAupJcbUU6DvrdJuQAbHZp24jX0mTyY/qJgXBuI6WxAqjvXFdS1NQlZYlMoWNXEKABUg3ubGwKdToBsVYjibvt3zv2SqlEXKirjpU1UWHW+aZUk5U5r2zAWuCbkDsfIpqPjZ2LPYdrNRlLQ+1wk8XJxUoV2GdIGYA9iO4va1yNmFgHB7VUlOVTGT3O/C4WaQvOlxryvc+hsbi/bXz2S2OzcQ9pSpRFnivFUqqV7hYcp65TCOlh1asqnmr9tb6A5ra3sbEX1N3u/qGN4uI24EDmqcxUUZHVZ8yFajQpN03Gova9tAbE7W+8R3C+HKzEa3c8qvJ1Pw2muhtPZYTe6QLahNwbm49dmzu+pTs+A3Kn0ljPmSuPmR1J7eRv2/cdmdPpi75MWZ9vkYQ0fB7UrlJVZ634vW018qVeZt5a7MGOfhNtO7caZTnf8a1/wdr6Ph79G7Peyf3M+25WqoMRVna05ldHS7K+FA8fzoX/AMdpKaI7xeLKd/3fm2g4g3j4Nwk7wnaixx2M3SlYzaf66bI3EntTyqpWW8OYXpL/AMdC0JkeNf4hIBBsTqCe2uvbbnsCwiVGaGdqtGpbTjrryGEI/wBr/Gmwy/jX7W4crU/BtWRKfomVT7SVdSmCbFxGoCreYuO3fttn2dDr0ppus48xDKX1K+6pXlzJINxYD0t5WHrfakRjmqUaK3S8ORF06KhHCzptmUjz9bJNuxJJHf6eb6p/Eml6adth5/HzK2210e+Y7Gak1hyK5Pqlc53mldanUFP5BOY6j6G21th13eNFan4jw5SX6vCfzL5d2yF+XW3e1/qDofI+W2WahiWvSuG1PeWthC0r4X6343uT/n5bbr3RbysOY3w5EagPIYmxWktSoumZKgLZwPMH8NDptTpHX6eruVU4/wDcDptSr2TM+7as17FuI8WUt3Bs3nW5SnVKdaKFRc+qhlNjYnUaXJt6W2sZ+6je/jKfwpTPuunIWlKeLbwjzt5k+Z9T20ts9wzFo2/Pmvgf09S/F8ylsnz9bAjXzFh5bFmKa9FgfCdeQhtCMy17bt3Tq7h5zV1brasXWDdyODcGtNz5/wB9moT+ld6uoeYHYbJ72qd7mF4HKbuZVOYQzNVxVOrTmQ3lI7ZfO9rn8RY67Qd/ntSu0vj0HAbyFyupLsjxJb8tLWuf8j667Y4xZU8R4yn++cR1aVNldPW6r5fIfTv/ABfbB6jdoqazpxj8cTJe1PsEcVFrOEoFZiQGqsh999ScnKoCl6/iRrr2uPy219ugVWcJOxJ9GZq82ChfCqUd1joyEdLrZ0OgABTYkeRNwNvOHBtIddr0R1pla1oVnShN1dtew7/ltuTdrvPdxRFiYc94Tac/NaS0t/Xp7XAULZr2BsbEi/mBsr0Wmihi9YhdNUmNwm1Ic5qfFblNO50LQlaP8J2+3pDTTTjruwdhYO4coLcWs1BC+VzfHQvpcT3BH4+nfapxNvCgcquU09nR8uT5lbeu3rt3Q6z6q1Ta5pyVPloYR/eVtS1PGTUWjOVmBEXNpbasjr7ScyU/X6j69vrtljeDibFte3v02l4oqy0UGUnitQvAjKCdV21UAO49dLX120TFRQWoD9LpdQffXwEKQmP1NOJ9FD6d76gemm2TrNTtU7DK7Dmc4+LaDihr7hwH15ulSrdKfT9vltzqWGJ7vAnz3ckVCv8Au68qVJ+psLbAuKMHyqXKbrNLZycdeZTWuRz9nY/UfnfbpTN4tUagOUuf1sLzJXxU9Tdx+8fTbwL9R1It/SPzzmFBC/fNk06qxZzSCHkcT02pN4cT3hQH4w80K2z5hHfA67F4TTy31o8aULzf5E2/D8NjhG9OLVIvKynsmf8AX/W9D6betPXKVG4GFFwdZnuZu/5DFrjrWTlX83F+X8wP89r6m1yfgjjteNlhClo7+m3xjOuOu1T7h1oQrxfIlVx4bWvcd9f+G1jX8W4DlYcb591CJWTItf634aft9PMeWwtF/EtDswc4x+fmKPZu4mc98m9N3HjsuLAqK+VhZuaSm3w1g9j59tfT8u6mw5U8Lyor8V2Wtc1C1La7JVoD3tbMBc2vr+PkeYraiu1n+homda1qRxUIypyEnvcfXz2qKFurgQJTkqe0wvjq+EpDpQpP1BI/KxsDc69ruf6ol/OZo6N9sh7pqtWaDjym1R2WhbEFSeFIyFK+/UD6pI/LTz0I3bjCqNT8Gv1SLE48pEdSk8LxOJINx9fUdyNs24eoFLlOt0t2Jn4C05Fq8Su5NiLC/fyH5X20NhtNL9zN0tp3OhCMvCd+VNrW/wCGzSurLL6kgHIma8NYbxbWZ7jUqW/KirdzLRNunh5iTYX1A17AEfT10hB3cYclUthqs1HOhCPitacJSCLFCgoEEEXFjcEfUaLmswXaXXuFAl8rKY/RLWnqUn6Ei3p63+u1Xjap4oiwG3apLWthhSutHSnX1CbA2PcWt5jUWHj+odTTp7s9dJJ/OOD/AMTNutYniMio0Lc3heLyEBmExnX8LhKHwV/3SNU/UdiNkti4QJUpzkGujP0f3vr+f+uw6/UazVIDk+BE5qKx1OusXWlv1KgkE2110vb6bd5bU+BFbdlZFofRnQtCulSfUHz/AMx6d9vE9V1eo6iN5TAiTEnlpWPtbRW3Wv4/j/ptITUYsp3hf+Y/W8vz7nb4fY284UZeDBNPtp9p3bs27tXN/C/ubdWnv7L+P37CKRB/Ay7hn4v8fx57Xz1adpcD7gznX/Gv5bVVDY4rvxdrac201sKi406gETS01ZcboJ0+Y7FnuV6ssryePoslSlXt062Tb0Onlp32A94OL5+8HiQIvHRSM3CdmNI+E4tJ7E/KexINvx7jafvblYolReQo0R/lV9Dq2ulWunf99/p+O1LgeFPoMCXFa/QP5Uys6B4vLQ9vQj1At9fs/TLqU0u+g5J9zXrGyvIllhGr8rFYgRXf6k6ritKQVJzAd7aFBPnYgHvrYna/w3WfemI+LweBK4qPirQepI1s4PmT5BQBP420h4QVFi1RivQGmMj6FNO57KQpPaxv9Rax0t+OrIwXTqW1KqUpqkoRx3VLaTnKst/K/fQk2N7EaG+m21Qh1FYJgkcM3nLatPSuVb5/58uR1PUrXum/zi2gB8gbEdtg+cp2luodis5+AvNwl+FSb6o9Qk/tGxE2h3n5bTrq+A+jrYdUem2trEWI9Fdx2t5kclTGmpXISmVoWtKlNZ+nt37+nqdLft2w9dpbNHb3q+R+JDAI2QZrncdiSBVN3zdLdeyP07Nlz/M0pZKbetr5fy2Fd7dKgV6jVLC9Z4C2EKS6hUjwcI2Um6hqnUWB8vr2KpwFjOVQYr8VrwIaUtHVlV2v59wfO3bv2Gx83XXa9QWJ89njsTWHYsjJ4syb2FjpcgaAnuRYnz9Todcmt02R7xzDo26LPCVBn0GfLozvgi9UdeYKSlOhyG2moIsRpceV7bOLD2MosCUw1xUZ/wBVfi/AeuyswIzxZ78VqWioxX0KU0tXSpSQbedlJUOyknS4P025uh1rFHCal5MnFaadd8OXuAoeRt2NtqaZyjQRO2bTwTiFqfFbd2FN+Ufi0Zx39J0K/wAthHAGM/6BiSvA+xmakZP1kkgGw7XT1Ad/psXYqqDWI8OONfro6P2bbSWBowcOkxtWKD75gS+FL4CP1UI6kq9T+HmL2N+3nsjnq+7gNqrNNPZ0SkqSjoGXLqdEm6dQR3vr+GzexVPdoNeciyuOtjP8Xl3QlSbEWt21t2BHceXfbPO8uTz9U5Vp5EpC+vOlooVlPktJPS4DofI99Lg7eY6qm2wusxrPuxLjcvu4dxRKcqkrIvqzZMo6k+gvbtcfl67P6DLdwlwIs9lHAXm4Tvi6+5Qe1lW1HcEX18tlRhXGNGwbQW2orrnOsIy5UWz5tTYX1I08xpfX62CMaNYolMe9HlsLypda4t05lA+va400BGnkNdlOnOjD95RTH7DxFAxRA5WBTlxX1+B3TM2vWxKF6LQdUlPcXtbS5V2LaTWXXfddB4jE1C1c1SVIKsyRcngZupaDqoJuFpHhK06pGanvDrztZ5Wl87Tvu6eOhbRUl5dr+JJsNLWVcEn5vIjtM3xVSLVOVxRzUqCteTjrUESqW/3C2ydFI9UlQGmZJBBJLrfXjNLTVlv6Q/wtE5V1z73Ni+JPQ6VcFQ0sAo9h2sO3fUabXjmLIrtL5Vqo56jSFq5V1TWTKhRspoEgoyHtkVYHLawIvtf0wtYj47s9lhE7hcV1bV2uctazuU2GYCwUpOZB8yggZv7B1HlNT36g1TmFsIVwnVupCUpXcBTax4gRfUG1imx1uNoq1Bddkg5RoEza87WWojX3WnSoq0rlQs5QtLV7h5pCu7R1GUFQTcDsQdjGq4ogRaNEpdUq1RfpcrIt1prr4LuhDqNdEnuNbA3FzcWOcTbiYGKKWxVGqSww/TlL6GrZFMG1lt9NkONqHhAAKSbHQDYEpy2sB0tufKaRKfpbqYbrEhBT0LKiAQfEDYJBGl9L3Gy7U31WbviVfyEYkTeDKaoLcCVW/tLRFtKaamR+ifFUO4UDrnTopJJsQmxPYkI3yzp8rdA/WcWy882gz0Kiv5ciZzSj0mxFwSjRQsCk9x5nvAw+7i2qN17DmGfciJrSXX4qXShpzv8AESnTUag2IAuD5gmRiCuVmLAl4IxbSUVGiPsPpiuu2Q62pxJFgoXSq17BNrkFQBFgDsJbZt8xAlfiAEGtxapRsPY8o0vkpUr7q600nKlxdzZwWOhBFjbS1rg99tJ7tXZ7tG5/EfRwPH/e+o8tfTt+Gu2T/ZtocqvNS8JT5bHK0Geh1pLvSpPWCrq7KBsekjQm4PppXeRjSgwMJe4YEtGdxCWlpadCVNpsbrIPlbz7A2vodiVamnSodRY3H4lP/qstMZb1ML16A/AwliFhedp1ppaFj4chN+lSSR3y6eV9NSRsjcLVbeNz8Rqs1xDdIlT2ucaS7m4PV8Q5VaJBA8QJBBvYEaSMK7uq9KpbbsCkvsQsubmsuZTib6uAXvcgnU/iDYjaoZEWl4ycoNU+9fCTKiymlZkqT6LB01SdNSQrKRcXG3nr+p9R1z5pTCfvD1rt+6X8jFEBqKxKnvI96Qn1KYdyBOZF79VuygLJJB1Fu9gRMe3h1Ssutu0bxv8AXwEujOqyBok/Mmxy21IuARqL31Pgc/u+ciz6H77pyEZkZ05pUVKiCtGTRZBsTYHQ9QI7lW4tqWCMJUtifQasuVKWhTTEjijmGXUAWbfSAlKgNUiwSoHySbjYWq0dzp/1FnH4HqMNbXUMmWTO9VrmnItZaYlIQvhPsSmutv0zWGZJ/vA2IF/LZl79K1KwHgmjVSLhnOw+61yFZYaUtrhKWc0aYlAupWcpCFCxIUoC5uBneHTJW8t1+vOtNoq6E5psVF/vkdI1ebFgeKkW4iD3R8QHxga83SPz6zuR5B15aOSQuK06pIWlNjYJWFAgoPc5gQQe/ci38PoFdqCTg8j8QFVy3vgiLSqYswvPwlTfddOlU6a/kdXCkLS70OK1U24lRQ43YApWDfUE6320Pg2htUbC/CaZccQtrwIsleo1AuSL+lyRfz2SFObiz8eQIuLaGigrfyKU0u/JSl3BS62rPlbcPTcAkEqSq6sxBeG9mFXv5uZ/2Nz+8UMKShqP4lXsPD3N/p2NtvZ01JV6jjgMOIp4+7KqO8/70qHvSlrlLlRXeEWplPdUsqLZCiegg9TdykkBSQD3t4kaqVmvOYDaiP0vPFWqLV3eppTt0pQjMnpuom1lZb6AFJIumKZ7ReMqNRojU+iVF+a+hTTrs1ORbLqe6H0rUFXBvoBfSxINrt+h41peMsLsSqo8ig1tbWdbTS83XY6s62WDr8O5JAUm5sdgkrvme6Pu5glGwtvugNVLC9ZqzHOsOqVHVISX2M4J6PJYbUOxNiDY2GpLDk0512l0KfPe5Kooj8hKQ0r4T1xcZhrqAk2Ple3nbaPRa267AYn1SWibKYaTFkTWllaJCRohzN53AsLgFJCknUECLMxHWfenC+zyKpS309TTTvx0rTrmSRdJuDoP8iNSqiGUbJ9CDdewtF+1DHIRIPWlSXc6UIzIuLjtZSRYXBGgNwQbbKzeZucqlUx5RZ9LehRa9F+LS+dXlh1qOL8aEJQF25Cc12wskEJAsQCNm1PorWLZ7k/d9VkMTVpzLpFXU7F4i0AJU2DoW3RmFiO9rhVr2X9IrOPIuI59GxHSajSGMyY8iPUmi+hldzwXHQkqS4y4enitnTQmxB2Dc6p7EvvacK3hXeXFa4tGyTWIrSnXaXMSpiqMoFs6EoBKHyE/M2SCBfLrYA+NqbWfukXm5U2LVI6Ex1pfcS6l1KyQAq5IKFWym9/FbTXZ3Rd5TTsByBWcETeaiyOFKp0pQUlxQ05iDIJKVEdwklKyBdBOhILi5ysxcURIsCh1F+l8wialDqDnTcruAoJNyb3IBINrXNtcDqdPdZTXE7DzBRcjEcWl+4cUYZqi5SE/ClSmnEq8yQXkdDgubkEgnQjMb3KXN47u6rdfQuFhN+VFmvsc/DdXx1toXfiEZ75kBChdKgbWSbaWLExTX/emHOLFl5H2Gk5OaSjKq39koEefl6eV+21HjvBGA8WwIEDEeIUU7IwlSmkOhC47oAAcRrcWy+hSQbEEdtamsKmyN6ezmLbGcV3G8Cm4cwbiFeK8G5kz6HxWFc/ScxUORftcXQuyk2URYpIKQQAV7wN4WKNy26+k0F2nLxzwPu6kzeJIUlFxxDxLlxsDsixvfUEnuwt127bd9uWwlLxH7xzwVpU6p13p6dLqP4gDqudLa+Wy+nY+wHVKziX3DQ4UrELDSJUVMp0ffmEg3bbVYgagptooLte1wVMvUiplzHMLmLCLWsL4jo0T+icWYXivoS06tcVyqRXEeSFKSeIqxAUFLSVgC4UCAQzajRmqDhxj3piyl4voL6Eux6pFfcTKZaAtZ7IOI40L5S4AXEGxUlQBIAMZ4orPK/8AZynSuSyIlOx15ePD8yCoq6yD4XEgG2XTQ7CVbxBz/IxYFQW5KffYQhcfIniPlQTw1gkXKlHKogkkahJIA2ygm5/CErO5sCar3JYWgbvsB1astYhXKXiHM7DkVSU0pOX+xbEhsBBQVG2YgEgdRvclE4krGKKNS4EXG/Own36sunVmK7k4sWesqcSQSSktOi9tbHMlSSATYp3/AGJ4lGo2G8B0GoRfj5EKgPvFpExNlJS2labGPIJSpbbpSUqUnIbFRIEm+Q3q7tJ+HPvs6t05CGIspaSmpN8MgCLMZbvnISRkebzpKrKISSkk95ZcCNW1KVw0ssRwZ8/dK/7reffYizGFutKUtKEu/o7lOlwtvNm1B8NiFAWI91EBqVRvs5S6TNQuL1rakLKuGwrKerMcxIHhWAQrpIINwGRuL3RYjlYNfgbwXc7E2OuFNgOtJSvsUcRDwJztrbJIBB0KklKTrsyZu5KBhygt/YOovscNCvhSPjpSj0OQZwBrawIAPhtfYvlsyJlkp9sBG6/AoNLbo0p5fu6a6hhbqupLLqr2znTJf5ewUQRcGwJTRpUrhNu+8c6MmVbS7K6hYAjS+o/DQgEdrrGs4Qn0aLiFqU6tiKtpD65XF48eRmJsbgEXCxqSE5dAT2v8YLxe07XolGdeR/SjCuVytdLjqLfDzJ1UspvZJ1sk2JsdpqHy0l9P4RsbxZNUagchFiRZUKa1ldgTU8ViRa5Cch6kr8xYkjQpNiQFFDp7sppj40pjgNKWwnVS2UXuMiwAFgHsO4N7i97NfFzcWs4X4TrvQtrOlK+pSVjUFCh4VD6Ag2uRpm2U9Hq9UgUvitVGovsPupizOFdamXSsht05SRlNrBQIUCnKSNCfPdSr7nUK4PSf9zEq/aarG6qqUGm0behEqLkWbH4rvCaDT7KkJNpCTlUUqCrXWk6JKioEXG1n7KuAmqNRqlRsB4xi4hpC1pai8VoQ5tNmFsqQzLSklCuKQS2+3ZtSrpKUGwP97StBrzu5ahOuy/e9UolRzwnVsNolONKBCjYWSp0IVmIQLuAZgknMkqTc3jyVuvr1ar3uRDEL3XHRPdYWMzzAU6pGrajd1tfUm4SUEkJBvl29iE8cGeiagWrgym9rHCWLd6vu3GWF4kXO+hfOQuaLT6Z8VSmZbISem6VgKOUkBQWRorWnwBIx27u0/m++0KGXKQ/HlUl9hRRKepynk54r7TgASelXDW0VJJvYIVkOzWomLIuI4u9DC+I2YT/AqyMa4aqKOFy8yLIbbW+MqVZkqGZ0XKEg9u6SCop2EcGu1T7UNZIVLhJUuFKadWpjO6kqKQLm2Xq6SVAG1j5BS1Vc7GgCiL4wwrq8L0aLXYGHKtKfxDV1MOq5hOaQldw2tBCwCQ2jWx1IBub6FPx93srAdZ5WjU5iUt9rmkKkLzLjrSdCldioA6JykG4CRoBs68V7zqDQXcPVmLSfeL+JWEchKgLS6xISCUpOZRFiBZKwSCFDKQDpsLVbH9Lqkr+mac3S6ixkS1nQcqlk24WtilRNrE2BA0IIIE1adKvUdpRUEOty+LMUVTCTnvlqlv4QqM9LT9Ii2S/FdNwuVGzHIxITcrypKUuJJBSQDYW3hbvao7jx+LVGqo/Ngr5eLPkRyhSoZu6wkhQupqynLWJSHA4k2IISsoeHceY3rL+HN3L1UiypS1O8KBIyOvOtkKK20XClODQ5QCo5SADa+z+wjX8eUHBHK43x4itykLW67AqjQU64i54jaAEhxtTalIASkDKQL6EHazeoyNsEadhyVRnaLQazLb+z0KQ6trJ4G1qQAWlFJsjXQAkEkJvewG1ribA8+gu++cGvVHwKSpDCkOq7+aCLF0E+IAKOmcKOpaWDKPhxqjOVRp5idFm9LvFu6pLRvYnps4iytCUlSexIuCWdSMAUGBF96RYkXlUI5iPKgWWluw1WRa4sNCCm1jrpfYOzdLdxV9zOsPA1exvQabKx5yq6pF64qmvhLSps2GVQuNUAFSQSO+lhZNpizdw7Fd/7JNc1zrSZEiLNSOLnFswzJSo3tdQJChcHt5sP3HKrNZcgRZdL52dlVHgRVq4EhI0zttrupl0AjMBodexBJLUbqcZT6pHnu4ZhSkIYXCkRY9WMKfmT4XUq0Q4k2uEk3B1sNCGK6h7EkuszPBxlVJ7rjVZpLGIaJS2lU2VIdhodkJaWbJEjhpKVFKh0qslQsLG52FsaVbG8WqRGuNTqjSIqEOtRVJzocRcAKbJIcSQgEKsdClQUkADZmbwMI1OmYjl0Ki4NxJg7eEzmkQq81FU/DqkNSrqanNpNlpKgoFJCiClKm1BRCCHb5X9/ruCGGoG5enVfjwlrqK4ErM/T30JATKZBSFLQCo3UASLELDZIJYxxiKkLaZTVneZQWorkprDNRbqKMnP8vmUmVHcBAcJN1FvMQMwBAIsodlbF+6z2gaDRsJVLDmI6JS1sSkqiz4tRhIYSpXZt1ZRcNuFISQ4kBu+U2A12Ct1u5XEe9Ddy5vB9450UF1SpUNhC49XgouM7rIVo6kG4ca0DiRdJX4VMp6mUbAdLiT4rVIm/d+FMalNFCHGFefTYpspRB0KUqUTYgHasIEVRxK/cZVaNFxk5jfFEt/O/FSiltNO8VKVoCiAsZesrSQlKgSCEEEDQkhxbvuo2LZTeEq9Lp0JmbId5BbrSOPBlJBtY3yvNHW+UhQ7dykbK3HNDxHPagO0aX7rYXKTwo7UoIXFdKLgLNhlIvmSQrKu5AvcADe7/ANnyU67iivbwai+/K+PMgLYmr6VILirpyAJSpVwlSSM4INjY6RuMttjqxTEwvijd9yFGxDFp1aYW1IyyJBSlxaCD8FQOhCb2UixQbEgAglR4jxZvB3g4touI92mN6jCYfYRHfn06UFJTcK76ZXO6hYgWVqbnanptUozvAalYNRiWgrlKgSosqy1s9RBTw7ZgkXvp1AC56TmDiw7QqNuvw5PntNRYWfO+1ndSlGQdQLjmUAIACQVEdk3PY7ZXV9WdNT4DLHgD94hrXVU2/Jl9iPF9ZitUmjVmrIlV6a6mK1KlIQlTy0i/DU4lPV2Nr39LgWtRVLePvQwbVGIuF8EUTFGHqu0p19qblz0+Um4WlCrKNyDfKLAgG5BFiIYfxlzVefxHiOn80/CSr+i5SMqWVpvZ0HUJB6bOA2OVRAAIUq1rtR3jRZ7k+BhmkPwlp59anbokKQVq4jam06LcRqVFNxZQUAQVAIdI6R2M3X8ufZ/9RLT6EINz+4Z4e3jbuZTVSo1ZwzNwo/0uu8rZUVK9CCbWt1mxIByk3Nh2t6pC9/YIgRaNVkTcmWZTqvAlNc4lC76+aVpFwRcHzHkRstKPW8JYjqnKu4epdLffWpiR/wCe7yrAmzihlR03HUQCTYG+gL33aXg2stuxcPTZXKo+7pWtKkp8J6F3zWHSlWtjlSTqBs7ZRuc/EzdSrVv8j8Sqw/FntSmMB4oqC+VfkO8lITHyJZkK6i3YaJzmygm5SVE2NiSLvcTg/hYjq2LZ9WWhFOz07hIR8JyxIGa+txZKj3AKjbvfYUqGKYFZdn1R1mb8fNyfU0vhvo15dRQb5jc2UAbdJtoRsycNVeBAwbEpcp3gIq6l1GarKELzH4jiSSNCV8NNvO5tcXO19Ij1OQY5RW7IQ3zFH7XFDwvQcR0LeNFp3K1HKph9LUgoQ5lGi+H4b5CtJIGo0NjY7KzdfvJo1ZxvWsOVSJ/RdeYaaQlq6UJfZAKLEdWqiQFaEEAeepdvWoePN7+PJcqBh6VNomHlpWxHmtZWKhHcICyySQVEAKsQUEZOk3IJdns5ezFg1qsuV6qYeXyqEK4SlO58ubUG/dRA0JsCLjzF9nLaO7j8xsINPWAfcpNynsqOz8RuYjqlcq/uF/MtpEpY5hxJNy0tSQElAIsLJFwBcXBJ1VitGA6DhL3DP4EWlsZVqQjpVpY6efl/F9YtexA1gijOOtU99/lU/ommirKj8BrYDU6dgSTa5GZoW8KVvVxbPar1RXFhcJXKtJTn7ajiAeR0NtCB5juavqF05COeTFLdRtOGjJq2/LBDU/7OUGnIQ/UWlSGpD7WVqQnzsrQKVbW1zf6diH1fHU+L/UGmOjx5/wBU+Y0CRr5AaA9zsJYzq2F4uHOVqkta6jRHVP0vhNDKnIc2RQSSUtrF0qAINlaHsD3cxQ1jLDkTFFGp0GFTpUVHCaa6kqUBdQ/u2ObuL37312HqGVhmI2tv9SLOrmI6y7wmsQv5/Atp1WRpVzp5WBBvY27X0I0Dg3T48dpe7Sre+XovNU6QvIlqyVOaXKR2uSRcEAA3vYbI+QWp8BhrivxUdPNZvmsdSNOlRSMpsLWNwL3OxTRcG8WK5Kiy34tEzIf4Sr5VLTY6Dz1soW7gC99QZpcosF2ztwY1dxm9Vqlut4jdlr93VuQlqUmQjKptSl6HXtY6d+2hAOmzT9oLeRKwHhyI7S3UceatGRS7Zch1J+t0i30vfW1tss89Kr0VyjYIiIRChdbsh/wqX55baKtcKJGgJsCCNvzeNjifi3CVFwRXqsxV5VOdUiBKpq/vCkqaIDax1Bdibgi1rAa7FssIXcBCVUvj9o48B44o2LfhQKihb6EpW6wt0cVtWncaXGuhAI/PYjq8fFE9pyLS3UMZ8uR1d8qddQbd7jt9dCLajJmCt3W8HBspvEcXGUJD8pKUPxZTR+Cr5V2Sq/YlN0kE3HSb6uGJvJ3jUGlt152IxXqXzHKuv0uVx0trN+h9CwFt3toCb30BvYbIjqAc7B/xLCUuP4+KML1nkK9Sedz/ANXfQpWRxKh2zHsb2GW9+1r6bSMRVilu4Nbai4TRFfQnLKzLORL6T4VpIIBIv3APltVY132fbKK/hyqREMIzfCXIvFfyDy605FG9r6C4I1AOtFhfFlUlVRygz89X52PyrrrVkyFNAfDLiVKKlrAsAoFRIAFyACIsrsu/7bY/eW7e6OXCO/nBFBw5EoNeZi0FiKxnjritKVHUkAXSE90W8kgEE6A+eyqxNNxvvkiuOwGmMJ4XQpXS11KeV5X0NkjQ5BYnzI7ESxBucxvWaoxF5vJCWtfAkJQU8NQN7lKtUEAag2NzYEjUuKs4NrMrC8CjSqsxzvAQibKa6EvZRlDhSkWKynpJAsoAE3I1frD8LLV0hW3E4mQl4Ur2Enak1PaY+Otcdak9SHEC9l3te3mL2N9D6C8o2L5WEqW3RqXElVGUhClNJWgKUlJHZV9CBpproLHXbTlC3dQIsXhSmkTX3M2bioGRST30tY/mLjtsD4s3W0vAdU98xWV/evhLy/2N9ek2zWGtxe3mALnZi+ssvlDarUiwbFgTRJ9BxbhJyqV7EM1FUpaVMMUN27TsNNwpsJCrKLQUCALlIFwkAdr2DiGV7hw1ApdOivt8LLUUymsvGYIIyLA9LAjW+oN7gHaQilUaVw3ZURC5SFq4TuQZk37gG17HzTa2n4WKKHQYH6Xjdf8AfRl8z+P59v8AiGlePUTS1kmcsX4cn4NxG+7hKtyotLqOd9EDNm5Vd+to62Ug6kEAG19B2HzhvHdelf0NFqz6EMJ6058vivckaaE3BF7EC1tm5j7dhKi4jkT+UR8eOia1mkZVK1OYhJtm1Ava9u2lzsPwqJFiuuQJVOioYz9DrqDnbzWN0ka6+guL+VwLY3US7D8Yk2HeN3zKhU53hOOusoWhbWTJl8ST3AGlr+VrWsPTQm3zxcB0Fqkz2mZrHNRWJTsd2PlVlNgpaCdCnXuCfxFjtRYnpVUr0XhYSiRX3qdlQ6wpWRTiTp0KFgD2UL2Bt310Jfaiw207hfdy608hbCKM/Fd68vDWpbKSFa2Fld7kW79ti9KdFQpuBP4/ENpBx7iq3c1HBsqVLqkCucryXFkIlVK0dCUjqACrkAjS17X7DXuawcVO4ypcjlePW2KItMpaOadyx1qulDuQqCkE+HMRYXIvYkbLKoYVo2A8Lvz6pUFv52uVkMJstKlKta9iD6EKvobHzGwvhvGtGo0VufAiTadV2FKSxPhysq1INrtutm6XGyNCk9x2IsLOf6elr7yx/wAxh6s8gmNOHMxbz/8A7DEKLS2JCs6UNZupRtdSlEqB7agC48zs3N3tDxRvBnvz6zUOBS4rvCaRFXlRnAIIJNr/AIW0GgJ12U1P3gu48w45xWeSqPC4SH9EJcUCm9ydNTbXWxOo0zbE+6uiby6pVJeF6XLqNOpcpaZErmElLClgC/iBGbQ+G1wDroBtdcVWbR6grKWZJonDmG8EVSf7ro0RiVyv6VaUZk5vQn1Glz6EW2cUClQKW1zUp5DCEI8aunLbZQ/bHCW6Wje5qCyxNq6EIXKyWSrNlAJP5i+Ua/gNdqRzf5PqkV+LWaSjItCk9C8ycp8iD9PP9+2mltfxESGU4MbVY3wxaW1wsL07mviqYVKX4EqFx599R2tb67KDHeOsWuyqLPn4hlRealdDSboaSlKzqbDNb1AvcettRxjeXhyLQX6XzeR/i58yVZlJXp+8W7WBN/LuOmOcZwMb0ak0aAyxkpb6pUeUjpUpK27Fuw8ivq9BYDW9wM2lvUertrROfc+t9E+g4jnwKpQXWGKi+6n3pFycVKlJSBxW3BopCtPQ3vcDXb83d4cgUZqfjJ1nOthPQjxKzH0/dr5fjsv5cxqjNcWe8v8Awo2p6rvQxQ7S/cNGa5WFnSpa9c6la28yLa3+p2obcROzUl41VT4E+e5Pr1QR+vkUrL0+gF9OwsNqI1GgyneFAeY682RC1DN5f6fx32UTNAr1Zd4sp6U/nV15ncyv8/4H5DY1oWAJTTTbrvWhfXn1/D8/9dvJ9a/h4dYsFhOD64i7jfLidE+L+m+bJ/h260is1TC89uVS5b7C0daHWl9Xlr+Z/bsc4TwZwv0rK30Z/B+Wn+ff8dNiSZu/iz5TDrVDYYfR82XqUnyufp5fjtnaX+DNRo3FlNmMf2lV0/8AMJ8Ya3t1SvVmi1nEf6el52lupT1OIULagaXGlyO/mPPaH7Q2PsZSsG1KqUF3gRUISl2QnxpSogXTcaGx/i2xVGwRS6NF5qfkYQj/AHe3p22zVvz3n1Ssz5eEsOZ/d36J1CEZuNb/AIHz+p1tt7e2+zS6XY7ZOMZjp3MnMR0yvO/onf8AfyfN9TtG998X4X/mNv2Thmtf7Ff+/wD6f8duL2Eq9AdblSqc+hhak515Tk/b/pt476cXtub3FeyGPEf3ssboa9vfxbIi0aoMU73XH5rjuoOXPcZRcagn18rdtn3gahVTBuLXIuPIkV9ukSnUykx3eptQNifCLi91AHysNLC0n2aN08/CWA38ZYNxvS4tb5VaalTp/wAJpxB1BzpJUkeYVYgH1Gm0WJhTehvGpfFdob82Kh9XOzY6Sp2Us3KgFAjOk31I79tb6b+mpNFY2iaFabK8RhoxrKx5XuQivPooiFpQwn9ZWlz3Omo02Km5MDCVZl0Gs8rNW+xnj5PmaPZSAbEEHQ28xY+WwbBo1Z3c4cn4jxHSWISITSktNNLKnXkXsnKk2IJ06e4J1IttKwLUqpjfd9AxRjLD0KVkmOsMMIfPvKn3vlQrQaEC4AJHbQG+2sm61JNY/MUm9uTRnceYXqnXKhIU6hSE9K+1ygXHSRYE3HfTTvs5t2k2BXmmIsWIiDCY6IUpfwncnYIUBcCx7E207+uwVird3VIGI8J17FFO+5P1dMd3iry5kqSdFlJB1A73vcA+Wr0peFt3OA+PP94fAzqdQ06+FJbvrp27eROyY0hc4aFJRZPre7Jl2mIk0+W+hlaOlp1QWhSvXyIP/TZD4vww7Adcd4Px219Sf1k/8R5bG+P/AGs8B4cacgQJaJS2P1FDKn9/7tkthn2iYGPMRuQKo1wOaXljv/KlR0AV5WPa+mv7sTrXS6qUFtPB+RAWWq8XmBt5zVBgN+64kWbFyKRkW0FNJWBodRcEXspPp5aDYzgYy5p1yVP4GR//ALvpwkp72SonMPpr6DbPKKe7Rp78/DlQQjmv08ObfhPeYv5pUPJQubaEHaNFq9ZqjrjUp7gZPEwteZKddCPIg+Sh32+eMLFGUbI/f3Ft+0R7VjefFadXApfx0eH9ZOUjyP6wJ/aNfO9FBqPPuuO1mXn4/wDu+Vv2+vrsD0xmfP8A6rEWtfzr+VP5+Vh5+WxaMPuxWm5VUaQtGTOpr+5+v/eHkSNQe4HfZFg7vuEHncZ8R0QHXeK1nyZlNJVkOXMO4J9fptaS6a1xWOK6vO/0oR4sv4en5dvXaRMx+07QXKXFpPNIQhKeY8OVOpCrAEqI9B+220CFWHYEXn3ZaH0I68iPmT6pNrgjzSbHbUo116YGeIzXbth9u3n4SdqnIT2n2JrDSsq1dKHFegJ7kAeXrsw8NVXC7U9x2LUX/jrUnl3/AAtruB0K0OUnsk317Hy2DMIQJ+9p2JPlU/keSypantWStxI8iCLG173I002MMaYCwvhKjc07Vsj6FoWp3PlzWN72A7k+nf08tvovRdS71739Y9wg1G73B7fXUGmpVNntNZJSFpaXm6fqCDftYH0INvI7Db2K6XWYDlBqkTJKW0pC0K6UuJ01B8/LS1/TbpvfqUCvYXiVmK8vOwtKFu/KpI8/x0P8dlGxUqpPnsO8FfAYR0rX1JzaEdvS/wCF9mdbqKjUxPqWBV+Ze4Tj1ndpWX+VdXwH8uRaFnKlA7C3r9CSP232+qwZ+I+JKaiIRF4qvAkJQysn0T4ST38j+/b8otRar2I2KXxuPKzeFfzJ+nr3Gnl+exS3VYuHMUP0ae1kYfayrSr91x9D+Om3hNL0a/qDl7iVTPH9IsKmc8+oGIwd8Li8319P/lf8P37fCoTrX6X/AMtHh9P4+u19UBz7rjVLeydSkePNmSe2vb9+0qnYf+F96e/3fFl21usfwlp10vdoPIH59wVle0wOeY24Nq4XxdiCpROE641/H8fTatXD2+WOu1tsBbpu6MrO0GqOxf46tp8ustO/pfk2oX0/2u3B5Lv8fx/H57LmlGbdFq9TZR4z9qtRadd/Q/41/N+3v/17bdE0j7rxYr2fjJSj4qR0q7C9rXA9TrptAbg8Xa/Md12Bwv7nT+t9Pw/y29P0XqP0lgrY8HiPaXUux2mA8um1TDjT8V1rgP8AFz5U+FWua6SLgpN/IWsSCPRp7u6fKapbDUrPFlP5XXUZsqFKsO1zpbsLelvLYErlV4UWmypTzEpbC+Aha15XUquAcyQbE+eYCx7+WxFV69AqjVNgT5c2EiVlQ0+wjOtPkCU3GZPrYg2Fxe1tvqtVhrQFPUdPA5j5fplLn0HlZTKFvo8XZC/plJ1B1/jtst6lJr2A+HArNEi16grX8JbrWZ1m/kF+g80nW1yCQLbWeHN1/wBo8OcWViGU/kyr5iG+FqbUPC4ErtmSbAkaEG402r04D3jSp/K4N3m0iocDLnhTVfpk6XQQSSm+pFx387i+3agi1MtBlT7E4Yep0WfPbn0GXkRm6WPEpKLHNl/XFjax1A+hB2YVFU7hx2XhyVw1sZ+ciqT8zRIuRfRVibEEAjTW3ZUSmKphKqRMRz2YrCESkpmtMLKUxZFrlK0EApBuSFC4sQdQSQ4JEKBjelsV7C8tDFbpa8/Ku/8AeGlCxKD2VbsQPK4sdk+n7KmKpxGqm3CCWFKlRmsWz+ViLQ/FdzSmkXTmzalWU6C/mQSD5m4I2mYkqVB4r8rjIWjPkz/7NXofr6A+Wu3GPRJ/Py8UQGmFrYR98joul2Ok9ypB1CQfMXA7i19qOXAiyos9qqNZG32v0ucJSrTQi99dex0N7WII20yZ1svsI4klUue5KdeQuK+v4v8AeTpqe4uPy1vp32bFFrbXCca42dDnU0r5cu2XqFiOVRqo3AlffWEOq4Uhq6l5Qf0bzZ72FwVAk2sRszMIYriuz3KXAdXk6lsNLX05v9mPQ6aJ0vqAAbDY2mtK8Ey1bbVxA7f1RualPz2s/h6sv7z+fn+P4bZsl0pqVPclSs+dhfz+FP0+voR9dtU72HeK05xfnR1Zv4vf/XbMtaXysp/mv72VeQeLS3n+/wBPLW2y3VU3pxM3U/fxIPF981ltroz5Mq3cvU5b1sbG2oFtnanBdG91twJXQtCUrSpKc3ERaxGg1UCb6k3AtfTVUbs4rTtZclOsr+Bl6vlTe9zfy0NvXZuUKo/09wuN4EqRlydKkdNhcn9mhsfO22X0mja+4wCI05IwHVKW0+1RsWRci0K4TUxGeG552OmdlY8lC6e4Um2qQis4ZiyuI7VOA+jhLS6lpYQ+ytN7XBuFAKIIIJvrqNmxjPmoEpjlcj7EprxeFWmht28vPse1tlpi+JyrTDrWfjrdQ06j5VJUbAC9x3+n5nttoa6o58YzVbsaWGFm8RyqDEagVDmkQVdDqOnMjt4VdlAHKFApJBKSVaWZuB5eKGnZfP8AK1eEtCUZcpjyuEPClSze+W5ACrgdhlGmwojFeHMBxWGsUYOqNOYlJy+9IrRWjLoAtbaSCU2OpQT2/C7C3drpfxJVLqyKvTn0JdhSGnQ6pPb4ZUNDfNmSSAbaWB6QBNP9PyfmOk7zmMXdlJ+y9Untfax99ialPARNSEusrGoDiblKrXyhQtpcXOgCv3xUCfVK975oNOQhEpDUqVFR1NJWgnMts90jQkW1T2II02J5B4teflQGZVRcitdSWupebvYjyV5EW/Ha4njFGI6Ww7QcPLQ+jK60tfwltrA9Tf8AAgi3cG22kV318wNhkHEW8mBg2g0l2qUmUxnjpdf4Sc/DUEWzWF8wN75kk3BuLg6cYmK8L4yoLkWU9nRKQp3K+0UKcQoAaXA6gR2BBFgQdNlvVapA98txcW0mowkIUuLKgOrcSwy6q1yyT+jS4OpNukOZgQLkq/sD4alOuuYco1RffonNKdTxUBK8pXck6WT2AJToTrYX2Bdqwy9useXqUKJtzmAmHaZWaDvGrUXDkvOw/myyEdSchCgkqy3ynSxPYG5+u0fHkivYNd4tZiSkTpTvX/aoeSq/nfvbtrYW0I8m3jOn0bAeI4mKMJZOOhpTE1pKglKkjsAm/cgWIBBHSdQSdhjefNpe8agt1SBUW0fCSpEV1ofpbG7YVewJFrJNiDcaWIGd9B82cn/iE0CDvguOIKbnd+GKN3PHlQKguo0hC1e8aNIUMqWlHR9nuW1etrAquSLm+zsoGGYG8F37R+7kRUOK5qHUoqkSEqQuysj7fiaufmQVJJFykGx2wjiGsSqXK4sCWhfiy5FZUvII1RfzB8r3sfw2v8F1OvUuKxVKNiyt0F+nurfixeOpLDiHBZbSmwSPO9jodCBcXDdV3aXa82epU1qm9OJp/evVcR4DlMQKDXEc0tHCytLKkuIOpsRopGpIvYtq76EFQzgnctXsZSn8R15r46HeqG78LjJsDdKj2uDYKJsLakAkhet7wZVLqkDFsV5+qVTMvKnIteV0a5FJuSUkE2UCCNRcajZ90Pe3AxbS6ZPi4Zm0hirtKYmxUryci7oc6VXstB0IBtob3SRYoPS2rfL5x+J5o1Fjl5Fwnu7lSpT8Wly/dc2iSETYUh26VpUk6hSb5kHyzC5HYpINjprCNfo2A91+JazXqShiLmdflNQ0haErCEoJbSABkUbKFgACSCAQL50j7u8Wz/6eaxCvoyp5rMtD6UjS6gQUkgXGbS6dD2BB2wxWcESqbRpVQ52i15GSVHWriozjq4rZJuL5RcA5VJKh6AaOho+nxxCV2qjQs3XzoGMqpEr0V2LVKO/D4SOnO04hQ00OhFrp7AjMR57U2+vEVUo3N0bBEv4kVPMJgLdOdvUJSEFRFwSSBY3BtpsyN0uC6NQYs92jNcqxNlLfRFV/YuqJKwk6XSTrrYk6+eyk3k4pozVUnxapEYlTYSlNK6wpfCsfCo65T3ykWBv9dtjUeFO4e4y1uwZixwTvCi43ny8L75MBrfRxfhVRMXhSI9gQHG3kD4qQk30JWBm0WARt+76fZ13g0ag02vbtMbrlLpbvFQ00lHFlR1AWIN+GtVtVJIssdgLAbX8aiQKzw4sCuPwkVhhSY6lrGRSh2AWekOAk2VoTYi5BO0WixN42DWpeEq9jJ99CGlLgT0fCkRUrtZtxFylSQeoXASoWt67Zum1Hywgk1HORAZeKvf2HH+K1W6XV6W6pNU5NoplZLXX8NQAU4E9XCUCVJBA1AGzg3bV/dzAlQIuEqjVJs1xhLvC461x3FGxSoBZs2tWl1DKCe4NrgCwnjjG+KJT9G3tbuIX2hpzvCj1aAtLDVWj5yQU3USFAahJ89AEXNjLDWHqXheVIqlGz5FqUppMhORbajcpbN+lKiSQL2F9L3sTob+N0va4b1Jte3lcrXq7yuE1zn4UdT7tOdYLDryUFXEHYcN0WSUKN0K9bEHYKxZ7RkCltRKpKw9UX6c/H4rSXU5X2UG2YZgCFWOhAJ7Xtax2tas3iPFHMRebfpGIoXFXRqo7HMdabjpjOFSbfpLFJ1QoKUlSe4Kxw7Q8UY3iuO1miclVGHX0rYdaCMrqVlCkZdAcygSQBYjKQLWJVYm6caQ8ZUfeQ1iOlwK9QaSt+Etef5XensrpBIWB3UlJCkgZhcgjYpXQHcZff8L1z3W/F6EqUkOtKSdcqrWVa1lBWh0PYgpK8wT7M/IUZiqNYx9zsLVzXu7OFx0ugkixFwR3GgFrAi1hsW0qM1S5X3DFjDD/QhDsjp6wRYhwDvmBAKgQoAAglROygV9+CIg9flgRUTsEb1azjz3DiioohIQtOSRHvwpGoOUaixI7i40110JPEYbaxbjeJhyLwFoipa5rJ4cgNynMLhJOoAOhBV5jW/wAW1KfVJTFZdpMXOwhSX1wHwtGgNnADbQm90gkpzEmwJJJN1kZrC+Eq1iis0NfvGapS0Lasl3pBSEZCQNEjMLXJJIsSb7M6evzyY5p6/loufaY3mUalxWN3NLyLQwlK3c/hSnQgd9QFd0kgEA976Ljd3hyjOtfaOVLi9CkrRkdQrL6gosVN273uCLdjodmDXdzuHMWz6liP3s/W5uTn0QHfhLeTpZKVZQsWT0hJIIIsSNDsvZeE6pXmoFZwluWXCgzcrUxchbamEp1BzMqJczDsULykfiLm92kGoOWMdIrtTbnEa2JcM4c3gxYjtUqPJSlxckKqQ1dTiUkeNCuh5ANklN0qTdQCgbbLyP7JlLpeKMPYowRidErgVaHMn0aU6pPMNB1OZUdVtVJuVhBHV4bpACQ0adMoODWm8Lyt3COSRllNIWtSVR1qKx0qAvYpSLm5IJsfUjdT3h0uLWXKXFwdXoUXiodalNfH4K1FOVxGgUrKoDMEg3FzlBuTepFTwEXoFlVmEOYnvargfajeM/hfDlPfYxRg2RTloShWdEyLICChCk2JCg7cE6BJBJI0I07uk3MUHC9UYxlXoiGK3NS1ITIR0fFDYCm73upRAIUkkgjytfa/xZgnd9Wd6EDfS7yXHr2Go7SnUpCeaSCSClXZSrLSATqLWHfYAxlXd40qssVnDjPvTBS2s8iVS1okcnlXdThQhXECbBKSoJJSQq9gLgOudlXw+IfWM9pwkfNQxZ964TTqEMM+JpCgpOX/AI+tu+1zGxRQXaM21Xnn4sVa1Nc4m6VxVHQKufE3fQ9yNCRrcIWjYldaittOy2F5OpC/CpSCARbzJv1X0uTewN7neH8SuxYDkqVT1zYS3ck2LovMhQtnTfULPkCMquxINjsDRapdQMGYy7lfDT+r0WfgjEbjtee53C9RQpDspq0iKppXQviICcyU2IClDNlJuUga7ZqxFhWvUbFr+F4Fb4lObdX7jqSZQQ/DdR1sq4nZYtlSCQQSkkqOuzb3kVil0bBtSgYNqy6jTuYS6qLmcQ7DdPYPMnqaCgQkrF2yk30BI2Scipz8OOy2qpQ5TCER49SY523HZSOysw6HEoClArvqkEEkgjY9h7Lcjj8zfoGFBPqabmVP7Zbuff1LZ+9MZWKswlI+7yLaKy62SvxJBvY3A1FgqqHXZ+F8UUmfRqjwGF5o82K7ZcWY0fExIbVchCrXDrdnG15CQtN8tThTefXsOY3c/on+iJUdTD7qcyHciwlZbWjRLgCupKgALXykkkEqwrjeLAqjjTT1LfbqMVSXYs1pLrExq56ELQA4y40eogoWkpUTcAXAvpu9qFuHxJ+k/U3JD3ejR6XvG3fS6XQZeea86hUVD7pjux3yoKZuoaKAWCg9wdQQQUk533aJdixcUUHerTotLm06ByS5r6+KxKSW1E5lDW9tDlNwQek3BLEw9iLGVBxFIw5iilN+4ao0tVDrLVpECPISDmiy3kqJZbWnVLjgASsHrBICqziRft4xAiuohOV6OrhR5WTmMybFUY2IbcJF7JNwSbgi5vtTSqLrw8BsCYKw570psqfLf9yMOqaXyTrbq4aHElKw28LWbWCDlUnIoi5yEkmZvV3HwIuF6tgPC8SKxC6lcViLkhzEE5yeGqyWycwUog3BCiCbZje4vmYcw5K5Wl0P3dFhKXIyISEx0pGjiWDpksdC2bWOmW2oInmqXiOLTZTsurop1XRkakQnUKYSsKtxFpWczbicuYWOVQ+pIGe3NnEXKrZdEtu33aNVTBEvDkWhsMVuLHdlIjzYpUpUgAIcuw8mxTJQFBxsAgiykKVcKIju/wAPSpWKIlUny4q860rXAdU6mQ2oLuMiibqAuUgOZ7lNiPMan3dYTxk1VHIE/wB3P0GEhbVLdU6UvuKSMxaS4ohYBBCg24CQLAK0ugdx7Tqzhd2BiPDmDUYl48rLUYS2EpnttKOkpspsl9KVAhV7KItclSbE5M0PFFhLA3YUvFHxWqc+iUxllNOw2gl1vKRYi1yHBbRSTcHsdBanxfgqfjFz7N4sifaGtQVJdgVvqYnyEhBAalp8EhwIGXOUhxQQgqUdFAsw1iql0uBAqn9LxVoRmkLS1wpEdOtzkWAlxPcG1lFJsRfb7xpBxRiiqNuxa3CRS1oSmFVGGimRHWRcLJHUUZrgpBC09wFglAW7m4lB7EB3QfXuCOF8CYooPH8bCGFJUmOtBSpSSTci/l5EXBBJtYk7MU43d5XkGsJv52OtDsVOVSU2NikEdQHoCCbEWJG1PXZm8Gl7pW4E/EK6jitGZpqavItKV+YQsJBLRPUE6LFiAAbjYVxxvM3vNbuffNMewp9pKC+FvrfRwGKtHSqzzK1JORL6UgqSslu/SSlNiBdEKtyZTzf3JdRwk1WXW6zAiSuGwpLq1w861MqJOVwtWK0oJAspBsCkgEajZs0XHtUpbrbuI6HNq8LPyr8rO27yb6R8N5XUVoGoCwDdNyoC1wM9R61VMZVSW1Xmaphurv0tNXgNR38jU6P/AGnLPtnLxgciiEEEXQVJ6wTATiffdPrM+l0bENbhTX4vLpVMioW09pmSrNkOZB1SU2cUL3BA0BqrSvGJBNp4E1erfM7VKo3Ar27eo89S1pU/AkISqVyqrJMqIR1OoSogKCOoWsRqm9DLxnuc3g1l+BhLGK8NY1gurUmBV0lUd51KDdt5F82UpJJUytKiLEFQFtsnYD3O+0O1VIlexvUX5VOhKU7HXKlOPrjqUvu2WlDh5U5ukEJAIAIAtszKvuWaxlXmKpWcMMRcSsZZEOr8XLwZTY0bznKFpIOYXAVZa7EG92u4re5U2NVwR/iL5vd1vLlbxq79g3fsvzv3hMNM9qY1xzm5hnpSFrZJspCshUTnSUWAJam6zeJgjFGHMU4D300mkUSvUFC2lSH4DiWtUDI6l7RTJUTqkjKsAWJIKQAb293ePIrTmN3aGxSH0IS7Ka5hD7DchNtAQegEpuhaSMwVlUAQAY1G3gbxsb0GhYtpe5GqYk5KOlaqjh+e3zrKVaKbfjSVgraOikkLcQqx0bII2rvG/EY7u5YMYn3y7qt31ZortBxNTq3NpcxMflaa6VpSgKCXoz7CblTQSMzagLpWlNk2NlPFMWBiivRMUQN3sqFTqo0l1a4eRcd5CvEFISoBRWgpscpIFx5bZU3qeybvan43xDvB3X4Tm1Sl1RDU9qAvhoqLKgnKW0N3CszakggJsoBVrGxBbeDN8m+nC+DaLQa9hOathhSWHePDXHdj5XAhzNcCwFyQsXFyCTqL8+BDJnHMZWJMKbqosqBAwbREU7lc/MZ0hrK6m4uVHpURdQCibkKN7WACH3gY9xvFxG5Fo2JsNUtdLVnpyJkfMqRlCszCwCErbXqLlQIGoIJFjXeZvDwbFw5UqM0zKRiWnSkPx34qzIYkMKyZ0vNg6IIUpRIIIyGwIuCq6dh2LFgPz8eYYp1RpE1/mqbMjtFanGla5M6khAUkg5W3LEq0vYg7InSLbZ3X+PUU7Hdfe/8AaXdZ9oHBFBwb7mwHg1cKvPZlupajh2GyolYGQgFKkg5kpbscoTbKkabC1Gq+Ld6FLbwvKqMWLKfiyIXA460LbkJyllxCrlQSoZkFC8wIIAAsTtKlYIgUvEbkVrEMV/CFRSlan2mih+OlQVlug2U2rzKgCCbkG4OxpuywVgOfQa61AiMVf3d4Z+QK4yE5hnBACkqBtZWovdQBIts4kZxtlR7LGDqNhJqfRt77T77GJcsXhO3dXDfRpdk6HNnBuAQVBtVxc2MGsbmMUVSs/ZKqY8r3AwvMWxKlNO5uJHKgpl4LX0gJuApBBzNrSQBYpBpAwPPqmKKbiOqVaUxUcOurdixVvtqTMWlGQlaLXcUW+kKJSDfOUkkEku85G9X3pzVGof8A51ISeE7PSqK05awDKlHRVjcAeouDYDaTXmBNaOfISVQMIYNozVBpeHMMxYVRRK+LIfaXwKgpFiHBnKwl3KCb3KSLHp8rneliCLg33tjelswqjCi5OKxFstUW60lwKQdRbqWVA3IzaHQGM5i6K1ApNGqkRcVfFTk+Fn6wVBWcJHdGXVaQBl1sLlO0vHmHmpWF5cp3DzC1zX0+8VxVh1EpBCkpdBSSFJUCgXJuQbmx12G4XHEHbtXAWB8L2pt2lBakVnFHHfojjSY7sNrqaZWsX4dxcqBsohBIsRcGw0Ye7vephyBhyBPw5SZVOi15pTsJhaMq20GygVp0QkpuCVEC9tb+efcI+zn7rxQ/FxH7nXS5TS2HUcxmVKSlYU2UpIAbcBAUkEWBvYkbN3EMOfKoLEDBtE5Wl0taHU1daQjKk3DiQBos6WAICQL3BFtiblVNzRe7Yq7nM/cW12fWXYkqfiGV70lNKajtNcRqO8m5Acjm/UbWzXupOZIAsRfP+No9UoNe/oGrIffWlDrUpq6VpUb3CjqcwOhPmQDbW2xxiOpz69S4mF3WskJjJx3V2XxFpX0OagdSe4ULG2nbQyangSVS4DGI59Qi1FiU7wuLFXx0pWAQkOJPWQSkX0JHofLxXUeoDXNjTjO0+5i6m0ajwr+PmL7BVNle9OfxHzU19HxWFu9TWYaWt8mpNwCDbW3Y7XuDqTXpWKH8EYD/AKOQw6qfwJDWdhKHnLlKCeyMwPT2GtrXJ26VbEsCVXoFGapLa5VRyx1NRVLSrMQPCPK+t/QD8xqqNFwbuqwG3Xq8zFp3Ai/eFfq6ZlH1Sn/LsPXbV6Zp7tUnct9D1+8HUN3MC8H7qvc0ptr+uys/W6qKtcdlPl0gkC1tNb2sAOxP3jTD+MqpiiXQZT3ApbCM+aKjIlxNswB7jT8hYDT0hPb4oHvlufRuOwiUxm+A7xeIsLy+AX7pFwALkeVxsdipysbtONYcqy4tbhIzcvUWuEh5Vr8J0KspBKSClzsScptYEt2WNUcYhiGmeKx7h59zCTVRrcKqPtZYUWLdCnlD50mwBSL5SCSSb38jt33TYElUbDkTEdUwzKRV+K7IS7zqV5VBfU2pK7hCu6VA2ULZe1yTvGW8+Lu5rOGqzP3byn/eK+Fk4XVHmXyON3UkBC72OUkAi2ovoZYw3hxcRwG+QZ93c1/atIz/ABe2mniFtUm5vodBc5+s1tj6co42k/jniFu1BWnZ6MDZ0J3/AM6mI+PFRNUjqylKFfTMDoCfQi2g9NraPPwbApdSw5hxpFIclZVq6PhSFW6laa3KhrqDqTY63rouIYtUabpbstEVcrr4q0nhKXe+vYAnt2IuQOxA2+qZhhqK6/KaeQt9a83wvAlXqkfXz/Hz2yujaW2x9lXrPJMzUZvQg1VsIRZTXC5vjwl+NpSCrKu3cX1sbg/UjyOuxbu93eUvCUpuqe70IY6uXz9Sm1WuSnTpuAbgfW/ntevUyBPnsNNPIyLXkfSvpyq11v272NtLXt5bD+IcZSoDT8CLL4DEVeX+7mBt+Fxrb6k+u3v6dElKxoOVEOZqfiuSmnlrQvL/ALqrW/afPz2+aQtri8rwuhf/AJlRPf8A47LOl7zJUBrhSnkPt9KnUuq6u/cW117E6/hsS4b3pYNqk/hNS8j6F5VoXZSUqt2uNde4Fu2wyVVuJUuW9mNKl01r4jTrOfP4F/qq+nbZMe0FiCBRpUCBKq3WtSczSV+GxABIv66eZ7/XZ4OVylxcL+/oDrEpjhZkOoX05reZ8iNb/ht5/bwsZYjxRjJ+vVSnZEPu/AQpY6WATYjWxJBzHvf8totsyvEZoq3y/wAQbwpVGrLlLgZ1yvhKyZTk1PcW01Fx5D8SLbOzB2KcOVSgschEle8V5Uurd8Daz3Qoj6nuO9wBa22XY+MMLz6NVq9VJeeqQnUtRY+XMlSdCO4NiVXN9RYKGhAB/KH7Qleiyn4tLoiH+dyZ2GrpS4sWBWEi+Um2ltBob+W2RdrLK2wgkahNpwBGDvD3pY3an/ZevMrlMU59a4cpSgtTLStRkeFipBI6RckAa+hJ8I06BjfC78qLidiLVGGkux0OoC0PK+ZN+6SBcG17+e1TTa1hefhJ92vYIqnHlf1hqRHKv/LUCUlI8jYW+lhtAw3hyVFxvRazAiLomGoUpMiRFaX+mQUmykqBy3CrKCfW3e9iKthcT3IFB/ukaQuvbqqy/hzGVJ4Ep/7007HSWlJzapWhQ7aaEEdxre+rHcer32Ifn8pztLrEdTSMmRSHPVKkKum/kQCCe9hfbt7R7eKKzKouLXWkSqcjPyVRaSOlKlg8NxOUhKtBYC6VXJt5bc8J7xKD7mfoNZiP8lOayqjpUpKUrHZ1B1FxoO9wPLTXzd2narWALn9iILPllYsl7kZ8qA+01Ezom8CQhTr6+KpJQLEKuQSFjLqAbCw1JsE1L2Z96uHHXKpKw8/Nc4viTly+nUk2toBqAok6nuSdNox21hzlIFUww/W4S4SkOoYdySOnKczSu2cEeEgXGlx5x6ZvulVTiUGBXFvsISnhR5scZ0pBsnvcXI7pvoOxGu2+mrvoXcTkRldS8DN3uGYGI8JfZKfhhhiUwlXMdOWRHWNQ4kG4cSTbNY+Yumxvt3xbi3Hm75qmwObYRCbWmKt2KgeAjuQR0KJv0jufO9jsx5C2nXY+I4vQtfyNf2LtrEDQEAj5TfQ6E7BtawzXsUOttO1GK+h91K47U/o4KhqUZwNUnW1xYGxt57IVay86jz+fzD0W7m2mLyk19pqvcKvS/wBO0tGfIcqrdQNtDZSeoEnUaa63KIlUpdUafdgdbDDS0u9PTm/Ajsf3Ebf2MsH153FDeDXWoSH4rScsd10Zs57cNXfKpNunsSNALi1RT8N4jw41PgVmnoivrXkayrzJcRa9wfxvcW7g/iduh/LEMwTdzJFGxpAwu1/N9KpMV9ibCTIW7IaKnWVm+VxKhfQ2INwb3GotclNCw9PlReaisrQhGZGVbXi2HML0GjSsR8/KiTZSGHWms7XUhKQACPp83fuex7jbaMLd3RnYsTkGfuqI6ENf4B2/dtr0Vq8W1CLMoTN1UqqSuflf7nT4b+XbYrwXuBdr09uK1w4qP9u7fKn8u5J/d3JttoZ7CMWL+pk/U2uYNJaitcJpnoybMpplinbx7ibgbjYtL4jTvAfWwtSOnwq/D/rtPRu6i/Da4OzZU0007+iWvPt8NxYrTvFddQj5uvYvaRZ2yU+G8ExYEXi8FH8f8Nu9UiNUuK5Kaic09k6Wk+JX0G1PiLexAo2I4GEnWVsc6rhcVfSnKRotJOitdCAdNL9xtbOmfS5TbspnOj5XfEnT8PPaT/thAJmrfpWcZO0aJ75iLp3NSE8JhKVp6AdQo9jp6du5GuyQZ+y7VUnxcWsypUWK7xWpUO6kKSbKTmA6gQbA3F7jtbXbcW+KFFxlu0rsV1nP8BbrX6zawL3T9Taxt3vsoMP7mYuLcL0XFuF65yr78dPPwnUZmpCbZVAHuhVhp3AP53871XTagoe3zGwybJniNjHC8r7rFodRXFQrOhEhHx8pIuElNif7pNrEW17kjViil1R33NFpM19iU1lQpcU5VIt3uQCCNb9j5bOHEm77d9hKgsSmsPclW4vS1IX18bXXN3zX9dCDqLdtoxpsqjYSfn/AQt935+pWZXoO19dPqQdvM9E1D61m3oU2nHIxmAYKhixwVjppqU3RmnZvHQtMKevXKlIWALG+XUHQeRF+9tto0Pfu1g3C7dBaw8+ublSmFFjtDO4nsCewHlr63/HZDbvN39LwlWab75ZbY51PNSnXVIyvZjcEX72Op9DtCxzvppeF8b1aVAlsLXkTFa6ulKe5I/Em37rW29TTeADv+JdrFxH1T6BVMWz/ALUb2qgxFir648LmulKe4v8ALfU9r29ddplb38boN19L/oanMP8AVwkKaQMuf6qOgG2dokv7Rz0VnGWLF+6Fozq6yhSfpYEgnv27gnQd9qvH1SoON+I1S4megsJUw0paMqEuj5wQbFQGoBGnodTsjb17T6bOOYMWZhRvf3+433gxaTwqHyVL51EiK74kuLHbqGmgN9Dc+YtsJ16kY8xQ641iPHnAQv8Aso6CpGXWxFiB2t5eWw1WsV/0XAwvAeQiKw+h3InwpUD3/IE7SDi2VxXGouTP/h2891H+IdVYA+k4B/aVduJLw77PtBlVThVTE77+fx5ujq7g3N769+1/pszaD7NdGpcpt33gtbCF+NNkp/db9myyizceVSLInwKfNfYi9D7rTS1Jb/E+Vh+A2jw97WKKXAfi+/FsRV9Kmlr6f+XkdqaPql9wxqlJP9IAltsXMmmz/wD0Lalk0p113itdD6PCtP7xbzB8x22NKPX2qpw2p7LC1+HP4VZvy077dZNOad/sdvGlrKPugzW0+sP4x5CByDTP6yEIV4m1eZFu49R/lsQ4YjSsUV5ul4oqK6Ww/wDFRnTlQrMPK+gBJF7Ai6tbXuBVqjcJ3mmvGjwfltd1XG9Zdo3uae0w+hGZbSnUDOlWnhI1/HzINtpqZHeSgxLzGdRawQ65hd1ph+UwhPCdYWMmUnuEi5Bve6Tr6/WZu13X1TFs/wB6V5ngU5bvFd+VKrm5+ljrpofr5bBGDKQ1XnfelZyLQjNkaQ7+r2sb9gO6fL6eZ5Wd+f2cgN0HDmTj/os/hT+A01vfsTrrr5HRoWs2Zt9fgSpO0xz4y3g0HdfhzhUvJx8nwmk9KVK9P49D3O2cq/jzFG8GU21PzrQh34WVZy626B2uBbz9PrtGw7g3Fu9WsuT57K0RX3cy1deXMbnIgDVPcgEnS3fZ1U/d/hzdzA4rvQvJmyO9SlKI7HvfX/nfbcOp1Vq5r8UH/iQHKznu7w/AqmEp+HMRtZGH0Zfio8KjcBYB/b63A2WO8SqUHBHDo0VlvneppDSFhKVKFyQAdPI6GxPYa6bFSseyq9Xm6XQcnAQjM6vIVdIIzfha/c9vQjZf769yGKHcWwMUYc+Ow+0pa0Lurr8xaxym2l+xBIPYEbOiYa5MfA9n8x7SsHfn1KbcjWmq9vVYiz6TKivxUpdTKTdOW/bT0017H9t9jHf7Onu4yfd8EqFFT8VpByuJte5t3IHoL2P02MNx+GeQdbnz4jC5TDXCXxWsivO4t2GpJ0J/y2B987kWqYjn+4Zb6JWVaENLRmy3Fjr52PqTpbbatqAo7azRsrR/slHu43m4ci0Zxqs8diUtGZMpHWlKvQp8wPL6enfY5oGNMOYogc1F4kWahakOsKtlcSDo4i3r3t/nbbLlVpOI8Lym4teiLhc0lK0/Mj8UnsR2uLC35i5duyrFZi1Tlao0tHSnr16kk/KexGvkOw73283r7tV9O1fvg8RMocHdHjU43F+L/H7htWOt7Wrb3Fa/j8toMlH8eHb4/YzGw7oqj7JTSBtzC/41/wCe31UEO7R2nP4/j/jtOJm6pPPdJsdr/c8W1w238L+5/H8ee1Ihz/ZbWkR3i/x/HfYZZlbdKaeza0pMS7vqzXp8T3DSX6itbqneAhOZSkAgnKLXOl+1ybdj2P1NR+jalRFobi9DSsmXKrsrufLsfz7bE8RVUantyoFRXFWxlUlaOnKoahQPe/p9dqbHO9GLjLEbEDgrRKlZWp7qUjpWi5UpQSALq0BP7j3H2j+HtYmu0in/ADNxTvTiDeJt4tZwvAYapdRWw2+6lKMiz/pqR9R/0q3lT6zRnMWtYhqkWosOpUh1UoqYkJBsWwU6oOa4sTfS5FrHaBvVpc92fElOxM8KK0pUh1q6kJWbBJue3SNU3GvlppZUCjypW7R/kKsxKYcyx32l+HS5KDaxSr0ULg2BBOu3oLGrC7Jb7RCJxDtUgcWqVF9+a/HyLXqtTyPwuM9u5Tpf102Lt1OJXaXxML1l3jIR8eBK/u6AoKrAkjQa6i19Rc7LCiSXWorFLldbC0J5V123iGlgfI/XtsSUZcqLXmHYvj4vgX1cT0FjoTa/cbeLbVWafqO0+ouhKPGtW6+7FxGxXmnlolMI4S/7ybAd7diOkgkg6aA3J+IWI4FLrLFU5REqiVFSuLCUhC0JURc5Qq4IF9ASRcAG3fYemrlVmvMQGoi1sSk5cjX6Vlab/KRe1r3Bt+HbYW3qtVTC7sT3N1sVH9KhrwZwD1hCh0qISUki19Cb2sfUt5puE0LQNseGJd2O6+LS28b4SqC6QxNUhTT8XM/FS7fQlB/RnMAlSdADcEeey3xnSMWwHX6zFpK0P5Eu54TS0pcUOywLd7+Qvaw+h2ocHbxKpQaW5S3Za0RZXXKiqazcF21uKlJFj6aGxAtqQLMt7f3iijUuJzVEizWUZfitJCVOIyXzjQDt3Hnfy2FXYt3B4I9iJg+WJVTKn/OXgim17goYqi2ksSEJTlS46nTiAa5Tpqkm4Pa41CCxRRHXZ7kV3oWhavEgdKgTp+V/9dtdRjS8b0v3pRqdF+9ITPa5fpS4oWztqAsUrFyCdbEg3sTdB7y6ZzVe5+l/P4/7qtSQsdwruLHXz1vfZl/NNplNQm6dcBUqVQaM/Kdp0Waw38VK1tIXlWCcwWbG6T5gixHYjaZu3pNGxbjLiyoiITC3UtIj8XMplZ0zNrNroN9BcgA2uQNf7dy9XospulyneA4//UOY/ROLHyhWoPpbQ/ntAxjiWqYclSHaDSYsKdn+LCdTwuoKzEhdshGYX1AINibjUrUDty9dZ2czTtV3Z4DiwG4tZpyFoRl+fKvNbyPfNbsQf3aBbfYrdzz78V3EL6GG/wBE6tZStn1QVjpUB53AI87g3KlqPtHYyxRFiUus0nlZUVGWUvOculreWYAptrdSToQbEWLt3E2BiiluSpUvJNYWpL8VXSpSNR0EkBVvzsD32fPnzB9ojmHOK1tO4c9wxajTsSsdSHabKi/FSgf2jegKiDobG473Gtx3dg9g3CUp/Dk+hv0ua+jOmKtZUhSO4KbgEpuNDa4sdSE6DcnFzWEt5cSlxWWJUXIpcd/i8J9lQBvHcQRkXp1JVoe+qSNtDNYw3aYoozH2ypMWaiL8WO+trOuGpNr+WdsjTUEg2sb22G1XejVdTKJDw9jGl0t1ie7T106a+tUXiqQMri9bNrWOm5F8qjoo6XB0NvGer2I+JFw5VkQlo/Sx5CChbau9knsoW1ChofQbL/EOKt0DXHdi1ZfuvPn4qXczH48XytYXBsR3AIOkDdNvKgNby5ECjVFdXpC2M6H8/WykG3h+YA6FSbi1voBK2bGFZ9QdoJPEZ2Jt032toLbuN2udqMJCuLKhXadeQO6FAeL6Wse5FiSDCwxQMEUalufZynVGbkT1oWhaVq9R12Itc3F+99fUhx1vI+xvxXXWFofR0oV831T9dRdJ0IN7jU7cKI39o4DFZo1bfpfHyuoVHstGoudFgqy3vYHUA2vpbZ1NPVnePcVgzPwtgOvRXJVZwFNzv9DqZSFNOqSBYWUFZSbdlXJ+oN9kXvcwA7QcRxKpg3IikTWlpqLCl5VpWSAHR8mibhQUAVKUkhSVaqZvtG7w97+5aBExRPpLGK8BvdNUqlLQWp9Hv2ceYSCHmvMLSRYXBGgOy1m1ae7hL7bysQ07ENIQ6iUxPirKHeVeN0EKSohQJGUkiwUAFoUFEFXUJ2jkzQ0tR+/4iBxJgjBuLazysDEK6dXmHUodYda+A86Tfumxav8AULAN9ToS4aNuAxbKpcSVP5GVFQ0nmmJEcqVrrqU3UCOwUi57XFiTsDIwpFpdel16jPImxeKrgPtOhiQ2oeXcIJBJSUhRtZJypBCQxcGb8a8665S+UlMPoay/eGsqU6a5geqxFrKF7a6m5st9OLuW9SdRXZZznidp25P3NRpDVGZhPxajH6cj+dpxN++ZJ8lDxA3SdbggkD+G8ZT931LcaxbT5TD/AFNKnrjhLEpQISRIbSkJ4oJBS42BmtmAGo2OYMyvRXea6H2J3xZEJDvQl2/6QW8KraFSTYiwIVoNh/Fr8qqSmKW014/FxbKU4nLcpc+VSQEkBVvxv5M4SpYnucrgwph7xsRtYDf9109iqMSkcxFW10+t21A2IIHbS/0J2GsDbyXa9PiQGmZUVEKal2RS37vojunxFvrzNBYNy2dOoKHck2NPxS7S4EeltUlCEP8AwkZerMq1tfLtcZgB5XHntPpQ4uN6bPn0NhD6JSEpdy5lKSDYJNr6AlRtqOxFrGwhqq7X2JFVG5pr9DbsDDjk+ltcRxhrmkNJ6syfMJ7E21sL9tNLAbYvx7irAderzlUrOHn0c1KUlcjilDrNjlzp1CstkglCraX8tdtY74cZRcEbtG57svlX0LYQ0v8AxkJsNLX1uAbDSxsCdsIY6VKddblNVBhcXiq+Pwsyc1ynrSLkWNrhSbWcSoEC42d6gN1OFmjZUrriNvDNfwlg2K3QXf6bpyHeLFSpYzKaVqWm3CRlIBuEr7eG6bjZqypGA8R4c9/YXqK5S6c0tfCWlSZTbSvE2Wz1ZPPKAU31ABOuOcJ4SrzuKKK1Kd4FLm1RpDvCUVNd9RpfKo6DKdDoBexG2u8Zbi2mqM/WcB52OSaS7x4buXg3/s3m1Egtgi97EpBNiASNsYPetBcLkj4/MW+miyhYnoMrGTFBnur911RKnUymvEn8AbBX1AH1sD3arOK9y0Clv4Xn1FibNYYyrdWvMtSLpAPENio9jqb21vbTZM4epsqfKcpdZiIRUYuZOTLlUlXY5b3uk21SSSk3sVAbCi4HCdqTtZl8Ba3VNcV1YShKjqgm90jvbKbA9rjQivTNedZWSRjBxiVNbIZoqdvopdUo3uujRFxa3FUlL9LmRypTylICwtheXK8lQOlrm9wUgggA1AxHVIFe+1HCYYpy3fv8B35VdjZWoBGhSoG3lbuCOYM3Ub3589+jSvdyJqMrrUepdTEhBJKSDY5LiycySQMtxroLyvr3l4cdcqmN8EVSkVSKwpC58fJPizsqD4ylRS4R2KjlcUMpUlepTrU4/lhqx/KJ13lY4gcVyLQeaYgvpWtK1JzxVLIN2yU6suDVRuFIOhBAKiVfR8QO+63HXZb62Jv9YiykhSErSEpUUhVyi9rKykIX4tSb7MSdivBFewu5Ki8eiVSbFU1PozrCuBx0DR2O4ns2q+gNlA2BCj3HadgTBuI8JS+Veqnx2lI6FlUiGoWAdbypJtc3UgpIINwBawBdy/EJZT8CEm4/BzWLazLrzVWWtjrTKhJXmRkUAkKUg3BIAy3INgk9xbZo4nw3XoDVFoNGlscrxetDqlqTkGuUa5km5uDcgC40AFwH2YKdKwHKfoNZeXKqKM2Sa0nN0gqNls/MkgDsQUkWIuDdnbwJOF5WF3MUOsrfQh9UWRysoJdjrJy8Vkr6c4OpQqwUDbQ6klVmBKElUx8ynqu7911pyVhyrL96RWFcLKlC+vXoVe2ZJNxYkEHUEW2o8MUzFvIPxZ7XAfW7maT8RhUdR0LagUjTNci1tfLW5C93W9esxcUSMG4y4FX/APPCQ7dib3WU5JNx3QBZLlilSSCtaVBSHZEcrNZn/es/JMZcq5VuOlNvArKBr39T9bbGutVFitqPXzKyTuUr1ZaiVT3swthafjpTdDrLtzrkvkXcC99L+dyLJ/cc+zC1XqXArOF6hytUpcrizYWimJzFtWwVfolWsQogJJ7kEg7MuPUWmmuFFebcQhKc+T/P6jyJvf12+msQRWmnGp8t+KjJn5qKvJIip/2yO90pNsySFAg6ggnYdJDDMtXqNpizFSd+wdWlQKI+teBlq5yl+JXJqCQssfMAgostsixyHU3FxGg7wKXVGvfNBokWFx/vCHULTlcVa3jTYJc0KSFGx7EjQFn4hxo7u+r0Ss4tp8V9iqIVDXVIaf6OrUdQsQQLpYkFFlZSSlWXQga7ZYoP2jwvvaxvhKVEm0uFCUr3dVKbFL7U5hxAWy48yAS2sIKQpVhfLexAO1nCMpWa1Sd5d8J2661PxQ3FqkRaGH18JCUNKUqOrP66KKQokFKs2XyAFxs48HsNSoHINNZ15srWfqTmNrDNcE39LgnTQm2yRiUuVPdjuyuVmyuErqYY4CZCkejeYpSohSekEAXsB2Gzg3QYhi4jpc6BKyLqlLdS07HkZkKcRew4ibgpXdJSTbuATrfbB6Np3S1w354iP0jM+ZUYtGHJWKI9BgMvxa2x0LRKspTdgohCXk2UUElQCHAL3NlCwGwNX1VSqVSA67LlRV05D8KRCU1kyqXls8jTML5SCU2Sb3IBCrEu9PCTruN6FjKB70Q+wvgIqkVaFVGnqvmSnNlJdbBzqLboKVEDXuRX4om1l2A/PdyLlMOomtcKOI7rijbjthKuklVy4E3sesAkAAeo1NIekpNpAO3slDg/Ck+VKblVmWhFI64C0NOhCY7rbl0rF78IgEgFJyqGik+R4R93mDcG1739i1r3jKlNOqW0mGUJkNE5nCuOk5XkH9Il1kIebIXc2zrUTYerXKu1Kl0GJFqNOmusSskjiMJZVkT1nupBAulYFyBqCoAjaRR8HRd4MCfgh2o9C3XX6S0+nMqmzU2UpoLTaySOpLjZF0lRKbggp6IqihZavxgRjmVXsL4Nbqm7TPTquiUjl1uuuKaUxnbBaeSqwfbLRKgu2UHKoEg65uVi+VKxk/A3oYYp6EQpTC5DD8h2AuKvsh9DySpsWzOAOhBadSoIXYDMNKubq98mF6zytZp8qncNKmlTULC4cxokEXZN0KV4usdQNgQbgmPLwLgPFtG+zlew8iahbSmmuLxEKbS4LLQw+LrZBuCANAQCUqAF37DgZjLnjM4wa47Pd91z6i/VGFr6PfKuFIyH+xckNXbcUkFPDWoglNgVHuGjgmku4cwbApeMsPcBdLn8xS5UC76W0qCsgUE3BbyKtnSMoBVoB3XjjuF8OfdZUuUxFioRHkcwhK1srFglxdiQUkEXNwCbEEXA260THUWl1mpYXlU+oxYsXLKakZzwmVi7l21mwU2qyFlJUADZQNw5denyyYnWjWuWjUwC19t6zVmoH3WnoyTGqjS5AVHkLPSAUWy6JTcqTa4UB6XpcKbwt0tUnz4tep76H6dIVkn0tTiOC7rmOQEqadA6glQOYaXJyKUrt1W9jFGKKziz7OU5aJS0Kjz+EjI1UEhvWQlSBkS6lKgohJV3uRqTtZ0rFkDDkWrYodocXj1HOuRUWH0qd5hN+p9SdC4pBSSo6AaEWJtNlW4giWtDL6jpn7ysL8g5QazVmK3TlsLRCqMdI5+OvJmAABzOqy9YSkhSgFJsoixtsBYs96SmKNKwwwuEuKh1qawtKkPJNsjzJFw40u4I6LA3BUdM2YcV49o0/BFSa4UXELFRjuuuxWofCmsqQCorSAPG2TcLAJIKbi4vtnLdlvZqtL4+HKNjGUxx3X105CX3EocJJJDaCohpZurMhOt8xIUTmMom1syten38kz1Sr1Mo2KMOVajcFiK/KaW1x0MZFR3x4S4nS4BtdQJFj3A7KfBVHo1edl0vFGGYX2hpb6Fc6uOErVlOXhv6APJvoFKB0IJOoO2W8M75Pa5rM/D1ZgYhfr0WnSksVSBUorSZDjANwVLVlMhPDC281+IAUhROi0bawPUd31U5uBzaIvvfhSoszVb9PkZAktKbWQtTRAy5dQCCm50IFdpu7atqHBGQf3EqKnofOZwXudwbPdbqjWGJVBfYzISmG7lipX5lUYHh63tmbsSk2udCLPDtBoP/ALC9LyRZVOaTIaQ6gqTwgQFWPfRXZXp37X2qsf1jeXuldiT2pdPr2GpTqWFSorpzx1kdIUr5DpmBUCk2sSNlBi7ebvBwRKgYtqmHmcS4afkKd4sV3k5lN8PE5dwELaOWy1pOZJIsRlUBtStgzlDkEfmNVXBzxHxiCnOuym4EWtzYU1GZa3Y6A6hSLalSD3sNbjuCQdNQPVChYjn8OvVTEMWqRYrSlrapqywtSOtK2yQbqAuLXuUkFJJFztUVT3zvGiwKzgPGUVb9bY5rC9WWkNJlPoOZUZ0o1bXYhJIByHqs4k2FfFwrjKjQJFZ+z2JcG41RKTPTy6zMpcx/IM6FIzOMKacCSlSbIuSFDIoApbNeI2PIcyIvd5S3WpdewbW6jUeaaW17mmynFsTGs5StpCVqKOIL2LLiQokWGtgRyBu+r2KKCw7uqrkLDU1iO6ikKYn8m+y/YhLdrFBOYEKQSQo+SSCdmxQcM1mste/uUYhP8XM/S0NOJSyoi10LPiT3VlUTlzWzEWI/UYPxG61Pn/ZilzZr76nVwFSOEtMi1g4hZAOZY8SgArsTnIua48syj7V5gRu+3l788bwPc29DCa6XiWkNIalPsMBDrytUplxlFRZlNgA8VoEOosSMwWlRAd6GKd90CqLi48pKMS0hia06xPo0dcV9KFafHYcUpTboGYE3UhaEqsRcoGi8DVSj+9H931dp83C9YmtceAiUpK46ne/DQ4OlSF+IJKQQQopuTYnqqpAwlg1+fXsMzX6cwhXOLgR+YWlKTZTgQi6llJBJygnS4HbZkJuGZVbA0xdiT2bPfMVyqYSwnVH6uheaKp1eXnIvDFm7rKfiotlAUUrI1GbVe0rdnuF33RYrjrWLH4UJa18WkzY4dU2hXdJQs2CgbpuFFBBJyC4O2lsX4gwvQcOOYjpdcXUaQ+jip5CQWn0ptYqCD3KdLpNlpNwU2IsmsEb6cWz3Z9Lo1ERKfzqVFqj75WmQnJ4FhOYZh02sQCCQbEXME7OIvqbLhjtCVOI9w9Ldr1Na3g4CxDiWloaW0iVAfbTy+YpJSshSVlsq766fXU7EVYwk1ugo0CstS6ojBr8JaEQpmWZMZSkatNvn4iiB4UHPcZwDcDagrG97fdVKo/u+dwmw+/KdSlEqA6UoS0UkqzrBOXXwqBUkgEZiQdrzAtMdn4XgYS3q06b7+oMpcqHMTNUqQpqyk8OQlRyuuISopC8pCk6KFrrMIVJzmUo77edkoYntEbr+LEgYIw8xCqnH5eLUpjRTmzggAd1WJFgCUk3NhYi40xvwxHvBrNSpeMsMPfZ6EpaalDnsOR2HFgkLeiqcSFcAi17qUlOUKSRdJ2+v/RI6XRsbyKziituVCnMO+9KQ6064wltgkltxOVRCiL2NwFIJOoBBLMxpgvGUqjNwJUtFRpyPix5D7AdW2jJdNzqp1s9wAbpBzWIAAJmNERbilVnEeCKk7u5iTaguiSEv0tpDud9xoeEZFnMtxAzAJBJWm9s4Nw6V4Pw47Aba5uVCclRUTVutSsrDLqzY62JAC0kgFNkkWJGgCxexxRoDtJwlhJnlfe8V1DqlL4D7chKATlOqHu2gA1STfS5JpR6hVPelCd97IoleqMNaI8ri5feCgU8WMtKrpUSCCkE3FlAXBNgdobos4AYRQOUiqfbf3zjfJKi0R1cOahFupYA4a1gAp1RqEgWBVe5Bvse4uxRWcRwGIrURDMKawl2OlDvW80QbEaDt2JFzc2IGt529amYXoOLX8B1nDD8Kaum+9Ir9GfyRZTDgIJS2u6mFNqRlU2FBtQyqSUnQQjuxi483c4epcDEMpD9IfQ/FdU7kdbaKweGpepuLDW9xlAvcbKazT92s0McA/j3M7WVC1hvPEF4m7aVyrc/gsTeGnmo8dDqFJcsu5ZV2UFHwkmwB0JvtT1pvDjsVufAZ9yMLdQh1aEFUeRb5FocUngvAHRKlpJ1AUsEWKanErO7msuYcn0N/Jk47VSdupOXubAaqT5hIKgL6k2y7fcCnYoxu7XXaXRITbEKEl1a0LCVOKCyC24k62IBWh0ApupSD5WDo+jafRpisf1J+YSvS11rhRPnCW66l0HFv2oqjML7qxxY6kO5EyEr1Fi6QDfUhJBIBsCSNKreI9Wd8jTlGxHQ6xQYS86GkTGiliUi9gcybjS4VaxtpcDttFrdZqjuF4FBdpML3XFa+9RZTvCzMf2jaUXuk36ylJFrEgm2vWp4ti0Gl13DmA3pqMQ4aYaqXuRay6hTSswPBWASkHKpOZaCkmwUQCCX8rWmxYA4qYnEXmCaxFwvuqiVl3D3NV6iSJFLUjOU84mM6W+J0iwdKUm6myAq6CRbXZ3bp6/VN8kCI67gOqQuSSqKqVKXkWlAt8NaTlXYeRIJtc/QjFDVwqXxazEoNO+0TrU2RAm00JXx+GChxxBBSpzIUgkEnQAk2A27/AG6xl9o+FS+BFY8DXJZ2uJYd0m3UAerXQiwtew2U++AJ38w1jU+fRsZUnCWLaHTqpQUJSvnUuuIfZfB6dQQSSO9woKtqdCBU7xaLApeI48XC8tDHHlcw7x/AlIF0kKAzJ73BNxYEC512r6LRq9VGpdUr0uor8XFTxShWmotY6KPpYjXW+1LJjNRaM21XqSxKQ+pbSZSFlh3uogqSmwzWOU20Kj5A2Kusq2jz9GLu277pHrcevSsRy/ekSE/FXkzuxb5kugCy+9je1yex7jvpdxn6pAittc2vgLUnP82W2ml+x73HnbampNOaozrbrXQhas6XeKFqT9CRr+OgBPlppcOy2neHzXjfzZMlur8bW7X/AD/yb6RVXp0Pbg6wPiTXatKlT3PGiK+hPjR0pUBYEX7E9zrY2vbZXbz6pFpbTkDm15JTS+rOMzawR63ve9ra9r3FtmDLrE+Lx/1EZUK6B4fr6+v+m2Yt71WdxHXm4sqX8CEpTq/7yge9x307efftc309RqNlRPzLuJaYUqNedlcWB96Qj9K66jMhP0Hlfubd7DX6V2IMYO0uU/Kpf9a6VvyGr5tBYEDUqIt3ve3r22qUV9ql0Fue7UPgLVwuFHV1qv8A5fmdT2GoGwqWvejv3DnYvSpamnUFKfxB8wdNf3beb7joPcHiPTB/tB4ooOEqlhefLYlQqjmW0+vxM5kWJ8woEd7273vpYqHGON4rs9uA00w/CWrO+0m+VKvNTalXU2T9DlJtcHUEQnTnYv3Vp7Oj/wAz5/8AH9/nt80uE1/Wp+Ra/FwlKy5vzvcemgP12umpbGWMcqsKQrwVu+alT258WuMSoU11edMxAS/lIJUhJ8KyLiykAG9uka207utwBuWpeI6LRqD91q83I0l2bKzoU6QcnUblJDhCCCSCDY2Iuc41B/C9UoMuLRsMVGFkWh3OmYFqbXrqEqUQ4kXNhYK+pAIJJujqdUxbKYge6ffdRpy08KKhhS5CUg6OMqHWhJ1uk3A8xax2hEfU/ZCl94mhRiPFtGxlXaNiPDMqFKpaVodirQhSXGtbOhN+pBGqXASNPM6bC8ioNT58h2jPMIRKaSv4SC1wVpI6Ck6A3sdLggA9zYbOwRhel7/MDtwMeYTqNIqlOa5dD7rXCkM380KPiQfNJuL66bZ7xzue/mlxQ5hyVxMi0cxFfXdSJCCTqknXTsUk3B07EXZq0hVsP6gzXtlYqt16fRvdbstfK5PitJaCUK9SU27nW+gB8gL7QaVC/pRvhREIQhfy/hb+P4GxJT6e007yE97ofR8Jfh/5aen+W1gadyDv9UQ+jwZk/q+uz9lSKnqDwqyvqVKiuz2IHG4CMmfOhAVlV/Frev112pWsDQItUcn8owtbGZHF0z/u8Q/G5B7abG6HosXjtOsoyI6kO+JXbz728v2ee0GXIaalc0018/Qn5VJ8wfy7H1A2NRpqtgZhKASPCS661/4CP4t37bSPcHvRpxpp7gIRmX1JzZk63Fvw8/Lawj0GfyrfwlxWM3Ut3pTl/Due/oNfMbTlVqg4ca+E8h+Ujw5vlV6/9P27K66/S0+uW+ABkzhZsMEqrgSVVIEB2AyiU/Ca4UeQ6gZuATfIHDqpAOqQSbXI02kw93FGlT4E/eNixCOVd4q4rHjc01BPl+QBH5625qtZn/Falo+ZaEISE5r/AE9T+Qvrt1Vgv39AYlUarIRXkdTSJHSlXqM3bXwkEeffsDjV16/U+aqEH7+/8S/fLniQqvvL3LbuZT8XBtJYiypSkx3ZU3xZlG4Ch4rXUDrawt28jDdZvtdn/da9kXFlPux2pTHXyro1TmA14ZBBzdgfPXVbSd1WEt6sWJVMbtLok2EpKakph0NJU60ogHqBCSF2ULdxoSbDb+xJvb3LYNal0bDlEp1RmxUNc5KhZUISpXw+KoJISld+o2sTdWhAttq6Kuyo7nOT/wAQyEMcezG/g7HmI6pWZdGlRIq1vurQ0/xQpLdj6aHUWIHbZtsxOE18X5E+L9bbEW7H2ncL0GvchKyTUPrS11J+a4tlUL2PkCbA9r9jtq+HvbwbXsLuT4FbYYfQjqivrCHW1Htoe4v5i4trtt9zxhbVLcQd3jbzvsRxJU/4+fpix2k5luKt+X4/hsq2d9Mqs8Os4jp9RisZ1IQlhOfLbXXtrpra/wCzYLxNiufjLEc913Ot+E6pp1CncnBUCQAQoi2oI19Qb2IO0vBNT+0dBq1Ln0OVFfhOoW1KWjjsOXA1KRZVv7wJtoQD5eR1vUOpvcRQg2/v8wQ01p5xGxgnHOCN6EVujVlpC+aWpprmOlKl2Olzq2uw0vYE2sb6bMChSXcLym8G4teXKiv9NLnyP7ZPkw8rtxQOxNswHcm9s7sU2jQJUSsxahFiwlyEuutIkBfLvo10ULEoOtgQFAm1iCCDGP7SmF6pRp+DcZUl+qRevkJ7XjygkozeeYECyu4Njr5b+g1D3VA2DDfIklNg84xscUX3DAlz2pf9HcJfMNKV1Np8+9sw9R3A117jN2Ad+1L3c0GXhyU0uV7rmutNcKy0uIJJTc3ta3Y+l/Tagx7vAxvvG4cCfVn1xYqeXR2QpxoHQuZfEq1gSdNlwuhtQMZR6W71oqkdOXJ/tU9hb6gjX6bM32qmIJSHyI2MW+0LKxk05Ao2GUMLfy5OKrqSseYt637XNz6dtlpN3q174bU/IhbDqXf1ladgQfQ38vQfiT/zY4jlRW5UBngRc6Wkur8SVE+Y729fXt62lb2t1mF8G0ZuVKq3EqL6kZkZ+rXVVhp210Fz5C+2PrWJBdBB9uK7GG9rFtegNxXZcp9DGbLkTl4d+9iLEA319PLYMpYdrM/iymlo6PA7fMpV9QPX/hsysO7rsW1mfAgNU+VFYmu5WnX0BOZJJyrNtBfuR376X2ZmNt0tG3fYc5CBx6piFDCnZCmo5dQlRBt0jWxPkNbW1B2xhTdqBxI2xQxvfM91uLwZS0I/2t8if4/D9uxzCwXiP3XLddqOSFkUv7q6F5ljVN7H11Fx+Gu0DA+Et6spr/2E5uRaM6GsnQpXmjqJI+l7aeZ2YU7dJvBaisSpWHptO6MqkR1BaVI1JQRmzAHUGxGhIvsNf4f5y8IlX4MX+FKBPntQKpPifdX5SEIXly/MO419R53Fj38tTSGN32HGuV/o6E/l/TraCsqreY7n8rm3rtnvGmL4tBapODfdL8Jha+O6lbRQpt8AG6c1lZTYnKLi1+/l0cqXPtNyuNx+P861Zu3qb+Vv3bF1BXplYWqrd/SXspKjMYjntE0bBFBqVBgUn3pUX8zXMR05WMhF9SbEjXsNRc3A880y5NUxHWXJUqn5EPqzqa+X89f3+euno1GMOxZXxeU8f6if4vtMj4Rd/S+7pS0f3Ginpt621Hrbbz1+s1lzf9kiLeZ4izx5TnaXWX58WJwEP/F+F0pSvzNvK5udPO5025UbEUqU1zUppa0IXwlqyZUqUP73a+zh/m4lby2pdBgZOaQ0p1hGcJU4oa2Tc38vTuR32Rpk1TAdUqVGnxFoXnXHlRXb5UrHqjTW9j5G2oIuDs71bpdS2euJaEETFcDmuE78P5si/p6f5+e3ae61VIrjUXx+NGRfzbLlqRz7vCd/ToV8L+99L+v0Hf667WcKqOwHW/k+ZP8AHlbbzv8Ap6o25ZOJGiHFtGrLlG4UpjnVpQlGfKlxRPlf19e3+WzDwxgdqBiNiLjzPFQ/1pzdKc1/CrtZY/HtY67F+72t0usxWOaaYXKhZXetObzHrpY+Y/4bNatxKNjeKxxWWOOx0Zk/L9PqPMA6DXb0uk6bRqU7h9j4nNWjcyfG3kYDwRRm4sXIh9trpTlHSnXy009NkZjXeNiPehVOVo1OXyq3fhO+JKsutxcWvbWwN/IA7HEncp70d4rvg+fJ834a6E27622YdGgYSwRS+E7ERnR8i0fTue346fs2aOkuvHbs4X9oqU+TBXdnuadgcpiN2WtEpCUrUn5cx7i1uoHUEHXz7gHZg4wxBAwvS3JXCQ/wOvLnGb8APPZJY+9px2A65AoMTPn6evp6texsQex8wdPLvtVYDbxvva4k+vS/gLzIyZ+lSbnQafXsbEdjfyYruShexpxJSwngQ/w3j2Bih2XKgRMiMis/ZPYeY+uykxRiqlxao+7KzrWtWfPrlcsexPe99ATcettm1gvd1KwvPnxZXWw+jhLyLPh87Ed+w0Oo1799ldv2w1u0wbRpdZdq3JTcyVpdyl13Ww6UnTW3lYkjvrfbUoGBhzzNOixKziL3H29HDmI6C5RqoyuUxnzR5DSA07Fdta6kqIBAvqQdRfQm+xhuA39RcJUZzBuLaHFxDQX+ppEhgZ46ifEFZc1rd063t5HbPmD6dVN41ecaw5EYfYbQnnHVK8KdRnNgRmvoEjv6gDRy0Td07hyfzU9lfJMfoku+JKv7w/abepvbadRoyPMe4xaA/r3G1iKZQZTrlUo0RunMdOdhEha0efa4uNPK5GnltRtqdd/RZ/BsvF1mfjevOUugvLWxTulSUdOZXfMCRawOgSSCddNdXAC1FoLcWVkzoRladRdKXPxHyq7Aj6X2+c/xB/Du9jqKf7iKW6f+YQUmjamX/HbYhkN8Xia7UctnhbeGC7fEzMtG7gz9YVwvhNZ8iP8AytriErYfaV8X/wAx/lrtZxXHf0v+H+Pz2FasRxtaExW061wneIhC/GpKMykp/DS+wziPC0qjT4lUaZycd1P9JRbKaUm/SsHUpIOqkkApIt5i9oJPwtpsaZysB+LKazoXl4sdacyHE97ka3tpqLKB1Chcbe0/gvV9p2rb+019M/ED94VUgUGjS6XKq0X3vy+dcORdHPNWuXGFk6LANigix0IPkF1gDG9G+zlSoPWiUvMqOpHSiUlRuUqT8qhbRQ7DXyNz7GGHYtUdiSpTSJXKoUhqPPRxVJjk9m3+60A2ulwFST2UbW2BMY7uKW603Pw5wKXNYUniwHfhZkWvmRcjuLEgAXuDaxvt9As1Q/EZOYMVXFNewu1Er0DjyoqFpRNaTb4moHzdjobeouDodHRCkwJUWm4jgfEizUJW06jqS4ryBBtqPQ6i5HnqvQx7mw447KpPOr6eaRHWFO8LNcKyalaQq17An0B8y/CmHuFQYjtL/wDOWuQrK0vpSpCjqFZgLd7A6EFNifLbO1ejr1bBhkH8yxAcDMaDVNdnusVn70xKipzJfavmTYG/oD+BvpsMVPGkDHjtSpbrqPelIkIX0rHV2N7eV+xt5/tDpwdTZ/uv3XxUSouf50HOm/Zep720PmR3vrtmLfPuhn7ud6sjG8XEL9ORK+9J8KmFIyJCgU6qVrrYAC9hcEAna7BXT4+YTG+cqlWqpFlfFiLyI+dVlJT3uCDY2PbTUd7bEdGrTU+A38ZaGELzIzLOVtdrqSq3yHzOhB1HnfhUqtS69QW58VlGd9pKJGRCkpS6SBmTfUJKjYj5TobaEUOGK3AixWItUzsPzc3C4rQyqUO5QpJII7AggFJIBtcbeeffu355EVcbWzGzgDeK7hKvROFnYzvoWqKuyeI1olZQeylAHwg3UOwJsNi72i5VLw5KiOu0lD8Wtx+YhTWEDMnS9ieyknuDobXBFwNlK/UpUqguUGUyiUjPx4Dqulbb4GmRRvbwhOUix7eg2I5s93Fu6CXhee0/KqFBR70pqk9SnEC+dtIA8Q6hl0CrjQEC7tOtDrge4Qsto49wTwXi0z3XML1n48KUvOlbqcymV6kOJIsUkG1iLEfXzPS1S680/hzFtWQzKWhcWHVFqCU5xcgqJsLlGuuhF9B22SFHd911SJP8bC8vX4Vd9NPIjsRfTUH02Z2JhRmsJT59ZiP1GkSo6feTTHRIhpSQpMpsHxcIgFQAuBe1xYbXSwsZCbiNsVlRo2KMOVSfS69+npzqmuKlOX0UCg3sEq0UE3trcEg3J9u1p7rTsR2VLRzudHA6upWp017XP5g+ew8tpql4SpsB3FjEqK+6hha5/WmOokFJBJCkovoUElAvcAXvtYqw/S6XVOV5SaxCYVxXUtOqdahuknrZIJUls6HhruUkkAkAHbRrswJPxiOHedDwvWaXyGLcEVSLVF9UOehrKtLvbpWBYKHiFiQRe4F7n4wPMoNBw57hr3NMP8JSGn9U5rdnQfW9gpNzoAQfIRsS42xvKo3ISq2ibFipQvi5ULVkOiVrOvn2UQAToSCdqeJimqSmmGmnm1srSlWSRF9TY6AAp00OtvK50GyVuqvS4Ii5HyYTLqJYY2pWDeLEqkV6FKi1TOmZ05VNrA+IFoRYgLBzBYsARfQgkwMLYSgYciy2oDyKXKioTycpLoSlxCkXQQdAFkApPYKN9RcgHsrAWHKpg1+VKiQn5SELXHfhOlp9vS1jlTZdiNFHUHQlOpP7hrd5KqmDYEV2oIYmwlKTHlLYypcaN+lVr5FDzBBBBII0uTOljHicylV3GUGBahXt7VZpsXFstCH6Itedrw80nWyrfh2IuCQTaxG2iocCBQWuFFyIYR4PlT+VvI97eW2UagKzhL3tyFJ++wlqdfYhoOdWhPEQlNl66fowb6Gw1AvNxW+6qYydbgVnnWH1rS1AWp1akTEagtqzDKVXGigCQSAoaAl/S6hT4Z5lE05syRGDj3eDPwvFq1GnxPe9BlIXnazdUfNqWye6UHVSVWNiLA/KM30Td59nGalK3c1Z9eFMSRVvu4flNBaI6nAriITZRAbWg9m7pSQbAg2TqbDODGsW4tq1UnsoXFW1y/AkNZUqT86FosAFAjUC4vYi1xsN07cjAoON3JWHK5Kp1Oiu/C4SxIRT1OEk8RBIU5HWTZbZAUnQpWCApIdVXddyh/t8SlVrV5GZlvdH75qlGrVGqmHqjUKihKeVnxWhlqUcEAMzGDZK3EFNkuZUrAum4IF+ss4tw5S258rBz8WlsKUhS5DSkPxVgeFKT1oOlwlywNrC/bbTVfp2KN3NZ5r3eulwpUj+tQsj8Nx1Xcdhw131CSBmBuBcnYvxbiiqRcLuT/6LfffjqS1zrQVFlKyX4Tmosk2sTcW0OlriNB3LdyuMYkLqDa20iYxw7j2jT5TdGdxi/S+OjixX5DRkNZiCVNFV8yVDQ62AubgaDYqoNKxu7Pnu1R1ibFYV0OxZAV0XsXELSD5dVjfsNb3O13g3e5u03q89uq90sYUxky6rl6XUo7mRMgBSiEPJIKQQCQlw2VcFCiSLx4+LmsOUt+LWaHTmH+pLVUpcwJQ8sXSppbyAEpdQdQXkIJvlKlkE7TaO4/aIxG3Af9MLiDr82vUastxXWn/vTXNRVrVmRIReyloWe9uxFzY6G9xd04LxFhzkHPelJfXNQ60qO+06Uux1ixtkUrIts6ggWN7gEGxCwwZUp7rtWwli2rMc0j+koEd2LkanIsMsmMAkpKrHKtTJKVXF72FmJu0rVZ9/OYclURD7646pUKpcBt+PIYJynK+3dKwFdJuQpBuD6ljTaLteopZp2qPhzHfjCRjLFFZpvFocKo0hcPhVFj/bLOXK5ZQsFC3kb9iPMbKjfjueo1BgP4jpdDlU6nVFCGqvKi3dYiqtw25LzdyW0jRKnUiyUi67AAjRWFKs1Kdf/sEMZWlx12zR1C9279yNMwHkDcEg6RcX4/w5hyA/VJ8tHAitZn8nhyHzPoLdyRa3rs/aF2bWg2sdZnbBLv2XwQ3S8UYYXOr39VfdaRk5pQ8Kl+RJskhSSQRlIPltf4f3pYywbFcnwKhUIXGYyzKTXmv6vqAFtvIvdspNiQSDoogG52iyd/FG5r/slEYlQmEp+A60M7OpsB2GQ65VAlOhANxbavrm/wBo1ea911nCfHYXm4U+ArNwV9rPsOlJAPYgghXkbWIzLLFVcD3ODvjMl4RdaxbVGJ+I8PcCosJ5V2Uw6VJesAUOixsHBqkpIIIv2uNpFSxRwpTeEvuU1fCS1IhzEZ1pYPSgtva8RoOlJKHAVJtcKIHR84RixaW0201RH1xX18VC4t0rSlWpUkEC1tLA62BGvY9cQbvqNRsbsY8+00p+FUUda2mkZob504oB1sVHKUqtqbEAkAV0+n2pkDGYRT3fcp3p+I8L16BhzGVWXhphGVFImpil+GpStSkdQUlSiLhINiSMpUb7E8NNegSqliiLjGVNYWwjOliUXY/FsTmCe5SpI1JAINwbEKSa/GOM4GLcJP4cdZpb64s1dOnxXWs8dSSfhyWAdUpVcXSCSDcWXYZFK19vKXWX6M0yw4ibHUlqaiYMsjT9EsH+1yixzABQCTmUSoiwxTCICpzifk6pby8ZYjcan4Ti06iPvp4E2K6FcRJ11SEhLRItpqCOxuSA4I9IwRhLBsSfFqKPenFSlqQ0vK7HmAXSgi+oF7gEgEXOtyDQbs4+LWqpyEqnom06V4k5imRFX2UUggoWkHvZQv3skggsuteznPdnxMUUZ5ibKbUh2RS3UlHNJSBbKFKKc/rYgE+ZNjsu6bj3BF7LHLcSLgfHmLa9F+1tew9RJSKX0vri3alPNAEcRCbZV5U3UUixCRoD4dum8bHmF2sL1Z2g4TflMTXUSHVNcN1p5N8vFbVqlwDQKSRmSMmZI0ItcUUOfAwk3Kw5h5dOhVHM1IadQczK7qSQpJAsoqukLAFj3IJtte7vqVRp9B4Uqno4605JTSmMiswva6VCx0JsdRYmx1I2pTc72dsA+s5+JAdhElQqdS8bz4kWl0P3dNhZeK/yq2kuNX6i2q2moyqaJWm/UCkjrY2OsRwMG0vlebyIiqQl/Ig5ktKtfKBpnHiy3BtqBYEi7xLhBrCX/aOg0nJ0cKQpp8oS3bwrVoVBs3sVWUUm1zkUpSUNX667i3FrmEpTT/Hm9DsKQoMKSsozcEuJNkuqFyhdyAQkaAkgHVLHVNnyeBOsY2sFjLp2OYEppuLAdXNWwnKt3MM2XyuBYLFrdR189SDb6rFYr3uFx2ly2ESkOqdYan5VJzAEZkqvlcbN8q2swWkKzA202F91UWjVlqfS2sGyqiuE7wucadSiQ2oE2zthSVNrFhdJQkEm4WSooB3Had91uUuVQ+I3xVZ4S1jO5a9yhTicinQAbJdACwSnMgkEOdP01lNID+5L6Q1sIsK7U59ZgS6D9mXKdzWVqqUl11bsPXULSSApOVXUkqQTbsq4N4WGX2moDkCBUZVYreFIalLgOyC7N90di4w/qt5DKiVZF5lhCiU3AKDXb2Mf1SgxXML0aXyvARnQ6tpWZlhV+tDbqeIkmwJSoqLZ7FYudhf2dN2+Lf5y2941B3hIlVSlq48h1DWZp59KFAtSk+Ipca6SpIBBKiQQQTpJpQ3Jm7TUETmGUyXFgRftH9rEVTlXVMPxZCBAmxelI4ak2KOKLgggBC03BsSNqdcnFFLxQxVJVbqNEqK460KfdihaFIRZI4wuVoXZaTnBUCO6iDcOrfVRZVGrOGt4NBwbFxDSK8lPLxfhpyuoaU9ypkjpBIQvhlzM2vRJykBRTcreO7XsR/bejU5E2lxctNmUmaktPsoOTO4rUFLodUpJKb5QhAUBpetemWlvCHRFA8Y8qTiafyHCxHiGnLlPx+djz47GVEpCMue1rpK03uTcAjUE2OVFb3qrVMUQJcqK8uqQmMyUSKa64npQoZrJSbkoJSop+ILEBSdcxt6rD3jbvmqK7hL3diigyl5kx5C8j7bHcNKWnu4hJyh1ICtAFJJu4RWFXMR0bFFSpcqn87QZuRSo7shtD7kewSklTYzIdaUpSEv2JskBYWhagq2s1PZT17gbCdPzCmj0D3y1AlRashh+bCQhSF5kqVYHK5luL2/WGUjQm4FhX4Nx9jfBrr7TtDQ/nnrgcxFn8Xq1KG3knKpK7jM2vpsSLEHQtWHheLQcGtuz3kVSl8wl2BKdayTY7C7qyLSnVRRf5CQoagWISkDj1XC9BxlPpeI4jDCKpHSliY60tTDiyAUhw2ypvokoWQdQQTYhIKKySGl1dXXcI8429KVvGwHSZXu6LzUpqQxMiymihbc1jNnAy2KVKShagRawChYggFW08NYjxvQcOT3YVLhTVupRPSgpS2tWobcFulRUAACbXN0qIJtDrGJZXuZiVijDD7bCKkxPalReKxKbtlYkZ0FJVmbC1kqQSFJKFahYVtGwnhqqfbKpQKzUUIlI++0tchXFhzkE3QsdygrvoQCAUrSU3TYuuu4SLLDjEiVzBnIby6lRqzk5qFKXDkJalFaJDSgOnKrXItBACQCScwJPbasxNhnC+6WAxXpWIao/h5akU5+Uuz6Y7BcSUsuKFuGB4cznc5LkEg7UlWG8HFuN6tWZUuFh5CEcq61KaDr7brdrZr3ug2uFEkkZT2AsF7661P8Ac32oaqMqnVekQ2mq9y63VUmtQ1AAh5BWOC5m6kpWomxIS8Qq6B1+o7Qo2cR0UiHubwRAptU3abwqoxV6jFStipRZSFMVBFkk8aO4Cyh0WJKcgvlVkWFEoKtrWJWortd4rtBi1RbqpqpEBIYanOqRmDq2MxSFqQRcp06jcG5BVbK4rXD3g4DobEXDr8d192lzLSIUWahd1gFHUhpaxmSsJK2lBWdsG6gOyd8EDFE9iVFpy8ISmFJmx32JQmx3HQuxbVxU2LarkFKjobaEkA2PjBW4WXETe7PxHPpLsWhriyoUh2OmRAWlHEUAQg5T0X7pKSQCFG1sxBqXazi3FFUqTtBwHRKdXkLW07MYQprmlouCXG7aL0Nl5zbUEjuaadjvDmI8ZUWfg3BC8OzZtZhc+1FumnTHTIbTxTHUShi5NypoAG6iUknRs4wwlPo1exLVHWWUceRHlQ2mroWpZaZUpd81iorCsqgQFDMTmNr1xuk1vxBvdDjLG8XEc+qYolyoU2nRXXXYqrsKcazWU8g2yuBABukqKwDcAg7Xe7DfTu5xbU69G3g1djD1XX98gVRDqkw3Em+dh8AFKb2SoXAJJskqII2IMRUGLjfDk912oP4eqK4CZTCJULOvMEDMQQQlw62KU3JFhZJsNkJS9xNYdZ5/CVbi1edFSpMqAh0R5DibgK4Dqwlp0AEFUd4IUQCAF6XsPGUNZczee5rf9S681VsG7xvddapa4qWqdVosoSFzopIAZeULhxQVZbboJJHeykqITtZwRvL3g4truCN2mIWfcleTnjrdkBLEpTadHEErBZeHgWm18pAzEdxTB+63Fu7lpvEdewctzCiMrrrTEBDqWcxN1OMpSVho3IUUgJFs2lrjQ7FVwlPgRMORYiEUt9XCWl1DkeY2nL0PQpByoedb1UpAcDyU6gkG5IQH5l6tOKjmLugR69u+pbe7SVW34sJhcVT7EpDSo6pTbg4ZcSsfd3gtPS82opUBlJ1SS19z/tCSseO4oaaqFXw9NwVMTFlNVJhT8dx1IBUUrKivKU9KkrzFQUhSFqIBKkr+C4uKOQoO9WuVR+iMKfa+1VLaOdSXDblZqciw2TcKBcKSokHzFxncvh+q7m8W4oGCKj9pcPV5HKv4gdWnLUGDxEpSU3NnmnnFJcaNinKtK2ykoVsQYxLuG/lnopRsSO1mAxXuUR8dpK82XqSk62zADOn0JAJHcA6AQ3gbvqDvBlNuyq3VKd0fFRAlFrNa9lC3UlQJukggpOottluu79N4OA59JwvQaTiGat/oi8qxmRITmIPAfCVoXbsUEXQMhNs6QbneVvF3jQKXAxHgPENUlU6rtKTIlP07hVKjyEEJeZmxAkBbiScyVtBsEAhSb9RF3Kw22Y9lep34DTYFSxBRouDXIuPOBNRFjpS7MfQMryUi/FUoatqFrlVwAbquL22Srze8HC9Bn1SL70lYeq7q5TDVIqTTr6kC6iUBQLTisvUQ2cykgnKQDbnusr2Msb0HlcZS6W/nSnhVFp1DsOcoGwUGbJU0o2yrbJSpKzYoFyNiuh4I3c7vnZ9ZpbsKiP1FPFd4UpxqG4+F6OGOVcHPn7uhGe9zcknYocLGare0MWHmLLFeO8B4IwvRZ9ew8uo4XxDNS1IlU7iSEU+Z83EirUVttE6hTKwtC7FKTcDYfn4nwlulxQxg2BiFiExXsztBnw1hSVO6rRHUSlJbWojQqAGbKLpLiQZFaw3WazKqU+qS6Cx70dXHXKpd102oNFdkszEgryuJVYiUUgDUFLYJUilwNJxlg2qS/f2HkV7gNJizMOTYQ47bGfV6M+4ogrCFZk3KmyhSgFuAhe1WIaaKOHEv8EbwXcW7y3K9ih6byS4So7XFaTDWqQy4c6XCOlxYygBJsQSokAEbUe+HfFVKXvGw1FwRSX180pcWotT+GpCWi2uzyVhR6c4CehRBCj2IGwPvC3bYonz2J8WW/wAlNlIdhJXS5EVMdalZUtEu/DeISpTaQVIWAqwBJBInvLhb0MJVnC+EsRxOSfQ6tcB2fDdaTISUqvwZGXI4CE3yA2T3KrkEjRJw/Ecsbf1TKDym79rFdLfq7a5HCo1Z6cyCsgiMpVg63mJJbUQopzBBuFKBh7OFea3jYIQ0zEqlERFWlSKSuo84wykFRUy26pIcLJS2UpSoE2Niq9gUdhKh4SarL9Bx5Sc9Bq9R94xZT7udFFqXVncbUOtlt0HI4AVtuDMSEkKUXnRg1uWx5g+l0aJUX6RKdWiRkRx0cKwQcy0+V3EAK1JCL3Nr7HWQ8XO9GDgjFuN4lLw5zWDeSlJUiBWYoXDef4gstlSVHL8UZUkLTe6glRNhs+04Lqler1JgfZ5hcKkKanuuo6uDIQtS08FR6rg2/EKsTqQQrH1Mgfzgz6DKiInUuo1FUqnLkR+K0zIV8UXUkXaJUShSrgpIadBsXUllSd5dGwHuqq1ede4C0Mcq18Xp5rJkbb7EpUXLAad9dQNoxzEbX8oq8eTsJO48nz5Ty350pPJQl51KaSwkFAsgnM2AvOSkWBOUgkWO1HgvFtLo0B+jV6nyqdKQ+7ndYupPdRDqdb5SmyrEm1yD2JCx/nSpf2tiRcW0/IiFKYUl9hgOr5VxXWUlN1BQsVKQQSV63OpDe3h7pKpAdlysOYsiriykJXDmZFKQ40tCSk5SSoEi2YAk3vcXAJyOoNaT4D+8ztXZv4WWDGJKphyK410VTDznCmK5278fIQLvM3UlTV73UkJGtx2tfhWcO0ue19qMB1yr+7mEqf5CK6eKzcWW2y5bMpJtm4bgJNiCVhQO0eLT2qzQaTS3YjFUXTktSmneLk4iSsZkoyqKVIITYputSTqANQT7dzK5CqV2jcZHuuahK4sXhBXDshObIogmxKiLHtYaDW3V6lsY+YtVe655ioawtiPG8WXRncBoiwvFzr68qnPO4GuUgjVJAPe4I0270ebXt3OKKLKlUl/IxkptU+AFLTHTcBaVC4WmyrhQsQAoG1iNmHJrWI8JV7hSq5F5V9CktMPr/SW7lCtVEhNsyb6am9uyz3hbysURZXFaahMMOO+Bh3irSnTWxSCdVJATrqbG1wdqX2Z84J7zb7jfxXWcL1mqVagxWkV5c2l8VpCGs6cyFghSfRXkBcA3IJvcbUkbE9GwlAYi+6UUthak5Gl3yNu+EEKVbLfQf8bX2EIeLaXRorGI6XTv6bitOtSo6epqRpYuNm5RfS+U2AKVA6kHZfULeq7vVpbcCs4TY4EWa7lmtZmlMqbcIuFdrGwUQbg37g2G1V1a1pkSpzs9x04lxbPdacitNLYlLWnIvTKpJBNx2uPMEn1F9s/73JE+lyojTVQW/wBKl5smT/zPYm1xcCx7fTZlV2uz5UByl0akvsPsZc8h1BzJ6QbgdxprrYEEG1tldiei8+1zVZxCwta3c+Zd+pOgBSdLdIy2IBBFiBtgdU1r6hNgz/6mfazMMRcUytz4E/itS5XQ6nMjMcqrG+vkdL6/W+2hYFcgT6C5A5RHNP5eE/rmbvqOx8voDfX6bZhr1aqlLdfitcrUWIq0rYVqnMn5vIkDXXve2l76srdbifi4IfqlZeQibCWprIi3gV4CdbpvYgE2F7gE2NidCutqyHMNo9y+5f4hxF7moPPypfx/Appah6aZTpcC4Pqb/XTOOJJUqvT3HeL4/wDzKfqP89dm/imlYtqlLfr3BRkWhWSO70oy/XyHYa+uoFwTtGwjuyixYDbuI/vS32lOrY+ZlQt2PaxJ0UDY27XOnpdr3Riy3mI1ulSqXP8AnyL8a/2G/wBfUX7X2lSpdUlfdYDy38nWvo6U6jzt9QBY2uRszsM7scR71cW/ZfCUReRh3LKmqaORlF7WJuMyvRIvfXta+24Nx/ssbud2nxZVPRW6itGR9cxPFSq/fQ3TbysBbvpcm4Ro97yAeZ5rQsK8g027VGVrWvN0oRmT9PTS/n3+m0n3NPqnDixYi19aciVpzZVm9spA0uO4v+It29cKhuB3I1l33pP3ZUFC/myxwhKv90WT+7a5oWAMB4c+FhfBtLi/32o6Uq9dVWufXUnXXaT0/nOeIwoz7nmzgz2Zd6GMsONtUvCcqK++pSXZDtmkKQCDoVWvfyIBGgNtCNtreyXuUpe6CjS/fLLC8UIVkfkKspbjRAIAV+qCLAfTy83nMlQKD/X6jFYWv9EnOOpVr7Z7x/vqgbvqy/P90za3NlKU6iPDR6aAa2AJAHUSB3J0udn9OiULwJJfZxNRQajw+II3DK1p+X5frsosY4cxHi2U/Rt41JYm0jjq5CpQLqfg3JyOZTZXawUnVJGumlsEbyvbB3l1TGTeLaM7NoNEiqTFdgIdyOsrIuUuKGmb9VQOVSQFAkHYhg/yh+N6DFb5Woxa31IQlExPXk+bWw8tAb97XBF9rvZW65zGB5LmN3HVDr27lpyjVTCb9UiozcrUouZTTybXzAgGxtqUmxBuNfMPwRjSvYtdcgRYjD6Efovi9eYH1ta301It29S3Cftlxd42HOLAqNOpcpbSefpc9IypWRpkUrpUDra9jpaxG1ZNxhih371QaJS1ofVxVLhteLXxCxI7+ZA7nyO3kuodbVCa62OR8Yilh58YzUQKXyDbs+IxFfQ0njoQvMlSr9xfy7X02qZVQoMB1vleVQtC8yVqur17X002TFUx3VHXeFWeO3nX/aqypz6du41NtL+frt+x6m7Kdb/9Y9B9P+t7jz289f8AxTrEwi+v8QBdow6pNrzspx2e6tcXP0Op/RJT5DTwk+h1PkTsNzqy1KdYgcFC0Id/ToT1d9R+BtpoddnbuTwJ9qKNPdrLOenSo/Lra8KlJI7g9wQToe4I2RuMsNSsJY3l4SdZf/o6YpPFVb4idCD+aSkmwtrt9E6Ky6jSrc64JhdnG6E8Y8XiNRc61sePpP8ArrrtJwrCr1er0ujUurMQlrjqd+KnN19rWuDexue+lvx2qaTUJUCqNymmf0iMq15M2ZJ1sU6gjsRofXbo/i+g4cqk/EeLatFQh9rl2o6EZlOJGoN0i+ceSgNPXuNndZqqtKm5zKgheZfYz9n/AB47hKfApeLIX3pGV1p9peVxNvxNlAkgdrg66gbJ/G25fBG7nc3VsL+8V/aGa1zq312U64sG9+9rnUed7WGg0vcYe16661ytGaWtHhQ7IWem3r5knuDaw/HQo7F+9Os48ntz69VlrWwlXLo4Q6bkkgHvrp3Nh6beVt/iGtX8BxLpqtjSy9mDdNhyvY3flYyaXKixWFKaadslLivPQjUiwHna52c1c3ZYIdxHVvsviZ7PNhqix4q+pLL5zZRcnVJKu+pBCR27ZxYxhKiu8JqWtCF+PIsfx/p+Y26s4hqjTvNc2+vP861Zleov2JHe3mNPLtQ/xOuPt/5l/rir7v8AiTKpM9pHdLvBiYon0+t0h/ioo1ZQ7A48V6OHHDGkqzZmyhbawkkkELaKbkkX0HUcVT6XhLmsBuwZtRlQ11KVHaaysMqCknRJOZtBUvTWySL3BuNlfh/fXvGadcagVuVNQ/FVDXFlK5hCmF+JtSXbhSDoSCNPIiw2PcDYP91/0o6zyUrKtHwllCcqrEi17DsNPTTbT6frk13pSI4vUA49SnwJVsWu0aW1jKko96SpSpDSuhSm0kg8NdtHNLgqOtvM7SBhyBAa5qU6hhDac/8AdSken0AHba+r9do2HGvivZ31+Fr5lXvbtp5fQ99huj0Gs43rzbVZ+6ofQpUWGjpU4oXug37m2t+1ge+l2L9dXQ3bq5Y/AiN15tOJWt1KVWZXIYSiZ1/O/wDKlPrb/L6+m1zVME0aBgN/FDUuU/ivDT7FSV1FSHoqVALUlPpbQgeEgAixGzX/AJmcR4cisV6Bh5cVjhKddSwsKU3fvcDuCe+h1sSNTbO2Lt4eKJUCXKitIYfYdXHaayhK8qiUrFx3BA1FtdL7Ji+5LP8AqBiEqXb7jjqW9DDnK/beA0hdLhMId4SvAqQvwgDyF9bagHT0unqPLqm8HG7leqlOlTX1u5orHiRHQToLepPdR1PrYAASwLEdrNGfpdUe66ItKlQ85zZDolYT4SBf9g9QAdEbha1gPDkp+LWXeA+/l4Tq0+H8hc2872sNkreppqNUukzgH2YPUPg4WMLCGEq9AnxKpXnVrQtGRpGQJS2gdhYW7eve/fZm0+gNNc+67ERn/WWjqV59zrtIbquHJ8BuVFqLEpEVf9koLT2+l/2d9lbiTfpF59ylusrpzGfLxXfC4jQXv2HfsdfQenr6a6NMmFlQGh9JnRYvwqX/AL68m1PUcYe5nfhfen/GlC/D+ewdUMbNVmLwsL1GK/09TqJCc3obDy/PaoYp1UlfpfH/AHl/6+e1iVeWyywT35u17eDFpsqeywv3dKTkRHaHw0qISSVaq7Hy/eTtKwEmVRmm6DXsJxVxeKtceYlIUtKVWICrd/oTYjtr5HUOhO8Liusr/wB22Xa2g4fad7bCXRIz75LWswxKSpSqNFi/0XTkSpS08LhLTkTlvrZVr6dwR3tsN4ukY8wHP/ovE8Wo05+LznQsKS2gg3SAsaEWIKTZQ17Ai7T+yv8A6TX/AHcu3CThWLKa4UqnZ2/8GZP7NRtTW9N+oTFbbT+cZlM/EzxVsUSsLtNuxeIhaOpL7SwlbKu4I/z2HsY4WxlvpiuYtgcq/iKEnxvqDXvBoCwZcIsMw+VZuRqL2JG1pXMNVmK7EqlZeRNpbGbn2mupafqALFSfUDXTtbZq4awdhyLRvemHKtKXFW0l1TTHxVJTbUpAGZQHmNSPO+3mChvvJs9SaBzz6mRMBUCVjKst4cap0qLUetp2L0IdZWO7dlaFYPYC9wNBpcFWJN39ewvKcoOKImR/xodU0Wl5T2zIWAbG1swJH089jX7IUGjYo+1FGxZzXvF3itSkdakrB0sodiLi6T++2zB3pbwqzWcLxKXjKnQquwjLwp6emRHuO6bd0nS6CbeYsQNhPo60zHO2uIlqXhbEdGo3vngvoi9WWRkKsqQfO3dPkSCDr+exbujnysR173NKxZFpC33UoiypCyqPxfJtZ0UkHsF2Nja6SDfbSG5/BzWI9y32cdlsPofiqRFkeJTa1XI6gdbE9zYjtrrtl7HW7N3AcqfFrLy6XUYud1p9rqS4m3ZQ7KSSNCACPrqNm6dOdOm+vn8iWFSqJoWPUq9giqOYSx5E93VdCEupStQU1KavbisLHStFxrbUE2IB02Mhh6l4ti/F/U+n7tsPVvf3ijFGHKTgjFFWXKYojvFhTPG6z0ZbJUbkI+h1tpY22du6jfG600xFny8/R0u5ulz6/mLaXNjcbaFbC1fUVdVzLnEm42jQKy4660jlXPnyZsqr6XHmB6Xv32o267Qd2jT8WK8jItfQ0hWXKrUkpsCB9Qfy8xs2KnMdxHF+6veP+P37Kipbk5VUrPNSs+ReZSenwq/0B1v57J26d0b9Ae4GwfCCVR3yYor33WjUledafhZr5XEkeot9D37djrpWJ3RVTeN9/wB4LSIqOLxULaT8unQbjXXsRqOxvoQ514KpcCjMNcFCH4vX0I/Mi/19fXaDi99p3CTjUV1efJ/ZK606HsPP+PXbR0mi2edpyZNaEH94Bvs4Nwu03hLDkRlh/wAX3W2RvXxqt3B1Fj9bEa7KneTi/wB1te5nah8eVm8HTlTpci4Omv8ArprsWw8L0vBsV91qrLWiavivqd8SVrtpr3SbaegHlsHYy3eVmVK5p1mLKXKTni/eApGW9gM2mp0uDfUX/CbbCoJM0KkZOfcrqBKi0ult+62kLfz5lrT0q19T5q9fUW+m167iyfP4DUp7r/8AJT5eR8/w8vPy2FqPTmsOQHGuCtC8+R1pd/hunyGayra3F/K1idNpFHrzUWU/zTTEriJSlTWmbvbS400ufIWG3mtbZ3SdvqWYMBGU25xWm+L41/J/l5a/j202gvM8X/6HaLSa5Fn/AKJlaEfIlfib+h08trwt7fLOsU/T3nEyLRzB1bXCd/Rfx+zaawP4/i37fz261GN/6t1f9NvyO3wtsovugNmfc6BX/wBF+zX+Pw26pnQIvD5pnP8Aq9sqb/x27fv2+3Yvwvhfx/H8X2p6lBdda/U8P8euzPT9Y+ku7iSoLVNP2o1XhQH2oH6BhClcJXUntrYfgO3mLDZO4T3yynay/hLFGHotRpaFqW1Hf8cPrH6BxIzJRrcp1FzcWOuzcpFEddlcr+n4/QhGbKnX1uLW/wAtgip7i8W0bG7E9qkzUPuOqdjtLQhSJie5CFpNkkZdUq0IvYm1tvsH8P61epUEkTY0R7ozL9qkbqsUcCLFxDUaJxFp+7zYvMcFR+dlScqinyNibjuNTZoYYpMrCUDkGqjFq9OWpPClNKbkRZTViBfQmx7a2I8J1GybnboazXqNLlNRH4XJSMsprJmVFWScuZsAFKDcELBI7XI7BvUWl1mg8hF4K0PrQnmESGupSrWOYEAG/mSLH8RtuinZ6EPZHRgaDFntOSqX8BcVKc7Sl505fTXqt5DuRpfYR9pXDH28wH75pcT+kcPLVK6PE9HCCHkDQXsklVifIdu4nwZkCluuOxWn2EcLMvlVnMnt1pvobel7eVhsE0LH1ZoOMnJ8WX7xpDiuFPRl6FJVcJdKLEpIOiiAQQbEGw27VWItex/mBbxWZ+3fVl2l1RyBKZQunVFPCdQrpRmPZQ8gfO/c2FyQABwl0l2l1RyBxl/AlK6vClVibE99ben5babxjuBwli1pvFuA4i6W+wrNKpsXhpQ8nRWaPfpCiLKSAQhQUNQbjZfYrw3heqT6bxaiwxNRliynXULaQ56LebIBSodlWJA7XNxtiWdNtH2+oHtn5gy6mBAyQJT2ddRa4sd1rqS5+sNOxA0ta49BoSZ4VnT6zF/ouWhGJaWjjtZ7qRMQAL310VopJ8iFC6SRr8Yn3Q4jpc9uK1T4S34sfnGmFyB8ZFjZTCk3S6ki4BBuL2I0NgWHVapAlOT2mX0PwpXws/UrMkG7RI89ctyL9+9idkkrOns9SD4HiScY4Uaai++YvwOO6p1CPl7niNEHwLQu9wSQQAdDqYeGMduwIDkX4/3VHShPV66A6G59L6+WxyUfa2LPdivRcj6UTUtOryrbWAAvRPiuAQR52BGoI2TdXitUus8g08j46+j4uXqJ8lDsNdD5HyOz1Sc5hk4OZMwzhafjfm6o003UaXCkLU1AddLS3EkFRQlQSUggWIVqBlFwASQ0aVWqXApfKtOyoK4SOE0uQ0EqVbQtmwI7XBSbgjUHXZd0FqfhL+mYvH4/Wp9DSApKkX6s6dbqtbUaaHQE32K6rOoNZwv9qMEYhXx1/wBapczqRqR0AWFk91JUNfLTU7a9abUmhSm5eJ+rqdGantz4FWYRKRmXws4Q640rxFIvZwC2o0JA1BNr842OIHvmA7wpSISF8KUiKoOrbSbAuNgg3tYKyAZiNNTYGPDoWHKpQXHZVP47CFplMIzZXYbtrLQlQ1y2B7mxSogki+35RE4NwvihiBPpz1Offy5WpqTwnrDRCVm6cxuCCCQbWv2Ow87ZJ2rwYS4qrk92VPapdRQ/yrSX0LR0olIIzJfbJJsoWsUmxJBBBIBBdgLHOI/s5wnXlyl5EKVms0+2rz6T3ukXBBsQR3OgA95lZwlVItNr2EmkReazwpjCVjhKdFkp0J0WDpbTUWP0psDYknwIrfCZbXF6mlpV1JTqRbyUlY87eeottm36uzuBKxE7bE9fEalWqWI686xKgVGnLmoQlCItUayJeTfsxITolWps28LqNgFeZD3MZ7xqNiP3M7giLnfWl9OWQ2lCpFsySCpIU24bWzXAJ7m51IqLh13FFGnu4cq3HlIRnXAdd6pTRJzFlVsrqkjQoXqb2BB7zMJN0Z2l8q1XFoqlLSlceLUllWaOb5si7hYQDcZQeki1gCAKXVZvG4/+jKoqbMkyTM3m4oxG65WaXSX4T/CSiqUvi8J9t1IAukgdQcQLhSexSLAnTZdYZ3wz8JY3+1sCuVGdToqlcVp+6lcqT1ocSSQcupJB1IBFiQAQb3MTtUZpjhMoyTWlZFtLP3fTKGj5+qgmwB7ix7jm7XCVZwu6xvB97MZJUjhIYqLQQw4td0ltSlApyLzZTewuoApOuy2r1NiWhEJ4wTEzX3mASa3rFdi4ypbbuF64wj3pF4rUV2zsWYnuWxcG6bWISsFQPckAKGesZY3nz5/82nNv0SozUOpYjyoWeHKUjxoSv/aJt4SQoAXHmdrzDWKqXKlS8L+6UUuncVTsWOvp5F0k2bIVcWCr2IJFiABYgBa+0NC3jUFp+TQcPSqpFfTnfaautSVp8LiLKLiVBPULZj02uSANvQ02o+L8kfnnj+8NpkAuw8V2LKhWYFegY8oNPYp1ewvK+/oiu5sqU2zS42YBTSjYBTYJaWCSttQz5tX4JkboPaRnxJWMsMt4bxRUXWucq1L+7KlOAJALqcuR4LSkJKTZaRolZGVKEXuYr2CMb173Dvkrn2Nry8nAqjqG0R5jvhCC4oFAdNzlJKSo6EkgjYnxHux3gbqt5b+HMR1akVHC9XRno1ZhoLSZCFX/AEgutSHEG2YpJSRlUDqpKXyQTumxaEUZmw6r7Eu6uBSuVwbW6vSELXxY8J10TYHGJvmDC03Rck34ZTe5JBOyEiRKpuMn43qmI8PQoVRpDuSU1AdKo8hKmcyHUIUQkB0KSc1r3FlEEaHjPtE7y93MXD2F8UYCm1R99pKoVUaaU7FnNJRmPxGysJcyAqJ1BtfsQCD+0LvOgYtwa/XseUNdOflKjpgLzhLqo/ECjc9IVZAUQLmytLCwJaFnhuivdzE5hzGu8ue7WsRxasuloW0jhIS/mUpoFTgbssEoUM10hQBAOhsdOUXGHFrLFZrNc5rms0VS3XQnoc6VIHy2uq5BBB0I112E8YV2g4jitxcOOypS5sVCn4sCzU1xpaAlLyQoWWltJClWIIAJ7g7XGGNxjrVGiOyq3zVOQrmE5klLsddiCCldsySDY6DsO5AIxrun266xbA5GPx6itiI3JkOnSncOYtbixYlU/otaoSms6H8zRKRYKuFi6SOlYUCQkhWmXYjxBRKNuvlcXFFcRQXFtc5S6oqGtcWRHVqbpChZxJCszR0uBYAkAj++lTWHK9RapS5fKsTYaXUTFJcW02tHSUryJUoi5QkmxsFXPY7ah3o4Sgb0N2kCLWcPMVGaxSVzGkeNqUnhnOMwBIzIPlc+eugBrdMF4hEo7wi3w9v4gYSwuxPaqFLq7M1P3WVAf4rD2UgFSbAEKBuCgnMnzBFgCzDm9yqV5qpRcR05jIxklNf2qVMPAAkKCepBBKVNqHa4IFwdsNpbpdBlNu4Xok37POSOYdpbqTxY6xcdBAspJF7HU3FiTqNnRJxvAiuwKpQZfNUeqU11pLT8UtPtrQLqbzajONF2tYgXBBBB6renBPEEdMUbAjCrkOK7iiJWaC1noNUaXFmpQ71MupsUIQoXzdrpUSDYEEkjUboTMWvYjgRapvImsIWpUJT+TMpShqA8Um4Ols1je1yBqTV7iY/2tgYhw5FqCGH32lyGmkXaW2+m+oGt7Gyja9/MEAgiMjENUi4opMqBToXvGgz2otWhKaObKDYrsASlQF1JWkFJBSoaE3i0huZ1jPtws9CcB0LDmHKMxApb3ER/dUVpzeZ1v/oLdgNmQ9UOLRuK196YYRmWuP1qb8w6ixzXHmkdx28xsnsBSHXYrDvGyL8eVNsyfMG4un8NAB6bFjEaVFrLdUgS+VlLXkW6wgpQ4rsSpnUpOgzAXB0PnckCjZMwFmaE0esysR0ttt3gPxVqTlUrq4MgXGhsDkUPXXUgkWII5UcW4oi83FpdJpfNRelceQ6tpKbjS9gSAbXCgCDa1u5E6pzfs5XnIFZaYYbqMfiqdYWUoeSO7iRewULZtSCCAb+WwRVq39o3Z8XDlWYlVeiZWnct+FIaV2OYJAChYECwvexF9QnXe1OUMaKMMStk76azPabgT8PPTX0SuFKhQFhchKc+XiW8JTftc5dLFSSRejqNDwbQa8/PqkSKulvyOTdTI6JFPzC+frScih4tUlJT1XBF9p6N5tG3c1RyBF3WzX8QzY6ucqWVqOtLQ0D0lalZUN5rDM3mCgAoAAWGO8f4E3770Mbubxt5OIqLS5tBncJPuF1x9MOOdEWbXkCnEAqCVJOdQUoAXsNmX0teqQWH2JpV6RHAYe5rDHu7be/hf4uDd7uGlsSlqd4GIKapKlR1W0SpDgStSReyrpUcw6rApXeSMWYS+wfuvehjynSpsJCeYlRZGR9KRom/VmBGhQ4SVetyAQhd2m82g4ypb+7lreF9qKjFjqXFUxlYfZdFxw+GAsALBWlSVXSDoOGQAUjEx9/OXvGgYcoOE+BNhNOo5yVHMfLHOXOhasxFgpISW1XBUEEKBAAvSbCxUjiEWuy1sOfU03W6n7KuPPdtBgVanYrXVEL93T2qlwpjbqSLhLxIAcSdSy9oq5FyNA+Nyu5X+a/C77tBp6ItRlfeGH9FNOO2zJIVcpPpcE3FyCRrthjcPAwvA3jS930DAcJbHPte9kPpSl+CtWZxLZUoBYBSgJsCUgkgWHbZWMcfz8OYo+y+DZdRokWVTc1UYi8NXBX3EqK04FJDjZ1KQMi/MX76C+Cx0+gI093FdaxbFn4NxlRIsT32wuUuEjqS3KAHNAeWqlJcSoWueIbAgk5ZxLizAe6CVijBu8bCa/fbFedfadadzR5jufisuqQ6oJAcaOZagb9RST4SC/dxiHfJKxHPddw9S8SoosqPVmJ9DlcJ2UwSk8w1Gcscq2wpLjIWq2chIBAG1P8AyiOCItegYX3jfZ5+t4XqKOSq/KxS7KhrAWuNJSm4UUpCpDbiSCQCi+UA3qW3fbI+2Q6vvWoO9BpjBu76JCwvKlRWn/d1RU2jqI7MnVu5JyhZJTqAQCQCGS9yO8GLVG6XiN2c+xFdS7FnyEofS2lSrvNSLrKkqSNCCFtlNgC4noARUN2m7T7Lt17AePH1yqdFXyEKY+Vqiq7rjoU8M3DVl0bWSU30ukEB++x3vTqeN90GHoG8Vp9+tMSpVOdmu3SvI28+GgpaRbOG0NWJISoKuCDlCgcW8NFb2e0eEMN9MeLQcBxKXFeQwxwkKakaqSyq6AkhVwqwNiFA9iAQdQUXhPFlZo2I25UXE9LhVuotIjogVdpaWOOUk5CpKSlSVi5SvLYjuAcwGod4VLwa1Fl4Nr2LItOW+hK2OaQnM2o9ilShlIPmkgAi410IzFvjwRjLAdZw9iil1Gl4lpD8hMCRS34oWtlal/DdbUm61t5jYKSoFGcghSSbS3geJfTMAu1+DGPj/GmKKpRmN3O9DdwtEqosKfgSqDKEWUpIC08aE8q7CnmlqBCS4AsKUlaAF2Obqji3fJWcOT8EYtreTEuFJT66DW4sUwJGQlR5d9tXUwSnIb2UknJmKwOJtpbemnFFL3BYantU9iFXqDiCPPhQJE3NHVxuK2uI3IeASC4l4htLqkguZEZwCACbeLgWg4yw5AxlKwz99lRUsKlJiuKUpCewW1dK0rQbgpJBAzAkEAgpOF3QvgZgiXvhxbAwu5QcZS/fVbfWlh+U0lthSdQlDwCLBtSCSNCEn6XuC/dNi3eq7g3FlBiuvr3gYNadlUuVFUhMqVSF2zsrQ4Ch9KCVO5VZgoHKUqBUNm5UNzGEqy059nPdb+RpXFaU18VldiOykgkEZrWuSNCLiyrp3AzsDEdF3g4cw8x7xhMIafaatmlMAnNlN/GWzlKSbHpsRbZSvXU3cKwP9I2joftMzxgbDlBxvA5p7d7KwvUapMXFnu4NkClK4rOYgrpUvNDCghJUVMllVrlAGcjYSq/swz/fMujQMesTc7vwJHut2Kty51zsKV0qAukhsuJOoCgCAX9Ud0c/C+MqlzWIZS8Pc6mfRlOvlKuXVmcQEOCyhwyotZFk24d7ElZNpWnPcLvFdp0qo+9HU/f+EEqbzZilbhGiSVkAqNkkdyLm1rLhnYPcrayjj5gHu+3H0bd9KpMqvU5cqbFW0pLUeV0JWg3uFJGYgd8qvD0m5A2bu9FzBGEsZRKzWa2xCwvyEOb8WPkQlC0cNlwqBys5i24FKFkkhJNibbQqBhDEfuufi3gzavVKW1wqjCdUhp1MUpKQpk6jhKOZRvmAVYBQQQR+7vMW4IxlFl7uZVRfrUqFxVNImw/ipYecJWE2Fj1i6U3C02ULEGwFZb9Im9+YMtsGTAjedRMUY3aprWEqsuVQeKpSGFqbYVMzapaSpYIbeNyUKBQpViAog2Jrgrd9S6W7TapiOJ7hQ+jkuPXIQRxFg2LansoU07caKWAm58QJAN7iLBsWBKich8enojqWqKu6EPINim4F0m2uosPIpHfb7XL+1vEo2I6hUeAtKFwkx150Jdb0QpaVpICCCEqCgoaa6EWJRqF1Cbx/iErvQiB+L8QV5qU/gP7TrYYpyerjwypUpgoOgWgAJdQrUqUChQFiLlJBxuKxBhyU7AarNWizZsJ1pqRK0YW4pJu04oeBSwFAg3IJV0lOYo2h4ZreDZ/IVlqkxX34qVR1QMhdjpUo6qQg5rJKrWUnRJOWxvYseo1OBF5v4uHpT7CErmUtVNRx1MK0BXcZXW+kpSpsFV73trswksbYo98+72vT95UvG26XE0r39T5CcvKodaaSwQEriy2woJks3BvcpUjiKsUmygzsdUSLPw5RapheHFm1Gnz2ouKMOP8ADmPuMLC7OBPQt3NlISoAEgpNhkI2r6hjF2gxffLsRugsTUpay5XULzJtlcsrNZAQMuRZJIIFgACB/fyao7Aw9vBw5XIqGK9AajyIsjxMrRYqDEgG3zlQByqQoEhQBUnYsnPjlZduz932Emn6W1n91zUJQppLTzvSDlQspWSpK2yFJIWqwtY63O1pR6VQcb0GBXvtvzVHlf1efxTxVJSbBCkKSCUg9HDuFAXKFAgEU+Bsau7xsOT4HBflTX8yo9S5dLrXOBspW058tyND1C+buQSNhyFgqs7vsRsSpVDqP2UlJXPdjuqzx6fMTdJzJzE5SlRKQRrfLcqCSVFp8t5ESDoreZ5nJjcLFrNeqzVLlrqkXiqQppTojtKXl62M6SgIcyK6HBlULZwDYk96FUsZbvo1awHKiN4oi1RpUOUistN3eaU3ZCn0pTwVKANlKQhIcAScoI2HKPvQaxljd+LRqiunUtcdMWQmO/mSlaFnKkqGpbscyFEBYzEEAg2PaHjfBtLdflVmW2tbH+8r/e010tfzt3HfaxMdZFaXGDN3VBo2F2GouHkIzrS67H8KUrtZRTqSPwJOpPcWAn1irOtNN0uV0ZEqaiyktFbsVXkopBBW3cgrbFr902PfpQ96VBxk77rpdQgscdHwkLuharel++ugt3/MbXsGPFdiv8XJx38yeYdTmTmAsFkHuR/l+G15K+Mzpv3x/vQwHg1yg17EML3RVIrsV9jV9qQ0sZW3UuWuppSc1l90npUAdAGeyjvs3v4owvijB1UqDNbomHlNSIS6ugvo5gJz8O5uoILdibAKSVpVqbkNPHdapcCe/hzFEtibSFu8XhdKlxXVJGdbAX4gpIupskJcGY6KAWP7c/umwvjGjP0HBNWbXXqRFVKiuw2jGfqFLdJJbTxOl1sLIBSu5Sq1zcHaQ/MG7bfKR5dUwQ7xJUrB1RXKlKRIiz4DXHRydyrKttQTndZUlxKkoOZQymwCgQ19zVClc1UpW8aJFivwlo9zSmpS/dspDiQoqD1roDjilABQsCMpAWCgR9zlPwvhx1+l/aabFX/WuVrcUx0uOt5wpsryhLbg8JuAVFKtCbjYor+LqXjdrhcKVS6c4lbUrgcJ1TlnB8UZLoynhqSSSCoLvYG1yo8AbSYu8cYxpeLcbwHZWGKvztOkKhuyEysi2+GfguEoUW3ki5STYhQCSFJULbAkqv4NaxvXt1W8t6rynKjI970uLyudEpDPWos5DmWpuxUpJCiQm4BAOzVbrkXd87IoO7nBFOXx/wBKuoulTSk9OoKrrULa5UgW0JJ86h73DWao5WZ9EYRUYqkJVIW10x30qJQtKibhJUSU3UNDcH14uMxG21X4BlfIO6/EdUosWly8GuMRfvsXi2jrc4dgrhnpykEjMBfRRuBcX573cO483lwHKDhKW/S36c0h1pC+pEiPcaJWnRSTYhI1FiQSNLB28FmBiiU5Ar27eg0udx0zESmmnGlyF+TqUBJSVKSTaxUFDMLgXAtMK4yxbgOvUWg0urMLp0rMhqHUWjwHGHrXZQs6pKVAFOU3B01FxstZsij1bORzEfRMVY33fO1rDnBhQqQwpa1RZV0rgyFDM5w1gZuG4dVA3IVn1IN9n3ufxXS8L15uLPpL7FRqlN5pK8/FacyhOcJWFEZg5ceZCdL9kCXvMpnP1nn3adTpT7DSs6pSxkSkW1Uo6kABQBIJFx6aglFq9Gi4jpLs95cWVCkcrwoXxWEpWi3wzcX8ipJso5TYEgE5bq6OSkFYr59YkHH+IMUb1a9PgRfuXu6QrhTFqKEpdRpmSkA9OpSUkWULgjbhHoHC+FjyoL+6qS6mVAWPCkEWIN+2hFwNLDLoRsPVhNexRXp8XDlQXFfp0x9h9pqOEuuKBzpdQhxIQ6g9JJQq6b2uCLj+xBOdagT3WuG/9z+LFa+Epl9N8wSFdJNySka3FgdbDbNsF+7bZ8/iCNLj7oy8FxcJT2pdLiurmsIdS6xP+I0pKe6dEEBJ7k2FiNdDcHv71wRAxQ5VIERE2Eta/ekOE6tSHFLBzOdJCkXKjbMLA2zDUbAu5iK1hyA5PaelcD3cl9GdAyKTbMQNdD0LukEgk3AuTtf7y6Zu5rNGpOI6DRFsV5GTjraUEuuJuMwznpWR2KSQVDQ2JGztmkwg/M61AqiGVQ3oQKM77maZfmxWGOFCW66Uupj3BQ2u2txYgG+pRcEHQZZxlW59Lny4rrM3JnW607KWPjX/ACvm7XJPl5E3OikYEwRWZTGI4tQlLyR0odYW6UqbdCO1ibjzsOxBJHkdkDjyke/sZSHWuaRToS1tcJ26k5gSQAewGW17g3v300X1+nsqqG/GIlYfiCGGYs/FFZbiz2eBFfQtEfxpQpQ1176E9jbU6+dyX0aC1KqjcV1ngQoXyKSFKSrTRWna9r6n0v57X0c+4cG+9Gmos34vRHS78VKTbS3kBa4J100Gm19gnDE/G7tNoNGpL/x865Tq/HHudFa34guokpJBIGh2Ho6BgY9y9ajE6s02LjeA5KgceUikOtc7FQhSWlIGZSXMyAFJuEEaE2Nibi1+sLAWMseVlyl4IpM2LS8/CXNfsrKgC175bOLAsMwABOlgBYal3PbjsObr6W411zZr+XiuurKk9gDZJ6Up01SAB632u8XbysB7uYv3qXFQ/wCBLDSwn9vp+drntfb0ffTTp5ySBJO53dBRt2mHG6NRmkcdfVKkeJbyz3JPck+t/psXV3E+F8BwHJ9eq0KE2hKlfFUE5rfTvtjHed7aOKPjwMONIpcVvN94WgKVlHf1BIt2sL9/LZC4ox3Wcbtc1VHVzepS1ylKWrNcEFCknQ6ef1FrWuRpqw32iGB2rNb71vbrwlhx1+BheIuqP5+Eh3wtZu3f6Hvewt57ICo+1/vflOuT3cQrpHWlSERWgpLyO+UkjpJHYgedwRYbI1iK1Kd5Wf8AoH3VdHjypt06m1wD387X9Nrip7vZ9Uit+65bGf5Hc2X6dQPYG2mpP7NhW3s/2R/pvaa9TqPtzz/SaN3Rb5azi2LVsR1Rpa34SeLxX3y6vPbNoT+QHoCRfuNubu8FrFs9xr4DFRRnRm0U08kHTKb5kEE6AixuSCR2WGG6RK3fbvm6W08uqVTETqZTqId0rjqRl4wF/EAE5UgC6yCRoSlPGl1bEfFfditRci8y18dCEZknRKwnQhSrgkCw7iwsBsG7UXJx8Rjq1VH1DHTfb8Si3wYNntSpeMqD0LWwpqrR0/FacaBvmWk3BSCSSqxUgqzAgZrKV7DjU+BzUX4HAyrW14lZT3F7nsex1vs/k4vaitcKs/dc6MqFfpVJSdL27lOoGvbUG/cLiu4edwvPfao2TlX0Jdi5/wBE4gnwX8kdwCBcaAjQAhS1n8YjUfHZAmAufQeO7AeWh9aFNOo/2yCOxHzAg3A/Ai2m2r930us0vDlJo1LaeXN4HwkxU5luX0SBbxHSw76egGijwvg77Ze6WmqStc2gu8hVIbvRIbjquW8yLdQHhQtJNwTf022R7OW55prEbdZxHT1toomVUP5cq+xv+A1HoTcbY+ppW25az/eM1ooGTGluz3T4on4cbn7y6dh6Ut+PnXCfhofTlPZDmgAJ8y2Bqdb21Gn8DbpqDXqbjfC7XKxWJGao0Fai/FkIN8zsRw/MB1cMmxA0AIBLp3vS8WwN0Fe+xNKXUMSVSOqBS4qelaludBI1GqWy4sWI1SPXZZ7uN22PGt30Sl16iL5piKlEhpbByuKHfpVfXz8/odtunpmmKDKg/wBRIKKvxGjgOhRcL15+LQpfNYeq8fnKc7mzpT5lu/08vUW8wdllv33aVTFu8Gmz6NEQhh+KnnXfD1IJA/ElJGn0Hfa4wjRcW4Ddbi/emIS8y1QJSSpGvzNqPUg3vcG41+ttp+LsU+64Djrsv46/0SM3Vr/H5ba3dXTVcRe60Y2zPG9XB9ZpbTdLwlW2OeyZnUO9OWx/WSDYHUXsbEHTz2yzvBgYowu6x7+dY5qUtaVoUrPmt+qvwlI7Wt5jtfXdMfdfiiV/TM+JK+9ZVZ1NHz/4eWnb67LfeB7OkXFEXhSnVvrYd4/UopUnyI0PVoTYEd/PTbz9mi1Ouc22nj4EAqf7pk+j0uvVnicKnLfQhOdaEJzKSki97Dytcg+dtOxtKVQOF/WmV58qv73mfx8/TbZu5DcvhzCWKIEqA8t9/pSrOjpyXCi2Treyrmx18gLbVntQ7tsJRcW1qvc3CpEpaY6Y7TSMqXneEjMVJHYqN9QDqL2Ou2T1DoNi1l6vf4lrKFZcpMiLpUBpr4sTjf8AyLq/d+623w9SGmuHyudjP8q0nLmv6HZiVzdXjygtcWVSX32MnFQ+11oUg6g6WKdPUC379qekRpTs9hp2Jx31qSnxFXY/T6efcbeTNVyWhHBB/eJlTGhulwa1S6Nz9UZYfmysqkryfo0jtbzB2vsZYzgYXiufPKyqyNf8fT8/37dcVYni4IoKPg55vCSlEdHiTp3I8ref109Ns+V7EFedlS6pxkTeaa+8RV+JPpwz3SR+qTY/nt7u7qFXT9OKKPux/gxrAXiS5lVqk+soqkp5D63+vLmCsvnl+lx5+W2wtxeDcEYj3XsV51liVW6XI4rTq2il9lSTcNKUk9aCjQX1tYm1rDDdOmRZTTbXXn8ac/iTrb9v47O7dDvOr27me2608+inPrS1IaR/aIT2N9bEEk+dxcW2yuh6x9Nq+5qgTn5I9GCC7TmbO3oY0iwN3L8rC9QY94vxfurS5AStOcWza62FzfQgkW89sE+5K1XsR+9J7WdaJClyFKsnM+TdRsmwve50sL/TYixlTZUCqP16LidFXhVF112F24sdC15lNKRc5bKWQLWB72HYVZVK+BS6CytedGRavDmVbUg9vx9NNvT9R1I1S+I/aNIDiB+PpH2NxRAxlF6GOqFUWtPDoAq1u411BAsPPTa6p9XoNea59qtxciFpU7wlZVN+f7rd9R9b7SMf7s5+MuU96ROS5VGR1SXc3MX+ZQFx210IFtT22H8P7tWsJVT3DPeYXTpq0cKehGZMdR/s1/tuLdwLg6EbefXoQYBjksPUa7dZTn3GjQt57VLit0bBH9p8+QKU4rS4F/8AM6geY2sd4m4zfJijDnvmjRIVXRNaS7wo8xHFTcX0SSARfspJJ8rAa7XHs97p6M1KxK1WeVfWw7wI7viTlIvxEeVjYEHvp38trqp4ca3cz+LRsQzaiuUtXLokO8JpUg6kXuEXJta9rnsB329No9M6Jmw/2i3kpiFwBuexbRorjuLWp2HsjvxeYdKX+/0Ol/U6nYuxvvQ9zRW/c1WYR7rTmUrPmdcsNc+UGwOtgbm/ci2hdGpm9rEeI25WI6dS107NkkR6pnzZPPKg6KNr9jf08xsMb3sA1nCTX/rucBIra5SlZ49Nd4qc/fQnrt6pJuLdz32W1mp1FbfpDP7Tu5zK/B3tNz58VuqcFcqLk4TrDrvUlY0Plcf6g/mHLh/f3gNprhT2n4udKXV5+pPb+PP1/PFkrGWI4tZ5WqYefoL6OiRFVTglPa1lFScwUPPUHz/A0peJcLz5VFwvKiPomr/Tvod6eERYWuPGFZTbtYnXZmjqTr94wfxONZxNhUjetu0nu8Kl4mi8dfXlUr9nfS312KImIIvxOLkyfr/L+IPb9m2Dd3W7fFDu9CtUZpqFxIS+EuRKT0KQTopN/KxJuCCO22sXMAUHCUCXwqtUWH1wvEmQtcNuRwybpTckXVqASSOw0sAxR1qu19kqE3TFL2LcZVSfzTtRmvxUOqQj4WRWX0I0N/I38+9/PQGCN5+F3cONxXeJQcQ05Gd1paihqYgahaFeEKsNUnUdx67Z1pW+yVKdbdawdx4r+ZObhBCdfO97Gw72/f22f1Cpu7nHmF26zRpbdIxDC6uVlJzNSEi3Q4gdkntxG+pJ1BIuDl1LuhkTZ9siY0xPgOvRfekB5uLVJXU6vhZOaUCD8YWCSSRYL73JOp12W2I8V1Se19wyL8KJDS15kqT3vbvfzv39b7G9Wg0bFrTkqLSZVImsZkysqEOtJUOnPdIykX+awuCLgG52EKux7rle66pTkcfwJkIQUKUk65yFa2PqNL97dts/VdxWku7S/wABb6sUbvoDkWl1Z9htfXwnbrR+Ck+v18x53A2oMXbyMZb6ay5Fny4rCFtKj/FVkT5kLJtewPYkX8iSDbYWlVCltcRp1l9h9j5HUhPTe3bT/T189plObpcp1uVAeyZ+tp1K8qswBuNdL3N7eVhrs/o7t1e0mV3u3jLnd7uhr0Xm6zKw8uV7od+/sIst1lN9F5L/ABGyO6kgmxva17aDo25nBG9DCXvndLVotBxRCRmmUR108vISBopkElTZPcEXQPDYHXZT4CxdPwlVG5/vZ+KtHwuOhIzJTrpe3b6G4PpsZYnpnNSm8b0GWx/t6kqlulp9tZN1O5ALN3ubkWRc3OpO2jUV+I2iDZO+Esf17C89zDmLac/T50JeR9p2ysqh+FwQRqD5j8NnhhnGVLqnD+Mj+BfYN3mbqJW8HdpA3jbvsTIxDUaWxmd52OGpkphAuptS02St1OtiQCq1sxuCc80LezAiusOwHlsZ/ElN8qbC/mSR5XudD5nvszuCe4tZXsm3KlSItUacdi8POtGyVxzTp+HGnJUrwIzLaV+tb5D5fhY/XbpgHe/zUBuU09x2MyWlL/VV9R5fgdba67GNVape8aA5F4yOvx9lJzA+n8f8GgVZZRVmZ5le3c48lMUuvVGVS1oX8VrirS08rQDwkZiDa1iCOxFiRta1/cx7hozbuHMTyqjFcyvtZ1Hp+qCVHX1HnrY7WFU3R4cwvVHOLL5V9a05uaRnivKHZak9wR5KBuNDt0ersqLF5Wl8rF4GZXCWoKQrTUJVbQH62110udkbMN4R6hOfcXbWDcRyv6UdloW+wvP966kKt2CtPP8ADz2pIXuGVXn58/CcqkSkJ4Tqo6i6w5qbEC+hJ9ACbjQ2B2IcS724ECVyFZ+fxoyeG3+uvbW/7tvubjCl8h91a4/HQr4qkdWX6nXy/Gx7bZ12mrRCx9ydUe3XmUlKqX9M/CKOheX+P4vsdx6hxfhfP/H/AE2TLuIXaNx3Wnv41J8tdNu2Dt5U+vf1p7oR+p+NtSR+Xf09dvnHXOmnUjvJ8TCwWBYRyuK4u0NXwnf7n8fx/wBNqil1x2V/5r/ltcqTxf4/j+PXsPFGpq2w0EC0+mZ/9l8n8ee05gNO/wAf5HamV8LaVFd4X+//AOhfx+78NhtX/tnPCelUfiymOE9kXn+vSry/y7bOGDg2qV7kGoFRQ/wFJXlW6ErbWPJIGuvl5fTZNUaS6663wncn/rXl2/fsbycRSosXixXlofRl/RLKVZfO35j6a63Hfb6t/Aa7dO278zR0tmwYl9jGpQKM6+7PaRFmoTyrqvleSdLKsD39D29LbU1Y3hxa9S24DTLHvFGbhLyZlaXIBNio2A1HfQnyJATPmSsZfFn1Bb7+frW6vMpVvU31sOx/A7V/uJ3C9eiVmly1oXFSlHV1JUm1tRcpJ1v219CLAfQLD8CMbtzZhI77+gSqbFn0lcJ+roRwFJ6UuZiE6ZrJKSTYkdj5C9thTF+5/eDhee/WZ9JqMJiK7kXPYT0x89sqH0C6g0u2UOWy30NyQQ1sZbwmq9u+iUaqREIXCkIfpchDRQ7H7Zm7G4KCCSLH0BvYWpa37S+9WfRolGdp1Lm5I7sX3opOV1xhQyqadbtlz5RrqEKsDa+gRvqS3h4Zqxt5n5ugxTVKNKYgO8N/mk5UxZDuREr14Dh0Q6CLpF8pKiCLkbGG8rdhAxlF+1GHIjCKujMvl5qMiJSkf2b1x0LBGU30uLEWuQq90E/CUqvN0HeDT4vut91KmlPqCWmXxoFW0CbgBKh2ItcXAI2NOwzhz3W3KoPwOjI6hKs7StLC2ptYWAINrWFtBZrRgbdh5xK11q6ZnnRvf34T6pS2ML1TDNRwvV8PP8JbHWhrKg2Vw06DvY5b6AE3IIJCMCbwcEz3JFCrNbRCqdQSrKmYrIiQv1SToDc2NyCdLX7bemz68Lu0t+jYyw9TqvTlpyOtSoqX+j6hV7gDsdCPI202y7vu9lXd/U6NU61uf91yuhxUrC8+2WQ1cH7sdFBwfKAQb2KFJUACtr+no/niS+k3ruET+F69PozvNRYkWdyrquLHd6em9nAFjqSSBexBBI7DYaxpEoMWe5Kpb3HhSnVSI6VqSrhoV1ZcwuNFEptfy7abdKMt2g8N2BnY4CUp+L1qTl6QCSBew6dQTpr32uo9NoOI5/P16hook2K7n48B0uwKkwT41suHPGdurqAJSbX8ydsqsgjYfYiXxslTSYtUqk9iVFlvIWwjMpDvUlxBvqk6EKBKb97gAg97RaxNawviiJPlM54MpaUuymkqfQ3mA1cQE5ra6KANiRqddjvFWFp+HKWxiilvPyqXFdzIqlN+Olm/k5bVsC5SUuAAjUXuNhCemBiie5PpdRiylykrU0vMUKzaKW2oE+IBWbQWUCToQTs+S6U5xNOq560hxh9qg0uU401LbfiylKQ0pp/NwVKF+E8lWoCtSlRABvlJBIBIMF4nwk61Pw5iiJUVsIUvhIU1ma0JF0BV1NODQFJ6TrqNLpSnYexH7+bgUvELDD+fNCRKSEKVfuwpaSUlR1KTYE2A0NiOm8fHVe3S4jprtUpK0U6r5GkyIqQlTL6Qkk5RZKrhWXKSPIgg3sOi1rRFbGa1uJc76GKzFqjE/C9Oirpy/i8whr0t+mjlPnmyqsSB3FiSUj+GGJTXHqjT3JIQj+kaW0vMplKgopdbKjleaVqUqBJFrXFjsRs4v+0brlGn09aH5UfmID7WRL+awCgUqJS43qCQL2vYg6Dahw2y7QeJKn073cwtauLwEuL5VR6i42hZKlRzclTYOdJva9rbGVELZxLLX/ukLdbidqLXqlKpdQXKY63WpUBRQpxB060lOVZyd86bgosFAAEsOg1vDmN5/CgVFDkphPFdSlKkKyKtrlJIPexCSfIgaaqgU33DPn0uL7uiscwl/ipWcsd03VxWlgBYQcwIOqdLHKe5ZgoNUafVpXKZJSE5etoJXmACibgdSFKNxoR6W1GyfUtKlo7gOMSNUgCZEakqi4Xxb8Wey+/NhZUSEcVaVp80uEgAqAAICh5aaEG1ozjv7R7vsQ7ua9Tn1oixVSIEh2zqagwhGd6OuxuXWwhQSFJSsjS5sSVnBbaqjXNVRl+VFfQta+EspfZsAVaWuQQT2vaxukjUy14jo2F3WGub+0NLqLGRpU9orU4m4+GH0ALYeQkZgAbqTZSApIUhOTpv+ofy9/8AmU0VRzL7BD3vmlsUvgrqNLffRFXNz8V2DZAAKgkhQbUlNgRpe6SbixNZGDMW4JdYwR/OZzr77vNUNFRyrdbVe6YyHUgF5kjpKVXX2AINiRzc9vJw4665hxqkrw9KlNK5dp3KtqRaygUHxqFwSWyErScxygEjYb3mY4+1EVyqUuWuVXsPOqdlUZKy07Ij5yguRg4nhyVBQILZAINkqQAUr29GuiDJs+DHW0Y+4Ssx/uOlYyrzeLaXiGqUFFR+51KBKpa5sCLITmJJUlSS22vSziwUg2BuTl2YEHdFjejYcYpfvyl1FEJHxY8xbiVQ1j+0TqUtAECxAykm9wSTsxptOrOMt3LeLcB4shIfr0Di5HfgNTlpFuhagrhOjsQsEjKQokXIytExTvGpbrf2jq1UXNpb62kraUqHIj5TlsUIJGgBSUglJubaHa3ZZECA8CB5fwzN44dr2Mt3O7mm1SLQ/fcKK6j4VLlcdKWlGyyjPZQKQSSixRYdJHYQMQVKl48rzFewk05NRFStc+ErgpiyGnunK8h45G1goJCSUi4JFiNkxgbHEqqbtKlVKpVqijjo47WV0IU80Ab3H6xPSFDWwsTtRM7y8b4XqjGMsBsoqNO4XCq1GmZ1rUi9guM5YrzAEKKXA4gkISQk3c2VAsZ9m7Ag7KyOMxs4pw1u0qmI4kqqYTfYrFIzfdWmuTmspIto2klK0kDMCAQdD3N9hjGbGHHaX7rwviGExNnZmo8Ws3j8RVrBBcbCkp72vlAJtpptGexq1PozEp17moqEJU1HlZHVMo+VKQQSmwNgEWA1AFtNq+RNwbvpiv4Ix5hmrsSovxYFZjozrSpJSU/EUkqGVRuEKUQAAUgdtnFs1GkUj2PgiIFLMxLHCu97+bmXhzFuDnnKvQa7zVJlfDlRahAeXlW3xGbtlSSpSki6VEJCVAZtt6+zfh6fA3fYelV6kv06bFj8KRCfurg3t6gHKRY6i5ub3NyV9ulwjAoOI3JXFXzU1pLUzNdCJS03CHVG9l3BAIN7G5sCb7aLi1l1ql8WJ+nir8KvC4kHrbv5KHl6i3bzvRa13LxirWbeJ577892eHKXv4xvhLgoYizmkVaAhSChCVvFallDiTdCytINyLEdkqN9lPNwJvklQG4sXlUIYzfC4uZLzqM+VOYWyrsbpWk2JsdbkbeldZqG7TG+I38EYop9OqkWVHXKpPMdL8GUkDjxkuaLZcKVBaQFWUCogWBvm7eV7NUXHlLcrO4feFx36XnalUaoyhHmx7Zrxy8npKQToVJAINytQuR1jKp5MZr1KM/nM6blsSNe9G5UqJwJXHUt11acshlVyVJcbNkkhV0kEApOYaeRJvVwLFpe9BjGVGaQ/S8Qw0wp8dSBm81dKyClNwSErFiFKFx5FU44w7vB3LYj/AO2VJqKPiqU67MjlKVW8QDgugqAI1BOhBPe+zSXi5qqUuI1PiL5JaGpTqUXQ+2g6cVlSSCl1PSoJBAWApNrm21awtolajm7E1VuPn0ufS24tLxZKqiIsVL/39ARNZT2UzISmyOI2bALQMriSkixuNr3BO89qvb5IGDeCtDGR+Q7Iz/AeS3lBFxoHQVW1sbJOhBsMcYf3ltYcn/f6tkfp1RRD96UtGdpxhywS8pgAfDKD1pASUEElItc6ewDg6fiPehEdn8NhaIaHVzYrudqYwOtACyAsLJN1IVcgDskknatbPu2yF0gWwvGV7R9flRaNxfdz66RSJjDrs+KtvittWVxhlXYKFilJTdJUL2OYAbZmxtjbFuI8ON1nc3v/AIrHut1DUxM2iFFRSw4RlbIcUB2JslbalqunqTcKLExlvFxHAwHvc3VT6IiqIoMr/wA6KEhfEYfQ24W5DKgUrQ2FFJWD2HYGwOdtxm7jFDW9pyBxUVel4lpcjIrJnivIAUpbBUpSku5bHpUSUkkKAJAOtVQg5YczTrpWMuuYd3yYy3QMYtwviaFiuqIgKa5xqQIq83iCkrKUdJKiVJUhtaSmyiSQvYZ3G7t69R902LMHYohrqGJX+LKlIdWt2bHUtKUDilKjxElKVKSpsWFrXIAVsw5eC69hzdzWotL/AKI47TrS0rdWlqPKbHUtSjmWhpYzFShmCCQo3BUoJvc3WsW/ajDzsp6qU7FGGlqYdlKntvtKjqIyHjLUUrYWSpCkEqSFlGTKq95etUHjGERVnKdUaNgN2JjeBRH0PPoR7x4qSlUxAJHOMPtgBLyOlLgUOokEFKroOnd3tF3VVSl1KBjLdvTpS68jn4teptkrlZzcuK7LZfDgNyLpJFlZT0mqnRv5tKzPar0TgUuvOrffgcValpfCTnfiXScr4AJcZOcONpuL5V5PjEWJMR0bCVSxHgNnD2MoVOTxUtOx0ZkqUAhOdSLrQhwp4YWi9lgJXeyCtUja2RA2vzlZy9nX2esEbtJ+IftbUH69Kmuq5ioz5S0P8LiLLD6QolKXEhdipBCSdcqL22773MGbxqpjyi8rTpzE2FKW1FnxUZ0SmlC6VkKBHUm6VhJ1OpAFwQjCW8bBvxMW4tok2iIfStPJRay4+1mBN3IxeSSbi10KJBuQCASQYVDf7S4sChe6+H7uW7nirdkGOtxAHU389roOibgJIvdQtYhszBpuzOtUbqm7mfxaXVl0ubFShb7DsgNOs5tbJJJStokK7Gw6wrQGzpfpTW+n2fcQ0d2XNXUUNLlIUlRTIiz2esKbKMqgTa3SRqVDQ5kDBPtBbwKDX8cVJmqY3lclNj5KbPqLAVA4BzhDbymkXYcStSmllaHG1BsKzA5AHR7AG9as0be1P3QYoiSovvCmqXDWp3MwlbPZsK1SoFCVZFJJISgJJUkIyBopw5eXSpgScyJutqu8aK63ArLNIxrQV/CddnwAxWYOVPdxCABLbJOUKbSHknTI5c7PX2b6BhKjGvV3C8pDeGpqlw3aW66iQ3TZqFoQppLw0ejlKVJQogKQVKbdSlQsAE0l13erjBrFsSVzWF5rsdqUlYQioQllLjJUEdJcCbAlab3SCLC4LJwNAi7ucJVre1XnotOeeadlVn4ASuVHQF8N+WlJs+4WkITnADiQLELAy7OdsZhmrHuVu9ndFhfeXWaE7i15it0itwJFL5KQ/kX8TqSEOAhTchsgBKiTmGhIUPio3dTuzqm6Ce3heVwKvFlVtMWPClSMqmVIcKULLYADSgi5S6wogkFJChcJa++2Y61jfBjVLon3KbFflNKiu5VcBCAkltBBUoAqGYAEpJRfRaVAD3U4woOI8RsVmsy2JVUhVKZ8WO0WmJTqXHG1LyklLUggdepbeUgqFlgk1esQiqGTBmkcePcWBIw409TnmJsXLKhzGFOpcYULgKAsL2FynvbUbDWFafS6NRnMEfayLKhP5VtQ5rq+AlQ8kPaLZUCAUrvYKSm2uhVW/wAZxHWfcW8bCUtbC6dUl02r0tV8k6EsHLmAIUy4S2jhuoJRnCFBRIUg9N1syje614cxlUV1SqQULdpFZYyQ6tHaWu3DeKUpQld7XTqw4eybFGy1lYczN+m2vwZI3l4ddw5jJtqLVlvzX2luoddQUOqQSQUvEJCFm4sSQkk2uAdTBpeI8WxYDkp1qLO5XqWiB0vpQiwUSnw529AddQRextf8qglcq/VMWu16bSG1KWqUikLzMoScnFHCALa0kWWDp3uADcWuBn6DjeLPa3X1ag17gIQ6t2LPQxMSrIMrmVSRe6SUL6gRdPcE5sA9CVbmt5w3wOP8SDp9pzLivYfo2KIESVP/AKUzx1Lj8kp1hTyCcwBYVbOoKuC2tOYgnKAQDtb4Apu76fF91/ZOsU5aGk53UT1ZW0nsT1lKknzSQCLWA2F8OYRqkWlvtT3a3FlSpX/nLqSsqI8gm92HFAhKXCBZKVFu9ikpuNiedNgVSBzUVpfvSFmiz0pYRzTayAVLOUhTbh0KlDO05ZKlAEi2tWn0qY5OPzyZXdfXnP8AaWeLvZ8oNUlUXEcXENRoMqkOqU1KgSnI76kKTlU2pSVZHW1DRSHEG4A1BGt+1g3BFGdbxHS6JFXVGPBNi9KnH7a57KOVSvMkAXN1WJB2GKjijFErDkCVA4/HhKS1K+FnaU1rZ/Ko9JAFyknTUgm1zPotSgY2qblBaq3uvEMrI7FTkPLyHUf7FzTrKALpWFGwsSQCANrBZ7kU12XeTmcZ70+VVPvWE36vS6j8dfJPoafiqvZ3O2pSbKJ6iU9zckAm+1U7uwi4Drz9Uo0t9+Kw7ziedUt1amld05k2UhQNik2IsNQTrtTuYvx5QceT93OI4j8WrrSqVSJsqLnhvJuElhRBBIUPCpKzYkpuFFCSQ4xxe7XoEBqf/Rc2ElK/BzC2VXN0XsnitKSUkJUlKiNb3SUizainTjLGXZ+03mcQNqlSw5S4D+I8G4TySpUpLrU+O+3wnnc+VaXFpN0XBIDhAsCQsAFJ251fetjKqcTDnKI5qU0pFORVmmUTYcy2ZLaHELQHQO4JQA4i3UDcksgM0Gs0Zzi0mVRFoYUuZFVTXFNPZdOIypIKVEeLquQDqACsFes7vMEVmqONVmrLr1BWvmERVQ3VKgujUltQuMn91JBCrkgkBRaSwOm5Yf6qp15htD3fYtxHhdvEdexPS+dYhq5yAiO5ych0J1K2FKK2yeq9ikjpNiAQVvMw7QcObqualU6bKp3NLkMQ8xmIj5nPiNjh3yg5yoEAi6ALAZVJMoeH8OO0F+fF3kVvEtEhO8J3LKRzkVA14bisiV5kA2HEBzAJJ6hfYrw3iLC9Ld+4OoqP3fJxXXQlMhNrALVmUgqsTcuZQToVZrA2FnxDV2jGF5mSqBvErPs51Tn6NUYsWFKmLU6iRFcWxKYNrsuoHUFJKr5kkLSbmwBKVaCwp7TmA94OEnKpi2XS8LsPuqhplSp6X6TMzXQAJAyqazDtxAkHMkBRJAOfN+xoO8GvPwHcPTaRFW7wp8OpQloWytv9G+ls6gDVJCdbZSBpcqDGWAmsJYSbi16oTYWFK2pSYUhLQkQJT7ZUeEsgApULnW+ZIOYggLIYD4lb9Kl3JHM1tTcP+yruvnuYcdxYxCqlRkcwwnmCpb2e5yjhiz1rG1khRABtoRsBb4937uHKpSZ+7nGUKr0vEMj4TWfjvsryDKEqbJDrSgFa2CkkgXvqF/u9wD9vKXEi4Sw8uFXkIY5ifKWVtOIQAGy4QAl5RQAnOSXCnukkEJLqz7TmA92lUl0feDEXVMV0VaY8rJDCJzKLDvJT0uJICVoCyp5OgKgCABMyNwBB1U2VEHcT+0HME4a30/aOXVGsJ1RdBiu9SoaHFu8UAHiJYCPhkp0OZxJJAIBIJ21PgioYtdoK+LTpUqLl53Olpb8htSRdwFoJCswJTnbAIBzWVc65xib2sOV6vP4ope9OUwxKUl+GqK+ID8pAI+UnhuuBZspDgSSq1yld7t9vElZxlFYxHQa3W2H3GGpSZsXO1IV86XQggp8I6wUEC9iBckx2/mOPmJOpYji7wd4OIcJYjw9Nq8WLN4UflWiw6lpTYJDxVYOoC7qBcaKglZFiACH7uohNbvsUUWvUGrTZS4TS0RYC8iXWULCErbJA60AJSASR6WJAAqpVXxliie3VKph6LKYirTH5qUscVSgR8M9BOUixFyUg2OUgghptUDBEqjOOtbvYUWqMOpVHlRZS0Zl3FiU3GVfkFAG5ABzCw2SsS8vlCAIhqe5jg4Etd4GBYG9qe3XpXNQlvo4qsjQSlSi2W1ai4SrKrUkEKAUCD5rVmZS93MX7LynUUjOpTEefIaK0KWlBKUKsValISrOkLIBuUJHVsxcO43i0GvU3C8V5fDqjTuaLKWVpS6CmxSSelRvYgWB0Hex2Enq7hee1Uvtbg33jFWtbUV3MVJkMFdzGfbuE8xGKjkVYlSNARYHaytYvJMRS2w8QCrW8HDk/FtJgQJa5VRRKaadWh8ZFXWEpcOpT1EkBQJCwRre1wPfdvL3q7uay57molLqFPXKQ0p3NwlpSoIJacbWMjiCFWzDqSVgjS5FRiReMouN6FXqDgNcWnRaimOhaYq1LS1xAFIVZHxGi1ZQBAIBsSTZWztx9uNr29Dehh6jRYiGKDV1omTZTrR4SuC0M7QN9HbhCkpN8wSSCbKsgda3c2g8/iZ2/ZZxArBTVUrMWJKlM1FiiIyvx47vWuLnyk5HkKKFIFk2UCCL630Ipt8db5Wlz6XWZc3PCXzUOUprpTqpxLhbykXKgAVIFgATrrbRTmA3cEc3hfisZ2E/d+F0NKV8p8wCRa5sNDqDa+ypfwG1i2fzVZob6EL8EjnylpzRQU2UXulQN1WIBVc2JFxtNvUNqnHJHxGBqG9t8QSb3hV6s4NiSsW0lhiqcLhSuE6VokJSAA4DopV0ixBA1B7g7B+E8QYXozrkWBTuShPSFc7Ha+E/HWSSHWFBOVRCzmAskg31JG2hhhqA1heXhel0SiVvIjhNNSklKmVC1hnbJWgA2IKQAD3B1sjKfu9ddqjcCfSVrXkdS1MjpKVNrFwY74F0OECyjZA1sQVBWmN9S2rcvSxBHsGatPUKLa/1ByJMaxZXqDVOK1iFFbp1XUl2RHnxw0tSU2CXWVoGVSgNVDxg5iQLkkvrEWB9raNPdiIfivuodqPFX+kSpHV1AZdCMwJBv2KrAWW9NwY7S6o5hyvS5UJCH8zTvCC8yLiyCCCgnQKCgL6jpB02dCsCNOz/f1Ld6KXD4TuRSFcRFhYuN6nW1jcAK6dbADZgC64+Uy9VhrPA8ShcegUHDlaozvA5piqLjsZWinjMF4FFwdMxbJC06EEHzIJlTaZhKgtN1mqS22KcvKhLTsUJW2o+trg6iw8yewuTavxliql0ul+/qpTos19GRHAQ0FOpUDZt3tmVoAkEklISkknQ7AiIdexk770qjS36j4mms5yMqsRc6WKgLXVobeXo+rbGG/mUfYq+ca9b5p2jP+4WuP916EJ/tEgaenbyHf89kg9iTGVGw45iOlxGWH+viqzFS4q+tCjlUCchVZWoJGt/UnlXcn/YhhpqItiUh9CVtLWM6VAgXCkkkEaKCgQbC/e42DqAapXsUN0bgt8DjpaW+60laFKUog5m1DXSwIIsB2ANwXeoGu8KpiAG6RdzW7mVvzrL9UqkuVx86eO7Hj5YqVXvdJHznv56ka6W23TgfA+Et1WHG2pUtiEhhPxZUpQSpX1JNrE+pOvlrpsoK/vewvuMgN4IwHg1C6uhpK8iGsqWc5va5uQkXKhrc3IzXN9kZiHGmN8ZVmfPxlUJq0IhLlQ2pTQ5WO6kE2DdgUEpvlcFySSFEA7A04p067h7hMbZoTfH7RUWlwJcDBv6NhCkLmuoypzWNsqVC6tdbkAC3YjXbG8wV7FEpuvVmrLlLm5nUOynz4r9Sf8QsPLsBa23DEVUxRPiuRZ8vnV9S8iEhTDzSgQMwNuoDpABHne+1esxXeG01E5Vb7WSVHStfAcULBK+GSUpVl7lNgcxJAOpR12trBBMq2ByZyqVM5+U3FaqOf4uRXC6lNq07Em3a90kedvx7xKLyrvKtZ0RUZk5fCrMT2Sg66eHKLnXztfabRk0Zqe570zrzozrydS21jwrHcHvYg9jYg302ZlcoDuN4ECLg2ko4HCTxeaslKlDxJJXopIAQdQRckkaXBtLd3kyeIZCCvMUphRapxOQZQw5C6+KrMlOnkoAEjv8A5X2am6KmYcrLUuLi3FkKFFc/qsxp1K2EqN8iF50joJ+YELTpcWuRdYF9meqf1qvYnolOYXmQ61xcysqtLXKuki6h528idRs4cI7mNzeA6M/FrOMYtRYf+E61IfQtLifQpACSex7E2Hc9ttDT17uY1UFTmZdxLTcURazLawvElPoiynUNOwrvpcavlS4Am4yKTbW4GtjqCRAk7nd9O8F2I7Aw9NlZ1JRzDqOXSlPYlQNibeRAV+IuDtuGmYj9njAdGbnxZdLpzGRWRTDXygW0te+g1t6a6iw/MK+0julxRWXKDhKXNmv5FLWpqOUobSLaqJSB5ixv57XurrRSTIs8z4xH4J9k911pj7eMrYqiE8JPKygrMgfMe9wLi5OhJIA2OmNxMXC8+I1/N77+isZvi5m18NJIJsFWPfW2gvfv5Rah7V+F8G1SfKlUlE1fFU007+qpPyL72tppa4JvY3uKqZ7cWI5VLbqlGwxRGEL6krUtbvbuCBbKe1xe+oP0287oKLNxu1DHknA9YHxJH4h9VH6zRp7bWEsEP/osudbTbXTbw27ix09Pw2cm66G67AY5+nLiypSutC1BSlel7afTz7bZWie1Zvaqk+JAaiU7766lprLFKlKSqwHdRI9dRa357aPxDvMi7ucES94NZd/qUXi5EdKlLtewHqe34n8tnGopNgsGcywfbK/2nt7W9DAeLaLA3fbspWKIVLhqkSlJScqZCiAkBQGZKktjNmGo4nby2i4D9qDFGMuBFqlJm0SavrXFmQnGHW+/RmUnKrQZgoHUHUAjXLGLfbB9od2vcWLLhMc0vmFx0R0fDQSbIGa6rA6BXYWUDrqW9uu3k4yxbFgfaPGK5T8pCuKlqKzkbUADe1icpJ01NyCDawvri5FXiVts3fbH3XsaOuxeK7LcyI6viqzZb99l3QXHaziNuvVTj8kw7ni50BWZadQSkiyk6eG4uL6g22h1tus1R1jlZbDCOOlC2nb/AHhPmE2OnmfQ22JaK5RpTXubm2Is3OpbDTvSl63iQgn5h3t57Dor+pbe/qLitz5zRGE8XUzE8X4RQiShPxWP9R6j9489utbwfh2sjiyoaEOf7VvpV/wP57I7NAoMVisu1aVClMu5uE00c35G4IPkfI/uJVh/fphzEV6DKriIU1z4TEp1rI08o6AKvbKq/ncA/TtsV+oaSq36feN34zzH0bcvlP17A8XCWKGJ8B1D7D7SurwrTbWxt39QfLXQefnb7Q2Nqzi32h8Su/HfhU6suwI7S0lSE8H4evla6QT9PMixPoWpqqUGs81WXs/yJ6ypOUnyH173sLjzPfbFmAp+6+fi2u16qVFhdRrdXmzH46k5eCtb63PMeE3sDqL5hfuAxa6MJ3CiHW7beFvLnxeVn4Ioi2GUfCdQ65mUgdtVJA7W6Tc/U67feJaXPlT2K9RsG0hiavMhbqWsnf1sPw17nsT22a1JFLagMcgyhCMnyWV5eR/z1125zKhFitONRf1cmTT+NO42GOnVXjc4ihUTOdcwTK4T8+qS30VRbqVcuu6s34E3NrnTQWAsB22AWtzVZqk9x2e6+wwvqTHT+z6Wv5D8idtOzhzTvF4OdfT/AHv4/wAtvyLhd2f8JpnItfyap/6fjtRehaSlzZt5/fmU27mmbsYYSgbvsGv1ml0lEpbEhCJEhfUtnMQM/kTqr66X+u1S2mVyrDXClcfJndVxRly37p/DxG3kO2mz4xruqr1Zpb+HHc/AlfN/asvp7elxoB9R+R2z5V8aYj5X7L4ora36vQX1U7hISE9IuFcQ2zHQpUk3sQbW89gajp6E8iP11IV5hlu7xFFi4oblNUlEphhPCXxUhSVXBzCxBBsPI+o7dwY4mxJQcOOv1nDlQQuE+60h2At0KUyq9jk+YgHz1IJ1JGuyaqGOp8WlsUaAywwyw1wsyEdTl+5OvrrYW1Gt9gaVW3XXeK690Ly9C+pOb6XvY/h+Wx66E24i1loU7VmhMZY+wbKwu5RsG1aUhcr4ud1o5mVKvdB0AtfTTS1uxuNrLBO9vCWF91Uvd9WcJoqj9RTklSlrCuIo+ZVqoEGxBA0NrWG2Z2qtK4rfK5/8a7/u/wCe0lufKa+K7LWvP/Hl+GztdaLANaY4cHbwncJSvs5VKstinPqV7uqKGipbatSlLlh2+XNftrbyLio28RrGVUpuF942GaQug5uXfQhCuE4r5XjmB1BAN9LC/ptktlqfXmuVisrfR+qlOfYmo2J6pheU3hysy15MmWLIdQvpt/ZqP6ouQCBp2JItYDeDe+Iwj91ZrvGWH8UUae3hegu1F+kTU5I7qEiQinq1ICgo5i2NLAXNjoCNAup27D2gsOOsVnlESn0O5+LSXVuqyJ1BWnKFBduysp/G+yioe9/eDFrPIRa5UV5F8JacxVxEHsNf/JB/fe+2gN3XtB17BrTlGxbEm1FCFq4UiVZK0p/xEDMn0v28iNRsC2pHgjz7iZxJVsUY8ny5TtJ49Rhfc57q4pSp5VrJzfLxBok6gn6kW2kbjsPz5U9yqUvgLXCdUl1pSEq4n0N+qx8/IfuJrvexpQcW+9q9QWZsGr1FhEdakOtcKQlJ0z2XqQnQKIJsEjtqEjg/E9Zwa1WvfL3JTVpV8VaMyuKeoOAixub3BvY5vM67Y76cVOYyK91fE1DX6XyvKVR2nLYffX8B1aApTauwBFrkeViPS42AKpvcpfx/fMTlVsdGWElbSZS0oJz8FRzIPr6G3faiG+zFvuaC1jJ5FUhfClNSnUp4rlhoQpBB1IsUrFz6DvtCp1PwbvQgVLFFZxDyVXQ/lTS0NdKmiCUrC9SSLAKGlioWJBA2C2xM9gcmJYKnBlfV8LUv/wA42G4kWaw/mQw6voRofTxJULdrE39QQdobGAMR0Glv81TpyM/9rr+roU2tp+P4+mwTRqxPwRiOXg3GTq5UKa6pHHSr4sV8XSl5BJGoNgRexHfzGxhT97uPMJRXIEp1FUfhdGR2+WQkdiL30I1Gpts1WNrR5Ldsjbl8T1TDmI3GpXHRFWpSJUd3qTlJ0XY9ja1z2P121E1BwRi2L7hxHSWJVOldKFLQOlR7FKxqg+YOm2dY2+LC+LXW2naGil1HqytSkISlK/RD1rC4UOk+QuDbsV0PH7tBd5p2I+xkWmPIaV1NKT6XB0t5KNgD9CdjEr6IlSdxzKrfduOo2EmuLAZlLRm5dp/VSsp7B7yKrdlaXGmu1GrchKo0BufS3VyqRNy8w14lw3QBZ4DzQbBKiDcD6XO2h6lLdrOF3JUXPUYvC+LHUhK1ZLXyEHvbyBJt3B2UlR3mSvs43AwbTkLm9TSISuhKVdi2sWzJIHlbXS3fVhNPSq5A9wyEMZ+UnAPKxW3eUYlLyqaU6nqaUo97ggXPobAgAEbVuEt4NU3VY84UVlC2EL/qFRT1t3Fjkvrl17aggkEdiAKLv3xHAgS3XcPVGl1uiq+8Ql9TT0e/dNrHMD2Frga9gAR7G+9CBvGdgVTlF80wrMpeULSpNu6VdxfzSNRrex2uFA+2HKss2biWoY8wbWffO7Sk06iMVdKHZEJKiumuOkD4jaLAtqOhCRYEXHe1scY9oE93Hk/Ec+hxaDUaivM/FhJKITzouS62m5CcxzE2IBJUbX121HUqzPxbuHw1iNrjwqpCQ0ji5uiQj9GptRFrpKgjvYpNjYkHaq/nE3S4t3fVbd9vfofuuo5VqjzcuR3ihFw6y8Bo6DqCCc1vPsRWEu+yCsrLmZjaxNVMLynGoEtbD81pLTvX0udrEi/cWFiLdtn7udxvFo0Bt2fUHM/9+/4n+P8AptaeyJR92u/3d85uq304Zi/aGiITMo1eRA5OXKhkmzmcW4qLgXBuNewIBDvTuZ3abuaW/AlUmLVIr/Sp1SAp1StcouToU/KruLC5JFz1usGiTLytlZ9CUi2qNi2K3zTLa0Ly9S0jz1H7vPYNxv7NtGnwOapeJ34T/V0qQFocSfI2sU6aXH5g7E1WlyqM0217pWxF6UIkeJOXUDqGl9PxNjYbfcDFzrv3Cf4MnwnUdSFfgfXvobEem1qrhfWHX5i53L6mZsS7h8JNOtyp9QX7xp3iUh3pV6aagEeSu+pGwZWHmuL7miuoWhHg/wAQ0t5aW8tn9vW3dSqo05PpdQfzo6kf3fP8CO+h7eu2a4mH6pAr3uuV4+L/AGq/Fc+qjYG/mTbXbGsq1a7hY2QfX7QFr2WcEyPvP3Y4tgYS980tnnYS3eE7Ij9XLqV2K0jUI/vC4HnY2vOwNu9lUHDjEqVwJrD6/wCsNdSm/OxNgQDrYG48xY3BOqpXqzS3WMOT6cuKtaVNJdWrp4RABCh2WLK+pGhF7jYIxvQMb0GAxK5v7lKUnhSmneLHTqCEKCT0qJ0AIBBt5i22MNPqL6zQ4x+8fSgdrEKpcuLRmkO9C/Dk/wAQ0t5aevr6bG1Na/oZvi/1p9SUpSi/hGp/O/0/b32TjUaqT3aK7KefWwt1SOLlzIzo1KVaaKJ9bXGo0udn9QMFVT3WxKldHKx0qa7dSbXJB8JtbUDUWI0Oydv8NoaST7/MTsp48YOyIvC/+h24gcL9LtfTGuK7xf8Ayv48v9NqWajhfx6/x/pbb57YgrcpEnTxkul1RqK63xevIv8A8169h/lp9NjSRPgOxeLxci0fqK6tO35g/nsqJL/8fx/z25pqkpr9E70fx/Hnt6DovWbOmeIGQYGrU7DhofU+LyDvF+RfUnJ4sxPYi/49vI9tiF56K7F/xp/8pP7Pp+/YIw5WXXWnGnf8ebw9P+Wh8/S+0qsY5iwJUSlz2UZJWZKP1s34k2I+mnf6jb6r0zqKa+kWCaVb7xxGJPxdS8R4NcwvykVD/CyfFWEpSoWsAspOW5HTcEJOhJB0XTEaK1S34ErOxOYWrxdKla9iOxsb2I/PbuzVmqXVGJTsRb9OmoU0p9pGbh9wcw0uAQQbXI+vbasr2JaW01yE974/Ulp+OsJWpBPQuxtdQuLjsR5A2JcI3GP8uMNI3INO8SU1L4C8mRSM/i0ABFvMefe9zsUYJxDi2jcP3DW5tOfiuqzR+LmYkNAi4Ug3TbzBAGl7EWtsocQYjlNNRHYrWda1qQjgX6lDuPqRobd/O2u33Sd4MXmmP6W5J9C+EtDvR300UbJUDcAa2J07i2wKs1WZBjWlrQCb1RP980tifwsi346VKT4k5iOofVJ7j8tdlfTn8L1mqS8JSpbEKbCkKadQ6sdKVXyO38kk6BWnYg66bCG7bfo1hz/s5i2Wh+kOKS7Cn5OuGlXdCh8zXmCOpPmFDwintPQ6zhLHlC3jYIlr5qqRV8LgdcepNWzLaKgcpCkjML2FiDmToobDuttfEvXmt8H1ADfXhOvbvt4M+jVRngP8VLqF/K40vVLqDqFJOtiCRcEGxGg/Ej1mfFblUaXnfhLTzULKVcxHPitbUW1PrcXGoN7jeZvCpe9DC9Nr0DmmKjS2lRZVNfdzcum9zwfVGawIFiLpzJ1BIjg2uRWmualRH1sdSJDTSylffukg2B9L6XsDbby14FV+fiK26cI+6FWMKLPw5Abxlg3E1Rw1Xs6ctUgO8BMhKrdMpogtOgXI1QdDcakgj8XHODS7Pib2sHMQZTyErfxHgtjLlVqUSpNMvZQBP6aOq5NwbAEbWb+8zBGI+JRqXUX5XKpztNPp9CQpsntmNjZJOp2h4Exzuv3gyvs5xl4eq76VNU1cpocrKuTdtK9OG5qboNwoXtqNNqmxwvI4lELockcRixMA4SxHubntUblcV8FS1wsUYXlcV+K6CSkyEOKKm7GwU04kJsSAdATW70uQxlu5osWstZ36i0lqQrhZlpkIGjmVWuYKJuRrobEg2IRDo7UB1+qQKtNwxi6grWtqt4fXy8pyKns24kA8cIsElC0qujLY22t8abwWq9hym0bfTSftRSJTqZVNxzgPhwKvHeSdOahfoJV+rNw8pIzWsqxF27dvriMcOwaD1Ti1SL7lai1GLKisJShSF/pWVWABGYAi4FyoEgagg3IDQVCgYow43Rp9O+9PtJdjx3UfMNbsOAFTblhmAuptQFhYG2wlEwBWd4EZyfgPEOHt5tBipSqU7S1uxa3TV31W/AWOOzaxBB4iFWUSU2ubitue4WqFKpcubFepa0tLSlZSpNkDUEk3BOqVAgg3HqCtqSNN5GTaFRhBAx3Z/Eo1ZpL3JI+E1NRHUt2OlRKigFI6mj9DdtRuEgZkhnyMG17BFBgRfutRpaGkoYn8Lj8NojMUlzxBAvoFHKnQdII2qmcUymuPVIHKrRKzOupS03lcsPiENkZc9gbtgJBvoBpf5o+8Gs0aU3KwlUERUeJqOu6WuArUpstPbsCk3KQDooa7Zv1QvbbiD7iNwYBVOvNSsbuQIrvJPoR0tNK6c3kW3Em7jd7FN+pBBB76k9AxJQWqp7mxvSciJT6WlSkIGRx2+YB5tQKQSE5sxAscxNkkrRCxTHo2KOPXoGA/d1bgyFc1AiqbfjqQo3U62EG6Ab37gA3B76QBHlfElVnD1Uz8JKHciFK40W4yuEZb52zqASSCkKBHcQ2kKOLAOIY1beVhHivFlG3QOxKNWaGj3Q+pUiG7qlDardmla8MjRQSDltYggEqFLjuBg2vNfaNqoVFEWqZpTE1FneGu1lqUm11o0BUQQQDcnS+y+xuazWaD9l6NLmr91u8VFOrMVSFspBJPBWlJQoC/hskdRIyEKCqfcxjnFGF8UN4DrMtCKXV5CWmmJVlogzyn4DyELsdTZJQlTZUFaKBsDsVhlTgw5Q7cCav9n739S93Mt2s05dUoj8hSKjyd30tvgdE5ABK0FabBRsAdFEIOpG67gZqLWX/ejsKo0uU+mU0/4lx9Be5N1FBtlKTmFiDY22+ou+Kg7voDHvSJKw1NfkKYdfgNOdK0uWW2psZXCm9zl0sCSQoXGzroGMt2u+SgtwMU06LUOpcVqt0l9v4iRYHI4AhaXUqIzMOIStJ+VY6yRTn7plvmqzMVuParFr0WJAis54THU7KgLQvrGqEKyk2FrEkAC1728uFOlysORef5TJFioUtPXlU2pI6kpUexIHSToTobDUG2K9zVL3cyn8UYXqFLqi5TSua4rvKzVWA+IrMrK8MviVcEAAWPkvZWG8UYtaci4jdi0enSml8JbSeOl7/DmBCT6qN9bEA30W7Sd3cfc5V7r5grXcSwMeT25VGraF06a0h9pbV4qm76KbcAGdtxJ0N+x/HaVgyp738G15vlYi5q4q0NSuKltLsqObagAZV276BNr3yjXYOwpQpWA8US6XAdok2Kj77CVKaWniJ1CspSbJsRoRmB7EGwuxMZ4txbWcOOV7DkRiLUaQ61xWnVZkOJFlD41gQD1AApAHqQL7Old0c2KiECaah4l5CjOYjnxOOvKhS4+qcyyAAlJN7LJNhe1zYeY2+Im+3CU92mz6M8tibN+7qhzLxVytSMnX0F1CrpKSdDaxBJBTO+jfW1QcL4elUuo0j+lEJ5qLMQFtSmk9L4BGoI1GbS19QRcbFO66rYI3tYNfw41L+9IdTPo0iQvmGnlBSVORFLJKviNpJbsVJJ1TawBSuSz1XMarRu2Wlvj7AVBxHVG6zQcZP0GVzSXVQp7Wbhup0uhSbK79IJuQLgGwFhKHRt4OHMUe+cOYhhYhfiuqT+lC/MhTZA6rEDKRoSLApNrbGuNKJhyfjxiLS63wEcqhUqEpZzsu/KjMdMqk2IIJBI0JuAOUGJQaXPclUaIjj9EdUrhZeoLJyrNgdDrYg29QNdvKa6rWPd5nA+CD7i9u+p8GX5ZrLUWJVJVPWhiavIhM1QfYiqOobK16IKblIS4mxSR5DLssd6O6vdzXnYlU90owNW2ELTkahLfobzpslWZlJD0a3ZQbVZsKuMwN9nTGxS1hKjT5WI+uE+hKloy52sp0GfKNG/mDlyQSTe+uwDi/Gm6+fFbxRFp1UYYYjqzoQv4VQji46SdQ63lNrgJUgFHSchD+l72lGQc5hq3Y+SxD4T9maLhLEbdenxJ0J+KlLsWHKlIqMBScpOePMAHHaGbpDyUrB1JPcPLCOEq99vKb7rrkqKh+At+lyms6HY60kKLT7ahoBmAKVC/a2lrC8TeBPlcSgz+PKonNZGOL8B+OrOFBTK/EhYFgUquFAjpJIuw91mJ2qpvBpLs/OxNirVC5hqyUykloOJ4rfhSSlTYBSSQQQFBPw9trQ3fUOT8zX0jNYfOV2DanFxliPFkDC8Ril4rQpTVRYnyHFx84CwXGHLKWtpSRq0QVNgkAFFsjRwfhLDmCMWsSsUS36W+uOhGToXDbdCAlN3BqqwISlXQcpAJBGys3vbja9Rt7VWdwviFhhGKIvOtOuoWw/FdBIsgoIS6oqOhQQsEoJTpm2APaG9onHmDXaTgNrDMqr1R+LllTI8ITEJ1AUtxIIKlHwqSkgga5r2A3g+0eU0MRt7/MWYcnz61QftNFhe7kKTNh8XI680rVQTcdaSSCFAXCgATY64ox/Ua9uvdgYo3fU5D8WE+pciO6lTaoaSQHG1skgtNOpV42wWwFAkAAEmOF98NGgNONb3qT73oL+WPNapcrmOGgkhDzKZRDhAvdXDXcKSQCqxCr/C+LdyPvl+BiOt4hr2EX8j9BxLAgIkSqfmuFRpkR1oOqQAcpsF3CyAkABWy12qSrzMKF8cQth79MOb892iKXjfDy4VUpzCX347VlqkIZzOF6PZISp5lxWclCUupyJcCcoWCn6HvDxbgjeW+1hd1+owpq0wFwmmgpMxhYTmHD0Sq7ahnGgUMoJ6G1IbtR9m+DimoIqG4ioxZ1FpjqZHNYfdOaOoD+zj5yplaBazSVXIUbISQbisjC2KMJYjgVmsy1sUVipNQOfXDQpiHKC0WjuKRZTaHLqyZ0IcSsOJIeSQUoPqe+f04saNsdO6yJgiA63WWsMPyprGWKqO7IbWh5K7FHDbk5Sw9plCgSFAEZjYgB+8vdl9qIv2orMuqUSLTp7q/wDzgrVHjpIUmzzja1cIFJ1UoFsqAVobqMLeHgmlfzgT69KraK9u6xDRm01RiFIcj1CkugoyuAptmYshaioArSQkEBSQVNvC1Y3fcrRapS5dRm0tcdLTsp2epM1n4Q1cWlWWW0UqyqS7mWkm4UBcbOJgJGqavxM0Un2THcR1l+BQcZU6qRVx3aohp2K40l5jOCqPLiqUVMu2unjNlSVgJUbhIKRL2Wp2KMHe0FTcMYXl1ep4UpFZdiuodtK9yqKVNKDbt7pQFnJlBUFBQVocxO04GKOLiNjBrTvu7ko6ZVBrLqFcJ6OQbNqeRZba0KskLBKToSLgpK9ewpPwbjxis0vD1BqP9LJmTJFEWOYS6t27zriGwhZUSVKKi0Ek5idTcFrIl3q+Y7sVYXpcXeM/vQdq2SFVISUTYv8AZJkMnV1YSA4lRaISU9SCUpNge4V7Q86jVmBu9itVFcXPVE5ckgtOpYeaKXitIIDyQlwFbagSBY5bA2I6vSqpjKqYww460vPSOSq8VfFWjmoa0Ft4BQsc/wANzvYE5L+Wyw37YWn71Z+GsUbvuOuo4QVzqmMyVqbkZwpLobPS6psNpsLocACwATdKTgweI0KdRIO+ndfU93ON6Jx8Q4DdS/TncxafcytHgvxn0ELaWppRRnbIKSe5Fwc3R8F/zX4tq2KHWqjW6D0yplZozWae20+nOp+pUtAAdJXdRkxRdRsopAClbaVwXOxRS99PvSsy6XFYlQmGpUWKgoS8vrSJSVE5QFBCQpuwykKINiTsCb8N4MD2X8Wr5rB03EMWc6qVAa5pKXWYr7uZbbDjiglCW1qXlaJKR8qkg2Euu4TqztOIGsbvd6HCbrOEsQ0ir4exJI4tJmNTPeNGqjSuotrTmQuNKOtgggKUkkEKJSLenbuP5vq9Usbz6dKpa6jATFUwuUJ8JuQgK6WV5Q6hDqLqU2tNjY2TclQQ28rffhzdhiifK3fO1ig4bxWhL+KsFzY5i5XVjOioU8LAQHwCHFITYKUnMBchRMtyysR77sES8UV7FnvREKVyXNQEriqeSBmZeLZug3QoBba0gJUVWtY5lwm0y+3LQ8mb5KxiiU/u+3fbp8S06vQvvi6W7N5XnsoUXV0t90gpdSnpLS7JcTmSQBY7AG66sbuZ+8ustYcaq+DcQ1WFln0utwPhKkajNk0K2T8VKywVLbWMwBRmA0thqqO16A/gPeMy+++uElqk1lCci+aZ/QniC62HiSClWYpJRcBPbZU4SnQMZNP1PG9DXjWK+pLUyfMpra5Ck3SUPL4CAQ42QizqEocSUJVdyxCScSNiyNuZxHvBrOKGN32PMJroNIflJa4rUwyqc2tTh+GDoppCxZTToyglQBPkXdvY3KbuaPPfr1TxlW8N1R+O0mVNhVLLxkIuEOqbcBQkglQUoFFxrqAbLhrdtAwvij7bxcT8OkcuuLNa94qytqNkklDgLRS4mylIJAKwSkgKFrbGIlT4rkCvYm52lwo6Wlz1IUt2PDtdF3L2TYkKSpxJBGiyTlKZKI45gnq3GUlJlYowvWZ+F5+N/ePESt2FNfaXDXITcWQtC7hKtRdKgttYIWhYJKDIqkqBS4DFeoOHlo93Ote9FR5WV2Cq+ZKnmVG6mivMpD6LJSAoJc1BNPNZ3jO4SiQItQp1X90LyIW+0Y63mEk5XIyiktrURrZsoIzWCFXAEnAuKYFUozkCqVZ9cJC1tcWfHHMUd0jraXlTYxyQpKkPWGpssCyBjW6Uo3B4gmpdOU9QvrO+yg4tdpsXFuDX11H9A1NaQFLcQoKuQpslDragAUqBub2KfM2UjGm7mVS4FLrPvFCJspUKK/KYcaQl9RsUlwAFu67hXayhck6k5y32UmqbuqN75oNPlVfjKUvj0uUX0RUKJu45YXdjZlAcVSOM0Vp4pIKXF0EDFG9DFvEi1l2roiraQ66j4T62ZSUJPUjVL7SkqCcpUCtNiACLG9elrYZPMEaEt5aPP3w7ijEfubCWJs64UV9qqUFc8wpkhhLmRa+A6nI8hDg4a3GnUONkgEC4Btd2mO2ncBuUbCVcq/vfD0/lX6TiZK2qpDQFALjuLUAXMt8zbtjmRlvY67Rp0uVhzkMR/ZiE/wAeOmfzC2FNKZkBBbU4iQrMjq6Gl3UFJOQLJuFDgrG2HK9A5/FGE34UqK7yseehBafhquBwS8D0p6rlh0hJHUi4BIaCqFxLimp124hLinHjVGozlUi09GJau/lS601FQh9TQNlIUR4sicytD5EkWJvcQdxGF8ZbtGGsOf0ciotLW1KirKkOX7ZgRcKOoUki4JULAG2y5rVA3jfZKW1RqTNRx5C1olR0olK6kHK5lC+vskdKgfEUk2KCo4O9f2lsEYIl7uceUmqUv3ohSYVeiwDnjzUkZs62yEkPJtkUcqwQSQoXLZk2RisJUMLDneJBoO6D3LhfHjXvvlV5GkOrRIWmOrRfBK7kJbJ8BukagAXzbfEnCTW8DdXPgM0SFWqcxUWnV0tC1qzIQoZCppWRxCklSVAgEJspJKdRsnF7p8RwHX99OPN7r9aq9IU0+7RJi3GJvL2IWEuIWQVEgqSEICCEKBIvmSzMIVul15qXvBpb1Up0Kltf0XFVHczSsoJDakJAXmUbIaAuohWlxZJo7fiGYrKnE+LqpuRwkxhLdpEYRV6otLHCTd9MVKVdSlAgHhN2IbBCyFKKtADZSUTdnvM3g15yqYi3ORcSLR94zzIrchSkteNIUwVLU0SCeGtIUkWskABI3BuorFUx5AfrMXBFOpC38vFVUnW1qSq5zJACOKhxB8JUAggpKVdyRqjbloDWN5eKIFcqlIqj7qVSnaTKLTTik+F1gIWU5igpChaxNwbG5BK6eMwJYD7oj9z0r2fsU7wazuca3fYHwrXkReagIqlLZfizFlPx4wdCQpLgASRYapuCLoI2a+A90FegV6JhyVSYVIpcJp1cVMOeHYqmFZNI6wcwQkITlSbLSAew1K53vYM3VUveW/WZVWm7w68iQxNkNItzsdQKUl5UZGRJABSlSwQoApJBFiXxu9x/RqzS2KW1h5ikVGF0NQlqzr7JPwVJALg1CQoJIuFDuL7Cezb8Qduo2JwIxKpg2gxeG1zaGIv6XhIX+jt3yjySfNINiCdNdl7vHpODaXPYlYSl1FD76PvTUd/iw8nopld0p1sQE6EDysNjx6TPdabiuxJUV9CfhPutN9KiLjMgkKym/ewvfyGuyqfmYtoLU+f9nmFrzKUh1hC5HGRmGYXQoJuPMDNa6bgXFszUal7XFIGM/P4mRbqWu8MSQxHpcqlv1T3siLV2OPIixZqCpDygCSEnMSbnKQL3By6nTZe4UpEXeDKq1ZdxvVKRN46UTaDy5TziU2AeQXLqU7ZOU5Eg3ubHWx9RsRSsb0H+nsG1RDDEdLsWQhoodVYdPQtOYOBJsLEEkqFiDYjWOqrRqpS5bUWJClSmENLQ6uKtaJCVL1bOVQLboy5lJupJISoWAUERcHpr2+xIz2VxjM+4mN8UUuf9l4tJQx/snZTS0cZYA7DWyz2tcm4sQDsVy8X4ywbF981muUubRJTSFrRzXLyGVA3BGikBQWBY9hobi42y/i3e3Pan/wDsJzajN4/Akc1SZjXLr7AugpsEkWAUSbgi19tExJWCPs43iN2iZ/urDvL8Li8utK0pNwb9OexKhoRc3AJO3j9NobqbzdYP6czKtYjzxGBh+pUGs0v7URa2isMPuqTIRK6ZCVkhJbcyqWkua6LQrKoEEG1tlrvIwhPr1Uci4cxZ7rRn6IshIWmRYE5b63Pc5SD3vYEaRMW12jYjgMVSg0NdEYlIzSlJazsOK7ZFFq+Q5rnqSCQoi1wdjTCzjVZozDsVmLKQhCFup5o5W1DzQrvlFinuR5GxuBq1VHUWc/3xAGzPJgZgWncWU+7zcqFW6QnJNQhISiVHI7hI7g66gEDMDobE21QRWYHP1mjS0N1Gb4FLaCX5Ck3yBZ+dQGgUTe1gTqTtDxLT59LlP16BiHlUIfS+uOhIW0pq4zIDw1RfzUQR1eVr7VldxZWeaicrLbRFWtPCrMpWWOyki4W5a/CWBoFA5SSO1yNnaqKNMTsQg/8AmXU7vtnXFFAqlU4E/EdWWxKi5Fu8u1kWzfUBbY6gklRAUm6gqwII02p6XXvc0qXWay6/zUJ1TTXNO5uaukkLSodRTpY3A1sLX02k4lotZ3jV6JWazjJ9CKC0uFVHUtJa5xohKyEqBIHVluolVrEgjQ7U1cGEsb4tYpdUl1unUukNJ5eRFQ2/xMmYcTKOtxsWPSFFSus6iwGig2jJmxVT45P+IMMolO439/T2l/HzKRCTZSY6FX+Jk11NzcC1yfK1wcRMYwKM0/FpeHmEP9XVxQpCkkdwQNL2tqTr63Ow9UcGyospyvYcqGHa90ZFusVEodkMHKsHI4lKkqHisQSADYnUbB1Hn16ltORa9UKcwtcpC2JSpSOpKrBaDYnS1wPMHQga2Au9X3RC+s5l7iupVSVFfi1TJwH0JWhCFFC27X68wsQb+ZIGtwLixrN3lTa+3lJadySkLmMKkLU78fRY8QIstJ0TmBuewse/xiWgwHf6eqlblRVwpHCaaQ6pP4hJBKVApykdxr6C+1FiLBsrdpihhqB96/RTYcprr8XUnMLaLBFikki9iNDsvabGbOJTGzkxp74KhQZ+8atVSBLlIlMLSwlrijJ0NhJR5C+bMQTfvobWGy9RXmq9FcgOvcBxbSkOyEO5VMpPzka2te5BFj522Gq7WcUYjr0+sussTVrd5h2AhgpUlKl6rbUm5HUSSlWYDuE6EbfKdyuLao05iPhVSLzSFJ6VITwbggk2IUCfPpKfqNLsKgbEuPLmSsWU7kMOOOtVxEqUwhSeLnzKeQSAc2W/UARYgAEdwbAil3e4eaqjrjtedyIlIUhK85ztqF+4BN7Af632n4Ywxi3dpiN+BXsMTZWHpTSESlOwHFMeqXEvICm7AlXUDYgqBv3SS1ndjFpbv/nQW/Tn2kuxZDToQ63peyrC+YDvoB9ATYLXaTe+SJRkO6DsHCkBqV7rrMthiUxKW1zjSl5JCCjpFwLEWABI1Bvob3BHjbEFeiwIFLo0SUxCYaUmRKh2UlOumosUpHiufobkXGwY7LrPPxGqzLQthErhO8wg5lW1BBFgb3FxoQTrpqK6s4glNc3KixJvXmQtDDvCVkI8aFXCTpeySACDYnW4o+ncAhfmENDOcyIUYonuvtNMypq0L6ltSCpSU3HoQdD3uCTe49Nr2n06LKrLlZdZXnhRepHMeJSbk2BI1BBPe+o76WFPfTsCs8hKqOdfCR1tOnNkOgIBsoHTwkkixFz32mUmiVSBXm2mqg/KRNaS7km3Rxkkix72BBtqdNbEW1F6LNWvh6x8xhK7H4xDmXQpWPIrHuF2LNisLUuQhLvCdTlueGrQIII1CiAQU6nW4hbv8fUvBDsuVRnZT8VCuBKQprJKip1CtDYryG5NiqxAIJBsKOl1yVQcWy/skyiK+xm5pCOlakkEat5ruJOgIAFgQQQQCB7E9RalSn5XKIYRx1uutI6kqXcg37E3+traA6jZxnI5f3L7e1JuIZWEp8rn6DUZS+OrJIXIa6Hk62WbahYuOoD5dPpPptLdgRW6W08uaxKzcJ3RSte1vW+hsdQD3Op2rqROo3Pue9KGt9h9GfPH6lNrN7Ei40vpcG+mqVaW7uzpUCjcWly2OPFWrhcJS/LUIIIChcXuCAR9LX2TuzlT+8qynhjDrcrxZW9rCdGd46+BmU6nxpSpANr+Q72/E99dHN7bmPeVwuxhyA6hcViaw7Pyq6m0AgpsPmuUnS4B09NlH7KFMr0CvS97+LWVsMIhqagIdQUuqSTqu2mhNkp8yLqBsAduPtDvz69Rn5UrIt+bVEKVk6kqRkuCk3J0GmW37rk9a/6njIf74CvOVSfw6NwZTE3hf0RNdunK148hFupAsohRuCOm+gG2jvZvxBAdxQxgijPcdcJpMipO6K4mYEDVOgcGUg2AAtbbOWDoeLWvdtGgYhYhLW0pFNlTFlbEdS/NRNsqQvQnUX0tptpncrhNrdK7Vsb43ep0KvVpSo6IrTSUO5wPBcaKKxmdBAAKV38ydjCpmlMiGO9ertT8b02jQHpTC6W7x+K0jM1nsQELItlJuqwOn43ttzxAqsz3aTVItQfQvOtTqMgWh6+tlIIOt9QQL30Hcbfcmi4S4T+KHcQxZs59CZDSk3SttfzJIJ60+VwRYjsq9gJ7zZvFw5E+NNQxFzSlSIDS1ux7AWcW3Y52gR1EEKTYEXubNpvqqOJJfdLpe++e7/2crzS1xc6WmucQUutqvopKz1WIHY3HlcbDtemcJ3ixc/EX86v8v+R2BqUufi2qULmpa5XNLUpMhPzdgLdx30JsSLa3tq6aPun4vDalOv8AARmUvirClKVfXMCCD9CP+Q8Z1j+Hr+pXrq9OcOOD8ShLYxBbBO87erFxvScOVSo1So4XQ6lKXWk5nYNwQCk3Bsmwsk30vbXseu7sIFZqkufiOh0v3itX9fgI4XOJN7KUlNhmIsSogKB0JuNLGo1vBu76A2068wxk+RHi/HQG/wBNLnYDX7QkCVWfdcVpcJhfilOpzKZSe7uW4zpHnY3t2ubDb1FK16ZVGqsywHOPmWNpZcRpUmkRcORW4EXPw0f3yrKn87/t77SW2Xao7yrX/oY8/wCL7L+h7yINBrz8DehElPxVtKW07TnelSDqh9lRNnEkAkC4BvYkEEbAEbfLWYE+W7hyIvlX3VIj+8ooU62nMbG6Vd7AXINjbz77PJ/EelUbfXxBHxGTNX0zAsCK6370z/4EbWzWHuE791615enrzfx+eyLw9vsxk7FY5+WxKyO8V3PHKlJYIIykAhQIOWxuSDe/e+xTQPahwHVKp7mqmeK9lypmRetpS/Q6hQN9Ox/PbZXUVWKHz7hFsRYd1GbFpbT8qss5OAhSlf3rD/Pbzyx9Ki1TG9ZxQ01/XZGdr5ehPSkm/mUpBPa2l/U6/wB5+Lf5y59N3c4Xe466ota57qOpTbCBckWuTc2BABNsx8iRlLeth53DmLX6DS6jCqjCMuRaLpVnF7oPkVWsbDyP7Ba2ytF5Mux44gC8t2U78J3x/wB3/n+/bgmjOyneK71sf3P1vpfse2zCwruorOKJXCaicl8JSlOutHIn1Hn+A9NTtPwfui9/T59Ln4sp0XkneAvJfMp2/T38iO2mvqNLqI6tFyjDygNQcMz6zKbgUaI/1qy9LRUrv3sB2APnpsW1/wBn/GVGlMc1Li9bqULTm+Ui4I7X00I0sfx2fVDpf2SgU2lz6SxFYhK/rrCFpUpQtkWCCQhXTYgk3GtwQLGuM6pg2fFgSq88vjsLVmydC1JI0IykA6g6/X6bEc7ZKjdE9gigO4DpbfIcCUtasrseQx1/4gQOxGmhBufzMbH1Clb0KM3RmqSxC93O8wiUpJQ62sjyPZSD2IJ9Da4FmPQjArLrnuGrRYq8nwlzVFKVemvl+Ou3XAlDo2I8Yy6XvFxjwYvUhTVLXkU3fsStQIUgC17C5uCL67Km1Me4asbuJl3CiZVBrzEXFrK2GIUjl0T0WWltaT2UfNPmPQ220JXMZ4Xd4bXKMVfoT18IJzIP18799L7Qq1V6NgOfiHdU0zCxXSEPr4UzhNv8ZBANybEBYJKVAW6rka6bJuuCLhef/Q0t9+l8VXFhOtZpUO4JKBe/Ea7+YUAL2vrtlN1Eq5ReYfthuBGlHom6Cfw5U+k+68mV1KOd6f8AzKrnW1wRf6bD1ewfQapvBYgYc5WVFqLSFx/i9KX0Htm7A6AW7X089qXD2GIE/j1mBUfgLY6vioyuW14gzKGVaBdRULKASb3FwYGMn/svi1tqLERTpsLJzTrCQhDyz1JdsnpBKCjVJscoIAJOy1XX6NRf2Cp/c+pG3bxHBvC3EysL7vo+LcUO8lKmvtNLpbSEqQpBNkqbWklBV5qSAki5IBFxsJYIwjA4TkCl/wBaX+iQ/wBKXlHsgKF7EjTUWvbXakqO8He1jyltwJ9QnSqXFf4rTrt0pSpIIve4So5SQCbkXNjc7X/s240ddr1WdqkTmoq0vscJ27XDdT5ocSDldBsoEgjtpYg7OtZQj71EEdO1nl8QO9rXA/ubFDGLYD2SLVEcXJ8mc5cxTbQEk3P/AF257s6ZRseYcbdrLr6JVO+BxY91KUkdQKhr28yB28vPZ1Y4olG3l7tH4HF533cnmIrsfqzJGoFj+wjv599kXu+xpgPCUp+lxXlsLX0q4VlLSsGxzX0tb/L8dta/SDubx6Mcv0/6m4ejGxD3IYNlf0pKeYmoY+ZPS63/AImySCProRr9do03D39KOfZdr3iwhrqYUvMpxPnoe4H4aaDz2GsMb/KDPqjdL4K0IiqWiUtrxqykpIB8ibbT8Wb3sLtT4lGpbKGKjl4rDsdP6FAIvmIuQo37HuPLTZa2kKkqKPGXDO8eqYSrMDhMxWEZMj8B13Kh5o28Ku6Vg9h5E22Ad+GJsLtV73pFiLY51Gd3hIy5k6+LQBShbyJv5j0C96WOIE9ph2VLQt/ip/3knuDb8z/FthFX23gcD7OM+96XNRx4rTqOYQnsCgXV06Dwgi3mBspV3CnHMtXpz94h4uhVmfS294OHM+IYSGlcVqOjO640O4A1LhA7pBKwQLA2sKRzC0CV9/ozv3WUlLsVXh79wdNFA6H9u1/ug3gxcL1lxqVhObhqa+tKpsXhL93TFeRUlIGRZOgdRqNAQoAjY9xHR4s+e/VKN/5y6otTufOn7vINtFFJtdQ89Lkai/bQq3Y844DvGDLaHJrMXcO/AgOo4EpKuKnL8yXBZweaVCwuR3se+yXfodZxk03AdrnQxmzsLWFediRmGg7XAAPn3J2eia/heLuCruHJ8vgVSlxVrU070qVdy4KSL/52vshNx8fEeMt4PIcJ9bD+fKtd1JyjsPxtYnuD67B1CFmBQyLK/wATdW6SfRqzhKktV6kwotUpHTDnwOlSUgAWIJuEkAXT2t22Hsd4mdi1RzkJfHRnV0aq/HQ+Wl9LdhsWK3ZxaXgh92K6vJFSnmkIX1No7kg3vb0vcabZ13x0h2LFptZwRixiUjip4sfijj5b+Q7LSexSbEdxe9ghr6a7kxcYF02j3Gth/evAlf0NWXke65SeE6lV8iU2IBuTY21v5jQgjvstKzjCLu+xG/RotbYleJbSHbKU8jvYoItceYGo0I77Lk4ud5ptp1nr8Kk+Hp8x639PMafXaPiTBtLrMqJP5vgPoTwviulKUpJsPqNQNe3+i2i1NCp26z6iO/eMGOXCW8il4yafdgOsdC8jsdCuttXopJ1sRYg6g+u1PjPCUWqcSqUtphcpCFZGlXyq07eY/wB21tdfPZUwqHVMEVl+LwVsTloSpCkLPxEG9iDfUehHn9Tse4dxM7Ka5We9kX/4vT+ezSare+yUUhWi3xLBrMrhxXePwGFpytO9Skqt8o8vxHrt2wS1XqXXuK66uVCfSlqRFUoqRIT8xUgkIULWBBHb0vfZqyKfRsR/cHfgVFClcJ35HEnyPn9b+Xa2t9u7mA6XFi/emn4T/wAiFWUnL52I1t6a3/HS4maxrDjEaa5zApimwJVef9zOse65Wdaort+n00JuCD2ve40PqG2y9xcONxWpeRbGX4rSunMARZSdRm+o/O9tVrT4zrVef597joyZWJSUleZKbaLVpbS2pAPkSexlgSoEV+Vxl583Qr9a9/Lt/me+xq0dlKvFJavq4rrnC/3/APF+zTanlp/83tHwlXGqo7LalPZMmbqX9fW9tPz/AD2vZkFr/uvgyZ/1s3qfQenby77fKOsdHu0dpt/lJgbUgZKb/wDd/wCO+3MR/wCy2tpcF1r9L/5Hh2it/wAfNtjbpnW1fM/aWjlXfhf3er9Xy7/nsL7wJ8WqV6BS57qITD+bI6tK8rijYZAcpB1073ufIkXOGY/wv/dfD+H5jZKbxKi1AqkuLxlrfWtOdrP4tbA9XSLA6ka9x5m/vv4R1LMrJNPRLtE1FunwtS5+EqtRqXUUTZtOQma186sliFAeZUNRmHe9je2y/wAW4DgYjlOQJUvItfgW0vq7Eg6iyhr5+fmNofs34zao09ustM8f4So8hpKsilaDQnQXBykd7/u277wt5GEqXihyK1x1/eFoU1kGdtpRuhwAeQGhAsdNL9h70N4ZjzkqmfmCuGt0eLcESpbU+rfaGlvupd5dSiladb3TmuEuC9wodrEEWKgK/EGH+Vxbz8qhsVenP5+h1PVqADYHpCx5gjU6hWtyyqXvFiuxeVlZKjkR+laWEPqQLAFxJ7n0UNCdCAb2H6piqjT6p/Red9teXNnRlUr1/wAxci19bemyL37PuiSWuZxrDuHGoDbUCJkQ3/3dSuplRF7Xvp37G40FuwsX7o6lPxlhd/de668hdOX7ywpKUvrjutkZmUBSgMmY2CQQmyiLJBUADVOHRqo6xPoMtC5rCEx5UPPmXkNz1JNr+G4UCRa4J7Ha43T4koOF+HXoFW8EpC5UJdkqZUdCtAJspJFyVCxtYKHhJc0d7BsfBjq2M4wYN766jS6zi1uVAoiKdW0J5erNMXShWQdLmW/ldWtgQDYEjXYMpsPlXXIrTyEIypWrpCVfX8vre+u2it/WBmqXjJjG8WI2ul4iYR8XJ0pkWUTr5ZknMAdbgn6bImbF5CV8LwdSEf4Qdbeuv8a7IdTBqfmN1ndVzAqq7ut4OEsUN4jwnE47FR+8Iaf/AKvKSbZgVDwnQWXYEHKDpoRGtU6LS6o5XosR+lzePxX2suTKu+okN3yJcBGqk2Qo2Uki+UawwLvCpdLw4xRsb07Phd+YmGuflzJp8ggZXCsXU0k6JJIAFzr2BAvaO3Yu0GqOT6W8/wA0+jjwJWQLS4oDrZXbpWhSdcumpCha19tbS2d2oGUrt3ntv/aVu6fHbsqvS/fzzHNPsJTys9htcOVYEXC/E2s+EKCshspK7AghoUCk4cxHS22naSxCiylpkcWOwXUaKAJWyrQkKTYqSAoEdrgA50wO9AqkWXR6XTl07ELGfNDkKyfFJACVoXYpum+VVrkWuLg3JMGT5+HJU+fiNqqUGbKWvMxFdKWuYT0qJa8IWANSLZki3VYDZLU6ayx+DGlVcbTD3Fe72BKqkCswGslapC8rWJcNTHIE9nRQAWpshSrixQ7fXUKCSANu+IccYy96fZze/hj+cKEuOt2Biig8KnYoSwc1+I2Bys9aE5QA4lKjYkKuQNlxh7eZKxRiPhBlEWosTFNOusWQ1UI4OjqexadKBdST0rFlJsQUbXdTrfK48Yo1Zpy6pSMqVodzhMyKtVjmjqPQsi3U05osFJCgRfaaUvrOy3lfwZS1kXj5ljQ5FKaan8LeFS8S4Uq/TTqu0wqLMpMxIJ5efHUoqaVlslVgSfEL3UErbGVfxHhd2JWaDLYyMLTzsXJnaSoXFlp1GUkkJULW7A2JBscVYO+y++2mvRXUP07F0XmmJqehp5aClPESV36uoBaCSQbBQFwDL9pndpXsORaTvBw5hmbytQyU6uRUJcUiPMX4HGykdCHtUhN7ZwlITckbHXTI1m5BiLooZ8iU1crdLn0um4talrhMSkKTFrMB1zPT3wCFQahHaN3WRa6X0Xcb6SUkWTsPyd4OOKBWYNBr1brzDa1olQeFM52HIaV4X4yxYuNnyKFAgkgi4y7CdCRKw40/VMOf0jSJXVPpbsjLlWm123ADmbebOrbyepJAIJGYE3AwRPi02dWTNnYQqDrmctJCJlBqSrKLqcoyo4gSQtIHBdyFSDm0S6Fx4tG1c/M64hrtLqjS6rhzENRlPwkpdnxWnSxNjpF8zqEZQhYHfQHTN02BG1PhzCTWPGvfP284yGEdHNITxW1C6spUyARqQU3tY6g2OxFirA9LaxHAlYcxCvnqilCI65CRxcynFaKKbBxJTlUFC9wb6gDZhbutyrWEubqmKKIhh+aj9ZKMrovfIbhJQfEE+pVbW4FLDsTiD1FjKPGW86v1nFuHYlMaepcp/Klp9FUgCXS6plCh8Vsnpcy9RKSk3QClSQVI2tN0+A4GCffMrC+egyqopHOU2bKL8VlYT05VugrU0SDlLhUpPYrIIJi0nAUqsyuawbUVsZEpzZOlP+8E2CtST2Pcm2p2d+53dLWaXPfr2PJbFUR1IVFaQEKbYUCA43oCVeRJ0AuABe+2a7XOPxM6/UFR5e4M4k3L76cR0tx2jYeYflMZZEVEeVmyrF75QvwX7WuQR5EGxXtYi43wHQea3oe8aJKXIXwqdnWlKVEkDKAqzxUrskGwB07W22jTt9u6/BEVyLWcQoi+6MrS1L8WSxynuL/UaEelrbWD2P8AdLvQ3X1p116g4opaHc7seQlqQj9ZDqQq6TfxJULG+lwRszpwyDylKtU68kcTEdPnQMURabAlS2KciapXILqTRSlmQMwKC4CMiyCog2VcE3BBJBNgzAeI58rEtBxH/REpdLS1AlZ0ZEyLKOXNYgtODh5kuApV3BBKSl+7zfZg3afY1iVAlroPOusLU0617xisuqWnUIcPFCcx0AWoJPYWsDQ4l3cb5N3MCme68PQq8whrlXfdL6XUqjlacwDLq0r4ZBJygnJqQdSCfvDd7jA1KN8zONG9l/Ee8GguNYo4FO46EKdhylrWiO+j+0iiysqjdXhADiVEKzWBB57Mu76Bu/xavd9PqzHvFanX2mISjychJIUH46HVLcZXYpC0JOUkKzJvlIi0HGm8HctXl4IxHKeXT6gpbsCnVuEtUePmOZLTbyk5mkEJICFggKICFpAttf4arVU/nQouKPsmukReK7x+jOwy/wCilJJsVDqBBUFDNY3027u7TLJqcHEK9/1Fwk1jJ/FFG49OxZCj8B1edK48hGdVg4ly4F8qrKAsDm8r2X2D95OMpU9xrjUtnjo+K66j4SsuiuNe2doadQJLQ1sRoCre3gTHmN96s/G+DXfelLXFTTqvTktOKfhrDillxTYF3mVg3umzjakJIF9UgZpc+jO/Y1qiZ5T+VpKWrK5jN2UctkElJFnBlWE5krJAAGD1Kqy/UL2/UX1Sd1xiMlmiVnFEr3pS8T1GnRWHVwqpSH2kKU2/lTqhSiUPtlKkqSASVJyklRUQAL7ONe+W8B4tq02FhCvVJTUWoxWihhT4CkrcZ4iCG1i5ztJJIsbpIJWlhYMT/M3uHxDhzFuRa62p2VFWhRUtmQUttgN5tVcNDYupOncAaEEVdxpFi4S+yU9pHuTFkdE2mysrbsVyU2pCm9RctuBQAC75kkWANik6YoCgJGlqVcIBFpiBveXuW3tN7vt9z1LnYei5kUnEDCPhVCEWyphSkpJNgSgLaUiwJWQVJsdtR7lKhF3jcCVFloYi0+YpiLKWgOoclR3OGW2nM1sjiG8yU62SoWICgkKTeDhJr2kd31JxRPdyYy3UKS7K5XpVVqaLlKwVDM2406nMUkFBKCBbPs2N1odrMVil4caRS4udrmGl2Qw8o6r+GEJLLqgQ4FJy3JCkhYXfbWpqRTkDmaSqFXMbG+uiYyrzVJi0aoUTmkJkR1xZ6lodkNKQFKaQNUOXDZIJKVDW1yCNsX+0jjZ3BGN6bKlYe51EWApfFzffYquMQQlxRBea6fC8Mw0yrRlJV6GYn3dtYyaprtZqz9Im05SXWKjAWFI0CkkLQu4F0qIJN0kGx8ht+VLAWDWqXAwvjflaih91S4TrrTZVn1WUNryjL5kAkAjQgjuxYN42wPdwZ504eqe5HfHyGI3Yn31CEtSp7TSFPxVqByNTGTmU2okdK7qbcAuhZAIRf4k3c/aOjS6NhKiLrcpjIpLsJRYfbVe3DU8olKTYdJJKT2Its78cr3S7tHa7Pd3ZUGbCojv3yfFjtNLZaUNXz55Ba7ncWSq40tsD4fxxQWqDUv5uWfddRmuraRHlSlu02clQunOpsKVHcIJUl1IUCk3IVoRnXVhPv9Sw1BHsSXuK3WT93LTEnG+Ia3huoZUtMVRc0NOuWzcNhUtCcjoCiVIbkoeQFKWkAE3JhvpqtZxHhJcqs/Z6bSKglMOfXEscJ9UNV7tT42VTMlpQFxoAM4UgNqAIRCsU48n8PdLi2uVSFTkOsSqvRsRvplOphk5s8KVYBbK1AJ1CTbqAIF9mLiBWMpVUclUvDyKxhGnQFxZvKvhbUxK/6xDlxiCtpwNFCm1KuFWUArwFTa6avb4iHVt3uRsHuYSoLrlGlS6RKlVRrl2lOzCiPVkptlSlxzOlLgGgzEk9iSNQE4+oOFsJSvdeBN3FRYYfRnnwKjVFNISmxBehy2ytcd9BIKm3QplQBSAoKSowpVbwlQXW8R7ufutOmw0yp8KenLmdbuOHLiOAIdUAARIZWh4hAOY2Da0rvM3wY2350yDK3VRURa3S1KacpyH1In5glRW3EXome0cqlBCbOAAHhXJJoEVBgwgsZJrDBWBMbu0GBQcZVZ6lrp2V1Kuh1MqOsKAKcpQjiahJFgFHUWJANREwLFn7xnJTueLUacnK7KSgJYcy5lIcQ5qWwVqygWIGVSVKsQRn3C+/yfS8OYMw5i1rEsFYdXTlpYlZlx2tBcJcKFcMJQSpJvwhcgHKQdMYJ3q4XqmEq01yk19ikNIaaqzsUtJStSbjqSAkApSSrMAAT5eREx/LLG3dDnFe+zDkDGUCqT/ePA5ddIqUphpOaDKQt1IK+ICC25dQCVDKoAg3BJCY3p768UUasttUb3vCWjoYlR4Da2pTSs1nEKTYBJAvdBSAU2UAoEbElC3S4jarLbvKRavhStwkrdqUWafh5CC2ttZQEl1LhuppwDsQTqCbBvANZoMCpRa9Q4rGHUOrU67HXxV0l9R/rjbZSFcq7bOoIHTdV7EE7FPjOULBRjfU1vBo2E59YxivDuJGEtRajMYimVTnJDfDWlT8cWdDLxS8UuNrS6w6LDNdSNnx7U+FpWI6Dg/eDS+VqnAhux2qi0pt9DfG4awoKVYFteS17anKCASDtnfE+CqXhzHlJ5pmnU599GSpSmnW0sSoaszgculIS41bKQrILJJvYpI21tuWqeHMObtXN32KKtFYboMxbsV2e6h2PwHF8VlPF0SU2WQgggFIAF8qwLboNxt5WYc3i7i8W72sOPyqoyxytBUh3NAWhakxTZS21o61tnRWRwEJC+4Izgk+6L2ZMb7gq9HrO7Tel73wbiuKxPVk8DiDcpLkckg6dJWlSlJKdFpIALh3lez7hzeXvBfxHu5iTcPSn4rseZ7prORpxZKVB1hlJSQ2rLdWQEE5SUggnY83ZUj7G7uWMJYow9F5KnLdRAqUeQVMMurKittRVZbCFE5gTdJJICrhIIyZBfHlAPFVRqlBgT2qW8jgZkutSHXQ7wUm1lZgQpbV7AKAzAm5yEqSSjdPimBRqW/KdwbTqi4+6lqpLaQVReLY5HSdeCTe2VYSFCxQSQQBGo4Ulby3YkWl1ynRX5Tq2HeakITldFyhCikfpTYEJy9SbKubm/8AU/dJjfBGI3JTr1Ri4hixUoaXCmlDEyPf9HcEcQgXUAbjUpULEKCQttbUYH2gc/1i5d7XwPUKN42KeadcitYOfixeEpha0uoffZRYDIpSLOKQCqwJzA3sSbnalosfBtBisSouJ6uwtDSUcumflSz5EBBtYG1jcGxJSsAGw7SqnhzHjrcXjRYuLGOpiFIUGk1C3dhQKUpLlieG4AMxu2okgEC8ejVSvYjpNUqmGH63R4TWRUNp9SZriAqymysDMot20zFQIGUqSNQXUM4/7fuTsKfZkwpwxW4DTrcCjPSpsVeVfLupSjKq5N0lBDSgdemxQrXtckj+8jAmHMb8estU6LCmxcsdqfDd5OqR3UA5ELcsF6EqyJUSCDoSCDtJqOJqo7iOfS90FOYpHKqTx6XV0fFSskXVyxusNLSCM6FEhXVZQvtKNfrPwJWI8PUGoofRlfaQ0fUZvECVJJH0IIFwbW2C1VhXmc176YZfn9oH4Sj4ylRYlBdeXNfiqWqPIWjJPhqIKUuZj0vJKVLSpLmi0KWCbGxkM0OVVJ8SlxYnAryFraW00gNOx3UkBFj0ByOesgkhSSrKVBSgTf1nefAwu7EapeGVwn0KVyvCupCXVEhLYASSErUdUAW7qAv2XUnHGI8UYj4rWGKvS331cwlMqGtiRDlJJAdaURmSSklKrFaVJyq4ZStQ2XpreonMrRZ9R5YxLCJv1xu1iiXg2s4ThIlU6a7AfpdUjuw+I/YJSVpyjM24gvJDgSpJGVQCwVAtCMzA/m+bxvRt27dIYYa5eo0is8OQpKR/ZLU2ohxIJslVwCAbemwHXI9LqnKSsZRFysSoaStqRmcSiUwg5ihjKc4W2q6ijUAXUnQHLeQ8O4oxvFqVLqmMap9lKihp1MOLlfXlI7pcQTxUk6mzYJNrgkX2DrNT20P/AKius21nKwUoGOHcUYtbdgS6oxRFsZJEXmFO8Fq1iM98zjf6ua5A0KlWBEHH+8uqbv5bEDGWA6njvBS5gamSKdPXNehtEk8RLZJUtI6CUquQbFKgbjZx4c3IxcG0tz3DLXKblJ+7zUtFWZJ0CXE6g21OgABPbSwBpPs170K87PalUmkRfFwpTUo5ZyNCStsAo4g+UmxIBBIvYB6QzDIYEn3kxFdSFHvmDW8ujbqqpyjtBpzD7fCRIQjLxWnI50JHdSHAnv3AHbVKggMj4sn0GqUnBuF90T9Xp1UdaTHkZnoCm0KdSkutyGQW322rJNnAokAZSCRd4t7ppW76jPuu+5JU2KlLrrSOIpSlAqVxEFfUFq7cMkI0sPTYZoeN8JQKNPr2F6cul9KpDsCQtxcPOps51M2JyAjMFITaxUoi1yNt8BZtach1BhfgveNFwli2Xg3Hjs6auU0hfFrPKzUqaIzJbJQlpxQsbBTiVKunMTfMS0MPM4DrNGrsqK6xFYpzCpXFS+607FT1Znfi9rKHUq5bWLEm9ztm7dZuywbvLlT6pjeI/W5tRlKzcV3O0y1eyEp0IAbTlQknWyQb3Ny1qviGjbpd5eF8LiI/Np/Ku06rQ3bLd93yLNKvcgrSCkrvYkhCki5ttbubYzYnEhUrcphyfvB/nBn1unVFb7XXyV2FOWFi6kBV2yU/pCklJNiCbkk0xlg3BG6Wlx69RoiELXIS+nmpAX1KKMwClEHKcoukKCQBcC5JKZq+Hsb7vsb13AdLl8eFQciYDDsgsLlMLIUwsBSShaijQqBuVJXmtfW19omTjbGVGw9hehVCkOU/kFu1hcpjOtUfKUFbaCQniIdIzJUCkhRvYC+yle93y0zB3Hs8vUhyfaowvvQxQ5gis0771CYTy/AXx2nkEjNc5QoC5NlBROXskC5NRhLebi2BhyfPw5hh9DDFSVDyrdLDsV2xPEOYgISVZiFEkKBv560G7yl0aqNPwKXhhiFUYuZKJsVpUfgqAsHm1m9030KdbjMBmGuxpWsbtboP+xtZ5J/EVRyzU8w7y6JHc3SsaBXcJAzEDsNhWbe7yIpbYiWGUVN31Yy9zVrFFZwnVKRW8PKUmr0uO7nVlcPwahEUhOV+MslIU2AC2rUFTRulX1HeXvkxvXmMR4Npz9X52HknqpqI0h9NrXbnUsr4joSpRVxGsriSkqIVcJDpre+HFFZpbcp3ATlXpc2Opp2LyrMp9KTotCkKWjjIyk3CTmBOmt9lXVPZ6wliif8AbeBRK9SMSrWibAdalSEIz21VHXdLzIJvmTdaQDfMnQ7Gfay4xLi7cvAjLcxTijFtLw1Rp7vwKjniykoila6a6kdQSVozpRpcIIBBJB0JGy/xfhbHk/n4uEsQomsU5f8AV4Drcp2OsAkr5dxLhDR6bpsUpJIOmod25FnG9eqlSi157joYWlCJTtlTWVhOqFrsA4odgpYKrBN1G4G1437OtBdrM9p15edb6qlCmoaSh2OtZJWht5vI42sOdeYlQKVkDKQb5dXTR3N5ie+lD+pM9bqJtL9wsVl2hzadVJvHhSorUpb8XignNweKSpAJsstFSg2TkABSSS/C1ZwvRoDkWqS1sPrRxWl5ilTKLm2bQDKSR1W9Rc2IJ3vU3fYtwvQefo0v7SLckJXNTyraJTiAb3JbtnUASc5Qpwgaknq2QNJxRApeKJ8WfT106LFQpUd11ZfSpfYqQF6raKhlUEErCspUjUEj1KfT2ZQfEXt2ag+HqMmnJpdZlVKBPl5+V+Ll4p6Uk+PulwpPhICiCCNQSNpQnc1gh9qVSaR7rcQqKtpK1JdUoGwQq/ceQXoTYgEEm6y3fbvKpAnuT5TXu6FCaUvhIXkysKWcobAuAhRvZIsEjS1xYF9FcpeKJ7mLWs6KXTneE1AaUlSXHU3BWASSFDKCLEaG5BzCzlP6gy0vp9OtXk8pK7gyvT4EBqU6xS6Wj4CKW01lVmFinMAdEkJuEkW7HUk2DEl2jVl934687XKutO2ShNvCWyOpuybWsRobdrbaMmzqXjKjcVqItfhStC0Fp+K6m/l4krGpBB1GoJB2TGMsN16qVR+vT6swxS3/ANK6taEJzaAurA6TY9yAO9rWBshr6bj5V5/tIsussJVMwOxhvBi4XoMSVwpWSlykKdV0KW4k2vZJI7hIURe9gogG5IiYox7FxbFbn0v3dNYfaTklJ/tLiwQUFJyqsblJCdSCDYEAYxlV6DP4+HHZcWrsIdR8WPZSU2Kk30IsoEHMkHQEG2ttlvijGzsB2JQcG4TfhMQurmEpzcRJy2AvYG3htqALg3JNp04dkCN7l6dPu4c8x0YfY9/QH/un3qUlXAhsSiwuQ6yFKLbSb8LipTdQQtAuAogkAlLE3a7usW4ydiT2nuBS4rCWuK6jqUhJJypFzlBzHqJPe1iNAmfZ9pmMt92N28ONU+ncrCyO1Sby5adbQblLYNynMSjMD3SEg69Nt8Vd2g7ucLucV1uDTqc11KX0pVlBue+vp+Gzz/ophvcpqqwh2AwRGHMG7voD9UaiRYuRGaRKVZKlKHci5FzpqSbAeW2fsT728R7way5QcBvLp0WKpSXXXY/TITrYoScpLZsQVXBUOxAAJAt83tCVneDWX6W1x2MPLzMJaQnrcVqAtQvqnW4Ta4Ot/LaHufr1ew5PYgVSnyptHlZ0x2mmsz8VSiTdKPEUEjVItYm4He4aFDNmCQbVj3odTqlBgONO1Z9COpbuRRUlV9ST2uATY3uLfncLlV37R4jcwvWYj7FOrbC0U6ei+Vx3U8MG467daVC4ORQGttu+/mNijDlLYi+75tOiv5lc0hg5UpyknqylP0KTa4J00I2UEbE0qK0w1VJcpilyuviw1t5UrFlJkcNQKAsWQokAEkXBGuzy43cxvTAN7lqaHiiBVJdLxa6/FhNupzu5TIQytJ6XULFzlPkdSAQSLkp26VbC9GrNBYi++31ymELSifCd4qFKSQVtSGV21F8yXGykEKFxe5Qbrr8DFEWkyqXW4SK9wlsLWhJYamK4ZCmzmJKFG5UgHMnVSc3hOyqZl/YOK/75dWhfHdadhZcysgWS3ZV+pJAsQQQSEqA0vtzBVmlWFVZURabAo1eYxHKlsLpyEKjutNKKVsryZs+RQzJtfSxNyLEi+pM9NlVmlwJ8X+tU51LsV9dsriCNb9x1dJItoUjUXII5iOR7+4dZw5SUSoUpSHUR4qFqyq+cEXzJSdRa5Ata/lsV13E8CjUZhql05cVeRLXLv3StlQAJGo603uL2BvoR22o9qAZgrLtg4gxXUwKpWW58Vn76talu5L5tRoLjvroD5jtbsIsNiU7xOVZ47/Fyfos+ZXoU+afUaXGv02u8KO8q7zU9lD79RzI4qlo+He4vY3AGpA07XIt32beAKTheLKbn1nJCfQ6niodsqO51C3VmNrjQknRVvI22UFZt5EXO5+Yu8KMxXapEqjVDWhCE8nPYakFC0oNjmYvoq9yoIWL3Fioix2+8LYxwlFxlyuKKSuooYT44rQQtS0A+Nk2QuxsFJJCfFoTrszN5mCqD9qIEqje7or6Mq+YhuuJXOhKyqAcQCptxxsqNnNFWIBtYkjGPN2LWHJ7DuI8Q0ub70/qVUh9MhTRtdDib9TrZNlWKTbKLLtmJLKeOY2KA4n1hveHPxHiipNOvIRFQpSIEVpBQhKdeu6rHiEWve1gLBIAOw7WZ9G+27juMvfaKWhTS3eQdQlf6PUgOJKcwuDc9wMpIvfaxwLhjlcZLagVZb6EZVu5fCpJIuSO9tAQbA2OgF9qTew9PgOy2uDw4r/CYW6n8EkhQuSNQVAaXBuR3uiyfqCUavaYd4cwBPgYIb3tUuoMV6g+/JECHKXAVFUpCXlobcyOAgpUE5DqopcNrJJSTVScX4j3g4jcn1moxWIVIzLW0qOUJhutrzAozKK0rISoOXOqTY+Q2qt0++lqg7m8Q7psUYmmwqXx/ekDhIK2nrhxLzJt1JUviKUlQBBNgbWueODKthygtMQObYrcJ/iuykSpDalSGFGyQcwyKJ1uDluQnUG22lkellLkrX7YXUjGNexHiiBP5uL7rlITwmkI6lX7EjulYIN0EXTaw7knQOG8NT59ZgVml4hXFcYiqadi8LpczG1ln5kEDta4IPcEjZI7od0HCr0ul/ZNbELOio4frinelUJzxR1DMQcpGU3sQpJNrKF3/AFbF8XAcBug0FpEqV4XX9FZe/n9L/nfZlUFa+USKbftkul7tMEbvp79e4qEIQtTrUdVsjKjqooHcJJNyNQLnUX2F8Z73p9U+4YNiP8qvK0upNJKuGtWiTYa5e3UNPqRrsK0KdjfHlZnyoEt9+o06OqU00lWRKlJtoLnKbkWsSQfrcXVknEs+BXp+F6y1Npy6i6uVSJUWyOCpRKlsqA0yBVwAQLCw0uNk77SQO36+ZZaXfkSRi6dXqXWWOflsTZS3UpX3WlSVKt52IIBJ8rH6AbGu8fcvVKDhePiOjS0e+4sX3iimqUPvjBBLjbKtLuAd0EAmybA3Nltih2U7XualS87/ABfF+ta2vn+y21niHeBVMRuxIsqt8d/hLjxVtLGZOS+XsTqVXuDrpcjXbN1VdHG8cxq1EpUAiG2AsUQKpRmMOYya4FLfRxYE3hFSoK1DUjuFMqPiSDZJNxbttYYmwzPwbKj16VSWKvSIr6USuAv5dSkKGhF0+Ek5SLEG2oU2BcY8rFboM9rgMSkK5WYhfQ26b6LBBFs2liLAKsfo7sM4gaoNG4WLWn36c+07HjutKCV0909mHkq0Wwq9wDcAkEWGu1D06srvxzFLKw32yDvX3xUHEeF26NgikwsNSnmlJXKdQUvpQD8pSMpX3tdQI6jlIBGyuwLhLkGnOfqPNIXmfW611J/EJ0JF+9rHXvfTbvUoVednuOxcPcBEV34sV2/SpJvwiBrlI7G9iDcE9xAxCKW01/2SokqiSpvwlwFyDIY1Gq0KICki9+k3A8j5bIaldVqmXJxg+hArpmdhOtZfqkCK/jz3suLKffTHipQopdSkdlJUDfVIPoRe2t7bV+F6PPxRiOJWao64uLKzOqXxTxVL78Qm4JVp3Nx200Gwq1NrNZxlEwlPd46KdHUn4SsyFJte4073ve+oFxoNn3gzDnuuly8ZVnrRFjqRAQlQTmWbC4t5k2Tc30zAWttqJutsG/0JpmtARIdd3l/CcwlS5a107i8CRKdXwkpuD8HiCwFxe5INiNLi+w28xiPFsV/CUBmoolRUNR2qpqhbaW3CQVKFsyki6SoEEi5AAsNhihYsn0vC+MMG1miIhe930yOadaCVpXnQVJBINwUDLlUDbMFJKVAHa6pePapApcSluvcCnML6EqX1qSRlyBXcDXQkmx8tLbXs1iUv4/EHcyL9sej+82sxcJRMOSnm6pV2EcvIqKY/C43bx5BlKhqMwF7dwBqaqjwZUqg1aLVHmF+9GPu7q1ha2VpuQtNxooeoFx28zdX4arfIRX5TrUViFn+8dSsrib3BKb2z27qABV5jtZiUeu4XnxYk+BEQ+hCU/OMyUn0/O5+moO3Je/UHznA/EQLGUEvCu8GvQOLS64tHAd6ZDCBlyp8iCeknzSLag2HY7Cj7GKGpTHK1x9dUp2Zpa+EU9PT5iytDqDe+tgbWGzRxXvPgUaluNUtlmL1JzdvDfX8zf9+ynxzvW4sqJyrzDDedK1O6+Z1J8xproddO9rbG+lRP5pClpebvt2++ms4obi0bEOd/Ip1ECY6lhbnY6EkFVu9wSRqRa2xivdhjyjV5uVvGw9S6jyT/AM0gJmsp7lAUUjMnW9ja+pFu5UUPetXncWxJVLqMrjxUJVHkR7Zm1gdiQrKpPYhVxodR320VijfHS95eF4k+s09aK3Fa4U9rwryi/Wkp7m/Yi9rkfXYiaei0YxzHFt2exEfWMGe9Ofqm7SWh+lvtLRKpsp3gKUoeJCUHRtdibakAnRQBsB/D0X7bz4mHMJUOouVTKpLtNRndf4qbkhKSCrwgnuTook+Qtae+1S6pLgYX94uLflKlIddaKlJUT3ue2mlybE/jtyl4KxHArLmLcLuv0Gr50updpquEpl0DVScpBANrkAAAkkAA2HnG0oGqzg+/eITupaeYyN21KalV6hNe8ajS1sT0RajFdRnY0OUlSCAoOA6W18xoCRse43odGwHvGxDKoLVOeRKU0p1EVrK1IUthAKyk3AUTfMNbqKhfZG4BxBiivY3nu4oqK2Jr7qps+Q6nLxlqOZTlhYXKjrawub212v8AeNil3FDTbXBz8BWVp3VKXLEAFINj69wLaWvszqa337PiM6mxaq8IZ/eztix3DkpiBKd49OmoT0/7NXpb63sLaaW02qd7u6uLhfeg5Pi0lC6RXmlutOoScqV6ZkkjtfQi+vf81zavYIn8JqJx1xXc6kpXlzJHpc+nYG1ydtZ02t0veNu5YlOuoRNYYS60ha+tKwO1j4jfunz9NvYac96vB9xmki+sD5ExJWk/ZKU5VKNSX1sLkKQ7lUVKbXxDorTS/qRb8diGgyGmuHWap96XKRnd7Z2VdgLXt20NjbTaPvArkVqfXYHWhD60qd4Sf0btknUHW1x2v+ewhhqoyvdb/FqC32EeBCv1R5d/y1v+I2S1A2AznGwS8x3hKA7AcrzstbDC3VLQhV8jark9rX2ut32/D7ORW6DXsBomxc+fmqatLvE1/S5CQLjUGxBIAtbttaYYxThzFGCJ9GxbE+AtC0IdSrwqPYm1iPKxBBFtb9ypVU2jOz3KXRqi+h9h1TSv7J3MO2hsCfxHp30OwunnxIPxK6cnEbu9TetVKpAiT8G0lD8F9eTirTmS2rXQgEFKxe5SQL+QI12tsHV3FHutuU7VuSfldC2kICmnkj5VoOhH17jSx89lfg6n1lqsuRYrL77b/wAJ1aLZJF/kUn6eVrFJ7KsSC06gPs5hdyU61k/uO9OX/Xy0PfZ237ZdxzmV1bZr28ast4XgRGHJrDXMPoadypcQkjUev+vnYXOzx9nbA7uF57js9lCFxehLqelSdOoKGl76a6i3mfLIWAMZ153eXTZUBlfHXMQqLIa6VNujsQoA200IOhGh89vQMbwaXKgR2p+E1wsQv5uuAgKaeXa+YAm4Cu5SATexAIvsslXzLFd4lNvJxhjKBWXKzhKtririoyrS0kLS8nspCmzcLQRoq4tbuRoRm1tx2VXmGqpwEMSlK4uVa0tMq1Nx3KQD+IHmdCSwcZUfEf2obd+0PujmlqRHam3aakP9+EHCmyHf7pKSRfy7UtWwrVIHDnuxFr6utTSM6m/XMka2P10+o77YPWNHfa4dOR+IjdU+7I9SlxDhms4cxHyEqIv5VMKzjLIRbxIPZVuxsTY212IGZMrleFPieBHStaBmyjyuO/0NyRswqhhif7hgT+Kio06U0lTWdB6bi5ASTdCgTe342vpsNyac1PiuRYrvWjqS1m6k6eV9T+et9PwPpempT5jgxMja0FqrU59U5SA7kWtDuVr4oSpSdPO9tTp/12LKTg2qcq5PlREPoR4+6XW/UfTtcK8wdg+v0aK1w2p/H4C+hbqfG39SkWBt5EHyI12MMJ4przWHHKNKlomvxU8uiQ0o/GQL5VkEd7dxpr5DXZn6cfcZdqvDIhTQ2YvF5V1pjOhaXWl6ZkqA7G3c9+3f02I63U8JYoo3wqiiK/FQnix5CenL6hX0ItqARbUAa7JFmZXoEpyfAezoz58iHfCr6p0t+y1/PaZDrHv7ic099++bJ+sf2XJ9B63IOy6sbPjBlkBhElyBS5TfNddLlZmn3WlBSm7jx+YIFh5G/qNp2PqJS4FL5WLVkL46EusOtdKlJI7FJJtbzN7+nmNqqhYdantNxWnX861cJTTtsyV6Wy20Ve+igB53AOm15VsO0t2l+5pTPHfYzNKy3Q6lX0N7pUP87kgk7dV9RyUEsUr+YGYHojTXE4WRfHV40frH187+dv2bMs0T7q38FHyq/wCvlsG0PCbsVpt2K6+w+hX6XVPEQLW4gACc4tYqFr+Y2OqW/Kdab4rKHH2MuZOfKh5I7kG5KFaaDUX10HYlmkfWIatQnB+YpaEb0YL1mgutcT4OdHiz/qp7kW73Hnp389hJ2LwnXP1Pk/j89m8+/ArMWXyrueUw0rixXU5XW9CbFN7j6HW41BIIOy8qMD/xVrz5evLlyq+upNx+Nh29LfNOv9Cbpj7k+0wJr3LKdl34X/oH+npbZF73KZKn15uf7vzo/wBrolSlW0Qog2A9CbEg+nd7FHwuF+p/H8f8NqiXQIE/iO8H70hPT2TmUDcXv37evp6bT/Cut7OoNf5htGdp2wW3b0R2LRm3aW6tD6HU/CkKyqV/4d/K2bQ2ANvI2O1lvswfAqjVF3oYcoa4tUir5DEMJpYVFkJIIbltg2yEq6HE2AutKhoNvyl4qw41PbiyqfKp0pHwl91ocyk+Ip6T597+gINgT/DuMZUCU+1A5WVTpTSkKzpzJUlQtZRPStFtDft6A67fS+6NuDGDbh8NEgzCrMV1zlXvgvoT8JXyqHcpGhTr3SbgaaXB2u6O21S4DnNRFofW6p3P8qk+fnbQd/MnUjYlre7Wsyqo3VMOVyK3FfWlUePx8qE2PZLmZSRfS3YdrnvtdzIkWBhxx2e6xFfYWpK0LXwFMui9hmAPn59j6gd0rKi8jCn7YG0/DsqVWYkr3c+tC8vCda+boNiFakLB0KSNfMEEbOncfunwRvkgYloNeiP07EOHpCJDUppLjWZKklIDiLi6TYXtYhViP1SmKJi2VhyLL5B1dElLVxVNPtcWmuKykB5BQVpSFWGbhnQkkt3JUnVfsy4waxHWW6pWacil4lfp3KzUNOhbUxoHM24lQJCwQCQoFQIJsdCBp9OUbgIZK9sv94O7f3zuql4S5ta1woqeVd+dKmwSkg+o9ba37bYflwf0nFezr/Xy/W2o9bjXb0rlsNOwH4sroyZk5vFl/H6H93467eeNcosCBijFFL60LhVR/pzZsqVnObHW4uq4OoI9LaNdd0/cpDj4jCIfiAVamRaNS5cqU6+ww/0O5VlKVJ00VYai9iLg20Nja2zQ3Y48gQMLxML48zyqchHMU2PPTlkR2gT/AFdwjI+0LnoKgUpNr2ITsB12PKi0t/hU5FRQv+y4RVxL6fLY3HkRqDbvoDS1LDOKK9QWJ8qXUUUuLmfaYfjlKc1vNRHQ55AhQBANwOwX6YM14hkqUiHG99NBxRWYFZwHQ0SvdaHUIlR1BaeXVe8eQm+YtgG6QrRJtlNtBS1vCzruHHHcLy6i/KYd46KXPd48qPYhSkMuFRLyCklSQSSAbC4IGwHQpP2XxGxPo1RqKGMyv6g6Gn2VEE3TrkWk2N0kA6WssnZgSMUxaphKfXuU948B9S0LhrcYU9ZaAVgBQLTo7LQSTdJNrEtg9qurZMpajqQZXYQ3Q16suuY8w5SadNgxVodkcLofSlae4RaxylPUnpPoCb2gJos+fvabpdeZXFi1fpYS70oedbHWyoL6c2XqAIBOpBGl2TuL3jxXaXWosCoyl9LspKnbJkJS9fMhdrXOb5iASTfXUihxsjEe8avQJWCOOwtDqGlylpycGQggobcJBAVlzcO9gSbHRWtng7cb90F95rjWA/s9PoPEXFoNbYfyOtZ0MqUlaFhTKiCQULUDcg2troCDj+euU1jJug0F1hjC9bhcCZH4olQ2eJazLjLiQUtrV2uE5VAC4IAMXexg/EbuCKs7iOnr478NS5UpqKVNJUkKGZQAu2CAbg2A8rAXGesGU2fiN1v+kWYvKoQiRKkXUlKCLAG11ZSk2JsQBa+muxqB8y+nw/MK95M3G7rrkB2kwn0cVcVVUjtZXW3U6DiAkK4oSAkqN7gDNmICtqnA1Tdi4XntVSItiVS5CkqW01xUJRZV2n2LhK2l6K0y2OUpsoJUNObr93+EorVWpeN3oWK6XUYqZ7D6XQpbKQsALCwbocQrTMLAjKk2Btt1Y3VNe+W6zXqdh6l4eX8B2owl8VE5oEgNyENgIjpV2zAqABNwPItibo+tQaAW6WjYDxa047WYi2JrDSqlS4DvSlxANrNlVuO3msoEG4Jyk3ypVB3g73GsZRXML0t6ahbOXlXWHc3NNDKCLa2t2ym9xqDpYTPaH3mijYow9heBSX6XSKW6p1FZpqGnUx1J6OHHvdK0oBHETcFSTbqvfY0wnRaDjyL75pdQhLfQ7klLhdKmV2uleTMBlUOoKsDqQbFNgA5DYgbPE4xCf2bGneVciyuO/wABPRIdTm6CRYXsFCx0ym9tLEXsHHiHHNLw5xKW1Lz1HhLW1DkO5eYtZS22VFVkqy3sk2SToSLgnnhTADv2XcaoMuKiorQrNnupDlrXCwkBabXJvYWNrg+adxT7Mu9DFFecgSnmEUh9eZbqZvHSm5vmbzJStsj0NyCBqdCYercZkW0i2zJkTFrXNY3iOxYiJ1LxDHSviqdaTlUk2AyqUE3HhUkkKSqxAIIBkVKiynZUCg4c5KUh9PLyER3eEtKT/tkISUpAt4gUgkE2B7mmK/Z5ao1Gw061W5VUlYeQmOp1b+SU80EAWW4QQSMvSSCbEi5FwRXEGHYDteiV7d9VoNelfokQH0ohVuKs2PCCVKKJCFaZVNqUlRuAkLskq6qw1JJvOE2iOJufzWDaThKs1CbWISGsnCfXxX20pXdIEhBHFSk6JJsoAWUCQditGJ5WKMLsYcnvSor8LKmLUorudbKk+HOnpVcdgRroDcd9s+0HGuKKW05FxHx6c/0rfi1aGqPIZUFEdTakgoGlgVJykWUlSkHNswcI0avV6A5iiBRKpS4tLkJ5pM1pxSMupBQ5dKuETqlSgRY2BKSCnIq0+psbuHIBmYdPY3niaMpq6NijDjH2jq1LmyoqeFI47SFsKV2OcG5CSbDMAAFdx22UK6/uH+1HuGLiZliovu5Y8NLq0ux3xYltKhfN6hJHYk2sNPrHmP58p2JVHYjNLQw0lqfPduwt5PZDpeQoJTlIylJTc5hYmwTt3wBEi70KyifijBtBfm09jhe90pTzCmr9C0vCzuYgqIQTcDUZQbDSKWMQMRqpWyOIS0KnYcw5iOPPde52VTml8B1NmpiY9hc2ScjqADcKAAGvULGyw3rVCqYSxRP3g4Dwx70i4hfySp6GkPojqLYSC+tPxG0nIElBSBmykLVfZyScRUFqjVr7pFbYpbvJz158qGVpbzoXxE9TKwpaVFemUm5UCL7ZJq9exvgPEbdBi4hXNYq7SkcWR4XNDZLiQcigb9LzZCVAqSUpsCSXsacCNG01HiMaHhOLva3I7xpWI+io0tp2o01qPKUlMF9iI64I6DopKTlTmSdbKBOtjtkXeBiR2Bu0iQHXloXN4S3Y6snisCTdPSVBWW6xa/fzA29AN31faOA8Q4cxPh5uK/VKMtUpppoIS5GKS0HE+FIUhTmUC4AJSkrBUFHIUr2X/fzVNo2Ld6S0LhJSwuUuAEIlJAyhxOg4ZvqUkG2oJNhtTVa2rS1r3TjPEK+oCJz7Mbnsn4qi4jwHLpfx0TW4vHz6K4igg8bhquVJWQAVNr8QIIBAuCXdVhufKwRxYuMV1GFFnriwJDscNSI7F7cJA0SvhlwEJJFjmSFEFO3XchuDqm6XEbE+jS6dV4T8VLTsph3hKestOS4Uo2AF7AKUASbWJsTGDQaXVKDVsGtVGVhp9+e1KayLRwlO523DlUmwvxEklSCm4NiSdBq0XpsDZjCalNmczQFMxJS/dbcCsvRedRF4uZK+mQkDqWgmxHndJsR212AMTUKlu7vn6W1XHkU5+emfRqjD6n6S+XcyQUlWbITmSSkiyVqBsCLQKnTGsR0H7OOur97sRXeXdQrhLVdJTxW1C2ZJBAI1BtYgGxMSH/TO6BzC9eqy6XW4UJSIs/i532XWwAl25AKwhaglSVgLtcEkkEsrYp5EFlbWyDFHi7cTjd2qVaqQJeGsSyltL4seK7wFyo6jmUAybJbJ+axUFHXQkkfe7/cTWaDhyi/a2iRV+6IvKoVCdc4qY6QMja75VnIQQFWcIBIKVklewBu2w+7FxRQt+bW8hdXW/wBTtOdlN8Dl3k2vDcCsikqGVRSSm5A1uABpxveBQcW1mfhKVEX/AFfOt1p3hOpURfIQLKQ5l6goixHqNNqdwyt1ltPvkfmKWr71/ZfadY/7QsRZVOU6lqm1lQzQXXHMi2G1uXBZcWnMlsLKM1rAEWCsfpNBn1n39uCxPUaD7xQpr3a6hciiOPpsUcPqJZRmFlNBSUEm6S2u1wrFTru5HerLwlvppNIxzhCVIcm0TErsdpE2KlZvknpCQCgDIhbg8kJWSRYNcqp7ZmDcGYj91wMMzcLxUSlQ6pFRFbdWyq3S9y9xxbZswUCkqbJKFKuQrjuY5HqTWjtYHQnEl06s1PFGKXHd9GCYVBbQ0uK60t3mI7jt1XzKKUqSsdRSVpAKSTmXlUQ4IXs/7pYsBv7OYZixZU1hHMQHb8nUOCAoEpuQh9NwpLzZCwADclAtn/FW9LEmETIxY2zhvH+FMVyApcCVFzRHnGw4tuSw7l4jDhFyCexFhmAI20nu93w7r8eYIcaw5LXTn6CwxK93SnQiRDQR8NxtRPU0XElAJsUrSpJFikml3IxN5R4zL2+iLS2qz9iKpErcqlvu5YFXmNcxMgyElRVFkPoI5pTaUhaVXRKAQlaVSCop2rNydcxHT6DVdzdeLbNLxZHmcCsx5/MR5zTl2uYbeRrlJUApIspolBKEkgFnVGRhLeDi2e1Kxk+3XqjH4tOW1HLCHOBluzMZF0OZHFFSFhRIQolpZGZAGcc7td6uA58fEeHfdErnVJlSEo6mJkhCSlfMNhIyqKSAJCQkgXCiUAoIQTTzFbPDma63ExuQ3c12K7LQhdOh8BaHXQpCVISvKtRGik2SLK8SdbECwCxRjOl7y8OP4clM1GFUacwvnaWp3qkQ1Cy3k5cwUAD1rbJ7hTgIuR8+zlvHi4olYswa7zuG5VUpyV8nVGsyob9lJW0pQBQ81ZYU2+FEKBANlAgtiu+zxQapg2hYjw5VpUWt0RKZlOqNNfUlKlp1UEG/w3T1JIJBV1NlTYJIsXFgD8wYtEzzPoDtUdw1hzm2OdpalIw9W32uO09FcKc0WQQTlaWNC5ZSEqKHClJCionp1JlbtJ8tp3DzEWlyo64FSpMpK+AlhV1FvKCVNWV1JU2Si1lA6k7cSus0vG7k+s0PgSn5DUh3Ihn3dVEqGkpAAQlK13IWmwBUlVwF3JtTiqVjeVUsLu+7kVCnJ+5IqLq0vuR03UlsOG1+H3Qq6VpQSlQIyKSC3VpUPctZqERckwMqW8KVXoD+Dfd1XpD9LV9ymyHU5oqhmyOIfSc1knIbqulaCAbi5BLhLHOPIGLW8JY8pNUg0itQ3WuLPlIlQKpfuWHiVgmwzFIcOUECyTYbVTtXxbKoPut2ItFOfkI4SZUXnWEqFyQ24jKruCUKKR3U2uxCdnJhDBtLdi1bAdUqyH6RVICHZEJ/wsygrR9k+JtwFOYpUCRa6VKBCjTS3veCx9fEzzqLbfjiAW72kQItLl0t2n1GlylqWviymjKiyEJJQUOJWeIkA6BYSpGW9lJIIDPoFS3yYIo0tqLSWKiiK0p+nRZUgzYVQaI0LbqbuMqCzlJHETbKQkKNtl3gyo1SBA+yWKKjzsWCtS+aautCVAEB66OtheTQrBKFpJBKUm5NKdiyvOymKNS+thbvTmdS6hxZ0SQU31KSUlwFBULgqBFw4m1eI/UmEhlhXGOEt/uHIFen4CRNXFkcKVDkLKJlNkAdTaw4Ao6EFKkLIcTYjS21iikNO4t+LhPPS28vXIUFutvj5knVSTYAkG4JuQQdDNw8MR4cxkw1WachEKqR1JdQ0wVZXQb8VCgm6reFSDrYZgD1EtcIo7X6V5tC1+FardX5nv8AnqNmAiy2dsFqlg+jVmK27WcM06qMMdMWRkCZEdPq2u2dCgfIEa7BWFt01GgVn/tRLQvncyEMKVl76X87rtYE2tf6altvzIEVrhSqgwxxOhGdQQlxR8hfS59PP02Vm87n4HAqlGZizX0OoytLX4ddVpPhzAX6TYEaXFydpJVYC0I/Ly0h7lMB4Sd5pr70wjN0SlBa2U3zAtkWUQk65bki+noR/e/hVpqlsYywlVqXUZSGko5VLvRKRpldRluCtIvew1ST3IA2yzvW3Xe03vB3oRKpAof/AGaRFfamwpUhxceoRXG8hjKbCw0tBzKUUqUAVZDYFIIosJVGfubrLGDGsJri1eltc0w0xVJMNptTZsCltbi0oJvYKCybBd7CywF9rrxKj8IYx2KDPxbK5qvVaEtbDXFaixXVJWpF759cq+ICkFJCQUnW9xcn1EwhRsJRYmI69iHnVoXxYC8yY628xF2l5bJWsHXMLXzXygkkrtvGmHMR1T7eV6JUaI/NfS1KdhOhSKfPsAXVJQEkJXa6iLi6rhJHcgq7WLa87xaz7ulMMJUmPKYWhTTiwDlbksm6LrQpXct3ClAEK02TbT1nycRXUUlxzHbTcbwGqoxAlS+AuVlyI08R8jra/wDy2ua7iiLQWufdloYYWrhIW/8Aos/khRHhudAo6XIBIJF861+rYooOKILuA6TzS5rCFSKat9tL6UBwg/BdIDyU2GqSSFWJCkmwtt8VMxvvLozFLwk6ww+taHZkWU0FpeQLlbbzZBC0lAUnscpUVAAgbHpdAMzJ+l2uB8H5jRp2OKDvGo0tr3SuLUENPwHWncqutJyqShy2VaOyglQBsQdD3Wyd1u7TG+HJbTtWqmHqvyql50pWlbK09RKoyytTrZNrltaim57J12+9ztXr1Ba+y/u7EK+BCSxyVUlN1FpKkeBceYsB5xBBJAcWsgaXQQoGw9270KpVIlZr1Jz05C0o92/DakNoOUF1uShSwVAEkoVlF02IWDqzvSb1Zr06YzAfdZS3d3M9yqY3zwpS3Ux4q2rNR5WTN1II0KjrdNgCkAkCxIjbyNy+HN5eLX8R4jqyM/wuQz9WaLbVhYCyoqS5dWYA3C7adwXbz8KY8ixX5VZlrxDhRGR3lWI5VIhvtrKkPJCU8RCSkgKSC4ErCiMiCABrAOE6y7iNjFFUelVHjtfd4q2gwln++bKyrv6gAjUWtsjrbSgGyC1GuwngY6oMWg1mLAgYjpzmeFDTFiympnx28t7ZFrvxGilRulYJSR5gggTXhWjUbFEuVK5qt1dGVbDs+PwHVNG+hBAS5YXuU3uNQLA2NJa6zFlRMOnCdQmyqg1xUpTDUqK4gW8SgktpUNCCSggnQgk3Ha1SKzA/oevRJqOAvPF5dZW6lF7qaCXFBSkWupKc6yk9SSrKbCbvdv3MttRY45MoMUQsJNRYjuKMWRaRCQjjtRYvRlT+uhdswA+lsv00Oy43gbwd18WVApeEsEP4lq/Kqai1Ge0X2m2Cq61iQvNYaC4F1A2BSLpuZ1/BmF6y7Enu4h4a86n1tOylx+aQLJW6W3LLbeSFZVONqCwLFeYEHYfx1giBKaiUZrCc1haFJU1UeLlacQfEnMhSOogkgkEX1z9wbVAYwZFYqz5EwFxLXmsL4W5CK7zU1a+pdG+OmPnNku5Qc5QCe1tQNAbW2MsE4SxbXsER4E/E1RYhSuuPluw+z8ySkLBCVAC9yoqsSDYHWyw9udaw47ArOHK5Fr3ujMtUWR94mcqrRxpt5aitVrAlq9iUpIAUBsRYnxxFn8SjYcqEFj7qpfFXKSlTK7AAkalIBIB0BFjcjUgz+AwIWy3P6dUm4cxphfC9LcpcWt0FeJWMrUp3IUKlJSAAohKQLkCxOuo0Pntyxxvjdi0Zh2guoRNfWlCFKaKk57i+UkFK7eYFwQDqCQdsxwMb/ZyViGU7g1+VUWHeYkOxZkZMqQoIBuhRUW3ApPZa9SDawIuWrQafhLeC1HrPBWxFlITki1R0o4iySm9gs5CVAWNybdwNLJWfVMP0yBFrNG7ctCyg70mt4MWfQcURKJNWjxtRXV50qOluGsBSdRdKgo3BHe1yKyt2mDaNS3Isqoyloff5iK0tWd9vXyWSSoAi5Glx4sxAOwhWsJYjaxl7rnsop3HYVy7rSgt1tYQAUnQZ02CEhIyiyrBI0Uqk3rY7o27mgxIDtRffxLNXyrD7rvS4q3bVQslNwVC5tewuSLsJUWA7nJjFGh54hljORS8RxYmF8OVF9EVCU85I+GlTKOxWEiyrFWnZIAUTfuR+4Nxtu+wvhxyltOsOe7nfDwOtNrdtLCx0uDYakG2yQwzjKLAn03DmMqjFXUa2vhSJSELYdS+fDZWuRJA0S7mBF7FsWItXsAyp+I2/cPvFb6F8KarilpWUm6hkVcJUDpmRYEG4sCTtCoUsyPUrqamzgngQjnbzsZYjdqVUwvgiVFYXmRz/AAg1lSDcq6lBWuoyka3BuLjYPf3LfaiA3Wd6G9irzaW+tchcXOiGh5SgLhV0nNYBKQmxzEEXtqHpvXnxcL7vmKN7x+PKYS1masl1xQHcA6XuPMG9r9hpndNVqjTTjUVnJTs2dbUpoojzEkX42TVKVhQBItckJIHYgWozW+QfcAtrluPUHZmB6XRsWt4NpbvO07l+PndRwF8IXT1ZVdKgRpYgdj9NhGo8WLVKnF5tFRRFW6hhWi+j9T1JB08ifW1jsVRd2W8bG+LYE9rEMXDyOYytT30vIajo1ypC1XQUrBIKXSEkr0J1B0hgT2R8EUue3Wa89KqL8V3nFrRI+BnTrYBJCcuYXsQSLdzsOrQsW7mYyFCDdCHcLgjCXs07jF4oqmSFNqkf3pPdkKKlJKgDkzG6iALIGpISgakkk5Q30b/d429Wlt1R133dCW6qPFix7pQpSe6nPNKi3Y8M6AE6q0Oz49qmuQMW4cbgcZ+EuE6xyaeKtCHEZwhOdAuHEEm1iCQVA2vbZbYS3HQHYDdexvUJsHPmTyHFbUlxOviUmxXrobEAgm5uTbtbqtPoay+ob/8AP9pC7AN9kVmAMFysb4jiNNNImt9HMZVZOHe11qBsBYfLcX079juHC1E3VblordZr1cizapwupbtkqSjuBl1sLaX0BGpHbZIt4zwRuq4EWg09ibw0qydBzJVc2JPhH5pIFtSbagFcxtiPHle96Ou8CLxUpVlaysKQdM/EF0hQuLlRue3cbI6HVXagb61wD6z7xF8bufiaOx/7WGEoFGcdo1JXV861NKaSoKQ2tISotOIIJQopUFAEC4sQSLkZ7xTvJgYjaYi0vBGHqXx1KdjqaazcFWYBXSbZbG/a3axJvbbrSt2OF4sri16Wh+Ux0oW6sJTkuVBNhoQPLS1rDzO1/XF4NawlLai8kh9hp13pUEqbWm/xU+lr62IBv9dt8Usy5Jl01GzgRXfZygxXXJVeq0Wlys6V/wBHXyOI6TZSLEpN73UABbyBAIsHMU7uZU9ujVSJ73Q+0pCFykZX2VEBPSq11Ai40IWfMqJvskIWJ5XPucJpHHfzJdjrT05j3FvXS4It+7YgbpfvSA21FolR96QkZ87SRlcaJ7G5ubG9iTcE6i1gVHz8xhWLfMOpu8GqUZp+LRmoUJbC+AtfCCkyGiRlJVYXWkaE2FxqbG42g1zmsRyonNOrlTV5Vr6unXtYGwF7X9LW7+VngzB7VZgS/tGyvlehC87oztq7BWY2yW1spIBuCLHUbPvdRuugV6jT5VGq0VcqnKTHXxWs/ERYHVQI6u9iRoARfy2ldP3jLWkJ7mfF4Yr1Ui8J2kvxX2/A6rpS2kEABQvmA0sSAdbCx02cO77A1ZqlGgT+UfirYi8lITnypcToMwvfWyQm40I1IJ02elN3fQKXF4Ur47/UpS8mXq1tbv2/C34+c73c1FacagdCEL6Ur8P5W/j/AD20a9EEiZ1JX1Mi4v3X77oteYdgcCbFiyFfFi9K0tfLdnQmwtcJBN7i21vWcM4ox465WZ7tI5qKjKuEtWZTiwNenQoUbKIFhfKbHMADqBqDxWvvXj/XT+zQ/wDLTQbK/fdu4o0+lt435R9FeoK15JTV0qU0u2YLAIzAAdzqBmsRexi3T7ljVGt3na8Te66ZyuLeV/QPoQtK2lKKc2trWPe2next+Y2M0UbDlen1JqsurWtGboaTmSq1tLHRKtLg2vcWGp2Jdwns9Yor3/bzFGel059Kskh2yFyEkixCDqkXAUFHv5CxB20y7hn2fd0GCKliOVQ6dNrc3NwuKgKkOLJsnJ2yAGxJFux8ztkaila03scYjd7qPZnm1jPdhPoOKG2ouHpS6dN4v3pqK5wshObVIuWlWy9yAQrp0NgYYJ9lrEeMuA7xV06F1OpkPoyZrg+WpyjW57eQ2fMDGFUn8SqO0/j06Llz9AQpntYgixKdMultdQdANuOId+vC4EXCVE93dP3hMh0PpUojyHofrY/ntjWdZ0+nGc8zJs1qfMGoUql4Ipf2I9+Yh462kv013hOIiuJvZaM3ykWN7Ei2UGxFjaU192U78V7PkaT4vFm/Mm4Nra+m1fW8cfaOjchKodOQth3isOsNFpTKzoopIVrcEpIINwe99p1Pc4UXi9Hg/wB71/jz+h20tHrx1Ckumf7yRaHIIlI1jh3dy1Uq9FeyPrWlPgGV5JIugi99QPIGw72tfYE3bSKpvkn/APnWW/UcKTHXVJdyKXIhuEKvcXKglfax7a31Ox7X8NYDxRFYgVnEM2kVFa0yuEhZS080M17qSlSgDmvqAL2FyDp9Ycd3D4Iqj+F8Gy68xV3/AOsTY/BkJ8HzKsLpKSbDTLrcA2vYPxtmtp7NsDHxAdxkw1PeQwxmUvx/W3b011Pb8tv53DuDWp7kqK04+vOlXRIOXTzHp3OoH7dhjehyH2tYao0uVKRk61utZOq4I7fQ66Ht3NyB/UirNcJz43Wjoy+FXp+H/PbL6jYUwFi2ufc8YJwDQcR8P3XidFOX1K4UpXTn0IQVakX06joe1trvdviR2LVGKDjJqK/FX91XzTRWxIa0HDX2VaxISsEEE2NxoF/R0NO8SVPezrzqVwv1U20y3sL/ALb+XleqxHjqlxZTlG5ScvInOh2KrpzeQUk2uAbEgdx5XGo9DrLHbttyPzFqmj2kjCTVZl4NlVZ9DDC1e6J6XfisoFzysk2Nwk9lEXAIHa5C/bxXhyvVnENUrzrDEqiQ0Q4qMyULcWVlAc0JSpVykA+dtb6HYNqOK4uKKXysp1+FiGlx08vIdSU8w0lAshd1aqA0SrSw6STcHb+3fbs4E/dVUt6tZzypTE9DS+/S0VpTny91AFVynUnvbQA7wVMZxNSvbjMuWqNAoztFqnunPUecSiVIzFSlIe6U5ra5hfRQtbUEEbHmPsSwKNQYmF4Etf3L4shC19WYgFCfLyUb/wCIfXap3dP0bFsqXiiUyj+gUZVusXySEBNuoafEAFs1gPDcX1KlreM4uI8UPu1R5aEPyOK6jIVZdRYADxdiBbvobAm22Pru7sxV8+4lYT8S/gsfaOqNu1mXyrC8rrSnUZU6+ZHpa1zpr+O02HT6M7PntSqivPCXlzoUFtZb9JCSPCe4P7e2zBh0qBPozEB2Iw+wtGdHbKpNtCAdUrtoRfTsLDQLzGOEfcNUbnwIn3KahTC2s5+GoagetiL2IPb8CdsGvUbX7b+4o0ZNSw/Ka3fRJUCIxW0OSlKW00rItSMpBunQ2vbtfSxsRsuadK5CqS2qDh6VFZlf1hhbqlcFXmQSAbGwuLaH8xtZPVmfAwHQqW7UeAjmnVtPrzKVHSToFWurLmUNSDpa+ltr3DdQrzVZkYcxlEQ/FyIdhVmKpC+MgnvmFgq3oQCLW0021Hsso865DIciLbF27vFtZit1SBieL1yMvKyuhSUE2uFXKSQbXvbSx7a7DsunSnZUSl17joXFXy6lOtZlafmCQQbhRNiCCDYDZwb66q7S8JR4tGaQ/KpzEh3mlp/TWy2sBbUlRJFjY5bGxsa7drh+U7QYlUrLWeUtCVJStQUlKdLAdyCD9beYGtzq6Kl9Wgsc+4920RN8k7t6HAwlxJUqksL46ulpXV6dibkaaadvU22JozcVrjtRWsiFyFu5Mx6UqJOQHySL2A7egG3duL/7t05v2En/AD2/Aw07K/ufx5bb1Ojrq5+Yo9m6WtO4TTTnwciPF/x2qqZJdqlUntNO9aF/C/vf5/8AXa1d+FAc4X6mw/hiNKaqnF8HX4PzvpsyVVjBEwhpzcWVxOaaRx19K83i0Nrf9No1cwDFqnAdivcBbC8/CVfKqxvpqPyufT851Tb5WqcXhfp+rYvoFK5+K5zUtDC8vSrxfh/HltDaeq0YIlgN33TO6g1vBwkxWYrUrjxUKQ6lOaRy6k9z5uBBIJANwAQPI7FHs/1Fqsyn8EV6W+tCFfCWm6VJTra2tx+PqPK+yTwJi13C9e+/80ww4tTT6oq8rrahoFp16h2Nj3B2bMKY7S69ExHAqLFUZYWnPKaSUPpSSP0ifSw0UD3GttNsnRX4sEd0djI4g97QG7iVhLEb7sXPKYfRm4rqOrT1/WFjqbfTvsrKXGge5nIsrJFfydCc/QpWo+nf631/dtvfPhhreDgiBiOLkX0ZuKhWXyNwfS97/iPS+2asWezniOfQW6zAdYWttaeK0lQS6lP6wucqgB3A18wD22d1i7jNiyBOE5DTVBnxXehaMyFJTdSso1JHrsNmLKnyuaaqK1rR8JC12UtSPIHve2trk2H02aeG8FUulxXItZlrYXlyZvF6DtbsP2/6XmFd27sB3+i63SKuwtauLFkJTmVpqQblSVDyIP0IHkpp/AmAU7MwJwrhrGUCexiOl1FcVbGXitLRnacsb+dyL99DpYi207ebix2vcCA614P0+T8Pw7bM2uf9kqM47FZWxn6Fx1qzoV6WVoRbubnS1/M7FO4j2eKpXmm8UYoiIXCfd5hLTrXUpVr3BHy6+fmLjYxO+XBVpWbgdwdGitfbflH2FykJUhpd0py2v4Tp+030FrecP2gt6tLwvw/ui1sMK4CorTpQ6lYvZTawQUKHiBJBBFrjQ7aZxtWPsbQfc1LeRNY4WVSX1Z1pSBoi4toPIkkjQdtNsk4vo2HMW4jcaxRSX32JWXip1zNqFtbJIJGmhAJ9bgC/GwJ7nPcEjpwR7QeCN4O773NvVeYqKFx+XYxBy4zuJSLhqoMi11JFrPJGbzIGilJ/DtegRcZSIuHKjKXS15s8VUgup8wFIUdSk+V/Ia97i3d3bbucOYXci0F2VCfWnPldurNpoBmI0Otkn8ra7f2BDXqNRuFFw9FrcJC+KiGpaEPx128bak2UT3GXUG4Fu52z9Te+R+Im+oLTTeDKdFxbgh/Djr2RxCEvsO/q+aSLG1tbEX7bJKvUiL978bFXpy1IW0tH6T1FwO3mL/XWx1IcCb16XS5Tc+BLcivoV8WK+nJmT8zZ/VItoTob6E32+t7M2l/aOJjKgvZEVFH3hpaMvWABYjQKvoCQSO2uttmK9QjL7lfF1icxCqfPnsNRahkcWrJmWkK4adLr1BBHe6SOxJBuBtPxsxXsJSqT9nMi0VHMjPlzMZhYDq7pJPykka3BBI2mxaU7PxQ/VGoiH4rCeqLm60qIHh8ykHsSLjQEnzX9ErGLa9vVqWHKNiFaIUVKeBHmx87WUnqCTcEAE21BAN7gXuLZVuTDVDdwYZRhxZXFrP8AREpa+pClZkZTYEg+nYkEdhfTa+qOH2oDrcprhrQ+hK05VhXE87pI0Vp5C5H02Bt5e57e1ijiQHYjCGEeF2PKKcye9lD5R+F0+d9rbdXR69u+it0aVVpSP14chRdazDUAZwbW8iAPOxHcRmpfU6yuvMJ57UrhNz4svP8Ar5VlKkr80KBsQew8wTrtcwKrWazAiT6o6h+VFysLkO+NxFjYLI7q00J1IHrrtAqMb387xWuBFfbd8COhD30sTZKj63sTa9++02iQ3eE5AlNLYWjMhWZHT/gWAPIdiQT9SNk9De2pvYp6HGJTUoi1gS/XP4TX6XP0q/uqT+I/jTsdq2Pidqlz23WsmdakIyaqTlOhv2I8/wALdzbaRRaHKlSnIEp7gP8A9k6rwq87X0tcdiba6EetzDwBS2nX3Z+dE3N0rSgZe2gKdfP5gdto5mRjaZZVClUufA5/3etD6EdC2l5Ft+dkr7pHna9r+WwSuRFn0tviy/jo6c+XKtWpF1d79tVedr7F65PIRX4HWx8JTSEfrfS5/wBP9NkRh3FzXNVKBWashfKzF/pWuE62kknIoBRSsAWGYEG3cA3O2B17SfVUdv8AMMAWhwql/F/uf9fP8NuNYw9WWqC5WYtOf4CHeFzXCPCSsnLkUodIOotc66d7jaLT8VUue65A5tCJsXKpaM/yG9iO+hANiCexvs/dwk9qqSqngmfLYRCrcdTS2nUBSErA6SQfzuTe/a/bbwHSem/R9R2uf6S6LtMyI1hB3n+fddQv50Zb5kq7diSNdQT2Pp32CsVYnw5g2qPwOLkcz8XhI8Wbw9IvbTvp5C3rsw8XYQxRg3G9awHih5EWo0t3KlfFytSmCboIvawUnUKuLG4ubbIGoYQrOKMeNu8pKQuK6lTrUpIUpP0J8Kx26vwN9QdvodVG77pIqL+TmGNSlVSjYcYqlGqL6GJq0O5eKcitQq5QQE37E317jt3tMQ7wHZVGiNSqTzS1pyOvx1HNmAGQqQT31NrW9fw+K7UeLA+y/KZ1xejwdSVHz1+h0ue34bC9XmVTDnDalPIYf/RLS6gZXEpIGUkEC4HYn6663DPZDDBjdVWRCXdnVJXNS+QlrRkUnMlCyrNp08ZJOulrEggW76C7k3VYplYXrMCstOxUIizULUvL8BxCyQ5cXOQkaki1jqQddg7C9LgSoHvTixeay9aE2SpxFrZDbRRv5DXQa6Halo2Ifc3vaK61zUJ/NnaSvhLZVn0dQSLXSSdDYKGh0N9hVJ2r8LOYFXxPULhRapS3JTTORa0JdQpPV3F/wUPrptifelhysxd41a5qnUtcJ9KXWpTXQ+lWoyuJtZSTl0PcEfidtQbmsU++d3NJlcXPnhNdSvm6ARp6G9/9B22z3vmxNRmt6DeF573AqMqKp2OnwpeSleo8je6raXB8wO+21qU30kGNVnaYgp+Kqpgh1+vUuIh9+ElXwnU58ydLi1ifzsfI69thhHtM7xqzPbqmHHkUt/Jk+7oC1PLuNHwpOVZCdLEXNtD5A7mU6K1ih+LVGuahPu9afmUg6W+l9PwI8tLDeINwdBozsus0HFjHAYaVIjolR1JkM6hXCU4gkLaFwApSFKHclQJO2Z0zC5UyRqAj7DBSi73msW4jYn4y3WYeXKzqU7VKM0qnSPMcWzSih1RITdJCT3vqAQ3MEUHBGLWqtFpcSo0X3vITHlZ8qkNvFrKHgOziQjJe4ChaxJAAKjo0ml8X7R4SxD/SMXod6G1cRF7ONPN9TUhJHZaNFCwABynY6pGMYE/DlWn1TBHuth9KVz5+H3eO0pXDATIXCWcycmXKUtqKwMoIIAs7cIaxsjmH+87dTRty1ZYddoj9BqnCU6rk1lVOqDBCQXI6rnKDe5SoAoUOwCgSoKJiyg4cxa+1Al1RFXyqQ7FdUtpMxo5SAQhOXMArxAEC5Pmdmjg3EOMsR4XkQJWLIuKKRCQpMWUh3mGo6C2ApCwoB1k2IulwAAWtfWy1xTh2U077+4SELpzvCmRfGltOpYcSdDYpJBuDa6dRrejAbZyeaHI9SfWfabaw5XuV4U6VFmtKYkIdShS0oACbqTmtcZiCU2vobG42GN0GKKDKr0vBtUwcxW4qJT66RKhx0rqNPacOYt5CnM/GzEZkgktkJISR1CpqE9rHjrdGgUND65S1oaj5QpClJBzLbN7NqF7m5Fxe4Ivt84NpsrdBvBbpe8GnMPxZrCFwKvFkOZmVIBUChaSFpUCpKVixOiCL7XrGJFdfEacig4JwdVPf2DqI5h6qL6pSYqyqFMSLDjJQrqaUfCtCsyCdQRcgCeO94Nedw5/2czrXTsz8yOrpzNa5pRbsUuoT2UASGwoKISnVFtzNZrMqXi2fW/eKGHeFwM7SkSGFZElnOgiylHVKlBN1WJsRcz5VDrPutuqNYeq7NIz81ArzTWZDarkFThb1aUlRLTilJCUqCsxCb3L5Zj6FSsTOId7fv7BDmEqyzzUJ/K7HW6gKfhup8Jbc8RAuQEkKGVRAIGhIPZs3q+5sbwIrstEVeTkpin0ZmpUdR0WoC2qD6gEZiQq9xsQ7wvZmn1nBv2twa9705LMqfSfhxZrKb9RQbhg8PupNm7hRIPhSVVTtxe9CltMYyw5T31txVK48We0WlpQO+bKVXQruHAAkaG9tTONsVsyTPRuu03G9GlOVnDkRhaGGkvpaadQ6pSRqMosF3GuqCCR30ttJ3d+0hQcRxYEV3j+8ZvHaaWlOZCnWcwcZXpdLgKF2uLdJFwbAKjdTvsdxRuqci4ow8tdRpcdUdSku5ZCU2sMwRbMADbMkm4sbAXICcK0L/wBdfPrOHMM1ddRlVRdSjodUFux3zIN8jjZtw13UoEEmyrECxAhyGHjFLK93oRy4m3z+694Put15D8V9KeYaTZTrKQbBwJJBGt9RcKtlOUkHYOqIwvWZ8uLFwbnqK1cVh+KjMjOc1yntnSe5QRfVQsTYbA2772a95eI6z9t8b1bmlrd4qM68j7atD3HSQPp5Dt5k1xHPi4XrLlGdeWxNipzOup68yR55bXNjqSL6WuCCBsNtGjLuaSdImydIO/LEVBpdNwlvGwPTq1T2V5YaZ6lKXT1i61JYdSA/GOWxACyAbWAsNtVRji2jYcw9vVwbUJWKKJKioTPoNRkI51TT40+8pA4gTcDKpNx3JOpGDd6+IqXKqjc+fUOOhcdK1OtP52HEp7OI1ynKSkFV7oNgpKSco0p7P/tI7m/sa/gPeDiFyg1SCpUiK1UVrSwrwkBC1K6SNCUEgEG6TYgCK0yMQNtRRMiHe9etvVmix4uBKJUKe+w6hUqg1alltp5o9CwhQsG3EhVyUksuoBStIuVAVxZvRi7pd1XuHBuGKvRMasOqYdgTIRX38U4HMEvtISkcMoJWAEgpIuSQb599FedoNN9zRIsWosPsSIrrqC6iZHNwkIVbsbhQBOna4uCVdibfbiPG+HPczvKwl8JSWHVMCQw2rzQ5HXZRQCT4FpUn+9qNsfqHU06c4Dt79ZHESOqaqUXsm+1HWd7VLxvhzG9EhOTeXdXKjx2ilcpATkcUkaFROWym7BV9QPI/GEKpgOgyn6zWajFXSKo6uBAdmqKWFZynhtId8IcPcXsSLHte9XHq2HMWwIFUpdP+ym8ZEpNNq0XUo4vyvx3LXWyvxJTra5tbbN1UmT8L4jxDu5x5nyVR1LE9pXRHcWo52XtBqnOQUut2KFepBGzdN312Hx6/vGExqvLHqb2wtvCrNLi/9nIkqt0unIfmwpTHxVRUB4IfZcAsoJUR1psQlQClItcjPW77HTWHMW0bC7vvSoxag67D47rvNNQ3SVKTopRzMXFgE3KBYpCUggEHsILqmHMOb1Gna2/npamHWkSMuXiiM+tacuuVaktIJTfKQUEAXJOd6FjrC9LdblfaeqSqpNU1KadyIR1XzNjKEpQqyhZKgbki4VcauXaQW14cAj8RvsbkweZujAOPftHS57VUiSsO4hpFSkQuLFUE5VIcDKOIgWQW3BdSVBIzBQunUjaswZM+1DuKKW7TmIVXX8dp2FHLqHloF1fASoOcUtoSo5RYp8iACBjCmNKpKnxHcR0/gOTaWw/IalRSw+2sIKlO5TY2JIunsCLWB2VkzGFZlVlus0uX7rfYdVkdUpTTra7kJeQ8kgoUlP6yQLKJC7gAj/06tmBHGP8AEEmiTMfiK3VHaWxFi1vJV4q1ZExc77SlJRmKmeGQtGZIzFIsLG4Ta6dq6ob6JUWLSXXXqJNlcXhSFT5XKqUtKBYFS0hC1kaZXMqxYXzCytpmEaRFxHvBbr0Corbq9ehchWaS0tCGqg62Vut1CCLANTmSVrWwLIebUtSBdKkE1wFjWVhyssYXxlwKoibKTFj8w0lTrLpKrBpZHWhWhSldiAQkkkAmD01w2Q3H4gbNEV5SIrFTrVUxHz9LwmxChV5p3iuwJgS1zlwVMyYyugOrHUlxsAqsSFakKalA3bV7FtBw1vLwviGL73oMVUKLKfuhU6Kk6xJPdK1NrQpKFnrQc4zWJOwr7UW7trdVFgb0N3ODuawvKmIh4op0NOXkUmyW5zCcwDeRZSlxABSUrBISAFDnhz2h6Xu+wG3K4VRfpz7qOddjxzKacQ4FEofYIzpuCVJXbXIRcEW2INOyHgx6tEtr2mFm92PQcR4cgYjqlJhLQtpTSJTqELTHd+dtxQOjeYEFV0lOpJIzo2UlQ3ZUvEcWBKdwxFhIomVp11UdualMVJuWtUry8O4UlRHSlSxmCTcWmCN5m7TEdLco1BdhVvD1edXzEel1RTD7Mgm6XW2FWcacIFikZgTYm5AAKMG7ra9hfFtCr27mXVH4S8yVMKaQ+pSUoUeUkZT3TcltRSAmwSF5SUBxOFxLUr9ONuYJ4nwf70wvRXaXXIq6JzTUynV6kxwuPkvZxp9IzpykK0WklINrpAJAvN3G47C9LxHIaxRLhLisZ5UKY0gx1RUSE9bRKboWwrUqacsgkJUC2Ug7Nynv0vCUqtfaOk0Sl4emoUp9CUcB1tSrZzIjqT0kki6m1Ek62AvZc4ixZhzEfunBu5vebh6U++p2KmHPkOJWl1KQvlgpAUsBaLkPoClC2qFWIMFPzHe7leJUS6XugwbjKe1QWotIQhpLrvILzx3FdNlgEkJve5QVAqN7KFhtDxDS5WN//YcxOzNmwn0zWHeOWJEdN7oK1C5LenS6kHKSQQAdQ/B+B+VxviHBG8GiSqJOYRzrSOYD7DiCQObjvNXJZctlChdWZKgWxq2L/Em7jFuEosfGWEsEfah+kJ5qm1SA0FPyGiLqQtLHW26NUkhtKVCygQo5dlWUvxFyjNOasLVR3ehTMR+6ZVBr3Kqan8LK1FlLGZYeQdEJJ1UQQEKuoqAOa7F3b72seYIpdaitcPPSHVc1HWn4UiPfKC9HUSEuoAyksrQHGgkozFCUJG903tAQN5eN8GRZWHqph6vLlPtK4SkPp46WXA4y5dKVKNkrsSm4ynMCRYw998bdzRt5dNr1GxDUadK95SKdKagIPCUlYCzGU2VC2WxUAFaAqAKAVDa5QVV5gmxXwZY4+3jYDx5KptBpcRdEXUZXMT4sp8KRDUs51qZfSCFtKVdYURdJFyAQQBbF2FoFBr0TDn2mffXKd4TUp1pC1NrtpZVylWlrJBIIOpAuBJqOBsG4XxG/iPCXAqlRXHS1FzNJSxKQoKHLLbskMuIUc1lIBcTZSVHIrZl4Y3f17C+EqtFrz1LqNExCviysOO2daZVoEuRJBBIfZv4SAkiySCMpGV9Cbn9/1/pE+zvbEosR1d2jUum4XoOHmKpKXPTmpa3XISmZAPXw1EZmWnWxYoAU2ldiACRxHLUcYT8JYXfxG7T18Oa0p1qBMabWtPfNlDaSHLJC1KDYKlIBIGhsvHMIV6qVnD1LqmIXGF+GFMyImKcUCcjThUSHG7XSb3Ui2W4IuDvelVZUCBRaC1RFylsKztVKmzENLZfFkt3S709YzqAUSkqsLkEg6iL2l2j1G1TBwInhjGU1i2BXqNh5aM/6KfQ5qVPstK1DbiFrKJDRuFJUVAlJKVIuBYjrj2COfiRcZMrpy1qVkqUVBhocQbKs4Ckhl0KV0hYAsCBcWVtAfoNLpcX3zKw9nQxMUuRFVAQ1yq1m6ZMUAlFiSc7QUAeopJIIVeSKNAxHw6zwZS1sZciULWhOYgEoyqBSSQbjKVNm9wTc2GH3RtMH7ofYGn4jn8w1hLfGiUiLlRFarLSXY8hCdEgPI7KBulVxnBTcAjve1fEXvmK3S6zTn6dVFrTnj84FtOPjty7xISFknpJyKNwLK80vOrdG3aUZis0unrixai6pqRnaypbfAAKFJBCR9VIJAABAIsDVYb3p1SVjJx3EcT3dFXHSl9aVplRXkG2b4JsvVJuCm4BAuhCtARbAPmLXVMx4OBHzLxQ1Ko3CaelRaj1MOwqvTnGl8UEDKpCgMySq2VaCR53BBAr2sZ1SLS25UV6K/FfR0NcvmU2saEDKAo2NwQRmBBBFxtHqmMp+EoECqYXrcXHmFJWXjsJWUzafmy5Rlyru2E3AzC4NklQuLzafWt3OKHWMUQHkQn2FJU6t1OVLajoESGwSE3KcodBykgBLh1Gx+33fRmfawXh58UyXi12K59rcTv05heaRDdjwuEhTChfVRuhVhrchCx2IGo2qhjvdzQcR/Zdp2nVTEK08XhLdSpakFdg6gm6spVpoSkK0OW4O0Df3J35z6NyuCGaIuF488d1SH8vqkKSUkkG2hB9LkgHJ2G8Lb4/ddawHVMEUXENIlSOO7NjzHIuIKC+oFTcpu6ErSOIuwXlKb9KwAQTWygpCJVVaMoZqHGlf3I1n4tUxZCoL6MzFRgJQ1mVqehxIBB1+nYgm9hsMYYTXufrtUpdPXV6XFYSmFKQ0trnI4QVAgpOawJy5bBQIJCbAEhmDsE+4WokrerkxfVJWVDVRlRWo9RVY5UtKcSlKHh0nKpxJPlmSQSG3T52I2vhYSqMKbSFteGPZp9tSTZSX46uttQNxmBIBBCgg2KlLG4gdTqGWvYg4/MWE7Be9CqUufiiBEz0uDkXDdfUOPFvcrakNXCkp6gUvJsEqtccMnKY4ck7xsR4Xbi4oZ4FUhIzxalAst9xq1+GVIKVtrSMpSu1rjQAAoLmo1KntUvlfs9KyPtdTSJAfRr8yc1ioE9gSP2bQqdR/fLU92LE+z01h1SVtZCpKVEmziU6XQqwUR2FyRcgg1RGxFBrPD1OmC6lPr2HIDUqJys1jrlOqj5FPKtqsWtlWVEqUQLElVjbYveRwovC4y330J8OfLm/0/wAtqKMZUCKjn5edaEZcyfDm/wCv/QbBre96l0ufPoNed4HAUrlX1rGRzW3DKtMpvoCdCTYHy2MWCjyiNtzWnJlhUqxiiU78KJV6dC6sspppKuGsHQEdWpuD2t+IuNq6HLdqjr8BrEMpc1CMiktMIYdzC9lhJSkX7E2AB17aEc4OM8OV6VPoMX3vCreZp2OpKi0mUhfawPQoW6SLFRJulSddu7S8RtVlul8aVkfR8KQ6wFKZWLAAd1AlXZKgQdbW0OyraYWneDOFTMITYBr+9SK7Iiu1aLNhUzxxZ/TObQfC4nuFIFiNVKB6gDpoPY33vxMW4ybwQ7Q5rFXQ1wHY8hpxphzXMFJdylIvmFjc2I1ItcX8yputNNxZ8uF70i5kJkJaLWV3Xukklu9tQSps9insCvatjxqfK9zYyl+5JUJCnY6uTK8qULSeMyrvkBPUm4Iva5BvtfBpTDkmdh1GJcYroEWVRpcCqNSlr/rUJ9EgcVt8JIKFKIIVdJ0zghRACjc5jQbuMD/YjiQKDUK97umtJ4sN2VxYqVdwUMLzJb1IIyaDt6bRabvQpdUrL+HGuBVEIayOuo6UOJUgELQT2uDqgg2HzEWOwnV/ddUo3Fd3myqJFQhXLri2WpOpHDUCSHEA3BBv2AA8x1dtamDR4yq/h3kIDkpqXTmJviQ+lpMVb1tAFBF05uwCkITYjsRdJyhivdvi2vYycxlu048WvUuUlEql1lCuXkNKbIXy7/Um5CswBLJukAhJzDY9wZg+VvVpdaaxHjJ9+FCztOu9bHGSOm5SogoWLgFJuokgkgkEjYxdvL3fRZ+HKXztRwpCyMQKu/8AHlQUpJ6Mzqs8hkiykpUtSk65VqSQhNjf5ZEfotx/Wf2Fd1cCVi2f7596UvnUZ6pS4qx9xlZ1KD7atVBp240SLIUFBQINzC3p0OjYSozGDZ/AhU5HRFlJlZX27hIKbdinSwSbJSLJSLWAHMW74N41Lx5hreNApM2KwvNAmSFpKoEpo2DoSuylKuOtCbFaFaEEAja3xJhHEeN6pUmq9Li1ukTlcVM9LRYXFYBWptC0qKklSSrIUgAqIzAgWTtfJf5jOLHcbziCGE687Rubxv7xqi4sJK48ObKlKWpKhZC9FqKhdSQhIvYEWAA0P1RMI4N3jO/a3eXiZbFYXKS7wua4XDUFFaWsiyRlN1EqbtmJUcoN7MTd7u53fYtxG5RqzEX7oomXl48ppSWJS7FORKhdKwmx76E3IGm1Zjb2ZfemN36XRqfClYDf+8cKZKU6tnsVhtVgRY6gqPpcHSzG3cMCOrqaaiax/mWsCA1iOU41QcPUjPTlKYhR5sXKpWmmU2slBF7ZQRfuRckGVTwS7VItNqmKKsuEtjN0x3SlSk37Eg6kAW0sCO6bi+1DGqm77cjS/cOA6fNr1RfzJRFh8SYjigeAXJS2Te+uUEZjoLk3tD3YYy3vxYlU3gszaCxzCvuEeV1PNG9kOEW1ScpBRYggkHU34abAmdfYLM49Re4mxrQWmm4FBzzUZk/FdQqRlsT1pSASbW+UGwuO+1PR8C4txRXnKpiOh1So0tHUhUJBShXa10qBK0i1r3BF+2m20MGbncG4Xi8KBQ2GOItS3c6M3EUdCsjXU2BPe5/ZsZShQcOQPisoY/3PTYY0YzljE9yrEbuwwljLFFAcapdEYw1FhLXF/pGOpSlakXyJULgpAN+300I2qKt7PO+OjYjflO746Wxheblzx6TTjFmR1JII6lKKSNLEpSNDYAdy7qbvOpbsp+gxWX0Z0ZkurRlQpV/Dfve2ouLHXYaxtiP9JF+d/oT1DMpRCvDci5sL287EbPrt2wgu8toiuxXUsJVSK3/R79bm0vNkqTrHWnyVqLXue4t3NwRsFCnNVmlv16vcflUZkcJrpyp+Ud7pv+y5Ot9drfBtCqmLZ7+EovXKiylc1wlfFjqvdOZJIULp19LA/m1XvZ7xG1AflQHlrWhCvhLUhCXNPAbKufK1x3/HTy9nQBrNd9Va2QPQPoS19bZ5mZpu7qgtVRyfQasxNQ+1m5efdp1Kh5BWUpJGlrlIGmt+/wDUnCLsppyVS2eBnUrjtZCl3N2OYef43IPcHZ50DclVHZTjs95iloRl63VZ/U+vl9Tb6natrFMwvQXX4rrq694v6m0pTXnocoJ/HW30O2taa9Em9uAINmyvMStXwrPitcrwuOhaPhITHWpKki4sCi+UjsUnzFvS4NUsPO8Vtrg8dbHQ7HUjKvLm0toASL6GwIJ1uLk6eoOG69P+64Xaiopz+V+UlpooUm5tp5EjUkWNtTe9jtaV53d9gjiV7EbtOYlMtJQ667ZS8oAHUTb6Xvbtb6BPRdUr12Wq5HrMFsDepj2TuflSpTjrrUpEVfxUSmo5V02v1DKdRbKexB+httzps+jYXd9zNc6t9edPMLaWniX0uAfWwBGvmNn9iD2mKXPivwN3Pu5E1H6Jc3oQ8ry4arZVEjtYgny8rhNSolU3+4Xl1SlvMLxfhd1Ep2BCaHHlRblLzfD0KnWwlS0GwUsJy2zgpLNiM/qOUVurDMW0+W6065QYtOYfbmqadQlbrnivZVxrcDTyuL318thbucKu4NwlTYFGiMMLfaQ7KWhPiVa9/wATfUep8wNkVg6Hu+gOxKpVKdUZq0IzNPo8Kux8PbvobE38rbazwa3AxHAYdoz2djpQlHhW326CPp2t2Pqb7O6Ndo8oTWPvbaJCu7Ka+Kzn/alX8fu2hCm/eua4OdH9xH4d/wAvTZyUzCmEqW027iOuMI/urdCU/u9NiaJPwH/UKDSWJr/zrRbKn8SfX0Fz9Nne4sWTT7vZmfZ8H9Hwmf8AFtIYosCK05PxREXKQjJwo/CzIUoagKHY2sDlNh5m/bZv4oxVgjCX3/FtcpFLQ3mW1HQscVShfunQntbUAXv32zzvA9qWjVmVytB/qqHeFwmmjmVbU9wLX7mwBva+2fqNbWvjnE5q0o8swyxLjSLFoz9er3DiwqW0p9EX8PmI+dWosnXUga6bYsx5vEqm8vFD8+s1BEVD7qWo8Np3Nw2hoEHsL31Jt3J7bMrG1YrO9Cje4Woi4SOLmWtaxmcR3SNQO+ltTb632XrO6X3W1InynsnA8SFLClZrn5rX/E6jT67eR6tZfq22V52iIam97eB6kiVW3aNRm4HN/p2lZuF4lJHYK/O1u4PqLW2Xc/FTsV34TqEf4vF+wa/lsR1xuVVHfddGaXKm51JzeLM15LHYjSxIAJPe3ltGwvgijUaU3KrL3EWhf9qrL+IAOtwfLuB5ee2GOmG5wPcW2F8T7wnVpUp3iympXx+nrulPfy1+n4DZkSKlworjX6jX+n+my/k0yLAr3NUGtoqlEfUlSGs/VDX24fTrkVfML+YIIuBsTXalcd3i5PhdH7PXy29Ro6PpKSkfUbMSkxtvKn0t2mtQIjD/AAGs33hpK8qT3AJB9NR2OhsCNoWFd4OHHZTk+s4Tp/HRmU0pDWR/U3PUFWOuouNfTYcx/UmoDrFLaiPvyn2EoaQ0nNxE9/K5uO58+2gvr2wzhV33XLlVmJwGMnwnV/rdyLg+XnoLD02pVW7vlhNekbyMyViHEWA8R4j4rVPqmfJmXy7reZViARZabE/gb28gRbYWXwoE/wC/srhc0pSIq5CciXFdwm5OXNY3Avr5bcWIdBiypfKy3/eKHUZYq2ipqQj+6sXsodzcWJNhY7M6JhCqT2uagVFFOirycwl9JXmteyChXSoi1swOlzb02nVLRn9Q4l9SiFuYHVSrQKW05wnpSH4uVD8WUjK6nOcqVZSBdBNrKGnoTa+1hgqNhefKb+0dJlReP08WPdSU3vYj87ag6eY2adYwVhd3C7cCl5Js3itKdjykh1hSTosJSrskeqSkgg6HtsJYqwzAnxWKW7ElYUWjMhchpZdhPWuQFWPFYUfI3WDYDL2Ba0i6T1UR/mQiVsvhKbeRgD3NhxyvNVaLVGIuVjitK621eRULi4KrDL37A+Q2OMMOVX+YxzCVZp7EKFUZTSo9UdQUtcVJS5w3je6SQLBVgLfgdlpiqj16lz4jrstuUxV+B96jrQuPIUyB8RZHTnslJUkhJ1Fxrc6vx67ulrPs+03C8rE8JFRqjqJSkwncyo60Aqvl8WTNlTYi5uT5W2aRqslcy4Kr4mLasUeLhzdexRmnoqF1RS+a5V1Ksva9lWN/I9yTbvptnjlKX9qOFKZ6H/hMO+HM6i5sSO19La9xbXzu2n8ZUHEfCi0mbW6IwhSeX4uZKk6C6SnqFgDbQgX7a7VOJG58qBzUWnvxeGvPHalX+Cu1wkkpHoRfuRci+wrkHxBHZ6EZmD8fRWqyxRq9UIqGFq4UWUtAQpK79BUNBYi4JsPwt2Y+P8KT5+F5bvB4EqLlW6hKsqujXQ99QNPI3P4bZKanSnZ7crwIlJTmQtAWlSVHqBSdDbX8LaHbWm7qsVnFtBfwvXmuPNhU3PFkIaVxZ0PsLA3ClN6JPfQpF9NPK63Sbrhan5GYts8sRNy5c+qSm4rTMpDDDSuFlQFZvlJ7HMD2t2HoCdpJNew5hz7Ue8ZTEVDqeFHXkUrU20SrS2t8vkPLyDtwV7O9UrNB5+VLi4QycVXCfXmYlXHUpKc147l+4BAHVceQua7u8wHWcL+66ziZC6pFdzJWxKR96RrdpQUQCrW6VAg6WI1BG8dGLF5h+1uOTFJu2r8De1QZ/NURxdUhSMkrl2lIacSQRmA8Oqe6bkjvbsSwHILUV1uLwfB0ZflyjsPTTYErOI5+7SB7hwlh6bRKXUXfvEhTHU4m/WUPAZUk+ZJ01uQLbOKJBaqjUSe118eOhaVq8Sk20/jTbT0FHY8R6kXDamINVBrhReE18+3KFSvhf39rufTfv7bX93qR/HptKbgO/ommdtWI4gzVmOVi8L9dX+e3zQaa01Kju8b5sv8Ady+v12sKvT3ZUpuL+jQjL4r5f27GmE8MwIHDdnvIyZ8+Za8yFfTzIP5em0ESQnlK6u0ug1mexFo0tDj6EJ4vyq/C3kQfy+uxxgvCtLpbrcqqPeDxZunp/j8dkbv4qbWDceUnG+DehCEcKooa8DihokjSwuPF3vYHQna4rWMnWqD9o3Za1xX2uKlObL3F7XNrHy7Gx09NrB9vuPWVAYZPUyrvMwJK3fOxJ7uSbQaj/VajFXx2OwPD4g1CtbgKAJFyLgGzA3TYnpc+jPwKyyh9bCcjE1rpdSjXpWLgKFze+ttLjzIvL3WYNxQ1P+y+IeBKfdWtbCZB+Iu18rjZIH1Crd9dlSzVMUbqsW8rK+BKirT0KRmSpB9R2KTqPX0O3m0r2HeJHG7cs2xukrcrEcWrYN94sPsIzZGvlUi/TYa6+QPpt94qwzij3W/AoNW5Va3epHiQpQGhHmhVr3sbHuR2IW+7XHWEqpKgYjgREQl9KZSELPwVE6i1tWzrYggiwGtzY43/ANArMWLAxHhKrZETVpS6jNly3B1Sbd9P3/t2Oba8j4mjk2DIgrSsA4to1UgVSvda0KVkda681yb5km6SPLVJB9dmZWKPhevcOf7pRCqjGXjuxWi01ISPNbJ8CwbdQJBtYkAW2E8OSsUNYXiSp9Rf4/SjN40OLOgsflP07XGgI2fu7ulVSsxWJ+MsMQl8DLwn2ujmE2FibW8vI/jrsihJeL7mJlfu73G0vFvDr2KGl8r0yGmHVHK8rQ51j697A9wSSdiveNvdpe76K3QaMyh9aOhaUWSlKQO3n+4aAfTb4x7vgw5RorkCjOrR4kq+VTdu/wCz1Hptn7ENawHih371UH+Pmzp61IUr8FWIJ+hvbvYW2YZ1qWRZbsEi4ix3FlV73o7UUIYlZel3pSlRvobXTe/Y6XJGgJtt0jyoFZ4jU/jscDOpp1rxsqB0WmxF7eY1tfub7Kaq1KjUuU4006uUjPlUhXV1E+ZtlJtby1sTby26UzGDTXEai52GMisql36f7mvlf5tO312xTr1Z8RM2M/JhdiTFVUa4dBn1GFVGEKTllNMBC1J88wubG51tYHv5WEp6TRpUDmoDsqFK8S0NOlScw076EfSx07WOydnbwmmpTjvBlIlMO9aE3UlPe3UALk2/PsRtbI3lu8VifwURed+dcccJ63cKSbpvfQkWI07abE4tXmT8YhItE+fPban80ha83ClLazJV3sjMnU2Prre+ut9jWp0SVFwQ5S6pLffQjJIQnxqStK9AnMSlNh2ItcXBvpZfKxni3hNz4uHkPwlr4SpENYWuOq17LBAzJJvra1iBfUbGlPxPFxvFbo0/j0ioo/RIWo5Hk665iARrp2vew89uTTL8QtcGvt3KoLUCLKqC+vNycjJ1N28Wo08tQQR27aXlUzF8qLPYqkCnQn+B8XOhPUlJ72AVbW9rjuO9tbjdawpPo3H4ueVS1u/eorqzmyqt1pIOZOXTUWI7g2sNrCHDgReH978aMzWe3gIF9U+fa6hb8Ng/RWewxhDV8gxtHFdUqkBus0arIbioWrisO+OOpP0uTk9LAix7aGwzWMcYXlNchiNlEWV1LYdQrocsdS2rVIIPdJsRmvYixI7SlT6XPkSqW7nYX40Z+tKfK/YH/nf6bfkilNOu8WU025n/AFk5mnPOygOpChfxDuD9AQZK3x5+5ysT98/F48w5PlONRashC0LShSX+lKvwULp+gvYGw7k7MjDtbgcVhqVUevOhKc/iV6DyufLzuNk9U91N4r9Uwb8Ba05uSm3WlK7GwQvvwzfQk3He/YAfpbWN6NyEqVx0Sqd+lirdGdtIGpQr+1SBcC3VpYpGp2vogNI5wPZgNQ+/GZsmtuxcJRWKpK/Qr8akJ+Y/S1yPw176bEtLxHuvlRWPf1cXSH5SMsdDtsrml87alWSpQOpb0JF7A22p4VKi7wd0rcp1nmkcrmyJXlzKSD2PdKvQjz7jW2wJiHCv/rtGGsW09+bS18KRx460qS9HvYPJGiXCnMoONHK4nUpNyAfRPxiSmnVoRVCW175XFadYqMVHSh1C+hxPqnU+XYW07bJbE3IQKzLd9381ny50qQMzybA2ufqNLnSw1Gp2ccugxYtGgRYEta0cJPKykeLIO1laE2HYmx9QCCNkhinGUCl1me1VKTFmzYqk5+E6UqkIv0uEXBQT59xcdzcDZDWUBxzLV1AmcsHv4Sr0/hQIk2FVIrWRMeZFLS3EG90JWroVrfQlItfqtbZuUaTKpbrE+Lx2FsZehV0qTrrYG2vbXXv567I2FvtlSnXKXAp0KE+hGZrmpAS738GcDS19CbA2ItcX2NsF46qle4kCvVZD77Hij6JUnQEaDvpbqBIOhHfbxfV+nFcalM5ELZXxmVntM4sxvjKvUmqO0lxcpEXl+daQlXERfMjiI8S06rByk2BN7Gx2DsHMc1Ac4Ty+Owj9E6srU2q2ozK6st7lII0Bta99mvjEypTUSe06vJF6VJ+VSe1lA+Y7i1jf1tpnHfLUuK7zUDjwavCdQ61KiyC06pP1sTnRbQg28/O2290y/wCoqBeVA3cCSa3GgVTFHvSBzUWahr7xyrvTmF+tWmUi/c2AtqUi206e1FxRQWHcb1vOunPqQ0+6gsLzC1uIsqA08iQQRrftsLbo641iOqc1iOWth/qW7IQ7kWl3UGQCnsSCSrskm/SLm7aiwmosCfhfFFEi4ipb/wAWHUmFFD6kfKsKQooWR5ggD1Fu2ncQgE09iqoi+wpHlO17mqXLzxYqMvCW71OIPzi3SUXF9SCRlFjcAUu8DEc+A1PaaidDDquOtroWlOew0sbEdyTqDb1J2vsL01ql4jl0uBnWhCkZVZsq8h7XKdOwIKbWJ7HTaPDrcpqfLi8KLK8XC5qy2nkkmzagSFEEEg21FxbsNgVjddmANW55t32Xq3Fk7m6LPpcvjxX2EeLpWm4FwoWBBHofPZe+07ROfx5hPEbVOXx4q1padWgK6TbMm+pt0g9gLgG+hBvvZ0fgUvBrDUWkv0tC1p4sB13Py6jfoChYLQNcqiASO4B73e+diqO0aJVIERa4tOdSqUpPVy7SswLix3DfhBVqEkgkgC+2tb5IZav75nfHcbhSuL19aFLypVlXmA+UgixP4DyOmu0DAWPcL17iSqziyLCqlLQrJzjGdLjRCdVNgA66pVkIBGva42vt4cZ1qU5xXeP0qWlSlhPSR5ntcA+d799k09uRoNZwlPxli3E03DyGJD7rU1MMTY6WEgDM42gh0pJJF2ySNLpOu2Loh+oZS/Ti4kCPdndju0wviP7Wu4ei06l1FaXeXamlVOezjMoMPJtk4mYHKRb0uDtd4rY3aO0GpVTd9T1wkcrnfQ6gozJN75ikkLA1+ILiwsL2I2W+5GBjzCVLcwRXmaXvG3X1dC4fvHC81E9NPUTYhcawkISTqUFBKCAQSOzEwngb+arCVWoNZloqNI5hcyFIf6kPMLWSMwFrKAslYGUnQ2FydtV/WJTLKmwxVYfo8qBg2JXqNnYnIyriz4EotKSk2IHHaIzNm2qVAp0F0nsZorVUr0pyjYjicGVNj8muqMRQnM6LhtciK2cgUbXDjBCXOr4aVAJMmr02g/Y1trd80/wIsppMqkSFrfdZSpVuI24CFPtFWhUSHUG5WVCyzf0Zmlu4cfiu0lEqrvoShEN+QEzGXQBkDK1lPESVWsrxeSs3YjK7oXTOVbb+YvnWqDuR3fP1SAyibVK26v7xFd4sepOoXYt3SCWUNki9iFA6LSCdEhUMTVSvYoYrM+rLmyn8zWRasqEpcto3awQBYDTU2BJJ1LL3oYqqlBqjcqLhNhj300pVZhSmi7DqEhvKlQkxlgBLoAFlCyhqUFGoK/Xh/BGJIMiq7v8A3hTqiw0p9eHpT/MLbUnUmK8TmebI1KF3cT2BWNiImI9dxwJwlSKzhKjVpqBiZdOW4tUh2lzWhkkNW1Wy4CUOm2UKaOVQteyhYjVm5nfxVKDul+1tBp781c2KpqrQI68iZEhsFPEGcLS2+UJsHchCwlIcS6kADNW7bEm6+fXm/wCdrjoYW1kQ6niuoTfQ/o+pIOtyQUg97WB2I6BizC26reBUqDu5qr+JMCVv7xxWrKl0l8kJA06XmxYaABRSoHuLLcr+3yiyWMpxGXifeHi6dhOm72d1dWpdUpCH0x0utMKi8FaswEGdFzKMZ3u0AFqZWcqmjqAgAoe/rehQay5VN32Hn0Ut9SV1HDlRTx2IqlaqMV+6ChrMFEDNmTcggptZpOPGLWY9ewvh6nyvtD/RtYyrS01UELsktyozgLMlKxcFRAWcqQbkJUmfvD9mWVhye47uq4+eqR1LXSedzut65SEFxQ4zd9Qbl1OgUFXCiCz8Q7vmUczHNBad+3jtEhQptUaS1UYsJ/O04sdnA8EpUtyxsUlHUk9WcW2LcIb3t3MCVEo0qk1uiLfV+igSAtjtYFMddrZiodIGt9NLJCswRucxRjKqVbC8+JNp1bpzCpGWVCPFZULEOqZVlUpoquFFvsdRY3txgezp/O/iOpYclYhfw9W4UPNTUymAumzlhwhTResVJzWUAsXKTlzoAIBWYbOc8RdmX2ZqKVvgo1LacitS5tOz/AW1PYKI8i/YhywSlRvoCQb6AnZJYze59p/Fteqz/KrQqPClKTm4KLgkFVwCASPMmwIFrElTT8Rb/d31G5Cqf09QYq1QlvrXx5EFdsmVa9FKSPIrBAtbOkWGzn3YQ3azu+lxZXueVCqPxY+ficq4pOqm7pKXGHQUqSU30VcEC9jz6gFPA5E42rsyIqolKao1GiYyxHh5iqRZWVqVUoDqlIeQvpQt6I4bJVbRSgAod7HKCJzLOCHa9AoNeoa+BFypp0iPMXHVwl6oQ3IBKXGrHTNcg3sCSQWBiiiYDgRW4DrS6dFlLUlSIU0vtNu2NylwAFpYIsUuosryUCADI3X7lMB71eJQcOVFc33IhSkOu3Tw/VoLAAClKIUWl2BAJAGpFFO88SotFp4Ej4ckUHCWI6Lhd3GVUlMUh1cqA1NWULjoezN8OwUUrQOISABlUQFZQbEcMbbzGnd59SwvKMJDkrI/RKil8IRIWklC4zhGiHSUnKpQIUeldibld7wp8Xdpjd/kKsj3pTl8qtCmg6hVrFbLjZJ+HoAQe5IIUDYi3GC8JYjdcxHPqL7C8vRHddD8NxSnStSgf0rLoOZVlFSRc2Untsl1LRU6uopcP6fsZ2ooresgiXsmvVmqY8oUCBnYqKHUSGsts2ZJzcEX0BVbQagG+o12D9/O7nGW8veXLr1Bdgv06oxWkpkcxkQ4+jMl9BCkjhvJOVK2VZFAJuElNztR861KlPu9eSLlVzXi4aUmwUoi9h26gfMa32a+56fhyl1lys1lpjErE11DspqVMOR7KkJUBIAKSoItbiWTfQq8wbpWlGkqFaydJSKqxN1+xdDwvVdy32XqmGYTFUy8vV2lR+E7IVwwm6ld1kDTMCTfXQ7Z99tb2Sd3O7nFGCN7WGKSwxhebiWBTsUUlWXgR1uOZk1BpwpKm3FlIacTazpU3qggqL63M75Ny1Gdn0ClxK3hdCMkrlalHWpEPjWAKXEZkhm/ZwEt6EXFrbBHtP75KDvBwvU8BxYi363CdzutQ5TaFzICSCp1rOLLIFlgFK0AgElKTnG3DbCWlBvgr1GlYSn1Sg8FxilxUvxVJRmTmeS58PKQTYhxuwFgSCDfttn/AAnhfFu8bci/Fr2H5UKo0t1cqm1eK7mQprvwX8pNkEjOhQKXWrhOXKLJLqPhyLWcEPtbtMQrr0J93NPRkDC4qbpSlLzKlAoUnsUpKkkZVJugg7AmJt5WLYEV/dzRnl0GvUtWdGf4XMITlultwZ0KJQVZUki3YAaBVIYV7ZWv73p+7mVEqlUp1UlRWEMQK4jhZkPISq7MxvJYB1tdnAptTZSodJBVcvLfPWqXvAwvhPHlZqE2kTZ2SUuo0Z0Px69CWOEmahAsHlBKk8xGIQsoJUlQW0kqzxFZdozsuvUH+l6XW2le9IrrQd+OSor4jfiSsk3UsaKFiSRlIdGC93Du9/2PMUbqqVTl0GbhCenFGF3ZvEUhlHGU6+1c3Uls5pCbi5Sl1OYKAubZlGTacw+3eYiqm7nFHubFuLHq9S8eRUQocqrffIExaQltth9whKVrDbiUJLlnltpT1qyqI6fzcSi7Li4cwxKpz8V1TE3Dj9pD8P1Qh4AFabkFPECcyMpIUbLIB7L0XFuEpT+A8UNMTX2E510OpKC+XUQHEOt5iRIZJuSSVBIUnItFihOvt/W/HC+6+Bhr7ZOv0H7VpVDantNB1UeUlCClsg3Cz1kgG9wgi9zpUjdI2eXjMvr9nXDm6+lv7xsUUOkZ0ZuqkT+Smp7AAFKkt8YC2UXUTYAXJum5ontWwKz7ti4Ira6vVJs1EOPzDXAmpUrLZK21p+L8LMtRAAukqChZStqbDMF3ehVK1hzEeN/f2IeaU/hypSo/LtPLBKuWS3ctNqISpJSdFAXCr2VssMUbpHYuMW6xgjBEqnVuLKzz4sJS0QuMhaFrVwVZXIEpN84yJLbgJOUFWYRskWVZj+oftJb1aDjxig7xsPe+/v6YrEWRS0odZkFpKkOR5bZUi5QvLZQC7hWikWWrQuNN4GDazS28N7waShC62h1EL7kiQvOlGZVkjNdaNFFTdyPQCytkpiUxcOV7+dp2k1FiqVukxWnWF9ao6gtwhAUkEKHUnVSQU9yQbkJGQreC77QWHsR16JK+y9bWuBmS/wDAprpy8BtkEENrJSXA4QQo5knSx2sTxOKhBmXsveLvZgVhzBuHN2eHd8i4TS5XPwn0pkMw7KyuKQVrfKyU2y2X21WSApQPh72pGvenCi58NLhOrRKhOu8dMd0EhbLgdQknquLkBSSLEWBtXe1/iul7tJVCn0x2VS96cWordhYmo3wFVKIMnF5u108VGdBStWdQKSgqWhRJGMBYd3s+2vKqWI6pQ6XXn6dHRCXVuil1d6V1FyO3KCeFIUhspUlp9BQoqSAtBBVsAj8SUt2jLR4o9oSBjfEbErDmHqWuo0F1C59RmoDrTKVWSXELy8VuzYKiW1Wta4IsdiddXpdZr0t3EcRcWqVd9XHVx2ZFOmLShCk2+ZKwMpSSFEkXBFwhKk3YbhZ9G5DBGF5aH0Qn1KqUjOY8zi3B4bjN7odKiSSlRHQq172JZiKlYXqjUijSolOm0inNcWO+0vhLStLgKSpKbBwhQUpRQAMwGnUdrmvcuIlY7Wtmf29HFFLpcWPXmmURapTsq1RZD5YfyJso8OQypKnmiqxGYFxtSRe9iVsPddiqBvQdbai1FE2VKi8BKVtNMSHlBGsabT1LMOQo9Vn2CwVXSUIOhGV8ZDG9Z+9Y8pPK4DfSmQxFnozSo76Dq48oKCmm3NFZFZgRYCw0Ign2iceUbFtNr1BZQxRKIvPFlLY4q1ISQVNLCbq4BIBCBciySAQAAuhKxrT1lUJf3PSHdbEoOI68+7F5V/3chSE5VqSpt0FTfDVxLLadSvMktuBC05CCCUE7dKFQXcb1TELuKHn10hbuSLPQkIdeYSLIsQVJcUlKRdWUAhXnYEHdRwz9o4re8HDnApH2ohMTZ8qLbiuLKEpSq4AClBnQKJ0sD3GyS3g7wncR0utYD3X0/laDS1+7ZU+A0hUPmNLwwBYpBvlKkEKzEAJVYgMisezFUsZ7CBKbG2NIGA4DFUoNDlV6FzXLorkJYSpu99V2NnWSrpzOAgntYEEKCq75cW0Z2XFapPuGE4+lrLMzrpamlEFtxCxnDTRUQCoEFly+hQSsEsrEEqg4SXhefQ5sWnVRpSOTlSOll9WjZaUslTC82oSCEO6ggL7qjH3tA1TBGHKTgOqUSnVeLVIqeLIldCZEIkpcQ+nKQspJIQ4ggg3JIKQVZGpDq/h+JexWD4z8Q03gb44uHKW5hfGTK4uJeF+lYd5qPMRbR65AOcKKk2ICVCyrIz22MfZxThLe1gPn3cQ05vFFIkcKpUN27C1MZzwHGLrKSFWCTlAB6kkggKGRMaYfaalcKltZ3mGELgKzhapUUjOhokCylNg2QoEgi4JJNxqD2XaPS8JbqpdZxREhSn0VFMpLUhAXwVdKBqUZ21GxSoAkdNwLgkdonGp5/HuHoeu5M/PzNfULdpuqw403PixJS4VbT8J3iuOuxXQCCWXCeIBbu24FJIBIJAUFZv3lt1TCWPOVqlDlU6qSpS+TdYlFEeuReJw25TCk3SlxaS2l6ObgkpKkgmxNt4W9nGW8vC/K7ucJxYq6XNY/Tz2krUv+zcbClBt5sqskEuIB1BBOgzt7TON97VZoNFaxlE5V+l1RLXIIYcafju8N4cXqAVlOWxAGl0m1jo7qX7Ve9fiB1FaVJvaaNolTdwvAiUuVUH4SKi0pbEeV1R8w1KEruSwq5tZRyX0NlWIH6pV5/v771XOiLmXwJEUOqjrT8yekrAIT1NkLQRmOUgqUpb4Im0HeNgiBVMee/qpXqctKEZ1rS63bwuoKSOOChKU5V5xpYp+YkrW7He/iily69hyJS5tIpzSV0h2A+UTFZOpUdxlZCmnQf7FVgCOlSgQkXTU91M+5mnYh7lR/tLzGbVU3g4SqVBwvLhRawjraisLGRuYelJbF1JS06QrKtJyBfw1BKhlKuolfda3jQJVZwzVOOhKVu5lmHKhzUjhktlQCHlcPpLSshISbG5ANJunq+5Gs4onNT2a1Qcc1DPHi8KqPMMOLsczbDLp4cZ3uSjQHUpA1SjTG62J75wu/gjeNvCqLGL+Kt2lqxBDaYdea+RDMoBKZSQkAKGYr01JBCjO9LUOJp1206iniVECl7lmqpLdi49x5hCatfH4HvSWxFSpWv3cLUpsJJ7JABv5X2Jq3X+V5TFGF95qKotj7q6iQ0ELlJ7WWFJCVKvc5gE+EXAPEWpXYyj1ml4obdqlRRS4r6OE6uQoKi59dSkp6G1DLoRlINxY67flDXKdqjkWfEYyPq4TTTrrfLylWLnDRnUEqv08O6golQyk22BXyOJmrokf7DGbgHeVK3l4jcpfumooYRnafzMFpbK2+lYUFHuCbi9r6a2I2Wm/Wnu0GvN0uLTos5CFpdjvwnW4r8xorCeGgG44iVKUFIHYE5TcAbGFFlYS3LO1LEcrPTvtDwo7sVcd1cqHKtw2CkWDqSgZUOJKTdCUm+hvW7uqJiifKbxbjx5ivIfUqVyr+dLWdRzBzKCASAQNRYlAuCRcWIRvcv29Pp8b5OewzFo26X3zXvfdLmvxUysMx6jFQwlxDgKkxHigLSl0qWSpawhaU5VEEhwKHhj+fA5Sl72q3W3KctPTIhtFb7KLa5HGul1WWxCXEA2ClJJICSUUmTWcUbwX2q80tij0h1XJ0bOcsNahcPXSAlxSkXIWOkA26iCQc1SDhJ2qNxayy+hiavhZ4tlPp/vi+pN7X8z2A8trhdvqXuupQj5gTKp9LgVmJXqXiGo1ulrRysWe/1KSkD9FxAQpTeXqAcGYXUB0AWkzK/hysym6NVJaH2JTvwpS7ZY8g3ypz2ypUEk2uLWukkg2JpUMLYcalOQPtC/NY6VIXKd4HGSNQhZKQFAahJNiNQDtnXf3SMRwHf6B90QqXV2lNJdS6EsTlG4MdT1ilpRVYFYCyCASCLgl2q/BibVpqLMZ4jFh4HoOF5UuqQGeBKio4r7UdZUhSFDMHW0lR+Cq3g14ahYaWJzHj7FGI5/vKBPwnh5dElO8Jia0ttLrzDi7AqLalDKR0hwG6dCQQFAtDd0xjeg0th3EcSbKokLqYfVACZUG4HEjuJF1ocCki5stpw9rBSCV7v6xjgig4cbao1JlYolId5/7qtzgNoK7LWlxQKQ0bnM0sNrbcuQbAbJDSozmMaXp1aE7uZd7ucKSt0DUCstS+eoiIaWqlFmrEd1toJUlLa85LRABASvOyjtdSCAjY1rNNaxHS58XBsSLVMLsIUubQZUp1EhOtyqM8VBbSlNqzFp0WUcqmlhKiCusWV3C+/wBwlRYuDa5V6XNfyw32MoYfS6psfdJaFdN7ELS8k6i1lFKhZeLrVU9n2U3g3EfO0v3dHU1HVMaKEqjqcKAW1i6Cgk2LarIBIulCylYG1XaGY0+npqHAh1Dwy1VIDeDcG4nYp2Hqi7916ypDKhoG1JNsrbgUWiepSV2Qs9aSbGl48ao1Uou6WVLfqNLRK4UiU0sNcukA9F1m9s4KUpC+kpFiQQnYErs1rDlB98yqghcqr/FgSErC4chhajkcDjd+lIKUqCgFJsL5gCpRXgzCle+wdJiynoU2ovyuubnaz9RCghdul9oDt2VZSSSbkmKX3e4K1l7f4PxH1Lxtgjdy0xS6M8+hjIpKGuV9Da3oV3PcG5+guNlwve/g3fu3LwRheHiUvvZVpnw+JD4N7EX4rKk3KbdK21AG9x5gcewJiOVKl0aKyiUxW3ci5UVZaTHXaxsNcqhc5QRqQATYAljUOC7ugwb7m3fYYXUa2hCkqQ1d+U8q56zYG6/MkGw1BOujD39pPEEn8CZfaCeXswj3V7it326XiVSqVDjTX/6xUZ7SeYe1JHGKLpKh20AFhcJToA0m95uA4vEi0bj1R9tfWthOZOvbqOpHlpcD9wTGHvZ83ybwZ8TEe8GWvD1IWlK3YEhQVMSvvkJQooCLADS5NyDY3u+KButwvhxpuLFZ6G/7/iT9bWHl2tYfTYmmfVW82AAfH5/vKP3G9ynqmO589rhUuJ7uX4FZ7LX+I8iPzB+mwhVKlVJX9a5qV+pn/jt/F9nMjDlGitfokbRarVaDAi8hPiQn8mbIhSUqV6kDzA/d+OzpSDKRCUt+qVms+62neVyLT48uZz0sASBf8SfIAbFM6k0Z2jPwMZU5DiFuqaXFf6+J+qRrp8pCgQQbEWOxfLxU67Fbi0anQqcx0+JoL4ifqkn8r9/w2AJWGP8Atk3i1qrP1FeTKqmzFZmkpHzsLtdCx9SpJ0BA0I7Y0lNu6VdMw/Qd1+MqTXsOUmbCRWmlQJC3X3H8rtipskuKUoE3UAq9iCARe12DIxrPadbany8jC+jzy5rdvz8h/wBdhfG7UCvUGXAaqyM+RDrC1fCdiupOZBWi/ScwsFAlJ7gkbUNKxlS8R0aBP4yF50Z5idMza03zAjyNwSR2HkdrDagjtgL1g/ifmPMV4tr1eYwbS3kQqXlS7NlLX4k+Y76WHn2JPfz2Ga1vW3VbpaW/xahnfYTxckW63XFeRsm6gddAATfyJN9khvo36VSqOy6DhLJFzrU06/4lZU/q6ZTckjXQZe3rl5jFn2cqjlYlOvvzkZ8yn/C5bvdV+57ZtCLmxtfbOcpqX2/EXoq7x8pvuX7R0X3XUoFZ5KgrrcVaoC+LkkKUQBnToQo2VZWgB7kiyrYu3lY2rNeqjlB5t+bKfXk5hXUtSfLKkeG/6ovY6C/cmm7DdbvQ3oT4lelcBinLaShDspBytouSEtpOmXxK1N72sDe40BQ9wmF93OI2JUqk0dcXhKU7KlSjnbUbatqVcpsdQgApI7WIFq6fp1ekBWgAA88fmMOUThBMs7qd1W9Csutu0unLixc6fvU26GlIKrKbW2bKULagi1iO4BvtpWBu8lYIdiYtn4nyVSC1kTNhO5nU9szSlJJzt3AKQdUkJIIIBJm/vQ3fcJylwOPKfhSFR1pp0d11ptVuylJQQm+g1IJBGwS5vDi16fLi0vD0qK5TlZJDrrRy5RbN31HSD20HfsdjkbZRrnMscJYgaxlXmGvszN+9OqdfkOxQ01xdCq1ukEk3IBtckg2Fg5Md74KDuloLDUBlE2sSvu8dhHizDQk2BuBfVVreVxrcNpOJWoGF3Ko1UH0LX4oq2glP0WgjTW9r6HxeWwPjGRS5VGcx5Kai8ekLT7yz3zJRrwnrXsNSEqsLElJ0udu5UQY8m8pLk73KpPnuT3fvspeXPxV5cqvIJsSEJ+g089TqSXBO9KfVJ7lGn54q34rqY7sd1aHcxFxlUD59j9bW1Fts7U7exgOvVluLFri2Jy15OFwvm10/E3A9Pr32PUU51137rLzykZVIRqhSe/bQaHy12jftHlLGl18vifkefPlcRqeyiaw+6pMjmk5lpuSD1HqTb9a/47WHI4IwvFcd+O+/Fn5skh3OtLCwVKAVbUJKUpvrplv3vtBfhe5ovP157Ita8qWvEtxXkO2utvpbb9ouFZ+I6pLdrP8ARzCIqX2lO/qDTXz7eQ8gNdvP9Z6hptLXuyCf+YOuxGRgeeP+Zxre8WfWWm4GHKctGTMhUj5lJ730NgRa17HQAH6wxVsURaDLgVl5zJKVk+LbNrppfX1OptpfS5JscVbx8G4c/oujfen2P9lZKU2FrZtTbTS5/C+m1DNX/OhyECfzsLOtS2nWkZk5uxC79wQrRQtqD6nbB6frbeoOSMg/A+CJlL5GAVQ3i8q6w1g2IuC/F/SyMxzK1uCb6i1u4te5vfajMKvYonuT58ta1zVqU71eJSiSdALHUnQAADQGwA2a8LcLVOf5VqXF5X/z6dzp6ifMAEpGupuf+JpRN1H2XqnClMvrfbR1L0V1dvqFAjzBHloCCNtmnQauzgDAhkR29RP0DBbtB+/u5EL6UL75sulrg/67ETlQd4T/APu9H6ug19f48tmbXMFT58XitMvrfWtPyeJIOoUPwGh/DUbVzW6iU196r1RQxF8eTw/nqbX17nTTQabPtorKBj3GURoAyN0WPN4zVNxHu0q1EqNXhf1qkqkBqYlFsyVpbV0Po73sQRYCxtrxqVJrNLal0aqU+aiqdSJUBSVJWlXYkIIvlvexFwRYjvbaNi+Lhyl4oiT6DjKown6cr4UqPZLragsELSSbXuBbsRlsfowqz7SOCMUUZvBu+Sh/axa2lIhVyB91qMN3yXcWJFzcEEHyIV22uM/E1a7dsz9T65QaDXm59UpL7/AlIakZF9Whv2UQkKAt3sCNNO40sDArMVis0uoLmwn2uhSGsqsv7ewOhSbEEEX7AiG7qbys9yBXsPRd5OEJSsmZ1CefioVoC4lfUbAC99CexT22cdSwZgOjNOfY2kzacx/WOBx3Mmut8iySg20IBAuL289sfqvSH6ggsrPI+IG+wPzFXzUqLPfgfqL6ej5VDzB7W8/XuL326vMe9IrjU+XKisLSpaZUW3FZVpZSMwKTawukgpIuCkg22I8Y4alUt2m17hIfYlL4Ss9syUlBI1N7i4tcWI7agnZfVXENUqn9DRWvgZulDSD1W9PUDv2t57eUNeq6feEPDRPubOVlUxClVSUxFisrffzJQnI0EqUv8EAJBN72AAF9LX2cMXcDFwvS6TWcb1xiL7xlNIVHU7wuGgrsAV9rG4zK1sDYDz25+zu9gjDlBr2N8ePcr7rkJaYdVfPnTY2CT3JJKcoBJsBbXSw3tb1GsZVmhNe7n+Sc/wC69GZV+wsT3NgLX0Og7be26ZoW297Uez8Riml/+5ZGfjrdjQaXRpECg7rKR0NJyymH3XVajxpsoEDzCdNLanQ7JaoYJlOwPc1ep/jyo67ZXNSfI99fy7Am+1ZRN/zuHK9EgYcxDyr0JSo6o8hhyK6lIsC2pJuhQ8hqRfUg3G2i8JT4u+Sgz4EpqKuooj81CdashTlvIgdIWLAm1r3sR5n0FaVPCH3MqUzc5hegu817vfqK2FLVysiyk5TfQ6i4APc3J72Btboca4opcV+BAwmuicqlXCQ06MuQ6FCFA2SSn1Ha42d1XjQHeBK4LC+lSH2nU5k+ikkH9h/z2oGaLu++PxcJsIfbyo4qGilWTSw0Vbve2g09fLP12lWgF1Erv2tBfEm9Wje4YEWAzN477SFuyJrqlSGV+YTmsVeRChZIF7Ak3AUMGysWtInxatFiozcVC5Chmym5F9QD9QSPO5Oz3p9NwHwoEX3JS5rEV3NwpTSHUqa/VsoApUNLKBBNrXGhHbfJuW3D7wcL0l3AnvfCMqUniv8AJyiphtYseG6w8DdCtdUqSbd9ddlqNQrgFowp3/MXm53DWN5UWfKo1bWxyrvClMRWuaj5dASptRUAmwvcjztfZpYeq/vmU3S5WHvdD8XMhEhhgtRXlg65BqlJ1By6A9wBqNkJR932I93OKGKpRsbzWFxWktcWE6WlOISbWUQQo+fkNNDfzN6xjOs1mVz7r3AfyI4qo6CjjLToHFgHLntYZgkdvO5J0UO05EHZGkKJKdrLn+z/AFl/NtcLotLitOOuu515fkSP+O1NuxxrAxvAcadloXUYvQ6r/aJ7X0873v8AW+3xjPEkCjT22p/6BC/0qvD/AKf57Od0bYEJIrDLrTrjrWdGdalZ2vEn8RqCPx2/JRda/RZEZ+peXpQpPncdh66abQ6xiiL7hnz8B05dbq8VGf3bzQQ64kAm6ErHX/un1/PI0r2kd4OKKpLi1SJ7oYirVxYrEcpdSoeRUsDKRe5TYEGwvrtyWbhmX7LR87xMR4IiwHMOVSWwtdR6UNJRmVnPYi1u3kR2t+G1puBjYD3l4cqW5vG7TKKvTnVO0ao5ilaVXJCbHRaCeopVcjyIJAKewLjeLiOLzUqhrWtCsiVSMi1N3t6jufQdjbYcx9iyqYX3gsYooL3ARkQhaGl5VZge5100P+h2CNQGJBjOnHBTMJMG4gwRWcUONNYeQuorzKQpKcqkq1TfPlFj5a6eV9hzerPw5VKo/hfeDhl9hDOblaiwocVm9jmSbdSToSm5APceh57LsSLS4susysi5WdTUpDqetu1xYhWtrG9v72mhFz/FVEw5iifzU+ksZOpeXLmQpR0Nr3y3B7dvQbCspCiWt7af1maMLYOn4S+/0auMVSkTk/AmNf2ifELgdvQ6jXy1ts4l4+qmI8Je4XaT7xp3S0tTXSptQ7EGx/GxtcWO1s7u9wlRmpfIU5bDD/XIjteBXqsA36h9O/p6lPs47m+fr092LW0VHDzykuoWmyk5u2XN2Xa1iRqCCCO1yaU7OGl9NaPRk/2fcH4jn/CrLWeiIy8Jakdav7ihbKpI0173v6auHeTj2BgijchFeyZE5VO5hlbT212ssY1Gl7uaM5AgOscdCFcJrMEq/j+L7ZsGJYG8GfLgVR59HHzeO+ZKu10m1lA63Sdb6XHmO10D4WWtsVTBPEBqk/EfP/fX4spGdp1r4qHNSVf4SE2uATe40Gl+dRwo7WcOS5+HK3ClSmM3FhLshbdv7p+YHzFx9T22OML0uLulgVJ1rPNivpVxY6leJZBKXNdEkDTQWtcW7bDmAaFF3g1SXiil/cpWZXCUnwqT+r5XHr599b91LwbDiDoq+qsxEYzSqpz7jUr46/F+t+P4m/8AHlt0mUifKpbk+B44q/itIX1pTbRdj4kX0NtR3se4deM8Ku4XnuV6fwEPsZlpda8XYkki1/XW5/A67KuRvVwRiOVLiymUUiroSpEhpSMkWoaAFxChohzWxSbXtcXJNkP9L3eQjOs6d208IEQHJU+V+hQuUtGVS/DxPKxvr37DX1ts4t3GAK9WaC5Pn05udS1o++Qn2g72tlXY3NxYkKHUL2sfJWIqGCIDr8pqoZ8i1Zfl6R2ub97+mh+mxduw9q2fQao5hyVERNhP5UNSs2TLrbrsklQsfEPzB77M6fQuPvi+n02PvjAFbwlhJp+BF6PkSnXpVYHTsToB3se3btsJVXGsr4kp2Iw/wFKXF4qcq8vbIF289e/0v67d6/V6NXnX6z7uRFWvrzKSMqu+iTqRYnzAPf0OwPiSpRXYvIfDfYWjLmRdOVPqFaC9u+t/9XyqrwJfYieoyqLjHC9ZoLkr71kR+la1zNpItcE9tdbWI/DvsL07EVLi1RyjSnuPFz5oT60ZVs9jwzYdibkE+YsDYgbIp/EOMsJSuLAZlZEL6FqQcqka6HyOhPr+zawkb6YtZisNVnD2R9HQ67HXlVl1sU2TdJ1v2Nzr37UlO5NX4edgVRpuLxWOO4jM078shP18wry9D+O3TEmD57sDmsOS0RZUXLxYq+lDzCSbi/k4L3SRY30vrbZY7m94VG5V+A7Vos1jOp9pCs6VtqvqsBVi24DfMjUKuCDck7NmsKdrMVt1p1aMicyJC75UqA0JUOw+psUnUm1yLAK0GUb2IKYTn1nDjTkWs4hQtj+y5hoK4fqlRtcgDsq4IIBNwSNpNSxLFqkr3W1EYRUc6VtNO3VHlIJOUpVlzMuHpIVqCNRcabCWJ8GYonxfemF4j9U4ClqqMKKo8VlGUnmEt/OkZcquHci6SUkXOwqtifFgN/04hCEI4rSHXcyW197JUnVIJF9CATqRcm6tm5fIQBrZhmbF9mnepRuFLwHXnV0ur586Ic9HCfcSe4GbpWRYkEEhQFx6AzhMNSqXVsLysi6JNdW6lKFdCc98ykfqklRBA0JuSL6jzbq+82vT5TdGr0vmuVWhcdb6ErWyoHMkpUACddQb3vY3vqNcYJ3iYyoO4djG9eiLQtCUOrdfUpaXmFPJSiSoi9kFKgS4CQLdQFjbS02p7o2uJerdG+7Qfc1LiUbi5+VzIQtXzI0tc+dvM7Ys3/TaphLfJys+hrRx4SVraf6WJkdeYXQoWSoH6E637G423J7y9/Uamz+hDi0/RX53FwbdtO9vW42z5v8AqjhKqYypuA8Ws9C1rlQmldS46lEBTscqV1JIN1NXyrypIAUM+3a63s15xOFwrOWmPsXvxXZ/3Vl9bDeZ3IpGZWVQFgUggmx0JFr22cG6usRYDTc9pnJ0JR0KzJygfL2y27EHytb12mbz/ZqlUGLExlS6gxUYT+V1h2LdWZBRYkoIK27k9hcJI7m4G1FTg7yHutqkylrQjoUhpSVZdNR0kKt6C3r3udsPUst9O2GN62jAmh6DwsRwPhNIWt9GdHbKr6nzFr3ta4J7gAnbO+9zA1U9/chKZlNolL+EvPnQny1OhQPT6HvobOzdVJpbVBbdlVF9ha/B0lac/wBSEjLr6jT6DXar3mcKfVIlUaeZfYQtSJUPPlzJGU8RsnQjS+tje302ytFrK9KrV55+J1VyJn8xJs7hMURaXzUCoRedirS6lhV0pctawC721se4AOgNrk7MrAVQo3INuyqG8/kQp2VFakKQtKx4i2oHRXfQki49NrusYjpcDgT4EToQvK61KSFpbWLnIoKumxNxY6EaX7HYmgyvZpr1LblO0+bg2qSs3MIprodaS+O7rKFkixOoQNR2sQASXpmvv1VzVaj+0FVrjvIsizrs3CU+vNz8Ly35XA6FKkMFiU2ntZ75Fj0WkEnW4tYbLV96L75ltT5aEPoy9TqQpLib63GmhOulja2u2pcK+zXQd4MByqbud8dEq64uVfFdjlh3XsZCUggk2sVAAHUFNwTtmDfhutxvu+3g8hXqI+wjKjrYQXUuIuqzrZSPiNlNr2AIGhANyPSpVtOZo1XpaeJrLcWmVKwkw1S5aH0Ly8JGfPl0BsDckg302vt5mOsZYcaptUwlLRFq9OlIRnWjNxmFLHEZWLWW2pN7pN7aH02AtxE6BS8ORIDUtGRbSUI4SgpDlx8o0Avpe1jcdh22/t7eNqp70puEmmWH/eMpC0yJTpShtSVE516EgdgFDzVqNdWA3jKp/wByQd6LjTsqBVPdMVlDic/KtJytJQSTwxl7JBuAANB2GmyZ3l4xdqmHH6XhdlCIT/8AXGGulSVAgAJAGVbV7Zhob2uBa4f+9JbsCjRGpTOR+LH46M9lKSrU+R1Ha9rX07dws92fuHehPnNUZpuLXkZucozqMyZWtzIirsbEhQzNLIB0KSDfMvokHcMP9rmZyhYarLs9vE8B5+kTUdKn4spcd3uOy0kKT+231O2v9zmPcbz90D7uMsYoqj6FLaS/Vorc2O8kurQkPIKSpaB0gqBzAAEE3N19jzdq1hyvP+/qjFhUiUlXFix0J6ra3LirIbItc+I2HYa7NDAEvdzgTdLBi4SxYw+w/lahyJTWfKoukrZcS4n4iDmKQu1iDobkkuagbIO77Zd4fj4DgQImKJ9JpeF5uTl3fdEpx2K2lV7gMpuUMrABK2woAaqbABUEX7TO8Cqbua9Eixach9dRaRMgTWrcKQwkKs4xKRdLhSogEtkhQOVaU3AFfjGD70xvEqkBn3cx4nYTDq0tZb5rAKJKra6XIFzqBobeRWTJpU/CddwSxiSKyj3tApExN2ao2kKLzcVxAKo9QbbzKQQApSbpIWgW2HQdxgKvPEDMLb33d42F6l/O9g6l4kYQpLq3Yt4U9tSRbmI8hKVZHQnQpILbg6VJANxAxDuniynOa3N1aViVvgIlKoy2m2K5FRkC+JwEKKJaSbgOxiQVnLlSQbObDdM3V473Sv4k3SusPyqC0h+Qw6w1HnxU+JPMMITkKdLcdvMyspVo2sFsLNeLMOUHFtNa+xFOqkV/JUWIEpooUmQo/pYjjejLjh7JbSEkpKgkkm5ynM1PuTMF92e5RzfHBP2Fefg48okzOil1Fooi1pCFZlsMuFIDcxASq8ZRPEQlRAuFAa2ieyXuvwvS4m+SAz7olVFhMpcXMU8rMVYqbSkkJUgqFwlViDexF7CN7OmKaXXvaMr2Ep9JmswcXUaPPdpeI464dUZkNLS2HcxA4ihmbCXitalZLpcujTQ+9Dd5vBrNGl4IntMPrqKVutKmpHCqjARZRUUgtplN5viIKQ2+kBYUFZwm2zxgvGZV3VTMR1nHk+s16nIYw3wlchK4WZL0hJUVukfqJHzAEkqGpKTtqrdTiXBu+igv4Idp9OomMqPmdw5UmkISmQpKLgKtocw8aCOpKiQLgkAGM6VgjdVu5gYIa+eKpEdCVnMlpIsqxuVAlRudbgX1I1PnzinehjzBG8b3zQcQvwqpSKiuVFdQrMnPmJFxoFpKTYg+R0sQCFneQyblnrPTq/g2qNMO155HvGnOqTwlNcCVT5DZKXG2XNFIUlWYZQVpIuOpJN0HvY3ez8OYobxbhKuMLYr0pbvLyGuXYnKWLOFh1N0MSQQkqaIAVlJypuLw8D705W991jeNS4kWLV69FaVWab4ealNoSlS0A9KnctrpNlEBOXNY2ZD8OBvQoNSw5S63FbffXwlR3VBCos1OYtuC4JacPyqupKxmQSkWWMo2BmKH1Mqyt6XwfRmRalhyfArz/wBqGn6WwhakKddSpKlJNu4BsCUkXCxbz7X2iUzerg2gyq1Rmokp+KuPwpDTSQqPIaAISU2unOEmxsMwv3UBYWu8nBVZqkpyg43xvN52lryyoqopjus2sAHLE5kptoSSkA3BVoRZ0Pc/u0rNB96UurLZqMVj740iBn5hixAkBCVpQ4LE5nW06fOABcHWyhE2CNqyhNoizqtMlbxqpRcUUbDz9RYlNcuue0gsSHLDL1LF0qKbkKbeAINiL3uNGsVfAfsybpZ7UCW+jGVUdSt3i3QqoSFdCHe3S2ygAlQFwU9JJNirMJUOjYDw5Pr2HN6dRm0TpQ+qnUkykMr1T1BsuLSRYjMCLZTe+UAGE2VQcRxaS1vGxZVMQ05GeOw7HitJXkULFsKdaVlAHyqsD5nsQ3RYgHEYRdvIiUexZQXpSKzvQ3Y07HbDic/2jgJXAlykBICg+uPlbeWnqSVKCFgDW3c3W8WXu09zc1u5qNeojFRa4TtLxCpLvJu+ZblA9bZFzlWMwJsVWsNrKbhzcPAqlSoOEt/2KGX8+dMOr4fK2o6tAkucJkFSOyQsLII1JJBAp6jhTdzVGm/tvjzEOEJsVaY7vFw8ZVNqCCdFx3gUKIKgLcTKodIKRmFlrre42xf7wV1ofCCUeFN3uLaDhdyqNU5E3+4lasshAJJDKkg/EFswbUCFIJFidNnX7I3svs4Sw5iCqe0C0/h6n1uEibAhT3W0tTISGg6qSt5JPBspRzC4WMoJABF3buC3eYD3VUamYjqlJXXqDVGuiVTobyktqQLoekweM5dxISVXQEkAXCSQRt874YkX2oML8rQd5tOYwgiUh2FKixzPSpdiQ9I4LiXELUFJANhlSQCF5jfRqIVIZbAvEyFi3E2PN3Ne5DdzVqpColLdz0ifMyKTIYeQcpAzEFh0q0cSrKtQ0KVXQnR24jdfvv35T4M/f5SmaCxTHUzaM6/Db5zMkH4rK2rORhqBdxRCxmBQBZR+90e5ag7m8OOUbeDvYwvKrcKeufh5FRaDEdl8AhSmW3NHS4VHiJBQScpNilKwxMNb4MeUvFrde/o5dIWhLTtLgVJp9DdzcuqLikrcVfSwtYAWTe5MjGZJuC8QjxbuxgQKXPgYW9yYUqlRzcrXmoYapdUfUetqUWgW2nSfC6TfNcAkkoKDPsuYti4jYanvceatpaUxZDuR1tR6lN3WSD5lsgqQuxGZRuDtnDFSpcqK461UYKEVRa31tNLaUnOsXcQ432Oa5UQoG5NxY3vOxDukwxjKlwIrkR7lYTqXY7tLlFhce2l2gonJoAkpBUkgaBJN9jZEgXzDju7XBtUlfZyl0la8eLdSl+AhrI68sdlKbUQlNgrNn0t36h3elImtezngh/3pTpr+L0NfdWmEcdFQSb5WGSNCP1vPQgDQDZ3Ubczh3Djr9ejSl1CtoaWhM91hCJSUk5spCAEi6jclKU31IHrnjE8DerXmqlPxlQ5vXKXAVxYrjDDKLkNlhSkBTZI6kupHjsFpcBBR25VhA6vKrcjExvVHWKDi16LQV15b8rDjsJpa6TzQAWqGzmsplQQFLQlCwFJS6pKBkylob0XpU/gYS99rfncm+thqYlEhLMgcMeHRbrS7Em3Wki4t2254LqmF6DugqTuKGapW2Mjs+RAmNBSsqTnysrSE8JSFNlYdzBPEuoLSbAKve3hzGdVgULehuwx5FxXRag6hCHZmdMpTQOUsyi22txDjarpLqGVm9w622ApxXZU+pYN5SlomP59Ziue9KSjD1QYVwpsVbuaLKaHhlRn/ABJUCQlbDg4iFapUsJuTSkjFEqfLarzr78phfLrmrW2p3QJWA4QBnA7pUQFHuO6r0q8ZtNNOVSfEizUcJDTrqOBkevY8F9SStC7gApUegp1Suxy7D8Le1VHaW+7Fl0h+l05HIKj8u5HqMVi6LBSkZ0LQhSwokJWlKCVgLSFlIxYvqEhSzVp+LZUuK7RIraKIlWSVIWtpDzq06kpILdykWKgRmHSbgW2DGarhyBg2pYSxl7+w0xUXXV0ua00qRFbkDqGXPmLCxZKuGStCgLgJFrRcN1avYcxbVuVam17DVXhKRKpbqitDLtiC4y+ylbrClNi9yS0SACdQQw9yG7ag7z58iB7pfi0FaESkRX3S7HmJvmbDzJsY8hJsoqSkKv2V3B4+UqdsT+Kdy2Et5c+i17eDzUKawlMV91anmIUxQbsHXlZCptpwWUXEjMClOYFAJLU3c4drO4KVPo0Ck+5KdNQlp2KxMbkQKg1kGVxTBSnhOAdKXUglYGpJAAbW83d9VMBxWIFBqL3uuUhLXCdWhaErFyNFpOoOoSLAi/oElVVDGEqBhefhyfERkR/V1SI5fjx1K0HDUgFbI+ZNioEaEJ0JG3rEHYndTxnfGdSdwlWfejWHmItIxXHzT6tFulOYXPHyahMgEWNsoVe/iuNhDHeA/hQKpg2hwqo/V4rr811EpCFuKSAS7HJSEEqVdS02S5dOt7jaDI3pVSjQHKW7idHHYaTKYUlLc2PobKPDd6lJCfEk5wnQkKFhsRbvsKQN7U+kxaDhmVRGEJ5p1FLQ8xS0vjMDKhZk/DSSoks5lIFzlJBI2mosw2wVabPugPUnsL1SjRIuMomeUvKjhJQv4yb2LiEHVzsSAcxvYA3NjY4X9kPdfiiKiA1izOia6l37vfgPMLXYNKZdBKVDVIsopvmBA0Ac2LPZcxbXp9JarO8KgsRac7naytFS5CSf0RKlZkdPZNim/c2AG1zT8JSmsR0mg4NltsNxfvspqRFysKUgjMtL2UpUVnpUsWAItcXsniu2dbdxtEGPav3hYtwHu+b3X7qnoK62xATwqcws8w9F1Aajtp1UtQZUkKvplVYE6bZF3S+1Hu+pWHHN1e9HB1bpc2a6mBMRwnOKpDlsnGDtlrSpKkJUXCF2UlYJAJGqd61W3c4j3tOUuVQ/d2KKdCRHa59rhLbTqFcvLSCkJzDqTom6UklRslNH7TG5PCOMsL0b3zE/pfgKVDmdSGJkcWIaVIaBSlItdtYNgVEEdRAJ8TqERPUCJW8LdLKlPxaDXMVzZsX7nKpdUhqXlaXYZF2HDebAygqWm9rEqBIJBt4mJ8EY3w43hfDlOfXKhZ1zXUo4rsF8DLzDbZ6iCOl5sixBSoEEA7dcfbgx/OBhPFmF6hV2JT7HJynXcr8d51LZbBfyqDrEkIcKSoBTa0oTZSQdhvePgOLuroMiVvGp9XqFR98tO06swIudUVC3ClDbpbsS0AkjOpZWL5QezewmVZOC1mY0t0+6bC+KML/zabwWYr1RmwudolXgITmbSeHZxm5Kk2JuWzpa4JN7kUomP8R4SgV3dpjenIlYipbvCa4tmnZSQT1MPEhRGU5g2SoWsUm4UNiDcrvaxbRqzQq9VKTCq9BpfFjodiym3WpkVQSCYr6iMrra0WLTyklJC0ryBQUAn2wK1Qapvf8AtHhJ5iVSKjDaUh3hKTlfBOZtaVC3YpukgFK8wJNwds26s6f9Wv2Pf7iBdCn6lfx7/pGjSMTY33fUum8V2nIqNRUlLrFSdRHXMYUCE9a7ILySQEquQoEghBuSdP1DC+KKW5jLe/Q1v+68qM0WO4qPkseGFghSQoAlIULjUjUm5yFiCBVJW6WBWaDVqpUadh5/hVKlvrW/7rSvwuICwSGhawKCEhJNwCkjYQw3UcUUave/sOPVFD6MyZEWLMejrcaPibPDUOgjUjyte2hInvd1P6xq2ka2jwPBmp4/tX7qvtbTaXhzd7C90c1wnZEjJHzWPfM5pcEWCjYA6WtchyYix87Kr32cwlhh+FzzScvFXyEptX0TrnT3soCxsSgkAkYzp+HPtbjeJheqUOE+ivfHgTJ94cyOoptw1ymW1JUATop1p4EAXANynWWC8EY3wvRkQMR0movsUj+ryIrSJCFJAIDhQhS8jqCRcNgA2BClAiyOi1JZzWw/vPJtYNPmlxzBjehgX/svPntbt6W/iWo5c/MIaU1OlXuCl9KkKbfUrQFYSVKygKKrkge6bfLhfFDTeCN5b2Iff1LWqO+qZFcYYcdHbiJIypdAGpIBV3VrqXZjPeTRqNhz+nnkPxZuaPndih1Ld9CCCBxGz2ykE2JBvYXypvaaxRzTmMsOYhhVHjtZZCWI60SkpFvFmJLgF9ASVBINibBIjW3nTD9M8/iIl2X7JojFMLAfCbdqjy5q4KUu5M+dPCBFhpfzFxb09NhStPQMUSoGF5VclMUGV96hSovDVw0IyFyK8RbNqUBKSLXWSE3uQGbqd4eDfsbzW8tmL70oiFLYzp63I6ibBJ7EAqF7G40JAFtiSjb169VKM/VMOYepEKLN+FAakIyJeaNwgLBScoUQVkGxKQkggkAW0trsgOfc0tELfjPMv8b46wvi34Urj15eHnUckh2K4nl30k53IkkDO2jMEpKDdsZcpQQSR9wfaMaqlGiNc2xQa2tSWF0usx8jTygASWZTeZAURdWVdgAFHNYE7Kf7L43w5VJ/IYhizZr/AN6hRYCxIakWCeIghfWleoPdQtck9rAmI8P75MB4o96Rd3FXlYelO8WUjlXHWEqUq4cSplS1sqCrKStB6bZiACb6mzeOZtWaVbR+p8TUGKMYb1efpNeoNJcpz81KGuL0SmldQPBzpIYkXANlBd7aEXu4R1W+iqfah+BvGp+IYU2FwnXYrtOcixW0q/ROgrQFBtatAoFSbgjMbEio3R1Les7Fq0qfUZWF3+rhPrjsJTISE261ISG1q1vw5CFpKiqxQrKQbVuPWcW1ShfaPFlR96UtqQpil03llc4gpGdyIiQha1kJvxIaXHEqFlIAUA2oykLxBBdOvA5MrKjiSs70Ko/hKLhOoxYsJHxakio8DjXBtlzIKFkAk6EAm1yDrtNwnh7C+6qBLoLr019+vfpaC67xY8hWQJ4qUm6cwTYFSQTewvcABaUL2n93OJ5/KOs1HgRZCoeREPg8S/SQ426pPdXRYlKQqwsSQE3tU3kbm6C0/wAriyr05jP96pK6S6hpt/pKc5KCuM8RlIFwsjsSm42qXfGMRa7uNwq4/pGdiCNyHAlSsQ+6Jq2FR/cynylqUwqw4LwUCkk9gTYgkgEE7LCjwN31LrPIUvCcWFiWUt19HLyk5ZF7Zxw3FfFSbWWkk6AGxA0sIET7UUv3zhLEMLErD6VpTUqotriuNLuDHeU0AhLrIuEqKUEgFKiFgXQOD6DiPAe9CpQMUVyFVFzc0iK7nzyG9enMopC7lKbZSATa4JAvsBH2PLaUOpwxj0xXUXYG7mJVMLxKXTq9TpTsBiK6gsNJWLqZbUpVsibJyhJJQMxsRrsI13fXi3e/FcoO9Dd7SIr8VKUSH4EjjpSseMltaBkB+mYaaKGoN5JaxbiOA5Ad6KWtCc83MVISoatuJUgFYyqTcqSQEnLY9yKvFOAt4NZixMOYDwaw/kWlVSnqdRFSpPhNigFSVG5PhsSB2BNyWM9vAEcsuX1F1Gge9J8+e7SaoxSKWlSovKxeKly4utxKAb6AaixuDcA2OxPhQUaLFcrMWoN0ul5eYTIn3QqQg3zWNgkC2vYFXY6gXMa17NePJ+HKTS6XSYtLfpefJIi1F1C8pA6HG0ghxOlyogEG5FrlO1bVfZ83q1Slx8JVRmKinMTEPsT4VRLrraOIFFHDWgAKzX1B0uFEkgg0SgsfUS31sSXjZw9UcUO0tvC+A2YUr3i70z0JOThG+YFJUVAixIuCCBYkGwGlMBYNpeA4DbrURD9UWhPHmr63c3pcAaa3AAAHYC2wPuuwT9nGqbysTI2whDXFSk5XEgZb+Zy3HewF9dANG4oNNf1p7Jk21K6UQRZ7F/knRx+VP/S9e1dXqpAw5AclSnmFrR/ZLXlzJ/5eZ7fjsH463x0HC8WW1S+G++wlXWteVCVeQN/wOtiNL67ebu832j97++Sv4hgNMyoTEVhbsWLFWC89lGpbSq6HyCQSkEqUnwJUQRt1tmweMisb5sjeb7UDtGn+5qNRHFrW6lpa0ujK3m8JVYE2I89AT2Pa9JhDEFUdacxRXpb77/F4CM1sqUKtl7aafhc5idsm4exRiis4XpsrEbKH5S0cqxKS0pLqU3PwxZWbIe4bIUkEdKUaHZtbta5vVqjUugu4eYm0ReZSJ/MDNHdsE8NbYQVZTe+buDcAm9hm6W1rbs2H1/iXs06vUXX2PceMvGLvPsReN0Zvi50HMlB0v+R1I1N9NuoxK066401Lz/rf3f2/v2WjlExvxX4vulb76EJ6kvpWhKCTcgKVcgdyO4FiQQBtdxMD4o5VzhVtiEtaE9fCzOpTr2vfqHpYC/r321zqFmZjbLvFdYw5ApfvSvVbkuVQrLKSoJdb9bEgjKfNKgUkdwe4zNvBrdeapdelbuasha+Fz6OE1k40cm7oCReyg3dSVIJBFwAbbN7F+4TBtegMSt5eLKpUUIyqVxZRYaUq57pRa6TcDt5bUFfqu5vCVGpsrBrS1youZiBVISuOlKkLsG1WPWlJGUpJCgCqwvcbJ3OLftmno7f5G5EzJgDHVLr09iBKp8qKuapMdcpr48dlViUulR6m9bkgkjyvoNiiotbucL4tfn1Sh/aGoxXci4qMnw3e5FjomwI1UQSOwN9H29X8ZVmvUX7L0mFFoMqQxzs2EhpK20hY4zWU5Sl0DsdQQoEgAW22FiDcv7MuMoLeI4FJoNPqC0NJlLTAb4j3mniNWBzpOoUOxB2HVUPcYZVX3MHVPe3vkrNLiQN0uDkU6KtPC4rsfKhm4uk3HVrc2sSSfQabd426LeNjyjT/ALW4hXVMQraUuLClKXDhKXcXbDgBCCewUSSD3ABN9nYm3YYXo0BiK1ixHu5aktfdUhp1vS1wVA30vexFh9dq+nbscOUaLzUDFkWqRUdbrXFUxKy9iQL2Nh3sb28iNmj+0VJXdxPP2h+zTvuw5S5dUgPP4bqKH2lJY59ph15pdszSilRRmzlWVSSAqydbG4uqZgreX7rprVZeqKKohXLvyOOFyEqSBYEpJUb2IKST3trc33nT4u77i/8AnDqM1H/w7I4uX6DNrbzAO1nVqDAite9MJbvaItzJ8VbFkSEpHY5bXUB9CbDYZrLczndWmYGMI1RqA3zVPfQha/CteRGa1yLKNgfQE3t67WMHd2607LdrNERkXFXFlRZSsyZDCgUqbWnVLrZSFfQWFrEDZ41GXAnwOFKa6P7VrOcqk9/LsR5EWIOo12VOLd4ECluvxaDT5VRfi9CXc36FIGoXcA3A1BIuBrrrsKw7BzKhwsT32K3c4IgP1lrD0KncBC0tLaj5nXEoFygK7qIFiL3J00J2pKNvEgNwH8W1mGuFCR0QEu3S7KuejKnxXV3ANjYAgAamRWt67XFfpdepKFxZvxeK06VpTYkpWUEBOYGxBFiCL3IAJi7v61hLFsqXxaH70XTlZ0O5ytpu/iKQVAFQAuSLEdIsQTt5/qOpFVJfMBczOkJ6ZJitRXN428XgRWEJ4sKG74U6Ei/6x9bXANwL99hnE29n7W0atVSLwOAxDWw0hp0pUm4V4iLWPSLa3tc/hU75GazvPdiQMOfHpEL4TqYqhxW1gaNqZuFm1iTYG5tbtsOULBzVGw5WoEVmU/zSOEnhNFSuoFNgkDMCFXBBFwrTyuPKdN6b3T9Zq+WPoH0BI0emYctK/Dk6lysOS5XvGnMTUKTk4t0pSkkg5gQLJI1zA217i22p93NDa5BiU00jgcJP3foWhKyNci/O4F7X/wBNsoUPAHFacdrPHpDCOh3nUBCk+R0JBA8tQD2trscbst7WF6DihjBEpmaxRIv6J9LpVlUk6IA17G+p/AAC1vX9HrqrsLqv94YUKOAMTVEhUCK1xebYRkT+v1a3toLnvsK1/H+HIDvCdl8d9H6n0H01Av8AtJGwvijfTuvn8NrC9Dfq81Dv3jl+lDyCi4Nr3CtNR2OY6HZH7wa1XorTdUlUSVS2JSlKaQ6hSczRJHSs6EAqAvrYWGug29Ffqu0viJQptjexr7QvuGBzVGZYffzpQnN0qT5XsRr3v+RFvRPMb18ZY3r3/aOorXC6skdHSjLqddbn93lobDavxZhmfFwkxiPhP8CVkd4/QpHUQBre/cgDQAk2Gu1BRWHWneL+v8yP2H+Lf6bYeo1bs0vWOY4HatgiltcWvYYlPsZE+DIlKkkd03Pcd7aaE6bd8E4L3S70JT7tGw9W2OV6VurWUNZ7XsBcp0/d+Y2FZVFr2PKzScG0Z3IiUlHNdeVGRJ10N7G3YWsCAToLjVOGMD0bBFGiUajRJUKLwk5nXUBXxfMG2pBPb10vfXZ/T7dmYyfGUELBtB3ctNtRaG+h9aOFzGQLUr0/vA631/LTTYko6Ysp1/mns/ws/Ad6HW1WA8J1t9RcG4se42KMP0r39wPelEW/FY8D65GRLdvNJ7m2hAtb12Xm/wAmUbC+En4vNxZtUfWlLC03UplWa3iANrJve9gbHQdtu1Fy0Vl4C0cZi83kYxdxbXmML4czrhMLSiOhHUpSyLG3a+vYEf8AEGFOouEtxlB+1u8GIt9+a0ppDSEZsqlE2Sm98xvYWsCSO9hfYV9nzBlZqmKIk+l8rzSF9HHsrvYZwPIDsVDWxtcXB2dHtYbm8eVTdzUsUYjl0SosUSKqe00hhbTuZKbdICj120AuQSr8b4Wg0Z1TnV3DJ+Myul0+79R/7RJUFHvTdLTZUWJ0VTGDsp1DqyrhoDb6gDfU26U/jr5W2jtU6vYjxQ/VHYnK0GnZU8d1BX4D3t2AvY3FrafiCvdYy7A3XxMEV6kvwqi/UkLaQpGfNmzpC0AXuSPMEHvc+ezKxVSKzRoE/C9BicryrTXMSFO5FZVW6xbuL318u/YA7ehWouvE0rcNAuq4e3S43qjledwbNq819WbmFxeA0p0JAJ1sVAnqGh7mx9GThiQ7S+HFiusURhCMnlmSn8EjTQ201/1QG96dvQ3S4jl809x6W/DjyGmk2UwlI0cKBYGwOUE37EXB77fO7DeHS8UYoblO4ei8RCErfS00VOuZCCXWV3BSdCSggpN+1wCOROy/nL/RFk3rD3Fkn3DWalRnZbb60OqyutLzJczDNofzH1vfYiwlRKXVKD7+ntIf5VaWpXV1tp1yrKR3SdRmFyCLEeZX28Gq0vEeLX6phJ5b8J9CPG0ppTahplKVa6C17aE7XFDiVSU03S4Gda1pSnKi+ZSdDrb8L6n/AC2F1Kr6uvtoxH7iZw+6WskYXgSvhZF8Bas2VGX99/oL+Wmh2oKxiHmneFF6EfKnJ+Xmf+v5W2nVzB1ZozTbs+ItGf5cmVX/AE2GRBdalfFZyfxpsnR0/sYB5P5MMXVRLGiYVrOLWp7tGa5p+E0p9UdPU+4nzKU91Efjc+QNxtZYerWCMENe9MZUSFV4sppbD8N10tOt9rONrFlNrAuQTp6kW1LN29eiypVF5+nRWIsWQnmnUsHMpAucnSCAlSgkKHYi5J8imN/+IYv879do1UpK4WGlykpgSl3VHeRw0gyULtlvxQ8lSCoG2RQsCdjWrYo4lMhhxGHuwqVLaxG47FpPKwpWd3Mh8Kf8vOwzHKNSLXIBtqdqzEKZ9UxRWnZVQWuLSM7sVEh3JzjHclPTkLqb6oJBUASLkAD+O8bcjRosCA7EWw/Fio4szP4nU9rnN4vMK1AGt9QNrF3EcXEdZotLi5Kd77aWuFIkNB1CkpIGRYuLXBP6wOtxsNMgdtzyfUhGKcwDgYko2I69yEDolIyLVIWjLw0qBylJ0OuU2se4tsl8Q44dr2MpeCN4OHveP3hTCKzAU4xNjrSSLLKkAuDuShwXGgBJsRrOt7uYrrTkWA1CYfydbrSOjN52IANiNACLD02hYT3ItUuU+1iik06UxnyxXVyhzEdVrFKHwArL2GU3Nu9j3mql6SQ0K14xMjY2l4owa03S8JZF0vOhp+opaKVx1K7JfQrVom/So3BBACiSBtVjDGKGmm2qpLRUYsppLrUpEjioUojtcXUkjsQQLG3qL+gDmC9326+BUqpK47iKo0lDrU9fFzJHyg21HbpPa2mpJOfpScL80/8AZzCcWlsLdUtCWmvx8r6E6k6A3/YD2VFQNkrVbsOZ2xBimLhKU5z8REV9jNnfaUEpeYv05z9L2N+xB17bVtY3suxaCuswKetaG8uZaE50t3Hna/5202HsZTqz75YqkqItErIrOt1rpeQRYotbKpJ0J01Avr32rN3GDmqpi33XhzmqX7xWngQmnTwErvqi2tm9bgHwi4GlgAL1Gp32H3LKy2nz9w53bIxvvurLFLozT9Oi5/vD7XU0lB8x/f8AS+nrpqdwUyn4c3LYSbitMoRkR/vOO21WfUm2pO3bc3uooO6DBrbrsRhEpaOPKdSkJzLtqbDtc+Q02V29rGMWVPcqkqXkhI8LSv8ATyt/x7HZ8soGYYgVjxi43mUmfvBrPvR3EL8XIvoyKyJTc+nrbzHkTrrYU9OoUDAf6WocfJ48/wCsbG37db9jc6DSyJ3hb+J8rFDcCjZ0IR0rdSoZVa+C2vbz0Fj28ztaxMdSp7rcqvPSkRUL4Sn+EtTSVeWYi9r+pufLZA/fkxR858of4kr2MpVZ+4MoXC6c68gzJT5KHe49dCD20vtZUzeJRt31GltVngQpS0qUw6hrKhz8TfKFAn6E37HZYTMZT6W7xcLuxX4q8ykfF6UqvrpqM1h6Am+umuw1XsXSqzxKXWYiOBK+XRSFW8xdP7bev4bXyN2YzprDp23JF/vN9orGWN578V2oo4DDqksOteJSBpr5H8QNQf2hNIdaqn3V2Ih+atauEl1eRMpR/s81wAsk9N9CbDW9iaVbAVGdlNuxfhrz9SEo8X4j1/vD89pNN3WOyp7fwW1xX/Hl/VN/K2n5n6C/kYODH++9/wB0W6qbK96cq1ElI6v0UhOVafUK/D1t21tsdwMLxYDTc+K9nWjqTnSULT63H+X0OxfirddPwQ6xKdeXNhSv6lNTdSkpvcIXckhQv2vYi5BHlWs12A67ytZZ5VC+hCkKKcqxbTN6G4sTp9ddqlzBlysIMNuyq98JqnLlMMITx8v6umuX9YXNiLm19O+y8xw7VMB4tcaoz33Wajioz9aHNTfTtcWt5EedtmRh/F8XC9UcalU7jxV5kyHYqAhbPooIJsFm2oFgbE2BvegxcxgjFsV911mosVfiqW06hRdQ4i51Wk+BXa9iQRrYbUIi5O7mUNIxXVMRu8hP+Ax4lutNFam0DucvzC19D20Pbsa4y9n7kMLwMW4XxZS6vClNZ15+lOceIZki7awm/wANxINxcG1zsrqZTp9LlNymncjiFdCkq6k/x/lsy6Zi6s0alv8AKsolcdac/T4ld/lHqCRfzPqdoEBugjRMMT6C63WWs6FsLSt1OcZk9r/iB+38O+2w9ytWpeN8BucJ5hh+nLS0t1pYVwVeSnEDqCDqAoAgkHvYgIKmz6pi2Ax75wnFR/57z4EgIWpGgyvoyFK9BpmAUD2NtDypcXFu6XFv2t3fVFC2MmSRAlXyPMKPW13PSR3SSbEXB0A2sPGHpfHBmh2sJT6DWX4vF5V/qkQpEVYzNqTbVKhe9jqPI2t6AgePd2mDd42I+FWWotExW/8ACQ+mQqLFqTtybqTcI4x7hwAqvorOBmTa4Exa7jKvNz6XUX4rEXMp2kTf7NRHU3m9bCyVgZT3sCFAPnEW7HBu8HC/vSluwqothCeapsqyVOITYqsRazqL6gkHUEEg2BNm/wC2X245Ewqnc9hyLXp+F8UU+oxaowpSGuLK4T6VeQKFXSoHQhSbpI7FQN9tIT8MNUb2WpeA4tWmxV8qt2nc6gZkrUSS2ryKVdioDW4uCQbHGLdzuF8W4ciQJUt+nVeLFTyXvxCpDEyP8rSnAQ4QP7N0KKkk2JUAUkNxfgTehS917dLlYelVSFTn2JDTtOkLfkR+G6FDIUpzqQO46VC6QCLE3hKrEOZAG2NnBTH/AGIoXxs6OXSn9ZXgH8X2V/tHbpMR43nxPddOi1thhh1XLrXkkRVnJqgq8j20OuhuDs4cPyGqphKkyorOT4Sc/TkzKtrmT2B9QPO+g7BZe0dvhqm6CfSao1ERKbm/Cz6ZldIOX+7rfuNdNNb7PamsW04MRcbmmeMN1zG+CJTGEt4LtUpcVb/Cioqi8kfPdRSBIWC2Cu4SMxBI0KrjQl3n42lYSxHEi8FcJD+VbTvLpS6yrSzzbybpeQb6mySALEqB0s6J9rfaCiuSmsQ0RHNI/wDORNQU8xY34aVm6UkeQKDe41SBcR8UeyHvBrOHG+Vdfiv05HFaj8w5lbv6sXLZv8ym7EgA2IsT5yzTsylVH95GNog3Wq/WapK96QHmEVfIhSX4rQRziRe6X0AZVrPcKsFXFiSNB+Tku4opbfF+A/8AqIvlSq3kDbQnuCTbyvsN0TD+N8EYjpuHN6DTlLgrWlTVXjx1Lyp+VxKk2zpBta6Ur11F9Nt2YdwpXouHIlZi4ewvjWlykdFUgL63FWuHApIIv2Kkmyk+RNtsJOmWWXeRH9YLtMzTI8HcpvL+ySMUQK3S63S8impVLfSUqeaTZWjgPwpKCMyUkgG9wdLBu7md3G752jcrWeVfp1U6JkWa1nSq+rbhNrtOAdlWKSb2JBJ27bxm95cDiNUbD3u5h/Kt3l3Q72NwSkWPpY20t3AsNqvdhBr1eiv0b4E2bCzL4GQ5VIXbMHE3C2rnULSbA6kHW/oqKErIyOfzCdvJ3GNClbgMObr57mN9yOMlrqkLqfoMqz8eZHsStpJF3Oq103JIUAQT22qt/cFrFG7ljeXhKnLlRYqM0yK6jNIg3tnzAgFAB0zCwuLmx1Tb0ysfZKLzTuHpsJbGXonqKEK/8MyAkIaVpo44OEq6QXASbG2HMcNOte9J+Hpr9OWpSZSJUfkp7N75lMuWyvJ8lIUVNOixC7kIOshhqcq++Z33QGlz4HFdzsZ/ApDWVKVgEELTYXUbWNwCLAX8tqbelTay1vBgVSU0wuKhaeEtrq4igb5D5pUdBqBcfXXZtz6RhLCWN3PsRUUTaJVPitReFkXBULZmloPSBYggCwvmASm1toWL6Y7S6pEr0VpiVSJXzKj5lsrvdSQrVK0nsW9FjuAoAgwZp0uucmCW9pUV3DkCV4FoazdFlqTcdstiba9hcH089s94Rx3XsJT3JVGwnFfhcxmlSGI+VSVE/plAdayLDVNwNBYAHZ9e0NG5+gwK9RuAtEppTTrCHQ0ttYBGQFWhtaxuQQqw87bZ2osiVAw57+ariFohL+PFdQeLF11bkI8QbI1ChcdjcabD0/iSYdfJsw9xdSHd7TvFxG9nqkJeaE7KazMTE+SSgkBDuvStJHkDfTYxm4ai0bdzQosVp9jPIQlCXWs2VQXfW2uY3JvpZRuRoLpWTXp+N6Cw1g3EPuTI6nK0uQhSU9QKksLF7HW6SoAE2AA77aixpGlSsB4aan1FHvRhCOL05WpmXU/ULBTexFwUpF7AnY1h3rK3jwiOxBhafRpU6symVri5E8J1COlK1X6DpbPaxI0vf6bZwqG9+vRcRoqlGqC2FsPpdjqR8qkqBSbaC4IBBABBJsRcg7Lx7RapVMJS4uHJa+afaUh1hSOKhSQjq00vpe3ob62OiO3V+y3QcR/9o6zW1+60ZVIjx1ozJWNFZ1rBHCvoCNSdMwIsYqTYICmtkWE27UYTxbKgbxqNFXSJtVzsVtqK0uG/S57hSpx1C0iyocjKpQNwAolF7lKA3twuFsGyqy3gPeDh5ive6HXZtIxRTrJUykuEaBCRwlZk9SFtkAgkKQAL96ZXGt1WDW8JUvB3AixVZOK7dcdSOyyFKJdQSgWLaszahaxFtKDGlM3VRXYGN93NWlYaxRKmMRao+1xENZljOXHkpupCG73CgALHsQbgxeP0t8GEftG4nxbhzHmDMR+8aRVMN4eqSabNq0PhoqUFD6OGWpKDdJb6kLC21OIUQUqCVAHbTFAxY7u03cy8R1TFnvFhH9IwFz+prgalnLewQVpXwwNCUlIJOl824R3X4yx5ihzBtexDFqNEqMVMqsr6XWJTCct1BGoS65okLBBB6he2jL3zz8UYo4GCML0mlvYaioV72d6VcjMyAMMrb0AQlCirUgAkXsEi9bLXWolfcjbuaKfFOK6DvB3jQKzFafpaKihHMQFrC/dr/ZbTaikocjq1U2ogEAqSoABJBCj2S/Z9xbUJ9Za3u06nPrVxX4DUCPDlNqA1OVxagU+dm7AakAajZOtxcUYXxRAgRckqbClJ4sVd8io+fUpNgpuySCUK0BKSCUkEmG8PEbXNORZ8SKiVyqZDXFunqyAgKKbAX1yqFx9Ba+3hdTqOsK+8KCD8QtpoRcZlnTNzlGoMp+Lu+3mrqkXPmQjlQrKoGwOVSQCsAW6VFKh8uoGxOzV8W0ussT+NCYryM7SJWfPTa9Fuc7D+aykODKSUuAKSRdSTbjJWG7vezhKfPbdr1blUjhpQh2LMaCUKvofvCOm41FiAScp12aWL5uDZ8Xlf+0K35SEqjurpqnUvdsuR9tNnBe2U6qGllEgAZmmt6tTfnVKNpPxwRFdTdpGTYc/3EZmPMGxd6tBYqkCIul4vhMZkoW7wn1WRYNKWQSFBJIQ4AUkEJIUgkHN76vsnFcxRXqTXn4rMrM7Kw/DCZsVeZISXIqRc9VgVJ1BF8xAFnZS5NepeEmKo7LlP0FjIiRKdjnncPv8AkZCNOJFJOjgsADrlVZxzvjbDleaw59qKNSWH1vtKd46JBfp06wJW2pzKFtE204gSQpSQbi4HtaQXAEy9rp9hyJn6g4owa7i2f9g6sh9FeYV72oNWiu0l+UpZSlbrOdALLpscybKaWQlSQ2olLnDG9XgYS5CgtVaU/wDInj5UTMhJASpkgpdLfnwwSQDZIIsazePj7BGN6MxFlUmo0uqQnU8Vpp1pcyG6QQFshYuQLlJSMptobXsDeNQ8G4tw5SZ8rFkGqImpVC59pCFuszEZc0WUwsj4otdKVZXOk5CbBsO8oOfU0NPeVTzlMxg2LvQxvh6jRYlLi16otZfeUV1pMWoNJGj0e5A4pBV8EkHPqFAFYG5t3vsz7tYGF3ML4iwmuU/lbWuoyrKdUsXsoEEpQoEm6LW76G52838R4c9843oW7mU1KlImzWmo8qjJWpSuq/EFxdBCQpV9MhQs5gUk7bJ9pn2n6DuH3QUnBuA8T1StYrr0VcekyIrpflR0oT8SY7nzHpVlSEkG6lJ0FiQbRhWy5lFO/wA4ebwPZWo1dr2HsRyt9tXwcxRJ7M5hqjPtR0TJDTgUypxT2ZJNxYpsSoXF7Ejah3g032X91+N3K89VprFUr0h11LVBWpC4sixL7iOCgZEOqupYKwM6lEDqOyLwpjes+0jg1/CW+llfK5E8rMRTXGpVLnp1RNyaF2M5YcZKPCbKSARcU2O9zeI69S36zR8WP0HHFE+BIhVRap9JqiW/C6hbfUhWouoDMUFJuoXTszbqqahywl96L95i+9t3D+I6xyMqgs4kfw9V2s7SZ+WRDzR+tLXDupaHiVFSnASpSQQTkzIRl+Xu3qlegPz6Nh5lFQixeaRHjsZ1PJR4wjpzFQTqkAagWvpt6nYYTA3oboG8L4yolOYqjeTj+7pS34qZCOzreYJdYcBucpzWBsFEEjYFwd7OVGwli37R1SoPxVxVcWA6lfwG1KyhQC8pF79OVdtDoLXJT+toflTn+kFZqtP+ZiL2f/aq354WMXBlMiU7GtPCfutOrKM7kVAClENSgQttGvhWVIFgEBJIO2zHvbi3X4c3fN4jrLT1LxkwhLEiltMPKU5IAuUqDWqRoQHCqxtcKvs7d3O5fDlGxRiWVKwnRJrGIWkp4qYSUvsp7lCgNFBS+okAE6HQgHbJeIPY45req5FrNWzyqjK481pLWSKpCCCtpl4pKk9JCcqrWKgom1wGq7Q44l6jXb9ktcJ+31vVx591awzVMPIfirlR5sCvGatlKPEDHkNDiIB8WQ5hpYjuG7u+9o/epi3dfU59Z3hOU6oU5ao7VbXRG5tEmJ1uXGOl9mxsFDim1jbMQQCneHu63GYSwRTXd3NEgxa9S3UJj01poKVxdA6jgqJyLCLqzJBzjUFQIJrdy+A4ErC9apfuRcVit53Uqjr+A4lZOdskKPSoi4uLeK2UkgDuBI8ZTUsKa94g5hre57QTtUcoOI8HU5CGHVOpn0ikKkRc+pDzfCUVqS43oVNgqUleqFEEI4xoWMotUnuu7vadTmH5iXXZFEqMhMOUsADMWAQG3bkpKQLgJSSUklIctDwvP3fRYkWly0MZEpYaUpYyvamyF2AudSAbEi50ABt0q+Kmp8pxqvM8CooRwlSmmgl9KRfoX3DiRrZKwoAnQeYAtbY5My16jj3E9/QM+LimBVMHPv8AEYS7Ucs1viuJ/wBql5IC0qSEdROotcggXFPTcG4SdpcTFuDa5iGLF8CXUIZntKSm6eG+nMhZRqUlJsbXIIIsWph3DuDaXKq1U5RibCqmVcqRClF1DK7FIJQlSnGe6rZc4BKicoJG1Vi17Ae76KxFoLU1h99rjtfHQuLMQBooLFyVAlIS62VWtYpULpKOoqv3B6G5/B9Rj6hrSDUTmKfEG76sYorPvTdhv+pFBisJS1Mpdbpz7TsN0EFXDkeJu+mVLiVZQb2I020h7MdDxlhOVUvtHifCdXXKaTyr9IqIVzihmutbJQktqNxcNlSScxATcgZX3g4vxHRuUrON8BYlpzFbQpNLrMCFzScyTcxZSWlHPYhRSpsgpJKggi5RTbq/aH3oUGe5hJ32caDV6W+xxUe8aSUIkJ0F25CUZiP7xC1Ag3A0O2nSLNvkZphbCvuamxLKx59o3J+KMTPwqWufxYsLhOPtJay2eZXxAlCkOJJukggX0J0IXu8TE24LCVUcdny5WSrp/Rc0tqHIUB1WUoZc4zLSUqVewJubKIpaLiyjNOv4ygVDEODad0yKpQXalzjsFYuVOsZwFLSmwIbWFEjMACQkAgp+9KvSp/Co28Kl1iK/ITnalR0OsSEqIAPUnitrNySkhQBuQQnQXKPIxbImHpO4zEeKKFAdpNOp1RiyGnctXU01KU0oixZkrU4nquEpWHEgkgBeo22NQcEYSadY+y9QWhEVWZbHHzKbWf1kqJKb66CwP102znXExapAQ1Xt3uGn2ITqVx5iWBFdiqUMywVtdTencKQULBtZQJBXtXoFGiz5dUwHx4VUW0nix6dVlwFPJAASphaCGC4jMSnOltJNgQRsWohJDJum7angmnz2rOxG1uf3upKrdtDcAj6W/DaG3Rmosriu5GEZOtfhQpXqR2zW0KhYkd72G2BPZvxTv33Tb0XMOYyx5jitUfETrrEJVZXzD0danSppS2HDbKMxBUyoIIvYpsgK1xvNxhWXcJV3kKhwKpQaaufzTTQUxISltwlDiDoUqCVX7EaEAbFLSFqIgVN3FQMJYtcx5FiTcQ0Rch92VFad49RpPGUlS3I4tmeYuLqZBCgOpIWQBsU7ycIQIuCPtHhyo/1Jrn1xVW5WpNHxZgoXQ7lKrOtlDhPStRHTsiN0XtAz8Uch75w9FW/lRy/JTeFITdJshJVotVgoBJWkaWvs+K89/QLkCU7Kfpc1pa0JylDqbjUZbeMdlC1/oRqVrbfGK3amyr7xEl9mqNKdiRaXzVEqM1pL/u2soKOYayAoUw4dAtNwCk3uCUhawQNjGgU3AdGo1Sqm9BmrvoQjhSkNRVqjqTaxISgLWdPEheRaSASixvsJ1PddjKluwKXAxZKlQoqVyKQ/mGdnt2vdDiLpsLFBsVAhJBBI8b4sn0vDjdZgRKotbLXCqS4sXgPspA6rpWFtJSLXLbmaOryU2eoq6XWb32OJSrWFmxmL72hhu5awQ21ub3cMRX6jHS6wqO0hhqRYKSkAt3SshZsQbKQbi2p2XeKPZ5dwk1ScRz/6Uo9baS67FWgL5eRk+M2NbhBOpSQLFJNrkkuHDT1BqkVtqf7uY48hHKyGorrUJMhQKQH4iyp6AtVykpu8wcqSgpsDsM79t2W/PGWI4ErBsSLChU5SHWpSJQWw4kFQDbjYBQsWJGZJFiex7baFlavNHTtzzEi6xij2c8WxK81TveOFMQtOxeXkWU1KYULuRHgoGy0pJU2om5FybgKBb9AomDcZQIE+Bhh9GdOeBPashSmgekB4E9gALkiygQQDdIssQ4Oxli3dBL3c7xqS577Q/wAemz6cw5IQlAWS0F2OdK2/NWoUnQpVqFLP2eMUYo3VYyqe6/G7XJUeVIzoTKQpbUOYq5DqCQDyzyRcOJIFxqAoLAyXo+mfA+0/8GCD/SWY/lP/AAZx3nQqphyf70ozVRRUcNOpqKWnYpQhSU6nqQClBIFio6EEEG1xtpei7/t2krDkfEbWJ4UJ+qNJ+7ylZMsgi1lpNrHN05iADca27B2M6m1AqjFe8a6ch1KmmlZlvRyLraSVAZr9whQGp8wSdsU7xcRNNVRx3DktC4UKe60j4AQnKSSG1sqFwUmySkgeR9LI2k6ezeg4PuZPUqEa4WJ8+5qXHO+P39hyrO4jwRNotUp6ltVejSEpf5poE5JkNxJKHkFIzKaN3EeJIWgFRU0PeZhzFtBbn7vqHki9eaQ7I8KxopCm7hRcCTcpBspKgoFQI2rsHYhwvjbd1Oo+PKdFQ/Fi8q0ph9xkqYAHBKR3Q4gqCSWzqBcAEG6apNJlYIxvLi8pwMLvuoizI8x1KVqTqEONrBKQUKN0KWoXClAmxJEtWuq5I5h6tCiLvIh5TZLVexl9nOCxwF5XXVpyLSlAPykjS+gNrEZh5AjY+xTElV6vP0aqe8eAw1kaaaaWhLj6r269U9ukXNrJIBJJSLV3dvRsGwImLeioyqo1y+RSRke+InIQnWxIJPoCDrpfZf1nefS8LtRGqWy/Cra8yo6EPudObQ5FfNm80kkEqAKTfVjR6Ipy/wDaE0niDj+0tU7ssWtSoFZn1anU6FR5SJUCe7m5ptQWSnM4ogJBAyqBvorTKoA7Nmdvqi4SiuNT2qiiUhCmpCWpGXqHnrYlCtbG97HUHXYYwHAxRjzDjeI96tcRCitu5VU1TWRf929lAZlDUpGXKbEJ0tstN6lWoMXEb7UWW+/S4rXCakSFBa0ozn4ZIALmUg2VYqt3uTcluZ6uT6lLLLPd3r8CCNbxvWd4Ls+sxcY4o5VDrrXKw5QYn0t1OY3HDy5xeyh5KSTrcHakcRi3EcCA7Wd4T76ITqZEd1q7C2XQcyHUlJCQ6CMwUAkg6g3vt1reFXYspvFuF6hzUHodXKgO/eIqDqkqR0rCQoE5iCkC4zd9u8VlpqA5WXa44tb+ZpbrDGdDyTaxU3YKCgbjKk6+p7BmuwMuRHtP2WGVmocP7tN3+9Cg/wA4P9Fv71noXCkTaW/y7GIpKElRLkdJKG5pH6RJSpDwsoAm6RmbE8mfVPcsDBGA69Kq/CVDlRY6c6YqUEJUysJs2kBRypTlSE5VdgCNjjdLuqxlPqkeVFwa9VGOK0+lUp12FlUledCgRlWSk66ptbuLi+25qU5yEXmsRxKJFmvpStcrmEqdUsWBzlWpNhfMSSTrfvsXP4i+r13Z4QTP24Ld1vLixfddewxTqDhqoxcjrXUp2O7YkODKCoAKPUCpd7KFrbHFI3QT6DWXK9KlrlVHpy5Hc6EqFrhpV7KQcoIzAFJ1FrasGrbycB0Z1hqfiynfHWlCckgK6jpbS9tdPTTvbYIne0luvgT6nRpVWXFqkVpTqWpUcoaeT6JePRn1vlJCim5AIBIXesO/PuY5tuueWUCTiiBWZc+Vu4flLWtOeVDlM5XkaXOoClKA7oNvxOhJxFMrhfoeV8PiQEftt3sO9r289llui3u4o3l0t+vUbkqdTn3VtQ+rO1OykjJnuEpdOXzscpAtqNmDIT7+gONRaguLKfayNSMvFQyv0WjQkAnWxB/ds/XXsHEGzMnEkTKzApc/kJ8tiKv5MzqEpc9La2N/Tz2ulMUuLFYlO/HfWr+r/q/W47jz+nnsu8Hbo57XElbwasivSuLmRk/QMrSRZaBYeSRqRcXOgvs0kCK1/ZI8KUdHSlKRoLW9Ldu2zAE7dKmTOxQ7KRVItQfhMMZlIajtBX7jor6i1iNLbWFXqcqstcWVLRkyf2V05vy7j8L6bU2Kt4uDcJNOO1nEMKCtGb4Tq+pVu9rX+n5nsRsjMXe1vhyLxGsL0ldXleJpCrpSr110BF9DY6aWJvpxcLI2O3qHmMt3cXEbXCdeyfPm8Sfz1Fx5EG4/0TdZ3DYIaqjDrWHl1eoxVJVnhIRnZtYXLYUOJZOoFiQBoDptUV7fR7RmI+JAw5u99wr8aX5EgKacaI0tYBV7G4sD5hRHYMvcjA38YydYlbxqJRKRFR0+8ZCXI7ryUixKUWzOC472A0sCLHZO5w0vWmzmU2CdxcV2ly+Qxiha0PrUjhNHPFQoDK2ttVli3ncC/mRqNjrd1u8xbhzFvCi8arwq3DW1KdjsZWm3W9UKX2QFEeehNgLdtifeJvJ3Gbr3W3azL+0uJYvRHSwlK3W1HS1wQEAm10qWSf1SdNkvjn2useYjdYpeHHYtBirUlKmmI5VKb7ZVBSrIBuR4QCDp+AN9VXI9xtPH+8fM/BjuHGpdexRVqRSEIR4H5gT0DXxeHt9fLy12mUbDGEt5eHHDuq3u0SVXuEpbUV+yOrzSRmK0jsMybgaGx88cYlj/AM4NZpMqs1yov1FuOriuzVvqS9bsFIdvlPmDYhQOqgUpz3kSA1S/iwIi1vxUdKY6+vL6JPcG5Nvx0AvtQ2MxgLKwj8jMssZext7XOI6y/PdeizWXMqV02VVIy4uYm/SoKB8vC4hRPksWFpuD/Yy3tRcORKNjfdkiVyszmo8dNSiqYSkZhwzZwZkZTYJII1IsL6cazU8UfZxuVgio4li1fJl4rvEQlWt7OJUCkpt2IBudQdkbPV7RkV1yfP3m4hX1K4qI9WORP4pGW3ne4B0OpI0Xsuer1GK9SijG2bKq9Lw5uRwu/Fx5u9nSqXWnWGp8LoU/BWLpRKjyWjlKR/aouBltYXGVR7iyjtYSdpvuF5fJSoCJUdXF4+Zg/M28P0iNUm972IJA02wLgfHeMp9UbwviPFlUfXK/QOuzy6nNaxbOe6kKIGhBAVoCCbnbSe6nfZRoEVzdVvFqC/cOZaosqKvNNobuo4zGly3+u1Yg9RAIJSTUajHlmEs1Saj9PGP3jKnSJ9ei8g7LWvq4rXX05h2v+21/qdrjBrbXF5WvRH4q2PG06jL59xpqPw010PbZUYRqW9p3HlWo1Uaw0uiUtSXYGIaW7xYtYirGZt5sX+GcpAWi5yrCk9gFKF/aB9rWLg3iYXwlUedr2TLxUKzIZVbQnLfy8uw0vtodxTyIgaypxNZVSm4Xdi8WL8CajwOp+b/EPO/r32F3pMr/AGriP2/u2y9u39qzeXXsOc1KwQxVFsLSheR3KpxOlylaU5T3ub6jva22h8P4rgYtgNuyqdKpErL+glW/cQSD+4/vGzCeUh8rOlUZ5X7+7/iWn9ZX8d9ksMDNT6zPrMrj8Ca/nS14UqQR2I7eXp3JuTs4qq9ysBzn2smRfV8ycvqPXTX667B+MK7RqDS26o1VmFxeFxc+qcv0tbQjzF9Px2pbWnzBeTTMO/8Awg07jeBFis5Iq4qulP62bXN+Gg+nYAE63dOiUHdfu+4Up2LFflI+LxXQnNmTqdQDYnudPCAbabBdUx7Px5jfn4GR9hDqnWvH+iHYlPexXbyuR3Gmn5OlfbfEbkCvUlybCg9KEuoHCcRcHOCPWwuNPMag3Hkes0hiN/2jk/2+IYLyN3qEeDcFRcWwJFepfvGF1qUiQj4TT1iShZAsrKdQFAg2USDrtcymHcEVT39KxDwOPl4rT6gtLlgAq5ItrrZRBIuTmB12hvY1+zlLbiwOhmKjL02yq9L2toANBb89l1virsqqT6C008hj4XHXnulCk9rHX1Va47abYHT31fVb2z41+hiOI4c4EMR7TtZiynIuHKJCfnLa+6pqzTao7yhayC2vvoNQSCRe2uzqo1R3I786NE+1G5ykUHGtOaQtSKX8B+Or/ax1hIUWyoaoINiQDcWviuNRncW83zTK87DSsnCT81wLX/D1sDYgkE32LN2eI8R4XrLDsqrIqEKL+gddup+P30SoHOUEAgpJIt6EAbe66fVVpE7Yk3L/ALY78cYTd3fVSfjfDlRpyGFoSiox5kcJYcQO63FDwEgfpRlCSSTYEkwN7z8Ws7uZdGivPyoT+WZCjuqHFiugjVNxlB0UklJAUPM6EN6rxGqzQWKo0yhzjx0rUlCsyXEH8rKB+g7bZixDDewRVJcCl5EUh9hMqPTZS1piyEjxpFupt0a3UggklNwe2z+qVUTOIoG38GWkbeTQcR+y/L3c157JiXD09hVOU60PiRy6nMhKhbNZGYEH6EdrbAcGJ+j4XD/XT0jpt5/l39bDXavqFPalSm5VLZfyLy9C+tbar2sVWAP0IAuO4GzHoO7vEc91hqLT/GhWVGbKrte4BAvbw27kkWB284w7rwdb7XhXSN1ruI2m6zFxCunSkNIy50nLmAPoQUqsBqDrfZo4YrdUwvRuFWatKr3AUrK0vraSruMqlag+ViTb6HtWYMoFUlUH3M68hh9jI71qyK6QcyLG9j28799O216zSqNFaciynlryZlKaSop/Mfn2tcX8ttJFCLxDWW7jlZRQ9/0+fVHGq9SX4sJDvCaRHV0adswuFXHle/4C2y8qjE/ehvBYitfApy5SWvhI6shIuQPXJqDa2gFra7fG9Defg2l8OBAyTX+rKtFlKSnUBJVocoNh5AaW7bMjd7uq3lbvqNQt9DtPp1UhVRpE1pEdYdS2k2Vw1g2IIGpsbjvYgHbI1YstYD2PmVw1seG7DchVMEVSkxWoiKv7okNVGnVKK1wFyGLdbSgdSsXIKVEqB1CrEAj/ALZOJ4tUlUKBRq3N5Ko1SF9z4RSll9vrKiCDYga2OgKdBcA7aJ3cb7931QoDk6vSouHpUJriPIlOhDaso8aSba+Vu57AnbFPtR71cEYi30YTlRZbL9EXMdlLXlKE5R0oKh6XWux8ha/bbfp2pUAnqayL4Q/mtu1TFDGLXaiw2xQZUWO6nIErcTZLalJSLJJBUQTbvmO3xvD5Cg0utQJWIV1FcrK6h9dlrUonsALEAWsEi1tAB62UfFtGrOEsQwMJYNZmzZsVS4Tq1hCWZAF23CTcaFVwoEHuBbYW3sNYjlUuJVKXhmlxZU2Eh1WSRm67DqRYDQ2JsQDa1wLE7dZdelZegZP4MXYbhKt7f7FxnRmMLtYORNlIa4S1T+nKoAAqCVJzC4GtwQRodL7LdzddWXcbt1mjUOFSEMdGeEopSqwsLEAWte1hc9QB0B2/cBVvAfvlyLvfxlUYU1jMiKtpPQlfrcpJynsbkDvs6Ym8TC9Lw447VKTV2GFoUhFUai5mnLG+clN05jc6X1OutgBjM/UtXaAwAX5/aMUBk5QxHS95PK/0NFifHRmjqdf8SrG2ml7fX8NtF7jy1QaX9vMW0liLx0sNNcJefubheU6pNlJum5F89rdgn6vh/ctiiU5XpW81EVeZKMi4+Xh66Ajvr5nQn9m37Xt2eF5TrDrW82VFYYShbv3dxLDyBc3UCQkW7hQsQfOxI22FqZMYg66HdyTH7vFmV7FsWQ1RsEPv9fiU620pSflcSlVlWPfUAg+Xoia01KgOue/olUpa+Lws8pjMjNbtmTp+7/jsy8B7wGt30WJS6zvIRXoTCE8BFSjlTvC8sjyevTtdWYH002vcbbxMG1TjtQKtFY46Ur4U2KVJTcW1uMpFu34kDadQWVdw9yDombgyh3ZYOpcqgz6y7jeExwGFqXDdQEqUpNyFhWayk5RYgAkG1hpqt8QYqwvjely6M66hDHCzOtPoKFuJ7XSDoVA6ixFtDcGw2vJlF3Xz2uLS94VIpFRfRlditOlMd7XxpQTdGmmXUDyI8+mDty1Gr0r/ALUbzcGvsML+7utIyPto1ski4BuLAm1zYm+wdLc9w8xgwbaN0EU9O3LQJVLfpbuJ2KjFWtS4qFfCUyi+iVDqCk6Amw0N8pFyNjulULC9Zi0nn3kU6r4aWpEBfNFrh57FSTlulSLgW00FvyaVa9lPc3iNpj/t5FhPoSnhO0thaE59DmTlVofwsCLg3F7wnvZ43fUue21P30P5OFlTzFIc6vXqFr9/PS/n22uaU3h/kSV07/MVVV3nYoi1T7OfZ5edb/xZCHQppSBexSsE9+xBtrcAHTadvqx5vGw5FYlUGkwn3H3Uc1FWxnU3YG5KCD30tawIGh8g0qbuR3QUv4TW+OiOPt5l/fc7StT6qNrk/nbTTbvjCi4NnxXIGI4lLrcVCFI5ppQfSlPfQtkuJ76C2nkTsZhmCesLM+NY+xbjzDjbWI6s3KXFV0ZGglKfLw3NrD/Pz2qEtSotLl8WItcpGXl1tLGRVz8wI8vob/57RapXt3276vPxcONLWx4FIXK4qVKv317+lzY9r6g7GmHURd4OR3CVRYXFXl5j4RUuOpXkUgXHe2bUXBHcbKhyZG0SZvEww7WaX7rwuy+hfiaQtJXwU6C7d1DIkeXkPTZu7i92sDCTTGKKpLp1RlIQlD6+FlkM/uAUDbuL6Aa3Fihdz9Yn1SU3WaDUFymEfCdY8TsfXXLcnM2dL3FwL6+jMxi1Pda5+V0ZE5MiLpTr3OUk2/f+JGymxC24iaNVe0ZeOXe5vgpbtBkRYEttHA/S9Yy5fUH09fMdrHvth3FmMcb75MRuYNwa0x0dKEPyg1xli+iTcdRuL6mwPbW5/t5uPWotG5Dm1rX/AGS/xFjpbX07eoH0i7oKdQYsByVXmkcfOmQ07nzIUnWykqHYjYosLSH2qMtFLW8LysJV5trEdDfYlU5375Af6FdzcZ030I7KB11sfPY3xnW6XS2mKphKJNpz8qOlEiKj9A4i1tQq4WRYHMnpNidDfbtvgYdnyuf97PzUcLI0uQ7nU2kXNgfT9p+vYAIgVOe7S2Gp7z/Aiu8VCmklamfUp8wL6/tsNrN5DMrYm9AyiWMmfKxRAblOxPvsXxTEpCFSGO4zBNkqULnUgHuNe+zPwJuypePMJOOysTRWJsX48eQ7ZSE+WpScwbVr1dQB+u0XDm7PEdUaYr2HHor7D7SXUJaYzIkI+VSkIHw3LdyBlISNATfYhoGCazKlPtRaIha+pa0RZGVWY6ZkgnISdQQCCfXSxoHVfc6urb98HK3hWLS2m2nYkJa38qel1taOL5BpwHQnuEki9j3Og40hNUapf3+nLYQxmSiU0nPwUns2sDUd9FajtfLoSzIcXCWHHW/tHh5+Cib0OsTGipDytbFJubn+6TcEeljt9VtrBs/4uCOOhbnQ600sutd7WUD1NLHlp2sLW25G3GN1KM8RO4vx7KwlF5X3g/KZzJS7AmtZkPKIPxOm60kHUEFNjbvYbCFOgfa2U5Pdp6EQn/1LZUq7HpJ1uTY3sb30HbY6xNSfhe66zTloXF64c/LlfbSdMgXqlxoC121DQ3NwbEWNPo7vC5B2J99QnPkYQhSnmu5UnL4hbvpfyNjsw68cSupXHIlZhrBeEpTTdLr0uvIRmS0h2G62t2P5hxBWk5k6WKCem9km1k7f2Jd1zTUVyfg3eFRcXsRV5nYTqTTqvHSMupjnpfBuSpTdiNLINydrNl6VVIHCpcT71FUlCltLPUm3e2hGvy2N9CLabQaxgGVPlN1SqS0L46evOkKUlV+4uCAQPM9/qNqkMnuJkhPcCWsIQHZXFddfQj9VdlZfzAANvqAbeW0+b7mozX3XJxEI68nT0/h6E22tTEagfcJ9RyZ1JSiUhro17ZhplPbsRfyGu3CXgifPabanvRVvIWlMWZFVkzNeYWCT1WygqHSRa6QdSEmI2DdzmQoOMYtGityncjCM6ev5M19b29fX87bPqt7uML4to1FxRA+BzTSVLS07laV0Cx073OhAIt3uTcHN+IcO8hwItUz/AAJCV5vDmSD520/zOz/xzi13dzhKhcrTlyqXVGkNKTxcym1lN+IhywChbQpIBBsALEHaa8fMNUvhxCKlbqsL0t1is0uW/S1+HmFLDqEq00X2KkHzIssWGultrim0rFGCMWttOtIXClOp+K1IKk976K8Kk2OhIBFxfQnZbbkZ0+vSpcqfVlrirW61wlrzZk3sOnsCe1/K50A0OlsCycOYj4eDXWULfio+4JfSrgPJGvLE/KrQqbUDdB0Fhps/XC1WN6MDt5OLMR4IgRJWHJdOm0h+Qtcig1tJVDcUfFwX2wXYLv8AfTmQRa6CDfZk0jehhdrBEulwGZUWaxH4vJSrLfj5h0rStGjqL6BxGh1BCFXSJmJ93+F8eUaXQfdy35SEpzRXV5JXT2P6vFQbdSdFjuMwvsk5u7fEdUqjdBaojEpcVeePnlGLKSsdihQGULsNCSkkixB1BYjYCj3HvHgO1TDkSvNNZ0LSl11bVvCQOs2/Gxv287bZr9uDDden4cotZw40iU/TnVLlRVIClOMFshfQdVJt3ygkaXAAvto7DMCs0bDkCA7LfRKY+ddmlquLEK1ynTQ65T27G2yd9rtt1rDkB3g5FolJWlaOjKshQtp208tNCbXG3XcVmKlVD8TIe6N52l16mz4r2eFnUuRHalcJ9mwJvZZSm4UAQAq56e17jbuNPaLgRcLsO4caW/KQroWu2ZxSgCEqvYJIvlINjcXA1sUTTvZ6w47u0Y3je9vdFUQjmnUcUpaUxxLdQJAQ4UkkK0F9CPMT8LsReLLaqkSnZ3k52n85YSpOoC1WJTfpvrcXPkNs3DhOIyNMlqw4wtS8ZYyiy69Fq1EqMVbqlzKDVo4dhuX1ugK6mHbHVSLIPfXttY4fwu1hKVPxHuWx4/hSqdTqqM7P4sNxSbEsuJculWouhRzBIJstIIKVbBrPK1R933JVKQ/FVyuaHMyx5ibWIKioqR9FWFtbhQ1I5Qq9u0/nGiNYoxZivC9b4vFi1GfFC4r1z0hxTaQkoubBwaEEpUSDfbP+nZGziD+kNXM2JQt6cDG+HHIG+nd7Ci1eL18/SWi+w4sDUraN1snveyie5OhBIQ3vHwvAlOT90GDn69W4TS8jUBGd95hOpDZNlGxuFNOHN9PShxrDoLUWJKi86t/xrlYXdRMacsDd1mOVZkkA5ilu2UmwuBp97osez6NVPcM+rYaxWha+aaQiKaJXIqDZIWGHAEvLv4k3QVdNgSNWeTFyJWve2lKaqkeNXt1uK8L1QvqYf5ynL5KQkdwUqQM7Z1AU2CpJFylSQSWXRKjhfeXAb+yXO4XfqMfi8r1tJymxU4xk+E8yb2Utm41OZIUSAL7w8e4txbWZeDYtRm07PlXln0ZybCeT3C1BFnWFD9ayik6EC4URyn4d91xYkqfVpVFhP5k1H3NZ+G4/YESg2boQ6bqCnWwhwlXUlZ6hPdKniBPjLhzDs/C+8ZiBPd5pC3Wl8VpYUhSexzJvcKAGt/K1rjZ7MUJqK63KisoySmkplRXWszEpP6ribZcw+VwDXwrBBuM7Up3lcUfCxZTsQsIStDU9p0p4jR/XTqG3PIgaHQgk320bujqMXFFGruF6o6+xNpDqeFHnxyh1tKm8wFxdLiTluFNm5HdJIsHKtrrChWK8QYx7TMB+4XMOYop8L3JKSlppFRjnl0qAsGw520uQnqCkdknKLDGuOfY9nxapIrWCKtVKjhd9KlsSoU9uaqHe4DSl6FaRYJAdSVEaFSiSrbZtXdoLsqrRXedYrFOa478NCxx3mFA8N9OUnmGVAHK6Aq+UpJJSQENO3u8rPc9zROVfQtSUzY/Qp5rzzhNkK/G1j5pPfbP11v0gznAk16h6pmqHueqlBlQKW1UOVlIlIRl6mkvJCgspSSEKaX3IHVp5EXO2o2pVUdrNNpbstGSKxxV9ulfbtYAXIAGUWNtRYbUtHwpijFtZblQKexVELXzCY8VI4rjSepSmUX+IEkglDecpFtEggEqm4bdn83XqDk43C4S1LUEdQuEoOaxuHAUlJFwoEEgm219DbZembP7TRrfePKDuI5OF6DVHKy7W2KXNiu8XL1pivJJ6kFSepi97grQsA6XSLERk7scOV6n12u4XrlXolXYXzsyAx/UpyFDNdVhww4bK+LHISsKAdSSQQsU463tUHG7eF8Luo+0uZ1UVC1JR1DReZK7JcQR05FA3Ngb2B20xhfeC7AoMSqY3wnRMIY54SY8qOxDy02pa3DSmAq7SrC4UFkJJUSkabaMP9omYG48rFtUYo1Lx5KQunIWlFJfypzINzZlLhQtsgHVPxE6aBIuNmXinDk+s4cosDgyl1dEXlVp5VXHehlPQFrTZSkJIA1Nk3NjYm17Wad7PGI683Kxvgit0F+a6pSKvTWnZtLStXcOFtK0ttkosc4yg6kgm5Nom7drFsqk4cwHvCp02nUiU1Ndj5wp1lhJJVwwP0YUkhIsQCVBQ8htJgl1O08idt1VP/mb3Iy8W4oiPoqLCFOymFLQmVwgSIzZva4Nwq5FrKtc2ucw4A3uVnd/X8fUuvVZ6osonrrbtbjxXEux0SSVqU6EdaowUVJJsttPTY2IGz09orHlUpeMqbhfHlDf+yD8VbVUlLYbdQp90/DA6hfho1ykoJK7gkg2SsjBFL3c72sGVlquU6o4aryHaMmVFWWkR1rAWkONrSSwVBJBQQEEq0JuTsC3aeIx3Vxvh1umq+Dcb4jc9zVtCKuv4rWTrYmIVmICkLOU2vdK2VoXYWIWBYqvGrGI4G8adFrzrEJEqUuAiVKUWkRVpSDkvcJKSbkJUASTobixdkNW5fcRBcqDVPforNPWpbE1pa3YqUC6spCiShOY3CbZSQSBcgbMHEVHwRvfgN/bKiIY99w0yKdWWklEWpNd+mQ2QEuC4NgUrGa6DqtBWz4xKzU7wTiZnf9n7G8Cgy69RpdOxLKi/FdagdLqb63yC+dVyPNJy63uLEz3TSseUuBEdae990ioo+6wHUhMqK+AouMgqWS5a2YJAzAaZUgGxnQcAYN3aSpbUCrTqPUcuaK67KMePMT24ZeSDHLoHZVkAgquhkg5vn7F4y3ltSJVL+61FDuda3Wmk85lNwVFro4ydFJdbOoIIUCCAveUdcTIa7uZFn+YXwsV43itMYogUmbFXTkfFaddbzPRSLLacYUQh9AFwUkoUALpUOxOcKodgUZzeNubyIhPo49Uwk+7kiuJ0BciOaBBOoSoEIJ6FltQWCusI1OBA95QN4Mur1FbGZp2PkD6kqtl4agAFleoN1j9UhXmSHdPIn7uZ78WLT6g/hCbIzRY8xCXVQ84upvKoXKFEmxHfwkEm6uo8RzKae/Z4n1CzD2EfZ9xRKf3g0bD1HbfqKg1UocyKhC474ITwnmLBOrmvYHPYjIvQL/2iPZ+3ItUF/FsDDyML4hQlpLVRpEgcCcnwstymbjipPZDoBIIFzobsvFmHoFei/aPdK0wxiGjtI5iEpo55EU6lmQwsfHaCbgJWCtIBKVKsobIbFG9egz8ZUKl1mhrp1Opz6nZUCK7zUdK9My46FkEN65lNhRQoZbJQRrS+x09xuzeRlDGVhPc5WcL0um17AeJ5vHWtLqEOpblIZWdFKbV3yrHSpBSVEG4KxlIXm972Qd6G9DEdSxvzdOomJX8rsWbRpR5XoSkJWy2tKVpICcxHFbJzKzhzQ7aDZn0bEcWJS4H3qnVSLxYEpp1xMKc0k2IjzWhxIT6Ta7TySkqskA9zWTJeMsG0GB7mxZVK3Ts/CYq1S4b647qbq4U0oISSVDKSAbKJIIJy7GoNiJkepVO+o4iLxfun35xYGHqpFwzNqNepeRqpJpzsVhNWaISlLvDU42gOnqN2SCoZrKzgAtCpCLjfAbdGw5hOqRcc06KlSaXVIqkc4wFZeCC4lBu3cltKgldgUhLiFKOxC1vMxvPnsQKNghiUh9pap8BS1tO09893I/HCUSYzh8TRKB3IWTYnvVq/ijFEWPFlYYXTn2EKWtpNRCZtNf01juJCg42fElSgCLZXUOAgiba0trKOOD7lmL48xM90Ld97SMqqfcMG/ZGqRV9PHYEyLOYupPYLQhaSACUpeDrYNwlJIsVUF7eDKxQ5AxQ9V6RKpbvFmUtqU5zHL6kPN8RIRMj+SxkDiALEuAFzZnw8Rb36M057mx5FxCiE6pp2LWYXCkNqA/RrLYKQbaizY9QTcErzediqs43qlJr1ZarGHpVIzoRKoy25UdK76kLSla0WI1SpCB27HaiaLTog7YxiCHZfjEaFGpzXFiYywRUX1v0heR2BzBS05kGrfDItb+6CAArQWNwHb2ab7+xQxvQwc8/QapKSiK6ma6tMWUpCiC0V5TmKbAp1C05VDKpJbUROh1PC8V2fVKDUavKXUVJVPapMxC1R30ghL7KEkLbUCblJtYdPWnKEGoxs1WcJVbBGI5cWo06VkU7zrQfiyGuIm7pR4mnA5cKCkNqSQbhelmEcU+oxRmn7TxBzCeDMR8riF3EcukVGLNUqVFVIQiUhtOQZgs26k3FzYjQ6HsUpjGO9jFGF8ZS2pVJqlBXTmlLf4Tq+ApJ/RLUCQX2ldgq4AB61JOuz4wO3ijBFZbo27nAVLRS5S87qZkhaODmueIgDMhYKjcELCDc3BUDa+3gYEwbiOjMYX3g4TpcKnTXVtIlUteVdNdX2kRV2StoG5zIBI1UOpOzBs3Qdut9pYMiJbBvtCSt6uF5eF2sPPsP8L4uZ9DqcvUQetQsk5dCdCbXUmxI0bumi4S3jbvoFGlYyhVTENLSqG6xPR9/TlA6VoWoPcRKSCFAkEEXuCDst6N7LuEt33u2L9notUYYWpLVWhxUuzG8xzXyrutSSoZrNkKBSiwJAO1RihLX23iUHEeE8AYlwpUXUpdlKQVzG0BfS8gFJLpbUkBSSW3mydCLAm1dq+jJrrrtTFYjRqfs9bvsJYtfx5KxNNXVJUVa3YSVhhEphGq1JTqrOi6cxKiBZJIA12B8ZUx3C+I2+LiyFFpc37ww1V462uMuwzLQ5mDbmYGyrlJJAu4EkEkWLN41L3Du0mjYjq1Uq9IlNJfpanZBqMhlI0zMuOHmHG9QnNnfAByktkhJud32/fd9i2K5QXePkfzfCfpbqY7iVdw4ypA4YJuCHEpBPY66TYqtgyQz0+14ixiyKo1Fl4X90wsX0Rc3J7h4pizW3UgqPKuN2UZCUZ1BsIbeICgEPI+JtfQKBu5r0qBRncQ1RjmmnVwluxWpCmVJAuFdHEZdRYg26T1XA0O19iHcRRpUp/EdGqD66c/F4Xu7xtJQF5gEEELSE6KRlUlTakoKSCDfhTlUGU0xi2svIr1RomV1FSSsNT8rdrB964DrgGmd1ISoaKcRcqVAbbG69QH+wxdYy3B16vc3RmpdErGRjiwHZsNTS5SLAJDMlGZtdyMpzEKSQLpUCnN9YQ3e7waNS4kWl+4actzNHjpaSuO+m3TZIyZFrGvwzcEdikkEHVY371SLXm5VLwdFYw1xVMT6pS87UqLKXe3NQ8iFtX8RzE5r6KXYFQ7Cx1VKy7LdaqNb93SlcKQtHCzw3QbNu5R0pHoCACDdKgSQaam6zAFZwYc2uRge4aK3YVSVhKe1i3E1Li1hbSc/Mfd4bltACG1AWNrkquUkmxOoA6N1nC4bTVPhcB9Gdcqm1RtbsdaSDzDayLnqsSSChSAQoJBKTTR8T7y+al4cxlUW34s37vTqutKmFR1WA4bgRmGqbKuRcEC4WCAPhygYypdUiUt33cxnkZkrVH5fMu2jrb7JSgOG5OZOVRBJsBmBIjNjykVmxMtYeIfYEwjWYtUfle/PeMWiOozJix8vBkEXDqGHFutleS9+GU50kjMCLbEeLcPOz8L4zdari6WxiiOuA7KYdbUxFfLSGBZMm7bba7EpDhyhxRSpRzC/WCpqjYXn4caZWv3ohTU1C1jO2pQylxCiClaSkWykC2lrC42qMaYulfY2fg33fKlZ+XdSp1rK64lt4OLQSvO28CAE5SAQDYhYsdpe0KMkxazXVN6OIg8DbqIGEsbuUt3eaxUZtPYQqVhzEdNdpshTRUpKSFg3S24pIyryqRdKiCQSS2d6GKq87AiSqXiFjkkL4S+YkBKnrkWzqSFJ4o8Oa4uLEKINzPrGNd0teozGHKXg33pKiscxDprSC07FSUfE5RaQVR1C1+GAEnzBBuM+b28G16fgOfiPdU9V6vCpbSXZ8drJKmRWBeyJMVBKltqylAdaC0AgnMBmCc7Ul7cdo5HzFgX1Xv1NQYUlte4Yk+ss8rzX9lnKkZwBmypubE9yBr66W2r8av4cw5PbrM/eFTqWwxlWlqRKyJUo3yFK+1zY2FwRYki1iFluYrc/eXu5ci0uuUtGIWIqeagOu5V5kjocWBqdBlKiki1gFEaDjiLc9WcUOsRcRy2GGGGlMIaaUHVKSpYUlsHUXCupKTcXuBYG4Iq7cS9NdFNmXMXkjFmLcUb/YkDCWDpr+HkZmnVw1JaQqKoArWz3Q6gZUJU1cAKABRYIz6Vi1t3de7Ld5v39SJuX+runmIq7G2dF+sEWB1BuDYk2QRbA2FcJYNw45QcL56DUUOpTnmQ1sIeV2urigBStbgX0v28tumKcEtOwOFWcWRWKjKyoRKdWEsSkK7IKkqCFZr6cMoBPdI0AfS07eIzZqajykkYqxXiPHmEpbuHMT+6+IhaI8qG0hbsd0XGqVHocSbXSRe4KSAbgZPl13G+7mvRItZp9a3oN1FfAkVZqluvyqeklRT0toyqbzWJaSARa4ubJOmDup9zUuI7hyXFXVGFZeFUnc6JiBYhtQdOR8Dwg8RDiUaJUNb3Eje5g2jUGX70wE/RMUU6PxUwEx86ZiUoupcVxIu6BqFNEBxJGoIIUZ3paNlksbK9QmyyZ6m4nqmHZ7crG+GaguieN9+nMLXNgpIuFLjWKnGh2JQAtIIJQQFEcGsCbtPaMdkSsJYs4yGEp+PD4S1qy6gLC0lSkjS4JBIOhGmwXP9p+qb1cZN1mly4sJfKute7nWlJU81nAUiQ2lWRShYWIKXEEdJUcyHOA+zlZdlu4Sl/Z7ErCEuu8q6WpDeYFSZCCm3FRmOjqbgm97HQL36avEydRoxT9hixxtSq9u5x5PoNZafzxVpStXCKESmjrxEgkgg6gEE5VIIBukna5picJYoqkSlz6suU+hKOFFmyksLydQQChwFtd1nLmDoNzYC9gqbj/eTXcZYEptB3qURC8V0R3hIrbChlmI7ZlCw1KdSUgAk3IBsSE4VbwlU67Bp+MqdKfYZfTysqG+GpEVZvqkqGV1smwU2ogEEkEEWOTXd2bSjeoajWbBseanxBPwvF+x8CVjyDS107MnkJTpRIcRkCTZWbuNCFdgctzY7Ro+5bAbuLXMUT3ZUV/xRecdbRAzWSlJOUjhLA1F0BGYqFkkg7N7C2DsB17BsuBjLByJWRrmoE2PZT8d3JbOzmuUEoQAU3soKIIII2x3jrF0/wC3lSwbiPJNisSlw4sfwtPIUopKQDqgkdjcjuDlABGvu2rNCtht8ZpCk7mt9GLYr8DET2CmYUVWSnP0uqKmIUjyblIS2hYWRoXUlZBI6Da5FsYez3v9oUZfuHcPgnEiF5f/ADl1tKVvJFrZmX0NJuLq6m1pJvcgkEbZEwtgTHE/eCuLS6fV2X1/dX34EeSylK7acZbRTkV+JvbQA+fof7P2DMXYOo3CqrL1OfeziZHcxLLqTDiwbB1sSishJTY2TlIJIN7X2A9q+jzEdTbZT7wYpMPzsJYclQIuLfY+RS/hZalFmR08VKezhY4gKXkBQzZFFJUCFAkAKBdXN1G76VF+2W4dmkYXq6MqVQ6utxqFK7C1lArjmw0CDkVcggE50tDFlErM+U57+dfm05ebK0l3pUnUggXF1A6hJ0uLgg3IX2HoUCvUGXAnxItRRFWtPKvtLS62pB0Jy2JJFibAXzaAix2D3SnAmWdY6NlOIr8ee0HvkpcCBg1rB1Li1eKtKJEeK0pKJjB0+CtslLblhbMrMCSbE9wmapSN4M+qP1mve+//AD4aiuvuozNfNmjvFtaVA3uUlYA1y26g8q3iOLQXX59Gwnh7jrQpph1Ex3gNr0FhmSeGo9ik2BskjKToisRb5sR4jrzGHN4OAkTZXVwvd1RLD+QdlN3SW3rJvYOAkGwunXYqak/AmjVqTf7USlbwfvBi4jpsr7J1FFLYqSJCOtGZtNz8RDhFlpKdT5E6GxFwc714DUqqVKVKxPBivzURWmmkyBxVKUhIyLQQNSASFJ0Fur0BBh3F0rkIlLpdRWhh9amEx5CCiU2q98qgFFJISADwyRdJBJsDtUPULdy7i2fPqjXO4hqPAYj03lyviLt2Leil2JBJAsCASQRfauS1gMKc1PvIhvuTw1jKjUaJhzC9RqPuiouqdRKaaRmgvi1wctkOBQGgcQSCSbqACRsOkMz4sVhqfLQ/KQ0lDrqUhPEV6nU9XqfPvsDbpcEfYjBrDs/hxajN+LwpDuZKV5RoL6qAJNrkn6k3J/Je8yl4XdcarOJoU2ov9DUVCOlvXQ3Tew79wQfM+e2ot61J5xDVnuvvEL8a7x6Du+pfP1mX/wDIkq61K9AO5J9ANkhT9/e8He/WfdeCMJv0igsL4UiqSF5VvW78FOv4lRukHQ3IIHfFNai4jlfCiU6roWrhSku9SmUK1yK17G1vMnW9tNjPDNIo2CMORGv/ADl0hGRCPhZktp8svnkB1CQQPQHsBJqe4c/EVRgPcAsU7usByosv3ziHPW5SE/eM/FfSoDxBsA51ElJNwB6AC1iLAXsstRXWKzS5cVEV9Cedn1SPmdc08SE+ZF9FAJSLWJPbZh0LA+6rC7s/GTTsKr1F7M7x8yFL8yE+WRN+wAFz31JJzFjf2kJ+9CfiHBErENRpdEioXH4HCcYfbWCoJS4lKeIUm1y32SLXCtLD1FvEZRziaIG83cPuR4cBr/tXNipUxx+K2+htZNym5PCQSbkgBahrYaWCq34+1pXqpWWKNP5JEV9KuVixVFKM5CuGHnlAKVdVkAgBAJvlJynbPuJt3mI58Bul1mrU5FBbaUtD8Wb15dc+dK0kJWb310sdB2OwrimmRWnYjrUuVV1woqY61tJLqcumW4BI1BAIuCAB32Qa6xlwZR8g4aSas1WcW0Z9qvRH11GLIU/HRHsphtPzBKTZQt597m17EXNnh2ZPn0uBPdalc7FWmLI5hopU5k1SbKAJBTYXOuliSRsP4Tc3l1mqQYDXNMMIdyodnwFKaU1axbU5obgEAKKgbakmwGzxpG6JrC9UfntVzmqdKXxVw1qDqYr9+6TlBsRfUCxN7gG5JEoZxDFw1YH4hNSRiOsxWJUCooQiLH4qkKQl/iWyg5m1k5h2vbW3ZSTqCnD2JcORapEiu58PTZuXhSkRXplEcdt6thciDexPxEvNjtxRtCoWDMRymm5VGpM1tGbpW0kqTlIsRa9lJPYpOhGhGxVT8AVnhN/dGELX4uKrKr8Mvl+0flfZ+uvjEv3ccydjCpxcG8B3EdboMViqITyc1D55CUo6gIfCS2u+iiUqBHc2II2yzvfo29DeNWW5WDWqRNQw0pP9F1ELfeSU/MClBsBdI73NybEgDSdH3ae6685WfflXiolJyTac079ykK/WcjKSWXSf1nEKNtAbaGdihOF93NBlz2sJ0uFFRHWpCqbFbhPpRk1HDILKjYWFg2PI2GxHoyJZbK3P7zzub3fb2oDv/sM1dxa3fHCtKUlYJBJ5dS1ptrckCx00OmzO3ebvMW4oxHErON6iulxaRlVIqi1rhyEpR8vlmsAQpRANtCSSbfJwxQcUT38W4S3pUiVVKjIXI4VU4tElOJNujI58MqToArPqLWOtgTYcw1v9rNZboNeaq8WiZEOyufW1PYmJGiSlV1hRsB8S4I0F/THK5u2J6g7E58YaxMdUbmq01uqery8NcJLVZjtLPFcfAtzcVBtZQSbqSNFjMU2Njt1wH7PG7l11zFsWWivIqK+O07IkBaVa3uMyQTa+qTcg2uSbkm1EokrC7XKwGYU1DGVKGlZIshKRcIOcHIsAjLY5NAdTbarqDjWDay5XsGsvsLlL5iqYZmoyJlXvd+KoHIl0eeRRSo9yDe+lXWaeSZQZbhY0aBQaNS4rkWBT2IqPn4SQnsL66a9h9NNrcO8KK5Pd4GRH6zozf9LkC/e/l32E6Tj3Dk/DjGKKXL94ofd4SYqbcdt3tw3EmxCwdCnX8bG+ym3h71MZUuvRIDVOhI48pPMQ1tFK+BcHQpHci/a4BVY3NiW/qUSR2H+5o+abPr2LZTlGlU/+jloVy7ufK62sag6eNB1B0t3IB1tkHfrjuqSsZVLBE9lcWFSJHLuoj2XxFEBV7khNsqgRqLnvfS+vcOYrgOz4nIM9CGM60p/wX7jtY2tci/52OMN6klqfvLxLVOFx0PzevMjxWbQk6jzsLX7fnsm+r3nxgEs8pYsY3nfZKJAqdOoP3Vp2L70pcMtOykEAN5kqIyOBJ6gpJBKEFJABTtTO4gpcBrhUbj8DhITkkI6k28hZWo9Nb/uAp1x/uvwmeAha86esqy/S+l+/Y38vPXaE4vi/dWmfjo+f5dPI+f1v/r3wupWnVMNOB/WdbYzNgSpxNiWVWZTcD+w4qVr79VvxPh0JI9fPy2L6/Jaa3l4egT2s8J+AiE60rr6Vg9xbKoXyn07WJvfaBDpvFa4TrKM/6q0Zk6ag2t39CDcfntc4tYpfvSm1l3gLWwhCFoXbPoQAQb3BP7O/cdzaelNOAiR6lGH2xRTYNUw5Xp8CLLfYXFlOx8yXSnpCiE3N9bpsf9drqhz58V1uVK60I/W8SvzT569/XvfzJscJw47jdxpqWjPUUNPoQ7mzZiiygD9cpPlcn12nxqNRvgfCyIf6Gl5hlzjuDpf99/ps8Q0rdvUx27id67s+lv4XleCKjiwmtVK4XZaO50HiF/MnUabQ96mGotelONRXkMIbdTIQpaz0+RGpyi9/XuQBroKHdzhCjQJTc+qPLQ/1ZUZcycpsOki1j3OoNwbX2Z9RXAiynItBZYfQ+jK66pWZLnfTKrsLevY9rW2Y+oL19tolvOcxb4Swm078KA6h/gfpXeYb+Gr66m3a3nrpbQ2ajJ4UVhpplcp+nJ+VIVl7kg2vbtr53HbTYUlMUujQJH3RiEha87ruUJ876k3Vrax87eflsNp3pYcozrfC6ITGbi8JPUnXTz1A07XN738tkhtVsCQvk21Yyp1b4rrEXm4sWU+6nrU6EI7fMo9rnTUjXS+wjveo2PItL96QKtCYi5cyuVlfFUm9jpYix73vr5D0z5i/EkreNjJiqUvoRnQlDWdWZXWTdQHnra41HfztsYVyoOwKW3A+Oha+hCHXStSVEW1vbt2Gg02rdRZkOG4/Ef2JSvPuUeEMJNV7FHNO5EMIWnM66jMhS/U9hcEDzF/oL7aUw5g7FEBpujYSxPNpDDDvFYgcwXYSVm3WEZrNkg26SP2bJbC9X+yVLcgO05C5r+VX6Up+qTYXBsdcwsCNNSLl8Ya3gYcwlg1iqVlrrlNK4rufqSoaEAEHLa3f0Fr+ZuqbE/cxrRVd2z9pDxJgTe/jel13C9Lw8itv0iKmfIdo0hCV5QbhHDWQpSiBcpF7i1jqRtkOk4ggYo3gwJ9Zl1FaEL4UhKGipbKEmxAFiRYCxB1v6akHrHtX7wd32PKni3d9VlwpS0rayPtB1pSSdEKTcE2FtQRqPMHZPUOpVmA1PnxaguLUZshchcrIFLzrWVLIJB1zEkA3GpNr22cqGE2zStVVOBNw4E3s1mLAfw5gNn7VzYrC2oDS47XMJQk+BaU5Vm10py2sQhVgkjX4mMe0ZvkqkSBhJl+nUuLHRzDq0NoQy+CUrFjddgLAptawIJBA2R+7zebFwbAgYjpeel4vio4S5mRb8epRzlzJfQV3Q63opDqDqLpKToRvHAFWgYjoz9egNfExDC5pUdSSjjSEgB9CewS5ayhYg3Cvx20KKtyYEUtwvOOIL0/2fNy2EoDjW9WuLrdXlISp1c2OhSUqNh0ZRoLmwte17anYfxNu7wk1hxzDlLxjVKRh3xNQulatRqCb5shAHlcAgEEDUuxLiajNYcgUFrlZVRmpV8V23HbQB1Fd7lQ0ubgm/Y312zhiGQ175falVBjOvN+iUE9PqE9iNBb0ynXYFiGk8wT2hV4i5xxLpcXHnIUaIhEVjgIyfKpVuo21tckkC9h5aA7enm5s4NxRu+oVCxtRKI84uEhph3hJHESABY6Dq8r+mh17+VT4adx596dQvgOp+Ki6u3rfXQAD6EW9b7WwNUIEqlwIrtOYqiEZEITFzsOuJsAnKQq4cFtCDrYWO3aY9/MV01jM/Jmja97I27CqON+7GZNOZZd4rUVCgppvqzEIuMyEk/KCUjyAuds3+2NuTx5z8SfQYnK0thhEfmI/SlxV9cygOk2tYEa2v+OnMGb24EB1ijTpc2VFPwmuPHc5hm3qSLOpHnY5x5gi9mtJZpWIqW5GdDM6FKRkWnRSFJPrtexGXxfkTQ3TxkZwI7AgOO1R6bVPdzqJX3dgrkQ3bi5Cm7FTRFgpJFiLE2IB2b28eBgj+arC+8F12o059+o8hNj5MisqkLIc8PhGUW8uu+psC89+Xsi1Ol1CXifAfNPxl5ltR4qsjqb6lsgeLWxBtrbWxFznje/SseNbm5+DcR4Iq8pEJLSovFYcS6yoOJUlwkDqAI8wbjTbMetqnyh4gyHA4lNgjFG6CVFq1Ln4yrdOr0VCnYrCY7imJCQBdIUhWZKrAkEpy/4b7Rp+8Ws0vhyqDvIqPAQv4Sku8VOa1ilaHOnMO2ULv6gXBKc3Wbu5+LZU+fwn315VdLXjUrqvoAdRlPl3I+o2g0+pSoE9+g7wffdL5JakImrjlbunhJCh1pAIuL5gBYE22mrfYx5hdO7t7mlKHvW3lz6DLrMp6iV6FTkp4qlwChWW41Isk5bnUgm3c3Gu3Rz2haM7AcgYjwGuKvJkz013/wBVULAelv2jTbM7GLsUbua99o4uLFykVRPKz4UV1xhE6OQLO2ulK7+EqICge99dnph9ug4yozGKOtcphaEqXHV1Ze11pv1AHRR1IJSexB2adrFH5nah1QZMDq1gndzjJ1yVS8eP0tyV/wDbSOEpzk/MpCstyT6Cx1A8tpOEN1O8HdpVGMR4cxkxUUfImhys/G0/RqSoA69NwRqLjW4JLXcO7r8b8ejQMTtsVRzxtLshSlDyCDYXB+ZJUPoe2yvxnh7HmEneLg1morfYUlPNRWnMmbW2YpGgI8zYaE6DZaq9CcMIGt639iH+5ige4aXwnWlsLzqyrT0rSrz1Go9LevrrYzxxvAn0uje659RbmoyZEu6Jfbv8htqR6Ejtpt0p2KKXKlcrKyMTUf1rL48wAJUctwFEHMfIm99b7UGJmN1VUrLf2jxC/nR0ZWHwnMk/RIJv5eQPew1ssRNEAYxM5VeS1ijFDkXm0RepXCS74VfS317ft02be7/AbtU+4QOPzUVal8u0vPm/voHexP7NjmBu29nigtN4jdoa6pFX4nX3XX0dx0kKUEhWlhaxB7G+1wredu0w463FwHhl+K4hWRCVoTHWyr6EAlaSQCCD6d7Ei4HEUvq3c5i0c3S4ynynIrWGZSGF9C1OtFhCb+fXa2hvoDsV7vtxLuEuI7jJqK+hC1OxcqQpCVGxtmI17eQ9dSCQLeq748ZT2nHWuAjIj9Tiry9tc3c/gBtX7vsc4tdrL7VZluVGnP8AS/FlJDsdxJvoW/CAL3BFlA2IIIvtc42QtdnaTEIKvvRo2CJTcWjREIisZ1ura6eHY+JGUDN+AH+Wq7xh7WFGw5i1v+j2H4s3qdfj2SpKidHFpFgSR3vY2F737k29ndVPnwH6pgh3PS3/AIuRdlux1C5y51WK0C4AOigO5Nyds31H2enZTrk+Vjdhio5vvUWUwWltp+VaE3PET2FwbHXUWsQg1/zSveRjzNRS98dBxRRm4tUp8XItCXUJ4odS4m1wpvsbjT0I176DYSm4uwHXp7fuZlHOoaycWOsIf0B7qGpAIOhuCLjy2SLHsz7weVbao2N6RKheJr70UISrvYpuQm/f63vY7Nv2fNwkX3pPgY3qyKXW0ZuErijI8jq8KyACDYi4OlrWBNizUa24EaSxPiXlCjz94MWfQaDjKFKr1Oyr9zVZAQ7MaHzR1rsla/VOhsL3AOyirGJZUCfEaaaXTptOkLa+EspS2rNqCgi6FhQ1tYg9rEX2ON42A6pu5xQ5PitLqLCF5kSoDo4ucXA6VehBJsSDp2OoVe8LEEqfVH6y1EQvnU/0k1kKFSFp0S9kPUlYToVC4IHpoWcStjZXxjl3dYli1nEb9LrMRiLV0NJdalMKy8w0e+vY20uCARZWpsSLHGbLsCsxKXPefRzSlLaa8HGaJ1LazdJUNPKx7EgnbP8Au5xFK+1ECe071sNKSvN1JUgZQLpuBpdOvmbeup9UN4FUqlecoMpmUuFxUutNK6lxXbg8VhZACTYG6bgkG9rE3q43xT6funLxoVah0ujQOai5FoycVfwiro9SnWwGl9LC/wC0CVOi4olNtRcMrXwFp+8MXSlKSDe2tyAfl1Iv2vpsYQ8eQHWm8JbxnuViylcKLXKX8KRFWBZLmQ6KIJupu5SoagAgAsCn4RlYXpbjs/3dNXlS+ifDaCWJSD4XkWsCkgW7Ai1iLjYRoil+mNQzEzV8ERXXW3ZUuoxcnzLs+jKDYhST4gB38wfMef5j2iYjgYDiOutSl0iE+laFRV8eHnHduwuuPdOayVApB07kDZjxYH2j4kr3jyq2Fq4DqepGhtZQB+hAIP112nwp7UV1+l82tGdGRa2k5UuJtYtuC2Up72Vaw0uO+yhDLFksKcRAYQx+1A5uLQYj62OFxVNZOpKg6Qc2X0Gt72I/O+nMO72KNhLC8Ss1TIta2kOtOoSFJSryIPnrrcADTW3krsR7oWpVU+1GDagyiawnO60lXCW4n81EEi2twQbnW+my6xazWaXVIlLqktcWnPuodW1IaLSkoUdSO6VJNyCQTY2uT5M03bYyuHGR7novhjGdBxvhym7waM8h9ha+FNaV0Px3+xsfNJ72NiCBe4NtrHeZhlqvUv39S5a0TWE8VDrVs0hA1sdPEDa4/O3kUXuT3q4Ii1Sm4D5tDC6vHyKT/wCfFkjKvtlCgB4gb2HYjUOybj+jYciv0afLRkYVk6urL6D1BtqB/wAxtoo27yjJPh5StjVl2qUaJKlPcd/wO50dWYd8w9e4J0v3sO2w1vSo32to0SK67F6HWsnNKCfOwAKtCD2ymw+p7bELD1LqkBufRvBK61cJWZGb1Hmn6puddR32hYzXFgUFyVPww/W6ctPCmtR2i6pKDp1NgFSkG9iQklPc2GuxbB4RQmZI9oZnHnuH7ONUlaEMOpfdaYdLSJHDsUBN7IBCgLoVZJskjQDZq7kKVhKLghvEdUiIlTUNcLJMazISq5JRwToVE6HNqDp5a3Eyl4XlUFuBAqK+SWvLAarN1pSsmwjczfM2TeySVkHwpsRqBTJ32XgP4SlMrhPylqRwF2X1rTlKLKCOJZPhU2Uq0spKTY7ZwsOcGOae1l4MAN4+9il0Gly69hLBC6R736FwOOVJzLN+wB4RKQBlBKR5WA2o5GPMOYooMSqReio5U8WFKjhfUABYpT0uLFj8RISpQIBIIuIO8fkKo7TaNFdWjgL4ql5jmSknIL5gFpGh1Itoq50I2uafQ8JRZTDVZdXC5ppPCmoazIbVoAR5C5NirUai/a4FbqFQ4jZsXOI5dzWI8Lu0H7Gz8PMPsSuuFIaurgrBBKVJUrMhQOpGYkEX7bF8Ld81PlOUbEbL6/F7ulKUZsdV+7S7jjsOaXvcpULakggZIw+1i2g70I893Ey4tPYmJQ1M4BQwytF7tyW9bhVlJChcXIsTa5deLPaRo384MCjYjrdRw0h+KlSp9O+OmHIJHBKgFZXGl2KiQQoCx0uQLdtXXIieor3HwjswUzFo1UXArNQW/UacviwnUu5JjKb+BKwQl9Kc2XslYBCVIJJJIZdRgYtxQ5S3aHFi1BbSeFKWxy6Jyr+eUZM5GpBGvYeZAyzPoO9CAw7PrlIm1uL0RakxeE68pIyghaAfW2YB1GpBAuUnhLxhjfDjUCg16nMVtC80eLPRHRx3MuqkrLN0Zx2VkAPnkF7BZ12iIuh+ZWwVUag7xmJU/D3AixV55SeEFtKSbAqIN0kfW4t3vro2sfYww5Fit1Tdfh6VNlZOBKixWihDjBve3ZSFpuVJAuDdVhcm6pwszPr1Zfr0CJNflQuv7qoKdbsVC3BOq7WOZFibjVJ12PIKt41Gny6pS6IhdBqkXMp2AkKXHfA0JjeLKdQVIJtbQEdq12fyyVt28TNT8iBi3FDG77eNiet0RCMyqRPTMdhyqa+sG6m30WUELOq2XUlslIVkzZieYwdWcJVSXgjeC1Ua9kWl2BXqa60t/heS3m/AtJBF1JJ75rpBts7sP7rv51XZdZqlWYfm0t1S/d0pAUhSLDRDgTxWzqcqgdCblJGhoMQ0CfQcb0n3pT0QoTGZNNfmu8B3j9gyJFihKjc5c/w3LgAgkpT1tCapNtsa3V2rgyuwXg7eDhys++aNhmVKisu5pEXVC3EjVLyReyj5pUg3B8wRto1h6l16jOVnlF+9FtdXZL8iwtlXe13AAACSFEAA37hGzMeYjlVlyjVTDNbQzmUhp+BePMbV5kNkFBsQdQSkgXBIJ2k4apOKPf0uqUvebitDD6EplUjENLadjuKsrK4ChIWhfmFBYvlsCoXBaqQVIAPiCsJq9ybjxqgs1Rus7wcJsU6a+sJgYwagcCO8oBIbRO4YUlp0aJTITe5BBSR2opmCqy7jLmsWvLRCW1ldamuokQnkuJNlKyHO3dNlJdQcotcKFyCG4+3rb392leci/bGnYhpD61okU7o+M0q121sPHrSBfqQQR2CFG2zp3I1DAe+7AdawQ6zKR7ujpdjsKVlkQWHs120rTY5AsKKVixB72IIIks32YzOp1h3TJeMcE1TCW9qrYci49RSJv/nRpyEuuMJmQ1oFn0vtqLEjrzJUothQIsoC4J05uFaxlg3dVLxbi2WxOlVHNIgStHWG0IFmWytKQtHEXqbggXF/XYbxB7PUDn8NYSdpz86FzXJtVxP9YgtZCVHiAEKCg0hK23MpVZKgorQFJOce4un0GqQN2lGl8qhcfmJCkJOVKB0Mpb0OayQSdLDpuL6bNPYtSEmPWWqw4iCnY5xHvQpc+BjeiVug4hfdXzDEd1EhpmUldyS25ZwJCgnKpBKVBSTYgpUQvfPVKpijdLExHApMVibhuQ1KfkQ0lC2ZCCDYpNygm2gKsqrgC5Nhp5pPKtNyqoyiqdCUP50DpaSbpWAQQQCSdbEX76m4Vhynutb0MQ4XdwbTptOxDFUtCkurzKzAJW2LkpKCnLdteqTqCQSkYzagWtwMQQ8l9QGm11qvbvojWKMPe96RXqc06+tFLK2JSQlN37IuEKv3Wi1tLnsdmn7LGMaDjz2fcYbuaM1xkUFb9Uo0pLvHaS0o5m7g/FQkOJWgryFIsbqBB2EPZjkV6hUevbq+be57BVcfhxYClAupik52spWQV2aUm+QlZAJyk3GzlwrGlYX3g81KloQ5K+PFd91hrrt1feGQASdb9Cc19UG1z1V5rYq3MTFrVWTJ+H9/UXDk+fg2VEq8qFV83KwpqeOiOtRuG23EqWklN9AhRACbhKSCna53e4vr1Gx43AozVRolXm5ZSOXWl1DzAtnC2xbioBIJ6QUk3sAdXZvG3J7r69WZdUr27KLFfL/Ne96cpTSeKcxPMhsgKTfN+kTZJIyLSoAgDrknBs/3LS8R4YfhVCivolYfxHHkFMqKo6hsyGzkdbIUoJVdSFJCkkq1G1XvTOSJZrKnBOMGNTeJh+jV6qUWqVn3jQcQ9DUfEtGi52sxBIblIANkm/SoggG4FhfYBxnu433NO++azixFRpcJ3NHn4caW0tu3UFvMFa1KvbqUnMnvcAX2KaDvgda4kWltRZVRlI5fI0o5XFeWgBIBNiDYf3QqxvIke0TgnAkBgbxatJolRflNQ57HJnPFWr5lsJzBSQDmK0gpKQpVkkKQKDUJdwh5mUD5SPjLeLjKjRcPYyaiIfi8LhSpUOyFsrKRlcskgtEkai3DJsRqQAJPbt8W70KDUsRtOv0HFE2Qt1h2Y0j3XVlaBPE6bxZAGgWSkKKuoHMHBN9orH+HIEXDVLoL0WUhEph1HAstrgFKcobWVWCHALakgi47abOWkbyKDArNJoP2mRTqRXoSmkPuuoS7T5otlCs+hbVfLlcGUEAAgHS9Zd2weRH6HYMCBEnhbGu9/BFGbwvKwbKi1FiUnjxVoTzEOULBKsjy0cZCxfwqIUns6QQja/pe9hqfPlu1TDL8LEL7SeK/RuLTpkiwIzFu1nCE5bokNFCgU5VrsUh9Ycxe1iNqfhLGTXJYhojq48qOw0U8wwkZhIipNytAScymviFJuQFAXK0xHQcUUuvRIrWHqRjmkSv6Uo0+A7HVxGjbVKCvOConQthbYJzIUkkjbVHC7VmsmpT8RSI33z5X3CqS5T64Uji0iuUNhliYlJWEkPxlqCFKABzFtbYVfw3IOzvocyVvQ5RqBial1F/l+OhqVHdYm6aEmK7keRqCFKbKgD2JsQA1/D+F6XVJeKHd3qJUqLITzUWUjMtl2wB4MkdS1AXul0LKiQC4nvsst6mF8b75KpTaNheuUulxUKS61S5UgwKk26Acj0R5QU1mACkqSytSgDYkAEBStXTJsMnFdn3xs70K3jLBHN4oo2A5sqbTo6s7rq3EsTmk9RjmQEm6hqpGcEC9wAbgpk+0nuCxRz/vl6o4KxC/l6qo1mYbkDwlbzCiAggWK7pJF7kWOxtS8N+2RheKjC+Dasjg5kodn1TEC3VxddUPJW05nCgCkpUgAZrgpN9h3ElA9pbC8pEXFu4eLXqcx949/UF2LMVFUSM1mUFD2QC5NmgoDXKQDevcQttBip01BbAMrKfjncjvLw43WZWJqJRcQxVrQ7FkTRIakKTcXjSk5XElWhTnunw2Otzymy2qDynvTE9RRTpy8sCbUskyOpZ04SnVjM0rUDKpaSb2BN9hXEbHvSs03Fu77DyH6iuRnkNQITaFKdBuHLpUEK7A5um5v3vYEW8HeXvQr1L5CfEhU9+EhK2PemHHWOYSEasvvtrCEq0BSstgKuUkA2JOKtwja6KvbDmHi/G+HOHFaqyOhOZLXHyKUk2sQh8KSpN+ykrF7WHa+3Oub02sRxXKXiiXyS15c/S5FQr1IzcRpKjqSQoAnW1yTsrdyftHY33cz5cWfhNFUoj61Z4EdHFaZQqwWEIWk8EEaqSkFs21T2IaFIpmA97TVWn4SxNCoMpvNK911GEtp2noUbDiNhZC2PR5pYABspIsAAOLPScxS7QK/qfkyrSsR0ZulysWVvkvFFlNLzKZuSq/HjqUhYvZQuELH63kZ2E269VKzwsR1xGL6dOaSqPVqW6w663ITls2+2sJfZeWNAspW0tKNSCQCA4P3N7xazXqlQa9h9eB63FXkgTH3w7S6xpfPGmtdSQoAFtTiAFglIIWCkSqrg/e1Rmp8+qYelVGLRF8KRKTHRKQzfz4wAcCfMkEBOl8p02H33ob9RTK093TD7ZqfddAoO9XdzXcJRYj6JWHqopUNGIKWr7q7l1AZcQlSQRmAAFiCFIJSRsot+OK6Nu0nuUb3fTouJUZVLW1ZKXNAviFYAAuCCEiyiDZQ1IC7wlvtx5hL+q1aqQuO1y62uLzTSkG/wDZygpRA/VDgsdQb9uVZq+CMeUtil43wRS6uiEpS4tUiyn6bMZUTe2ZZW0oXubElJzEGwJs3X1HT2cE8xmvVo33R5Uje5UMZQImI8L09+l/d+XqzUW7sN52wyPMo1Ui2hUk2NimyiLnb8wZFo2N3alWWokqkVuEpTVWRTlhKJkdwnLLby6BZIKSRfqBSoEkjZZtVTC9GwvEwbS6tW8GwmEKju8WKF8ug+bLgUUgE921dJsbCxttNwjXsOUZp9qs7yKdW5S2lx/fMNrl3VIUAkOqbvlCgMudNwFWSFE2SRN2orTleYte9aHNcjUaou0avOQML7zZz8qlrVHkK93BT6Y4Iu0tg5EuAA9KCQpJSpFiQMrJXjaB8Pn8J0ivPrytOysPOhhUhhaNXksvEXSDo41nKklKrA2OydhYEgYNrzcqvb06dVJU1KWmGp6zF5xGayCh9wgB26kJALgCbpGVYsCwaXjR2LiNjB0rd7NYYW6pSak0w47HS6LHK8WsxYdUFXCxbMLLRxAF5Q6XUO/Fg5+IHvkpyOYUScO1mLAgVTC9cRKXFdSiK1VFha0tZwrgqKkniJTayQQFti9gQCkn8qe7XsONtVlmLFm5U8XgR0oRmBGuhyjzsQCbaAC+gNXZ3PyuFFlzWFo4S0LaQFpUtKgoBaFptmHbOgpN9SgE2EHFR3v81ExlgiXQV8qhLrsCatUdqQjKM4JylKVlWpSpIAIBC+4LndC8GLHWOw2sYdVP3NAgRP6WisP+BanVlTTybfU3zf3rgDtaxsAWbiD3zxGqDUYU1hhXLusaqU2vToKVfKbjsT3BAsBYBxFj3e/AqjbWKMJ0FcKou8Jrkp7b6W0n5HAtN0uA3IUElJHSSq2xpIpm6B3C9SqnuOo0ivPtfFdRaOlt0aJzpbIaU2fNTgBA7KTYWjvVsDzIr7bjLGWGC92bVZal4jr2GaXK5V1X6KU4ialSdA5HfQoBK0W1ZWg+S0kXKDCnVafhKjNysOe6K3jWE+6uEqRPbp1UejrUpSbOKCESCGwhLiVgZibqJIAK5ge0Ju6w5PpsCfjdmi1Fb4TIaqygpDLqQUht1zVBTlACFrIuMtyTYmm3zUmVvVnz8L4X3vYXp1UipTKgUSvR83JupCVpMaTopDbxQD1pdbykWJQCNp07144E0dJqh9hGP3jPiYNw5vfqkDGUWiL3bb04SVokUhboTHndlLMdaDmSrMdSgkHUELTqK7EFSxbhyBLo2PHX5VRYy8KQ6lrjttLUAApVsr0c9ilQWbapWSNc3YW3r48wlAq0Wn0lEKUwp3moEp0TYsOazcPobBJyJJSklLS8gJukkEHZ7bkd++772r6W3u53yNUiFi+LmRS58KVl5pKjYJu51Nv5tAm6kOkAghemzhrR5F9OPLE6VnFm+74FLoMuLiWiSmuBPpc+Oh92Oki2b4irusk9IcQo2BF0osSANjDW8vdfQa1Kdoc2VRKp8JdGdmpfYZUNElHMrGR0GyQokBKSAVEBJFlvfw/iP2eMW4alfeptOqMhUJqa1dLWcC5aKF6JWpGZRQVgixKFLAUpLIRvCwlWaXwp9OW+hbSeYQlZyqTb5kLISCBofwsDbYGO3wZnHVDT8ERTYExZiOqUZvC+N8PYkwbVFrW1DVKqLDtOqjRuENH4iglZ8IcylIVYZigkIC2KPvfpeMp9LoPvHEuGn3eEuk1d1l1UV8LsoCznE6SCMwKVNKToSLp209Rt8+5aBS5+A8ZRItRpaGkyGo7sPmmHEKsCgnryLPdJWElRCgCcpspd8m8DBFBnwKpu+amoivraad4tOKlstKGVOYEXKBYDMq9jYA3AAV1DmoF0Gf2jFetFowqz7j+zRRsWz28W1lpiiVRbWV2Q6+2qe2vQ5HFN/DlNgC2dY4hGigdRsISfZ1peDZTjkDe7h6vMvuuyOVkZmJUOUs5nHYz6XCtnMo3U1qkmxBSSSR7eAcR1RpvEdLq332ElSmlsSPkNiCjKs6WHhJNwCADrcZqFcr1Li/aifyqH6jmdadUnIw8saFokEBCx2tcgEpGYEgKw7+p6p02ULz+8Re/UDNYENqZuUxljJp+luy2MQoQtauhCWpWW9wQRdKldtSkZtSVeW3SLuW+xspt376w+wtPFYXHbdToex0va9rE6/jpscbht9WEp8BuzXu+qRVZZsCVZD7eoBIUEBLzZ0s6ADYpCwkjV7VdzBFe4k+vYThPryZ+aavxUp73skhWnc2tp5HY/02oegNYQWmcxcN5RP4DrmLaNiOW1KZqMWlrayOtPtIWxlU2RZwk9CSFXCiAhWlyDYbKLeXhnBsrFsufwqch9c9fVPhhMpt25cQQsWUlYJT0ruSLGxAO2jxUdw7tUYan4nqiJsXoa5WUpTqWlagIUNSgG4CTcC5Hodq3FO+PAeCOJVMGYTm4hirddgVbLFEp9XBHVZCjmdWgalAIVl1AIuQKu+63FL+xNvS3nZzB7Addx47yjtU3e0iK/UWktKmc0iGuRlTlbeyhK8wOVKRe2mtgdDcMvT8L1l+vY3iVHj9XAQ7PQ7w7ZjZCkKIWCeySUE2Nk7DNTxljLGVLY+xHx6cxI4rUKZS34qmfUJbkIORViQUuLAPke21VjSDAxHFYo0qrSuPwlKTk+E0y6PE0tJI4ZFgR1JTb1A2odNbUCfnMnU6rAhV9sKNWcW/0zh7GS0MZeE/Adc4GUHMLhJBFiCQoGxuRqRr33kYExHWZ7FUwliF+LNXl4XOOtpYeSbZ2lmyHEqPcjUX0tcBQDsHYkxRQeHhLm0URhhroytBbrigTmyDweEEkXC/UC99g6sYuwlVefi1TG+LpSFqU1kSxn4LvEsQAhPEUkHuSFZbXvpfbRrdAgRzzM0vzzHPu43YSmuBKn0+UiqUGUr7w1KQ6lSHCFFty6QHG7iwBCSLX7gnaNv9wniiVS2GsJbvad966FTZEUOsKtdSCotJKu9rKIFjfUjTYOwHvFr1Laci4cdqi19TUjmkZ+MjuLg37C1jYeVwdrdqob0KW7xYGN0VGkTcr7SpScrsVehCLpuHU9+rLmJCQq6SQTqB/LCpaa3yszBFpO8ZrHkSBPp9Oi1elzUqlReaDUhxCezjaCoh4G1yUlOpHSL3JpRnJUDeM5XnYn9VUlaHUOtKzLyg9QzXOvSQLEnQ3BOzf3k70GsRyqbS69g6EvIvK7PShubFbUL6oJusJuMxbJQoEWSq4zFGY+wRRp+8FtrBtQZlMVvI7KpL8hKkJWkjNy8pKCVggApDqEEEKBUrvtZHO/iatV5t5aH9Q3q4t3g15+Bi3EKKCwhWenIdV0KUg3KVHRNwkJ6b2AJtmNiaavyna9AblRYkKFUUJTzXUUsOd7uBR1AIIuTpoCSNTtwrvs/wBUgcPn3qd9m32kLdWpWR/NbVLjBUUJUL2zNFSdblKQQNqVLuHIEp/CWEokqUhaMjqWlqWllae+XvlGpvawUNSAe619m99jxQamt7NhHEbu5Ld59nMR/aivVZiVKW1wlNJWVIygnslWqwL97EC1gfVyYsrTtUiuUuVTkLhZOt19WRCfqo3Ggt6jXQXvtmfBEys4NdbdlRKpyrCEvtKdulSreQzH5fK58++u35vW3s4txlRm5UWnVSiReKlr7ulOfU5bKyKKbE21uCQbkDye0717Ngilg7tpA+JNk4cdwRAfqjWPFzZXFXngJmF3K0CpWVoKAIshISFHNmFxmvqYlHxVRpTs+s+6Zs3gMdCX4WZbaiNci7BSgfCL2IJNrgW2mYf3kbsML0CJg733C9+oY4/3qPlzJOb4ibEFQulRy3uBYkaXN5uXrk+fKq3Fe5qLnzx5HCCUK/DSyu41BIPnqL7F27jtnEmvmCg3V4txviOJiOfiFcKicv8AFpy7KQpBt8O5AKEixJsMxJOoGm1jizE+Dd18BvDmEqGwuahGVK8gVw7GwHqlINzfUnUDyOxhvCxPiOjcBrDmGJtUfWvwx0ZkpSfMnW1u1iLEk+QuFriPDtUnz36p9gpXNLSl12O6kIVnAAJBUoBRsBbUqA6dQANhag9kAYkYe5smEO6Heg7vBpb+F6zySKoxmWh2GkpzMXASsjzIJsbEkXBta52Y+H4s/Dkph2LEQuUw6la0OpD7SvPUaKsdAe2mh7DZX7o4GKIuN/fNZpNLYioaShpUNA46bg/pgQEgk6WAIJvf6MzF+OGqC65P5RfHQrIlbt0dreQ1zDyF7W+lrt0ONmZdkFTRoy942F8JReadw8ukMSl/ooSkLazEgkAXFr9wmw10v2BqG9+m6r3o/S5WLFwpqPFHnxXGFpv27ggg+RvYjUEg32x7vJ3sYyxk647AlxeS4qeO0j9K3c+OxAzfUouR3OgJDZwpNwvvBwvAw5vG4DFXp7SWqXiDJm4PnwZQGqmCTc3F2yQoAi4FfqcN6lztcTRvvKBiil8/herQpvT0yIq0PpTc21sT29DY9tNscb9N6WI8R15/CVUlrRTqJl4rsBAdR1BRU28jR0JCQgEDOAVGyNNjU4dqm7SsucrLm0GoxUfFXFV4mFAhKgpIKHGlJ1STdBFvMaZ4xjCi1TEU+u/aZdRqD7p5iUlAafcQBqhzKrI6kAAJJAUkXsVCyRe3UeHEnTkLnIllu5wS1vBr3uH3ghHUnPkt4b27KHYi+ulrdtLHUtBwVQcEUtulwGVrhMNK6VKObzKlJ1ACvMnztY6HZSbm8E0vAdL+2Uqo8CrrT8VDq8qVNEXJSdUqtcaGxudO5I7Yjx5ijeDVHKDgP460L4T8j+wZufM3sbjsATa1iQSNl9NitP3MqrEQm3mYhwbFpfFlVyKhhCUrQuK7mkOXBsEnxXJVcBNyPO2my8xD7QUqvYccwRu+3cIQh9CkyJEpfHfeT5qQkEqCiPmWogH5dRZjYZ9nDDkV33pjd73pNWtK3WloKEKUbk6AjS51BJJsCQNdmpRGMG4DgcXC+GadFfhZVcwhoKW2nsTmA1trppfz7EE309lhzmFSxUMzFgfdhvVdpc917D1bRTn2M0qRMaUnNYXCFhS86lC4Ul1AJBuO4F41FpcDFEWe07iFfvGnZkJlPu5vDonmb9RaNwkSGwch1dGW6k6l3nMYjx5hxyjfbGVSEVFP3V+KgZM1tRlFtB5pv27HtbDsDBmLd328FjCWLXXG31yOEmVDd8SlaIfaUetBI7FQOoUDe2wrdM6x76iu6vZNSYYl0aBgiXXpXwJrDC2pHWUOtrRfsbgA/MCNNTqTsi112qVniSnai+tD61Zs/WrvqCSNSO+vc67H8aZRqXgiXg3eNElLRKRkYrcBpfgIsC+yLqC0GySpAIKcpKbXIC3BgjdpFiNT5a6uiotZ2JUVoLYeRc9QIOh7AgWIOthaxV/7XuZnYKcz8hUaLKa+K0vx+PMUpzfT/L02KqZTYEBpvhREdeX5Apalen10/jttV4elNV5rmosTIhhfiaXmSm+vUkjsbdwfSxBOxMw1FrMpiBFiIflcVp1jqCE5tCLG9yDppbUfiLF0/bfzYcyqIxaKipYxxHPlP8hSYtXY4q2kvx1p4rNjYg9lJI7FKr69tqfFVJlNRaTKlM5H1uqzpWvqzd7WvlPp+A+p2cjPs31SqYjl17Fr1OhImu8Xl4UfK+2rvfiJIUCR30H+R2OJW4+gu0ZujSmedYYWl1iQ/KdU6lQBFj1dWh7kk6WIIO3FE3ZE1UuFQxMg7waa77+oVZgf96ioU0r5cqe9z69SvqR+BAe+73AUp2Lz9UZWthbvFaaldWVRAICT+dtfKw2ZdP3F0H7hzXx0U5Pwml2y+v6unVYkgAn12No+FYEWLwmmWGGP1GulP10+v+et9iZ3QOou3+oto9HnxXW+ayZM+dHF6unsR+Hrbz+m1rJluwKM3VHfjozKyoyhK0qsco7ak62N7eWxE/R2osrlXXfB4O3hPoO/4dxodfUP30VxrDmA3JTXW5zTSPJPzC/f07n6fU32naqrE9n4mXt4+8qvYoqjkDriwmHcvCSs9Vj6+Q9QAPTtt+PjhUZ//wBIKR1+Lt2/09NqmfG96V591r53VKy+HL5/8/4tsTIpLtUi8g06hC3+jiu+FN7a6ftv9e/pko+dQBK1D9QCTN3NAapcVyveB99pOT/xEkAj8bWIPfQkaa7TH5HvSqN8LPwGE51J8Ss3cn8PMHv/AKyo1MlYXgOUuVUYs1EVakO8qvMpl0BJU24g3yq1SQdQRYgm5J54SXRpTVSd+0MKLVEIWtiK/dCXkpFyA4LhCz8twASLXHY6tnlxDlDbbifdapn9DOVnm5XDX0LkISFNJSewVroL21vpe9j22ssTT3YuEmIsrj/AX94aV0rzam1u+qcp0t3BtqL1T2Gq97mbdozUpC5qUZeYXwmpSCdUrUSGlAj5r3Fh6W2OsUYLqlB3SsYyrMuLUUIaTAfip4jU+ju3Wptt+M4kL4WYkJdRdJBtmBIG1+1xN+lVpr4mecXS6M1WWPdb3NU5GR377HCVp06mnSm2cA3IUCLpKexuNicT8Gz2vvWCOS/UdgVFXTexuW3AUqFvqLDsQddqiipiyoDn3RfOrkfpfkU0b3SpKtDY5QDoAAT57FkbD0WL91nuwmc/6JeYKVltcWHr9CL+gIudqbtsRs1G1uJNw3u2rON+QpeEnkSlr+EtE34XBSQDfiJChcDuCNdDcX0Z9Jx1vk3GT4m6/Hj0VDDCUyIHUh9hSCSkqbWNcpFwUmxFz202CJsyBhyjOO0uXiLjoayZadw2k5tbFQUQfF037C+oO0DdPTK9ijGVNrOKIlUlU6FKQ7NddQp1ptBOaxzAoFz8vYnUjz2n6h05EPo3a99j4xL+ZWN4zU+u1l33i3VGEuoirQha2silE6Am9rnW5JAFjcbQsbYWxRS4tCxG1nlQlxVc1wOpLK1G3YXCQdACLehvcbHvtCYOx5i3Hk+qbr8EYlXQeFFUxMpFNltIVYAEkoTlNjc5h3ubk2sE9iGBjzC9U4uLc6+O0lHFfT1uJJAIKgATc2ANybjUDsTO72V72hNRWiZH4k/Abkr383WYuRHKqz53bdX0N/Xsex+u2h8Ob2IDtLcr1Z3ezeShKyIqVIWham0g3upgm+S/Y3073SLE5Fq06VS6XxWnV9a8ql5T9O+t/O+pv+O08zGp9BblUHFlbpdUhZUSoqJ6+BISdLo7Kv3uk3B/cV9Nd20zM2mtMZnqRuKxduR3lz2K9hzelzVYy5X4EyUWFKVoDmjuAXWCmwUkkkeZ77aMZpU+K05yDvKv/I6nraV6Zk6Eg/TUeR28R8Hqxb7rn4jpbyH+VQlEpHCzrSq986gkgm98twew1vYbNvdp7WO+TdM05K99zVxX3U/cJ7rj7GYWKkoC72uDeyTYd/UnQTUC3jP+YxPVFzGdGTKRhfGPDpFQmpUllD7o4Uryu0vQE9uk2UPTZQ73d4eNty8piluYU9/YerTvCiz8pd5dw6ht1JuASAbHsfodqDBW/Hdh7XGA28J4tifZ6tzUK5NS1D4cgDRxhZ7KBIOU6EaXPYL/AHP+0ozg7epiD2VvaCmIzwn0w48ifbhKuEqZUlZPgWlSFJPlfuClQHWabuISvsfH/wCJf0Iz92W7zdViiBUsUfZOLS5vFUqUtpTlOfz2sXLIIFjfRYOvYi42wzvCh1nGW+TFG77C9Wq+JePPW7FgOsMyMqU2AcStDY6LjKFA2OaxuSdm97UO8BrBFerWF4GJ1rRS863eE/nSlpSQpGYp9UrF0kHUdz5Zw9lDfJQcB77oGKKpiFxht911qU7ws2Vpw+BQV3RfU21NtD2BzemWWOn6ow3ziBSwrmDu+PcPvLpc+hRXd3tepzaEphSJSoTvLtrJGW67ZQALkXPbzGhLppuGKXuW3cttVnPzU3Ip9PzZiMug9fw0uTp6bwxNvOwHPgOOu4sQhb8XixXVWXHlIIukBRBQUk2AuRYnQ6g7YixTinAe/h192qUlcKVCXk/o2QUKZXqLqbUCNdQRa17nQ7arHjGIpfZvme51OoNBxlPgYyqNXhZ/vVNqUBaVJShRzJUpN9QUnL2IJGttmZu5ruMpVUprVBxD7xhVGemK6h2OfDqS55lN05km2oNhrcnaLindlPrOHGIDsv3gxS0ZErdSEPtsXsNQCOlWoHmNPxL9xGCZ9L+FP6F0t1brTuTMlSh03HcDuexva1xoQMTqA+nrL+ofTgW+IgJiiNPwu770ivLQuKtXj+a+h+itPUf57K5+tz5VecrzuHskKatGdr+yzgDsQSpBJGa4Ona1gAGhvadlSnW4DTudb/j/AFk/xrp3v+G1BRHazhKlv0uVEhVulymlc7DdQhSkoN9UjQhQ76G48u+10rJmpZ6hY3i2vYooLlLpcuKjpyrjz+pTiAdDm7KIsLKIB0sfXYfGDseQKXxZVJcnRUf1eVHdCls/Qj5km/awItcXGgE8L1ilyp8uBFl8PJm5dbviy+Tar2ObsL21I79rmeGcXtT3fcztRfirQnIl1C82X+4ofqg27XA9PPYFhdT+0yNRY6nxMk4QmV6qOttT8j7HCyIWtHW2kHyPmnve9x3trrtZ4ixO1g37hFeQvj5eha+rMbeFV/w0N7fTb9ercClz3OE6jPKQnOvwpzfRXbU66ga7KreJUOfrzE93oRn8Gbwp+n8en47HqG5MxvTncm5oYTqjvLwlKbqjVclIpdRy53WF+FXfhrTqnzslXYjzBIG3PFs2fWWmPf2LIVUiozLjyNI77a7HoP6oHlawOtzrqD1veDVKNRvc0DPOhISlTTWq+HroQb3CbdgL20tbYcwpi+g4jle5sRsrhZ/0UqOnMpKvUjudO4N+57HYfZ3N6kitXPEPZ+IKXhyLwmmZXh8Oc5JHmbWORfqbEKF7mxFwxvZ5r1Ln4tiOwHZXjXxYc276Eo07ZiTluNCSSP2bLU4XpdGgT6XKqzHx8rsVa/6vI08iNW19rAjU6Ak7QcHY+i0Hl3eUXFq9OWngSmrKQpCR1BQ+ttQRawuCO2zlVQSMJSFmn/azwT7mgRMZYSp/A+SY00s9KVWyuJuSLFWhBGl75ha22W5Mj39w/fMvItHXkzZXcp7nX8hcE+XfycW9X2mp+KMEOQMR7va3CQxlWmosMOJYToCHSVCwQbak6XNrnZCS94VLqkByL7k4+fM6hWX5tfCpPUAfMEFI1sBpZrEuNqy+wTHi0vEbnK1FHNMJSthalBKXkqJug9sqxYWIIBBP4bMJqlQKpPluymkMSsnwn2r/ABLXNloNuoakKFiDpYgiyowifvTE+LTlsLX447qsyHE3tYEgmxUexuBe2u2gsOIw5Adb4URbC1o6Y7qihTKie5/unyPbuBbUBdHCvzCDbFVUajVItZcgOvI+PlaS1I6kOJ/VOnnfv6dvPYq3fb56zheK/hLFERHuSVn6eLl5dSioB1CVDpUbJzJ0Cr3sCLkWqyK9P3gv+9KeunQoruThPtHO4si903GqCDfMDYntextWY9Ls9192A6h9thrJI6QpWYaeXcA6XtYnabH/ANspZ5cR1YblysJUt+VPl8ekVRal06rIWFR3Fnq4alEfCWekFKgCCSBcWJKsLVyjVSlvyv0/KozKQ6nK+2knuNLqSL9zppb8U1gTfrhdrBr+CKphP76+lTTsfIX4dQa7WWEC4XY2CiAQdbnuR6C1S8L8f7L4hqjEJeZ1iFPdzSqbp1M5jYOt97KsCQAFJJBJXLAe5m3Uj4mrKTHgSmm5UB5D+fqQnOMqu+o8wrW+YEgjQi+orN4m7P7W0vi0GWwxNRmUiHUUFcVTutiFarjqPbM2SLWOUjXYX9jHeXhys4tc3N486IuIVLfpcrIMseYACCgnsTdV0g2J1sL7aWrOAqzhKU41WWuji8Jqe0kqjyPMX/VuLHKbEG4BNrkyVbhFu09PlMY0ukz92jvvnFGHpUVaOtaUuh9MdY1A6QFFJJ0WBYaXAuTtrKlwsLysLwN9NBdfrdLrcNp2RFdVmdbUBqAbk5wdLaag63Fisd/m7qqVmjNz6NLZRyvWpp/pSlVjpnHSnQ6E5BfQqINhD9jrFLrsDEO6qs5JTCHeaYj6IW2rS+VNz2Uo631P0OjKeMfrsFyzQFAxNQazS4lUw4yjlZX6iAlSldgFAfNYfn312n1Oa1yHF94yoS0K/Sx3QlSddelQKVAeYINu+mw9DpDWHOJAis5EZ83mhSr/AOo8/wDLa3xHiCg8qxAxRLYY53KwiQ7ZCXF6BHUdM99ATYk7NH7cxRlMp6thyfK+LVJdOqlOfRwlSOAGn0/3FjVt9B000UkgEAjULzeZuqpc+je65XKzYXStiO6gOoUpNinIFm7LqSNEoIBFiAvyYNOw/VHebw47LQha8vC6i0l5IPa9lJPrZSCARoRodoiDyEX3Niikv8kvI1x5Ef8AR5rpSF2JSQFdOZCiLkDzAOZZ5cwtBLDbMYPJa59/3XLRUZUJ1UB9rilT7ahqGzmso6G5STnGpANrG/Y9zYci8/XqiuFF6lKY6MvYk2zHKVfkCQbX8trHfNg37L4yfrMWnyosphKszqGi6hxg+tyFLbCtMigS2T0KtlGymxnU5+9V2mwKO8xBqkVX9XUpa4czVIBCgC40oAElLiFA3BzJFxtkDSJdb7PEKat8bGH96O7RrjyublTaQtKUuymmFZ4diMpVdPbyNgoW75LX2H8ZYHwHjKvMY3w5LhZMnCqL8K7rEhFrcRaU3UhabaqIBsOxABCwrTGI6M63RqzhmVhSvIYRI8ksVBi4PFbKSpl3uCVMrIvcHUAJ7YEpFUpdZiYo+PFivqStqrQ3ShLjqSSGipIGVdzcpIFrmxAN9nDp9hyhh00u7DAzSmDoGI8EUZtrCVRhSmH8r7EV3hvwpjRub2N0ZzcWcBBBBBUBpsz8C1ndpvaanxYstikYrR1z4sWQqHMbW3lsXo6ypDqE5kHMQ4kZgQoAg7Ijd1v7wvPrNSwRi16jxcjqnWp7V462Zh73QcrD1zooJW2Sb6qN9o9a3X4jqmKPtbAiMc1TpXHp1UhygpOQXPDJKApteVVsroQoDN1EHOSY8fKKv95Qx8vv4toMp+fS6j/SLGRD8hPicVlNipAJPhA1BNu4IPYnwHjavVSK5RsRy/dFeRmTnlNZ4chRN0rDzYBCVeoANxc386Hd/W6NVML/APaN5dOmrRlXx7rT0rKA4FAk6KOYA9rghXc7XcShY3wa63WYvJV7D0phWdCVj4iSQeIi9wPO4uSTp3vsj2ytmRFLasnMvIkms4Snv1nEdOixZXhdlQJRcRIQLdDiSBdVrkOjqtoQe4qJmJ6zvB5vC7sTnaRUEK4S0WTw138KlEGyh3CrAggaKGoEMfY/anxfdfFXF6siErT1J1t37ZTr6a9wNqHAG+PFGF8WxKNAp2SLKaS661Kjl9Cb9l+SkpUALOgFBIUkkEAbcd1r4BxFqFd3wIYUjDuMsBz/AHNWWZrC2FqkQlyEdDie/TYlFxbUCx/ugWAvqFvca3tSpeEqW79nqpS18JUrKUqSu/cKSRdBACsqgoagECwBOMT1+BjfDjkCqOrpE1CVOsSoag6nMBcpKVakEX7HMLXB8jmkUd2jO1LFu6+txa3TpSlKq6ELCpFPdFgXQkAWQSFBd0tgEg5fES8p7PEeu37POOTH8HDkWlvtY8qEViosNZ5rqGG5DWmnHbscyfrqQLkG+hCz3UJxlhLehScUbr63hrF8JeaPPhsILDvLrIzFKlfo1aJJSTYkAXGig0t2uGMB4tgMT6piFbGKIrWZp/mlJy37oyk2ykdJGoIJGmqdqfB27D7EY3n17dzXGISOOn3lRlNIQptJ/tGRYJebPloFJudVg2EmrD719QFGFbmXmMt6kDCWLXMJT6dk96fFisTUuNOt3N+GVISoZhfpWkFCgFXIVoQ2PizFuF8US6zvGw9kwpVHU8KqSHW3eGuyUocbktksEkZUlt0tuKAugAghVJ7RG8Li71cPNNVFcHEtLaW6hbsVKmnmAAMikuJIWbHXL69wq1uW8j2tsR4Iwk3VKXhPD1XW/lRNi8XNCqDBIS42tCyVIWBe6QV6AnLYAFc1PaTn1GO2/wB49Q8cxpheqVl+gwJdOfWtHwlcUtKcSdOlQBTceYIsfUa7Bm8aZKoMViqYId4+IaI7z7EJToS7IYSCHQjKMq3MpNrEG2pBFtk0zvioOPIDEqBu9i4aivozpi06RmXFXqLsKUAkJA0CVJykaXbuCHtunU1vQpbkCs50ZEcCPUmmE8KQpJsWn2zfgui4UCSQrSywSL5qW4uKe5erV/yvAHB+8Nqje0hAxY7nfpG8mjIadTrwkyGtQoJv0udagb6jIALWsXJvW3iV7CUr3zQWUVeLFy81F0S/wFiwzKJBaWSCG37lhRBSuytNsx77d3GI8LwH+QqyFzcIVJNZiwn7oWqPnJUGFEBQVYrHDXpY9K1DTZvLrbuLcJU2qVmn1TJKh5mJ8XItTa1pAVlXl8KtMza0lKrWWkjZ7G77o+1VdybhGnhTHeCN7WHG3aNVqjFmwlJ5hEppUOUyoX1INs6dLZ2yUki4722ta7S6NyD8WvUliUxKSpC3WmkqfVpq4U2yuepuLkWBVYaYfqeMapgOVLw47UH0Rc6lxXXWlJ5daiOpkqIyD9aOTdYBKVKISUtTcxv/AN42Mqy5Axbu9fqNFoOVE+qQnQt+OcmZLnDSBx2lWuSkZkAi6QMxA3oDTNv0T+19QzqdBo2A58SqUuWxNivrSniq6ehdgglR0SDbxFVj5KXaxL94E/BGKMEcLFr0Vc2L0x1qQnmIr4FwEq1LiNRdN7EdrdxR4wrTXNPu4NokWtr8UqBIdHCkNKHXdIuUq+bMkXvYkLsAEhjWW7KlNxcL4eXCzuoaRwmitEdK7XzJTdtsjsLFGYagXAGy5QJ9sVOn2445jew57O+EsW4SY+29JYlVFaU8lKUnK1nWgFbK2yopU0fD8qgQSDck7MWZ7PlBlNQPcOIa3hpaIamnYqHUSo6b62AcSQpvTwG1gdMtrBCYhxhvBiymMGz6tCY5WPxZSEocS08wVgB5BFi2oW1IFj5hPnobdlvji1nhtVmJNYmsNcDmmFh+K87lBRci3DWU3ukhBJ8IV2B6639qY0KLEG4Soc9miLWeQlT95tbfYRkaWlpQSnMgpLa0KIKkLbKRkIN02tfz2kwd02N8G0upQGqjCxxRGJDshVGmcSO+4+s5uNHkIUVxZdrnM2UoWTcgEgClxf7QtLrO5vFOMsOS0Lr2EJ6uahxXQl/O2sWOW4ulwaXHncam42NsMe0Bugxu7AlNVFtcXEMBbSlqayqjyEBJeiSctw04EqujOcqk+BVjqde4vswG63OYh6F7SzvP13C+KJcqoIi8WKj7QxW/e8G1yYszJlTKCLizgDTxSQorVck0tVxXubn4NgOyqtUcLsLmKai1GGtNWhtvnMVMSocoh1bTgBJSlxZAPQoWCw5sU0zcb7ReKG8JNUmFiWbFpqpECtxZ/L1KDlUlIbRJALigFAXbcK02tcEHVK71fZrqmCN3NSoNUei1CkLSr3pmhIalRUKXn5hxKFFp1INjxUhJSqxJQLkdZqUTmziHqxnLnEZVbr+N4GHKa7u0+yGOURcqfddUq0imzXI4aItGefHFDt7ZQVkBN0lS7AiJVN5FewlRomI59JxfQWEZUIdkLclNR1Dy4+ULTbsc4At4SqxG2daBhXGMXC/2Xqm9eFNixXc9JnuwFJmQ1m2RxLnGIeZ73jvZgBcIUkWIJJm/Xe/uCozHFiYeq9ElKQl2fTlvQGFKI0dulKwxe17OtrZVbSxuCqK9F1IlEIJH44jR0yOI/wDCWLp+N2vta7h6Kt/q4tXhNIzq8g48G7IfBt3Nl27qPbalx9Xp9Ugcq7kR/ZfolKaUoDyKQSAde5uNQQNhiie0hjJqjMYjw5u3oM1iV/39NoT7arGyX3IYdbdRew4iA4klQzttebYxNvKawvuq+1tZwGxUWKjIQ1NgIdQlXFLiEd0gpNlK0Wgm50OU9G2hUopGzPqGTfUMRDUqE7g2VzUrDNU5JbvWhaCtepuVoKhcpF/wIFri2xRieu7pYFBYxHK5rgcdHLuwlBifT5R6EuRFuZVNu3OUsuEJdStSFBxCinacx7SmA58piVRqhiWnQmMzTqWkRZSm7m2QgJUUkW0UU973Fxo3omGmsW0bn3d4TFXpdUYTkRNobcd3IRdJIICFEXIsLhV9Nddg97y8OZmanUMj8Zi/wZj2e61Ai0vG9O93P52H4rrBhsTM1iUSILvVFdHiCm7gnUEXuH7Cww7WYHKz6jUWIr7XCUmO+OLkItZDyFAhNvMHN31AsBn3er7JNCxO1Bn4jiVCoop6kqYVSZjzPY6FaErCkgEixBIQQCDbZsbvKNVN3OHGIsqoVGVSITSUoj1mUX32UAdkyD1m3f4hUD6juGKiWGbIbT9Q3f8AcMjv+z5u+gT25UrEK6pS8nCVCnx21vsq18LyAhy9j4XARbWxJuRjH3sr4SgQHJ+77ENRi1TxNQH/ALwiUg6WSUjPmGvcnzBAsCDTEG8nCVZqlN4TU3ItWWO6tocBxQIs3xxdKFdlDMAPO9gTt/YU30f+vVfw5iPAUqkLYaTHj1aU0lDTyjqGn0AnIrtleQcitQQBay1mn01zeufzOOoS0niZGen1SjO/ZzEdPmxeS/RdLn3dIXl0AspodrgEAHQgg7RcOPYSrOKGIte+5Ut93I/MS0VLbVrZYcSASCQLpKSoC9iQCBq32nN0OI97/DqmHHqXTpqEKTKXwCt15NrJzIJCXinyN0rANuoCxFvZ2wW7gjDk/C+PPdeJaXKXwkzOSKlt2ASWJbC8yslxdDl1hI0UUWBNk0+zxHqBsdNmUljI9mCl1mjRGvtPzUJaUusJmRUTIqtCEuNqBTa4JBULEi41Gmw5P3dStyLsSVVKcv3Ij7umZRpTqER0lV8gbJzNIv1ZCSzexSlCiSWvgfdzS931Ul/ZfE9XRS33VOtUh2UX47OY3UlKVXGU+pBUfW4ubDG+JMG/Aw5ij4CKj0R0yELSiR3BQlY+b6XuBsSykKu9eCJm/Un0eRAGXjCLiOg8XDmIW5VRQlOVK7cX6Z02BHoFDMk2I00JSe8/e/VML+6cOOuzX/eMjhLd5gtMKsQHAHykpbeGpQg9ynVJScySneDhf7Of09QZcKkNoV+i5jKpVrEFNhbTvYi4uLk62WlAwFhf2hmqlPo+Jo0rHMLiw5VNRKSprE0DIoqY0UEc0ysqIQ4FEgqISSVAA011lrlLF/v8GM6atLMn4lPu232YyxHiirbqnKtTl1GK6VUv3vTm3WJzVgvhPsKOdpYBCVKaUpJVdWXtcvn4txRKgT6NKeRCiwsyJUBSc64du4QFqKkAHUaqQpJFiRY7fu7TctuMw5KclYjdQuU/IU7FdntKXIbWhwpLas5J4iFgpIGUgpAISQAGnIw1gjFuI2IsBrPVGMvHQ7xUK4XZJSVAHKSrRSSUixBF9nn06MMYlLnrr4Cxcs7st32PMLsNbxqdKhSmH1chWZXCdhSkDqLZcyjJa5AS4SQAQVAdgTeXuioOEpTGEqNifDVUpcWP/wCcisqLFUoa84UhTKVKCjHUoBWVt0ouMzakkFKnxiSttbqnfdcqoyoVI4vAlIfiheVJPS4hSElL7QN7oKeIm5PUNoeLG8EO4XiYtlVyg1enU5pSGnYrDUhhTBNuEvJeyUnwgABIuLAXIKiIi4E09Jrk+wTJeJMFxcONRMeVRmqUHO1kmJXKE2HMQLEux5KcpU2dTmJUoDMFpHY3u6zdA7Fw5PqnvGkTadNSqbHdd6VvNOBOZGYAdKk9IXlNha6D32Jq5iTdzi1qf/NziHDTDE1C2qlhypSvgSHSbcRCHbpcScpTlKSAb5VpIsV1ifBO9+fhxEWBh59ilwkLW07TpCJENSFHtnbWp5lIAvbJwyb3Ukk3k5/ljdoNvqbc3L40wbvQ3fObr94ON3sURVrTS2JtUdbVKVr8GLIlNquqS2cvDkKCFqVl6is5lBO8rAdZ3Xym8ORWZU1b6clNfS1mVMSOyFAgAOgWCgRqdQCDbbA0drFuDa8xAxRSX6dCqiuVXIUpcdTjSjc5XklPFRYapJV2uRcE7ei26DfLQd42F4m6DehVudqkVDSYdUftzSsg+G6rtmdT5qGqhe41NygLauw+4hd08OMtMO4mbr1Gxu3iOqUSo0GbFWtK1JQY7qUrNr3SQFoUrUkEpCrggWA2t6RvjgRa85Fx48utxZXSiK/HR8PXshzvY3y5VHQgKAuDs697NXx5gjfI21vQ3ZQpsJhCkNVJr7xSa9CWLB1xK0lDClkJQq/hcSi5stJWod4eAd2lexG3jzctT35tFbkJaq2HJCz7yw3IK+prKo5nYjhWcigFhsm1yggpD9Ps4Map0qLhklkmp4NxlwIG76nVGE/xeAtqQhbqm1EFQbUhxYUCc10pBsT2BOhiV+kwJUqJS687Kpb9RdVCdW0tzlVSknpKkrPEYey6ZSF3FxkAsdq/Ee9fdzhKe3hKvYYlQvuCWmq81FD/AN3KLIbfRqXgghwWUDYXAuDc/Yq9Zr2Dfhbx6RiVDiFJakJilL7ke9wk515lBsnsTdBJAA7bR2a85xH9iZzjmVUCiSoE9uBWWZVEmwuiBWUuhaUo7ALU2r4scg5SqxKMx0UkrbS26LjPeDFpbmHJXNIm/osnHGVVxdK2Si4yEWULEgAWBINwl6LTazAdRK+0NUlUtbqpEqBWYQ4Tbp0SpC9FNKOgCwRe+pVcp2Z+GMUYcdn/AHCnRZVRp2Z1NEr2TgSGibFcWaklskqv0rIIPy3JJW1FblSKjiY2u0G7muXlHwjWeLLlYoob82UxldVKkICXUoXmAKsnUU9yFAkAhQuBobbAanZUqs0tqryqFW6Y+0mVkWX47jBB5eW0u4zoupSSCQtvtcBQJoaRvbrOMsZMYSrLVLwMhbvLoh1ZgpakJcKUlnjAgNFegCwVtqWEgEEAixx1RcUYSqjlLpcTkajSOuLKj5VuzIC7lwIIILiUJ8TRsctyEgWJyPohQ28kmZi1WDh5zxLjbfTQuA7AaqlQivuuxZS6NPSvhvpNlNKjvosm4ylCgQMpAISAATjDe85qLS2HZ9OlPzcnxXZSEcXL+qs6kkEWuCRYaEeYBh7FWI/tG/ArNJqj7FXQlLU+BTpGVT6QosuKCUZVrygpvZKykJBuQgmxBqnKvu8oh+tsfF4Dq/0jQOuQ91elhY9x3GjG92wAJ12jutxgSxxVvRqm8Hh+68J80uK6hpMrIhaXrd0KQq6XU5iRlIJFgbgHYBxdT6NXp7ErC+eg4lQ6lEymvoeQ0p3xJcZeUVKRex6TmAuNU9z84kwK1Xp8B2K9KisTUpVzVGn8eO4od8wIC2lpIIyqGo00Pexo9PnwKy/7rdi4hcWtMXNzC2n4q9LIcDlwlQOtlBJN7XvrtV9Gxbc849NsT3JVbpWI6pVIk+fSUSqvFyMLaju5X1W0BWpotmx+UlNwb2OoJZ2H6K1u5ozk/wB3VuV0Kfdpr8xS3WVhNylAcBUEkgHKL6kkAkklG4sbqlGxk21i2t1HD03Mlfu2bHda+odQ6L6eHUEg28u2x/Rq/i2qf1+uLlQmI6WmpS30SEqQDoFaG2gsFGxABSokhNm6DzCrXkQQxB7Q+7DeBXuVg4CcE5xC2FVFiU3GfbUOgh8WQVJPYhxCgLaWIG19hbdfQaXKY3lwJcqC/wBTrsV1CVIkIz5u1yCQQAFoICgLkAEWBMbL3V0vGMSS1uzhIqkpfMe8UyMqXEk5brCTZSSbgnKfId9SGYtnb0JPAo1LpVXw9CRldaYitLdQ4gk3cbKQUlBJuCLKAsFBNrbEfO7dCHKjA9Rl7w8TUHehAfgO1atohRXVuu/FCOCkaqv+sjQXAIOgtYAg1OCMEYIlRX3cEcrUXEISrjyqk2p+Kq/Y2SVt2Nym6UpIAuskE7LHeEreDFgRJUqJUYTHTnn5FNZn+wssAdfYHXPrqBfQOwY27VK8iBFoiJtUfUpTXWGlJUQQbWygAA2BQUk5rZhcHYVWn+obNn9pemisjdYBiaimsb6KDTJzuGIlPXU2EoU1zT6HY7yTYkkZz3T2KSCTfU2ttQUfAG8asusT8b4mp1OqEr/usWHmRmFjYkKC1JNzdKTcGxCgexxut3MY3aaRKxG8/Tm1tZHYaZi5CG+1ihSwCoG2pWCde5OuzboGF8OYX+FhyiIQ/wBCkSlIKkqsSSkG5Oh7JOliLE2NtGrQhfQlLe2r+AEUjHs1xZ8pyqYjiRYqH3VdLuRbrehSEIWEBYHhPcEi17HXZj0GnUHAdBbpdG6IrCf0q0hKso1sT3Iub63N/XaxrtbgQGnPelRQtzKpSErWPI9reX0sB9ddNkXvT3rT4sB9rC8Rb76OnP8AK3eyRp811aEdiL3+rf6enGT7gC+9sGfOPPasw5QZ8ujYXeRNqLCF9a+pKdPCCenvY211GoB1Gfa5vfr2I6z70axNXoT6+h1ppRTHUnyVbMQAAALGwtYWvc7WVUpcXHjXvmVgiLSMUMf1p2A1wGKognMVOI7Jd1J4iQLnxX1tQJ3Y16B+lp764q/12lJWlVwLKyE2Bv3BNu4vYXX+oS0zR061sNvzNLbn5n2DwQ/XqzUePW6j8i15VJUrUAp+U5QFG9rd9b7V+I94ECstSIrtWp2d9GTIvry/TNax0vY666EXsNkvQN6GMqW79nJVERUaXyqmmmKi7mfbX+smSm+VQ1BzpVmAsQTrtexI1LpcBx2KzkWvMtDDrozpv8oPl+Avp6WttFnrCxbVaZg2Z+O092VxOVafY6c2TxqzX8vO1tL6H9uxTgpdZi8CK1hOr1F/qyrYWhSsva+VShe2l72I76jt8brqVP3gym/dcRa2P/KSm1vzSrXUDW1x2vs1caUCfu5abd5tjjvo60JXlUnTU2ub3N7AEjyJvfZftmKou1sETm3jWfFoP2XxlSavTqJ1Io1Z5cqdprvzNZV2LjWuZUYkEC6mldyE7/NFiijYocr1Z4FRok2RnizYEpLrTzV7JUmyQQD5pIuk3BAPfQm53AW8be1hyuxaM82ukcJTr/vHOpiQ6kjweZWg2JWggg5QSDqAugR8R0uvS4tUp8JEVEhK+QWvix5V2weMysWLa1IIJURoe4NyTdqyPGaabO2Swk2l4W+1FQbi1R7laXTsuSPwjlcSLZe2vlfS1jqOxsyqfCo2HIDcWjRG4qEeBCP1de1tQPMgW2hOSmv0rTS2F5E9K/ElI8rjQgfTT6eW0B553/Zf4f8AD/02bqrVFmXZcq+Ik+fiJ1r4X6//AJP5Xv29fy2i06dxaXVuK91raUn/AMzp2Hr67UjyeL+v/v8A8fQf8dpTcb7r8J7xpyZc5Urvf6kDv2vppsXuRUuzSTFqkp3C78B3P8B1K2l/3h6EdgRp/wBBtnHfDixprerSZXXK93ITxeErrVcjSx0NiAbHuDa2o20FJlNUuluOuvZEZ0o4uUqSm/rb/W3pfZeVxijVSA5FixESn8yFKlRXU/D/ANnxEEhaDbUK1sSNSNSG/kZzHNJWzGKWrYzxbjKsvu8V9dBYlLaRHaazfCItdaSc1z4uwIBSDYmxraFh2vRYsj3NzT7HMZMjrXFjyGr6LUlQAVpoSNRbuCQQyqO3WaNVJcqlvMQor6EKTIWht1fYhV0pJSfIlQIBIAIOo2hGtO0FqXFo1R4/NOqfdWtrInOb5soHr3JFhroNNsfU2IR4czVKDGJEw9jLEeHHfcP2eyMP5VuuxetbaVAjQHxI0PSTcDQXtba8qsrmuG1RqfFxKh/odYddDT7Kj2PDUpLgPqAD6abUyN5LUXdzWsJO0nO/Xl9MrKFqjvgpSvKq90rCMxSTcXFxrbZYU1dUnynHYD3Ebz8JTqnSrqT2uO4PcjTTUX2mrlMy2VCZmo9zOKN41ZlT6NKqFOoPKtfdWqy6tSZCRpkC3LLTa9ibEaA6mx2bGJsTVnC9G5+fh5HNIQla0IdzsSEerDybg6alJGYC9x2O2OqdWcUUv7rKriERV/pUz/vDTifQpXdJt+Q/M32s6TivhfcOUXFhLXwpUWlyFIiyEa3WmOslCVAnN0kA3UPPWhs8uDESm9uI7HPaV5qA+1S6SwxUUdOV1ZUlXlpcXuR5C2v4DYea3sVSs8R111b68nxUfN+FtSO/4/XZX4hqNGnwHGqNLQh9halIzR8juQd0n1II9bG3fTWsax1RqW03KrOdx5H6J1hGRSk+hKRZWoHcXHqNmVO6Eaggxs0TGGI5/EnxWn34qEKa4S0nNlAPbv6a2sfLtcbc979WdrO7mI1LaQ4jnUtPoVdOVQNxqCCDa476HTy1WdJ9p92LKYiwMHReSX4HXVlS02A1IGh1Ha5OuhHbax3h77nZ9L+zlZwxSFsVFKs2Rak5VJ+bvoQex+l7kabXAb5lq6CGzBKjQ4rVUfa4K8iEpy515lJ00N/Pz7j072J2KYbcWl8R2qZ1wmEZpCE/Kg2ue+gF9bdvO3cCeHJkVriNNOo62ujur9/a/wBdLjz12I6zUnYsV+U6yhfAipX4B4SDf8dLi35bJ6ev9bMVUbb+ZbT4ECl4Xfnxatx0TZSvvD6eE6pOewCu5uPCNToLkm5O1GcNQKNw3WpfNMyk8WLKaWepQOuoJCVJOhTc2IvYAjaM3U6piigxKXVMiIsXoYjoSU5Uk3B109BYaaAdgNrCl0j/ALq1nydXg/W7eX0H57amPKEfULScryYSUCuV5qA5S3as+uKvNma0UlxJHoQQD2I00Nz3JvU1uvYorMqk4DrLyJtOhSkvpiuvlpDiM56M97tg6pABCQTex77TmxyDXFa8fT/u+X8f532p8Mpdn1SXXnXlrWteVrMnMlVu51v/AHbafj9eL/E4dRfbl/UJt4WC8Oc0xVN1VDmwmH46Wn4E+U26qLKAsoIWDmW2VC9lC+ve1htCjxqzKwbArOLafzsqkKVCQrhBTsdo5SEKUmylNAkZU6hIJAAvpNnLdlNcJroYR+l+XqH1/gk7U8Ssu8rUosWtykc1kQ0hp05XlpWklJHqCPEBp2vYkEAy0DXqu8ScSPOXi12A5XouHn34TDqY7siOxnS2pQukKI8N7GxNrkAd7bMPAWNcZbr8JN4twu7FfqNbkcrkdjucLgC5U28ysC+gykW1KjqLDamXXZ+F2uLwck2U1wJTqFlpMhoknKsJNl2UAbkd/U67W0XHLs/BEBqLRELfRV+E61n/AEaVNOEOXsdDlsNLjNY22Mg/3Q9WpG07ByIa7p/aV3ybuYDlGgVZDDC5i32oSY+dDec5i22k3ITc2CQSbZRrbVj+0dvhxbvP3NuQMbbsqQw/nQ6xVOMpEhnKQSpKQm4uBltmsdLgi42R9OqjUWqRJ89ljOh1KsiLK7Hy0109diHfFvN+2VGbo0BlfKrWjO67dKnEgg2F/Qd7i5t2sLHO6nqLqStdY4Pv9pmNrbrLPcDcHbv8G1mgsO4oZX1rSjNxUITr/ivbtqb21Omx7Td0G5F1ptqjVaov1dCvhKj0FypNMquNStqxAGnmCB27jYAm4spdBwu/PddzxactCZGXq4eY2QSLXsfPS/mNhFv2nqpS4rkWjYhmxWP9lCRwPp4wLj8SQP27Wo07NX5Rquu/5BxGIqq72t0s+rUag4ep1RQtCkT2IUN1p2VFUgqDhZcsT0k9JAIOYAjvtQHephzFsWBRpUSkVF9hWZ+HV1uwn2VAmyg9ly6a3NwCT3Judj/CeE8W4ywlA3q4N3sUirypTWVqPPdPNNunwtOpdvdJUdADexBAFyNqLHOG3WuBXseU+LhrEL7SkuwmqTk4yjoSh5KlJWm5JykhQJvYW2Wv1baRhlTj5I+I+lrIOYUYE9mvG++6vQGqNUfsvS6dHVIVPi1QSlN3PQgZQSs27KvYC5J8ti7eL7H33/8AnBqn85uP6oxC5BVXdkMrypZzBFjlRxWxeyVHPprdZsRY+yjgmg4ywbEn1Sorpy6XPVDdfjrEd3lyQLlwKCxooXuLWFrnS22peHq1huCig4Ex2wxJ4BVEp1Zs+HEj9Vdw5b69QBN7eW3oKbC1IwfcbFm5fKeP2NqDiNrAc+fS6JN+VqRkjrzN9kkqCBa2lybAW1PbZL0xU+jRW5/N9f6JHXm6dNPP9+28t6dU3fVSqV3BG8bCb9IryJ7vvdcWrGKnikkqU2ptQUAQQoWIBCiCCCRtTw/Y33GYoitz6DLqi2F/M1PDuVWvcFOYHXW4v567B09ZRjBYCREYBxtVKpxKC1W34qGGF/P0Kv2GUdNySCew0vfS+2lPZA9nLAc+lsb6a9UJU2VVGlfc48o8qlXz3AN1XPdKiQLWABJJjMexdhKjRX/c0t+Ut9GVbUqUWkqT9FBJA/YbftvGVgveXuWgP0vAeCMSoonS6r3bVG5SUq1uSCM9jcX0uCAdQbDRqU5i+xWmun5eEsORXJ7WE6QxFQnraSw2p1SfwI/4/vtsC4/r+F69S4k/BtJXTuOhXMZWkJT6eQB730Pntjtz2iefxbEo0VnFFRqMpbTSePPCUpXntZQSkA2PmQPMEjz2Z9mZ7sCI7PZWha2ku5P7xAJ/z/btj9ZFlg7WOD7mjolVJgTf3U/c1UpvKvZM8jKta0egBt9Nba6HYJrcqVWfvTstEKav9E7IXmiyEgaXVcFtVtAo5gdNU62KPaQjtSsR02B/t0r/AMKlWSRf/j/AAl7va9VKNwqXkf4C+FIa4oUpu30PUBfsRcHTXY9e1VhLG2/dAtdbnwKy41VKcuLKQvr6gpKr9lhSSUqSQbggkbEtJrbrVZYn/wC3/U+ZPmPLU27/AJ38tiKkblIFZozcp2t8rKRmS6w/bM3+CtLgnU6aevntEreAZWDeAZ8tiqQl5eppWRTaiNCO9wfI39NNkdThs4mZYgYwpiV9qe78L50fFaX82vlfW4/MbV9To8CfVGOfZzxfA618v5DyP/Aa7XNFpuA6zA4TtWfhVFHxWHVpyJUq3gKtU3J7g2+l++39UGnWuBxfGh3Ktf8Ae81fx6/ntOm+wxykDtkCEC9zO75qK3wqsuLFlJ+El90J4aiCRlcIuLX8yTpa9r3AK/uh3aYcac4uIajCraHcjXNZ1IkdyMpQnLchJIIBFh5DXZyOOUZ2gsRapVoUVEqPwkLlXQwq5HjVYhAsPERlB7kC52RO8bAm9rd9K59qk1f3I/8AFj5WhKiqQe2VTedCmzoQoH63Frmo3/mJVNZu9ya7SfelLY5qWtjgZkZk3SpSR6gHQfgSNO2pv/K3Q4jixW8ZUak1SqUvIrPKiwlLQlOtyoNhWg81HQdja4uJVaTij3D70lRJSKcjLx8zS/u9/mzEXyE6Zjax7+R2d/smYo3g4cr0iLgjFkJDEpOefSJq0PoldviBtSwtKgL3W2QTY3BA14u+3IMZsvdVzIeGd8lUgYXcwu1UWH4S+mOmUgOrjqtYhCzcWNrFCwbjS+mi+oOD6pXp8uBhyIwhGdb7TTvwmk3PUGVi4BBNwnXuBY3G3of9i6NjJp+fXsB0h+atPXkYzJkeve2Y+etz5ixtsmsTwN3NGdn0v7J4owvNYSpaHWqa6/HTb+00RlUkAAkkggG2Y67LNqrsYHuCXUM3uZur2GazhflKXXoi4S38q2lyElpLibi3ewKgdCQSe19TbZqYKqrTTUT38yubKhIShp1fUhSBoATpmsB3OotY9hZQ4xxrXqzx6M7VveMXipXn4WZCrdlgKAWD21vcdge9y+q70KNg3BER2K1x5q2si0LupWa3buPTWxF/37FUuw5HM0UfwzPn2gt7fFaYai0nlVoRwufaUjipRpdsD9U28VwQCbHTZYUVr39S+LKloRFX8qP0qU31ObMMvqL5gfQaHaO3HgbxpTk+qS5UKUtWRORXFQm99ChSgojQXUCTre1r2iScAYtpf9DNS0Pwl5VdC+lX+HMkKAvYgG2o1A12crTaPKDS0A+UZW63Cm6qBXm5Tu81HvFGXhRZSG0IetqbLzaKBsRrY2te41K8RV3dzPny4s+JzvwM7DvCKkPJF+nyyrHfU29CTcbZ8Rh2swHfixHF8FfUpPiT9SLkjt3F/W+ziwkmLVGmGp/6dCE5HULCkqVa99DqRYEkXvrfbrMZhvBjnEqt29frNGrz/wBnKchbFLd5pqFNUla1WJVdspsv5RZSDmTZJIPbbduBfaenyotFlbwcPPsYXxQj3XNVKTzEVT4sA4iQmwK7kJLay28bFQS4QNsXV2j/AGcrMDFvKIm05a+Vm90rSohdj3AuSLA9+2zu3Oz8L1nBuKN0DWeVSMSsO8WBIWXUJdW3qsWOe5IvcAkqBsLkjaUfadsCx3HbHdj7DlZw5Kbiu/HpdQSpVJqUd3itSmbds5sFOJ87gFQGqQTl2RG7ndXVMEb6WMbtVHkkLXkW0jpSpoqBvkOmXN9LA6aXtsO4Cn7y90EVvCU/ePUF4dlSuhqou801FVmypSpBBSpsWzZ20oWALHIRkOgcdIxHRsONypTUVb6I6JkeRFXxWnmFah5lYNltEfMNQdDY6hj3ACntPkeow8YyWnZUR1rIvOnOnJ4dfQ+n0vpsj/aNclSsBuNOsoWjpRkW6Wsq8wsUr+RWlwTcfTsQwqJiKBiOgwJ/g+RbWqUpUAO2n1JItp9drGv4UgY3wRVsJO1Bh/moquVdX08NfkDr2N7g+RAuBodmGbakJWgazmKr2e99rWMnWN2m8F1DFXi/CpdUds0tzXpZkJsBnKSAlaOlQy3ANiTneliTEe7l1ue6z7xpa3VNT4q1hKspuPMBBUL9yQCnRSwLW8/sOx8W4oqlSwlwlxa3RHX2nYqv0uZtSgos3uLpWLgfMPMk7b1xKmLjLdzEw5Wa4iovzYqY8eY7ZS3FJbC+G4og2WDayl99ATex2W2Stunap99cHqo3A3g0vhYcqL9XRFT0RcwaqlP7gZUukcVIBNkk6pzJClgpSM4TsBxcL4yiYjpdQfp02nSs/QhaeG6dNW3UhbRIzJKSAQV5SdRcWwlV+FvB+zlZrc2LW6O67HQtd2szqTbJmUSltXZQSoKSrpAI0O2gIGNMObweJhzHj2eqM/dYtUfhhK5CAiwZe4gKXe5tYkECwIJsMzUVtU/cT3/5h7EZ0yPcGN5tdqm8HgNV6WwjgLSpaeF4nbJuqxV0qI1NgLaDyOwDiKRS6DhJ+jYXdRzr61NZ1rCGFO6EpfCsqWnFEdLpsgk6XIsWFXt39Upcpyg8ZfwGlSGMys6lMJNi4ha7rcQARmBK3EEi9wQdlivCnCdltT8iH5qMiFLutKVAXSUqCups31AFx5W1G006gO3kYHTXNSCLDO25Pd3hdrG7DVZwwtFbyqd5WU7mi5T3cC1A3vcJFyASSASDo6KfvExR9o6thejYY90LoiOF1NfpmlN5whSdTewBCgbfQkWKz3VcLAdBnz69xH5X9YyLtI4KbCzTOl8pXe5SAT5pFhZlbmsQfp8R16Ih+bW3VyFrRnkIcaVZCA2pQCmwEhIDeUAWNibX20vB1hu1W535h07WMLz4ETCWI6c3FXWmmmkyGrcLmulzhrSSALq0uhQ17Am4ITu6xpvVwHiOXAwvVl1vDzD8hqr0v9OxlQsoJsbLZeBGa4AChcgrI2u5uLIE/e1EpbWREGow3el1fQ4t51vQkjKrpbX38xawJtsOwsLz4GMq07KlrhOIkcVEjPlU2grJC83dKgbHuNRe97WTsGDgQZrVpX1JcXFuMp7tGqH9HLRxU9QUlKFNizd+1h6kAEd7EFRZu7KFXt4MB/CWKKjkYoMji0ievqVFVoMi1p+K02TdOZJUAPGkpFhT1mFVMGym6pWf6XRUczqJ8fIh1SF2UDmA63Bm1zXUb3Kr67Pf2Yt1js+luYolZ0LlfoHWmuAtKRfMLgkLF72v+BSLDatOm8oMaXtZaK/2gKrP3c4IflT6tytUhJU+pbrBdU4hFidGvECNCpANhc272Em95mLd0FZiRXcEUuqUivJTPp1UivlCkqUQFt5gkhQUohQUPCV5SDok6A334gwlg2exgPehh5dbw9W0KTHXyBkIZWBfIrIc6b/KoZSk5bFJsSod89Nd/m0osrdLiHopbqVNRZ6FupmQlNhHBc4iQpSh8PK6QhxIQAS5c3bIT7DOZw67HhdMwviOjYccxvhekoqnNI5ppENYYkJzi5yqSFIXYnsU3IBOdViAS7tca/zg0tiBPwxNpc19GRa1tDgKV5LSUlSQgi+gUbEahN7DFVW9q7fTuv4GF8OVZCItRzIahT4okNQ5F7fd8y7pCrdSAooJBUAFklOxtyWJ8W4jwbTcb43ocWFXpSUrkSIvRxkklKC5ZIS9dIGpBWLgFS7X2sgH2iJWJsgbvnoe9rBFLl1nDlOYxDS4Ssy4UiypVP1IC1pcuXGh5ONm4CgFJABWcV78sR1nFHDrOMsMQqDOyZHZSOJHS93CeI2saA6ZVA6A2uQbn1XXWmqzw5TrTD/ia/VSrSxbWCdB5XB8+w02XWN9wu7nEcCXKo1WqmE5Upasi2Gi61HfPcFASUhJPdKk5Te9r3Joa8niTVqNvi08sqBiKs4Xo3uZ2WiVCz52pUV/I7FUTYp6tBfuNCDoASL2dW6HF9UoLvvR3ELzz61J+OhoMKcT5BwIslZGoB1I6gcwNtmZiPcviPdVS61iie1hrF9EYSpaJ9LitZG0a6PN3HAWVA5rgNk2sb6DMTGIcbyqy/7rwczyr68iWkKLStRluFi9jc6EAjtcHttmX6bZlk4JlbqkPmk9FMH4z3X7/aC5RsUU+kVur0uPwpkXVb/APcqbNnOGRrmFwD82hsJwm8Obqorm77BDX9EMLzsQ5sx3PHaI1CFPo6gB2BKrgeIgEJzbuZouN91WN4mN5+JpsWiOZkSmFMJdSlq90hZURYoJCgpBQRe4NipJ2zAY3c7xoDeKMOVGKuor6eagOhTUr1Cmbltav1kEWuL5drVjKe5SvUtUcA8TKO9/d5vQdiuV6l4ep2MsLoa5iVHi8NUqO1rmUptF12ChbM2leQ90gC5BEY7wvQZVNlbvsE1ul1eqNKitT4tSXlV0FRS4talhWQKKwgpOhJTbydu+LdTvLant1TDjLEqLzCXUyKXI5Oox73GZCiUZSASCWyFW0ykZgK3DkLBuA5Uujbwcb55tXaTy9bVSOFIZdz5kJloaSFLaupaio6JKlqAbJI2IE+cza01ht9GQG69WYDUClwKt99lZel1PVlN7qUALaq6gQnMMpI2n4b3ZYxwRvAgYja3hIYpFeYXzSXWgp6K9cBHiOV5KlEmwLax2UFA3Ctq+86LgivUXFE+oSkOMVJcWRMRaVTZTXhUApxIKANCkDQpsQQQTs2sCb0dze9rFFWwRvGeRnYWh2nTGlONIzKBWlKXDoFgBPSLAXAuoabdXQHBMFqk7Tb4wq7Q92mLZ6GpVcolYxWxlite5pT8NTi28xIcjFwpChmKipKQr1KxYbWuDd2+8bCU9+fg3ge7prXAnwJkwr42W+XItSStJQdUqANtRYgaecm9Ol1TdzvVqVUwbiGa4/h6o9NUiunixV/pEuhSVEpBCzdWqe4IsoAtPB/tn7wffMSs1nEL8qosKjpVF4WSLMSgWIKUgpYU5ckqaCLK1yqFkbVs01i8oZQmxl8DNPbxtxkGqSanOpe6eFNxDiVjgVKZCmpYdevkCl8RKwDmKElTQaSCq5ym9wh6fgbeNS3ZbsCh1Go4hw9nXz9BlOOzIKAbpbmwXQh9bZHa7JTYqSDZVlH7PtsRHanOrOI8PPv0Va2lU6ZFdRzUNeRHEYktlISLEkXCyR5BN7nQ+6neVg3ehVKTWaCzUVrXAVI5iUx+jymy2ioX6wTa11AjUG1jsuDdUfMRbuWJ96zKmCoG9qsz/AOcHC/8AQlUpzqXZSGmuTVBfUV/EN0htLTxASb5UHUEg3BJMP7xN92F8bz5+PGZsqVKYXHXhyrKZyNx3DchhSSUKaNyM2dSNFDNpYbZxBhnC9elMVnm3qXW+EtqFWYdkyEoWOptSrFLrSrDMhy6SUpJFwCMk79vZw9otrh1nd9ienYh90KU601xeVdbUSDdAcCmwSQmwcWkA6BStCQ6kDUDb6lHsS79pEpO6fBFBr1Jr0CXKi0vEqELj0t1ovx4shSxeMtsLC03zBIKSVJVYlCyCCuvaKwe1u5xHI3XyqjOpEXFEVdUwo6uVmivO3CH6c8lYCmFlWSyhdkqUiyQQDsR4Mj7xZNVtvtwTKwVUF/CfdaYcYiytLcwGElbHEJtmLRIWEpJsU322vRKhgjeW1ScL4op1OxDKhNc7S35sJLuV1tGQuNqVmSl0IV4kLJKTcFQvsfp+nWhjth9PY9Jx7EyjuL9npprBDGF58tFIlPrS60nhBPMNdAylSTYrIBBuCOrsBch/ScN4onz3N33uN+t4XlRUKffdYOaG+m6UrbWtaQ7YC10rzgGykqACSSY7w7uqwvS3KpXpcqiVunZ34S868+ZA10uC+k9ilwkAagga7Jfe37Ru8vEbWDPsbEhUtiVUmmqo+iRwH50NJsoRuIClWU3zBJK9CkAWttqClAMmPNZvcYk/eNL3I7qqDLdxlScL0Tg/1xp2mh1h5YBIOYIQ5xFZrjIAMxVcEG+wzg32rN1+HKCx7iwkh7C+b4FUo3EdYZbucy3Iws62Qs2WlAWbG9je21jvkwTxZTeI8LvV6U+vhTWqtTZTbqEqccUkrWy6C2UKHS406goPdPDV1FFUvA8DDlerUB3laciU+mVIgRWHISor6kdakMK6m72KsoJtqL2uAI1r/LEOobHx+ZuLBe8x3GTUSVAw9KisSs3Kykz2ZkOUm+jjCmyQpBAuQMqhfqQk6bccYY2gRazEo1elsMe8VKaj5rqaUoWu2SAQkm41OguASLjbCdIVjeltOYSwbQ6iuqc4ifClQ3TH5h1OpS+AoIUSCMriCNCQUkA3feKN89GaoLH85eHvdFbipQvJNSc/FSLcRKzlXnuTYgm4KhdQJAV1FoROZi2oPzGFXnp89pyjUtmnQoq83Fa4RUh5N9dAbpWDqNDc63BGtFjFGMsR0uhe66370qlEdVFzSlZVzI47BXQeItBQm2W5IUbgkC/DCW/HBuKGm57WHqdKhPwuK67FlONPtq6epbagLNG4IcCiEk2Xl0vZwncG4ya/7OM0uoI5jiyqbIXxZDeVX6VlJUCsZiVEgFaQAQLXKRVjcAZOn3qcmF2Fd5zvINwJTyFvxU8KRFaV1N5RYgpN1AaX0sQL2BGm1i/W6XzTn9HIfizeta3UlKsx110IPqFg3N7EJII2pF0PBv8A51KNRF06o/O6wlbSFf4kXF7EeIDMNCLWO34qjYo4rbVZqNLlUt/rRwrodTf9YpsdL3BSPxuL3ZBadbarfZAfeDvnw7ucyO4nq1U90SncsV91anUNm1y0p9CFZb6hObRVgLg3v9QcMYS3yQGMb7vt4VbehSsqptGmtLdiSEWSS42FZkFYCQSqOsm4BBQok7d94+4+g7wYs+l1SrTV05+OlDsWO0Er01Ch0lRAPUSAQRa6SL3U0t6Bg2fA3X0HG9X93IWjjp4rjTqUDQ8NYLbjCrAAcNAsokgnw7F7gYYMqiBl49x/JoX2Xaf+1uLKJVKJwvhLntNv/CPcLC02UCk5SlQPa4JuQE/izB25Gl4t+0dLrlLQia0l1MJDSmE5UFKgEuJuooCkgpVqUkJAJAsLdFdw47jKJgN2J73q9bT/AEc/PmNZpC+FxFN2UkBThSFFRSAHQCChJJSZzWG91TUVzDlGiU6kTYXFfmYcYf6W2rnjPRmFHOLHNdCbZFXBSQL7C2nZgGHWuyg8GVuJGqPvGqbFCrLMpnGMKKiYlqU62v7TUbwpmRZIOWQtAshYWEPaBLl+lSSfd+xKo0pyLRqs/UYVLj54SJS8qm0ajhZlXIANyAbgW01vdVV7eDVKXKcozURiawxmfoc9paHWJS1g5k5PExIOUAq6g4Uq0JvkZeHYjWLcJfbKjVaoxajRPi1yjKaVFfTkBCnMjgC0aXBICkEXOZWhLOnct90Yu01lqg4lFvmxxifehh2rbuaNuzlZ30qjyJ891DUB7yKVjNxm1agpU2lajbRIBB2zr7NuB8R1Te/PwbyiKixSIvJYjafdSiUyy5o2czRKZCSAVBQ1SFG6UkEHYmPcEYc9ob2ealUMB7x6vh6vUuKv3jCXHPNMpAJLamylLtrJJbdQcqwLoKgbHFHs+SN0OA8UOYjo3tCVDCGL0ZslRnx1Lp0pKr34irll9BzKC23CFAnMlVxmBmIBxLJS+mQ8RzVH+Twdie8mp+J4uK6W5mVDd5ByLVKaq/Q8h1tSkuKvlCk5ADlBI0J2zrjDcxvQ3SuuT3cTYhpDCFcJb/MZI6lZ8oVcLCVhSiLWubqAKb3A15vexZvu3a0ui73/AOciKvDUp1pp2RRoHNw86zZBURnQ4y4ShI0CkHQOG90le632sMB7wXfdeLae/SH30pSqQ7HW/S5FxY3Ju5HBTe4cCkgEAr7ARYHX1GK7dUqb8ZH7e553x8c71YHEpcDFnOxX3eLwpWR1pxR1spCxlPloDcaEG2x/heK7jydHquHGl4UxlQWkzKlQUXUioR2fFKhLSfEkC5aKcwuLqKbbax3/AO5bAfFgVR3DDHuuqOp5Wrwo6XXYL6vChYBCZDLgvZRPex1UAoqBrdVAoM+JPaq0XnoqkyKdPpy1sOxXU+F1AFilQJyqaWhJKSoFSkm2y9WobBNq7cfvmaNFouTeeJoLdRvCwb7Q+7RvBuLXUP1GLl5KqMLyLbWpASHkKScq2ypXDcSkqA7KJCwUprHuBaXu5xQ/70pL7FXhZIrrUfoW8gA5FoCdFXSbpVYpI6SAbhI3WMK1RnFqN5e7SoPYexJL+LNRFj5obj+iVtPtpIbkR3U9kuAFN1WULDLpWmS4u+TBsSLXqciFiunNcrTXZi86FKIJVSpRcSCtpwJJZdUCRe46w4hRBqq9XxU3I/5gi43eJ4mYG8D4XxvWW6N72iom1TK7S5EpoNSOkX5ZQSpSFujqKVDRwBRSSQU7SnfZppdBrsTEVLrdBxLQaovhV7DkpoQ3Eu2V3bRcFRIIEhk2VqFI0UU2GLd0lGlT3GsR099+Eh11cdpL7kWbS1oWcxQtFzxWlBIyqsFZUKOVdyapqXjJp1uA7vjivrfaWmO7XIq0qkW1u4ttABcBCSVCywpIUVG5KrhsxpLMyDvVXVN6vEwHu5pPB5VpUeQ0w606/oCSQE/Ik5UpCApOqiQkggdqTus3l4Sw43Po2HvjxWs8ifxcj7ayP0hQ50LTayVJK7jsQQcpNmatjz7JRK9VKghir0taGK2qlrafYmIukNzmVoBShQJQHBkSCqysreZZ2BMT72d4MDEbcql74+VYyqWlTqglSrEjJonKRoQUrBtcaEHSthIHEVtaw8JiVUGgSsRuroLWJqC/NhZnXaXIztKbRmCSTGcSFJRrYLb0SRa58JN3qTVJTrcCVW4K2JSWmltc6U8nK6lMyI7wuptw9IU0ocNwJSRlN21MLCG8zCW9+BQoteaw3V6pT1Jd4rTSWJEWQkWKkIUCUZwojMglBCiOxsf7fHFo2I8OcXBFWpEGrxX1R2mnWOK08rpKmEOJyraUuxCml3So6AXtbKvv3ZqHuZt/cUeYiJq1QxHQZU9qU6/FlRXUoqkenT21Ibd8pCBcpUlwgKKSARdQsCAB3rftJVml0Fx2L/XZTqVZKo6iQw4tXTcZ0klQT1KuBcWBUog2L4tJwbVIsTEbtOWirvx0x5EVSlLzKTlzJZcGRb7WpulVlpyhJToAFxvvwdulgQIFZwviGbCmvpEeOmPKLrTi1araUh9KwVkkZtEkFIB7AbD0h8trS+n1DAgGHEWfhfGVLgV6vUlGGpUpH3h+jSAjrNrExXrocSq5Ng41caAKJBNrhY1TBsqpOxcQoxDTn8y4shDRffTbQhadXCPLOABYWIGWwy7Q8Y1mg1SJRuURUaX/AN4aU0UMNpCtOnrS2sEEggJJITZSbEhkz63QZ9UYadZzyouTmuFmQ621YquASVACwUCFKUPMG19tSzewwI7ZvfiHW+TevS941Lpsr3hTn5TacsVa3c7HFCToT3QFAgBVinVIJA2V+EcVSouI4kX3cuLzSsjU+K7lyuqVl4akpOVRCrEkgEjQhQAG31iWmz61jyBAaqEqtZ8nKypTSVr0SAG3nOlTqxbRT6ypV7lYFtimbhd2jVmme+cMsoXx0x1rpb6nWlLHh4rK0pkR3Sgk2WhxNupK1AhOwEr7R5gLFFSE4mhXMO7uYsCBWcUUmE/NhZpjUhpIQtt2xu6gjwAnpJGhuAbkjZcYe3n/AGy3gyKM084xSITSuAw0gJXmuSoZSAUE2uCCLi9yRpt+4vwXvaxlS26phKoU6nQmFpyR3VHiuJI0AULpHSdAtA1FjbuIe77dLjKl1RyU7T2Oa8SnVpCFM9usG5Pb5SSAL+Q2P9zTC3NjmGmPaXKrLTdGo1ERNhTU8KZFqT7iWFIOYFWYpKR3FguwsScwOu1/gXdHhLC8WJPdwxToVRYQn9BZfDULC2ewKh9Tc+oGgF3OxZgPd9QXKpijGNOi8BPxVOv5lKsOydTc/S/kLn1WVW9pCVi13ld0sRjIvqRUp7Skpyd7pRcKKdDqLDW4JtfZ2tUTzMsjMic+o4a/XaDQYrk+s1ZhhhCVLdQvpU2oak+lrdySPxN9k1P3+O4jlchgPD0p+EtHRUf7JVu9rHMfPXQfXUbcZdXgT4vvmsusLWwhS33WvDm0vYX8rg3IJA1v32hQKzhKqRXItGiLfhPtZuK1nTm7C9tATroSLjWwvtL6s4wsoNQB8RbUrC2MouMqli3GVWYq6FoU1DdSvqym/dCQEpULhJA0JuQALExqg1ys9ji/o3050fLm8tSbDU3+mvfb9XJi8rWvc2dcp+QtLqVOhSsydO9gM1tPoQRbtelw1BaapfPz87Dj/WtDq+nXTIQklJt+trfvfbMsLN90vsY+by7hVasz3XIsWnIioRma4rqcq0q9Pp+Qt+F9q/EzrMBtiBiLFnDqGQraUx8F9TRv1pClBKiAbKssg2JATcJFhIpcWe1/3pj+81IOVXfQpOh+hOo8j2stN4NOddqkSguuypq1up5LiyOpKlEC3URlOttLA5jYak7dVjdGtE+15dO05pqstxfe0ph+apLSH3bNKcUsDKPiBKVKVZOUgkHukqPe8p+6ms4yr0SBVJaKWvOnMh+Hy6pCAQk8EgpBVqL5cpsCQbkbDGH9328v+kqXRmapT105H3+nLQypGXxfolgtqBzaLAFyFDMSNNA7uN1kr7ON0uqMxVrqLqZDDWrSXnct+GEL6UEpHhJAOvnfZzdNGyz5j63W4Ai4coNNo2CMMwmM7S46FplZmlOpF7IUUhSScpuki2o1BuAJ4a9nzeX7QWPKk1jJqVFpFIdW0tchOVEdYtdtpWpc7XzdgDcG5JCV3q7wsR7r8eYalYXxZXqXQZWZ2bFp0wJkNqbV1tqSsqSbKWnQlSAATe1xtsGhfyje6WjburtHEWKK8xHUlpCaW3CflPpIBD18jLaxcEqQcqgCQARl2sloY4MCgXPMtd7uN4Hsv7gp+EqDSeinR/uEqH+np61qCDJeZUTxWUFWZ5QUPhm4CgcwyhgV6LiN1h1p2K+inNZVusNBLTygrsUglOhWSSgBJPcA3uE7y96tZxvXp+PKpEWtb7q5/CaU6rkWjcXT3skJNlWACuo2BJGxxuHgxfsk5wmURUPyOKjoOXKb5QDckoPdNtBqABa2xyeYLV2Zr4ENHUf2Tv8ACduEpH/jeBKkJ7q/D8PO+n+W1qIv6T+E/wAfXbnybX+P5cuqVa7cZiypbY4v/q/ZWbt/l3/177dnY/wnHZXQhHjz/Kntr6a/jtcNwuVa4rvg/wDJSlOtzfT6WOnn302AMU718EUtp+l1RqqIWxl4UyKjitKuE3Qsamx1t2It59gKyxU9wtFfdbEuY9Zo09p+K78dGdUWQhd2lpujqSoGy03SQQbgEWIBBB2W0zBEWlypbvKLhcfMlqQ6/wBTiflvqUn0CSAfO4GpKKPvIwHPn+64FJWtaMqkOtJztZdMp6QVpSD5FByjsANNgffE1WcW4jbgT+BFpbCelKZSHUqTfRwFF0KAvom5N1apAGqNrfUcZ4m8qLUPwJWSqS7S5USjRZdL49UzOr4qlJfbUPFYHRxPpqnvax819juNKn1SO1AqD8LkcqecaaDqEu3JTmQkjQ6adwCBY6gsnDWH/tHwKNFdW+iE7xecVdafQouoG5IvqDYdrC1jMq9Jpe77juxfjzZXSpSr9Kj+qfL1sLAC9h3vYaeuteIubRnxgCrDVUqnxWqHK/pFpK3eB1IS6kEFWZRCQPQmxIUgWBAAl03d7VKXFRxeSpyFpT1SJA6rHU3SCPyBHb6W2uanjqsyqC3S3ci38/VKQlCVtp9LpSNbaFXc3JJJtYdpUaLPdltOy186h3qQ74nldyM3mq3VY3uNQewOaanc7EPEjexEnrw5RnXeV+0K5srIpSGoqB8RIB0SMxKj9B3FtOx2ifCa4HIU/rX+i4ro6tB3F7X1Bvpc+gvtETTvelU4TTPD/wAbpT2Nh/npb9u0asCU61wuNnbY8K/l8vT9ova/47Opo0q9TkO2fuJEyoE9jn2kNvozZO+bKDqlQV1W8rEeYtpsPT6HS5TsCe06+ht99KXU6LSlKgQojt2OoSe+m11NblO0bhT3VyuhPAUu+dv5bBRvcWA0Pa4sRbYixVu+it4DpOKKDVs9Hq6OVkOrV1xZgPzjva6bHQapIsNLEH5EfRtyZg85u/wlQf6Uaqy6i/myp5fLlbubArQFZk621I76XPbZb7wVOu1Rhrx5EKyf4b+X0/ce+xk1hnkJXIT5cpC1tZuhZyKV2Hlr9LHzGne5PSNzVZlcfn6jFQxy6JsfnGM/EYUe6VC17KNtDr6Em21q7d8H3hF3TF8q7SXWvn6P39v4+vps8qJhmLPqj7VUifdeVT1oVlT52F9Ab6W+vbtbZdOYSgQKpE4stH3VWThNOryOeQKToR9UnsfU67OKEvhRXPHw8n/mfqRb8PQdtrUKvcEzNTZlspObOGIDsVye1kYQ2rIjL09OunfXW2trA9jrt3Zw3914rXAQjNlX8ub0v+H5/TazkQpXuZiLFa/ss/n1KNjewF+2v1AB2BMT4V3q1R1v73FRTlr6MruVbdvXzIt5DQWtrs9qCFHjExWzmccYuymuHQaW0jPNytcVpefN9bGxuLa+VzpfXYswbu4rNUaYo1LiLff4SVO5LZWUdi4uxOUC1hmtciwBO3TdnuwpcDEbc/FtWzsZUoy8Iq6tc2tyQCOxAuLDsCdm5vz3jtYNpbe7Tc3LiwmKpH5irV6OvK640sEFEdWimnU9yoatpNk2WSpCADhMmMdveNkz9vFr0XBtZl7vorMWVKYSlqatp0q4alIBsFJNwrUX0NtQRfQL/dzTZTs9trr4COv9ZOYef+V/pc27bC1fwDFpdUfaiy+S4C05Ex1pUnKfQJI0PfsbeZPfZibpYn9KfCdzvoUnOtaMuW4IvcXBv5W176d7FQ+o3qaxTp/AS9xg667Pcdaz+Dq/V0/6X254NrPFgP0uBE61radzrdObMNFWPY6GxBvbXUdj+40LsBqW000hcqUtUVpKulWc3Fx62vfW+gNtjndrg7DmHKM21Xs63l9amvFmd0Hca+o9O/nsxf4jfMiuztgwplYPo1LwbExHFpM2vSn1JalLaYzIirI0DiQo5Ab2GcAKIsDfQx8Tp3fVnAdN5Wh16g4hhKQie6+6H47zRBByjMTmByG9wNSADoQTY1rrTUqitUakohQmKaqnSloSGlPJPhzlIBWpKSADroe4tYVs1mV9l8QyqXEYQunQ1eJeVKk50pUArtcpvYn6anQbebY2Nfsbkewf/UZ0Dp3sY9zPWMMZUGBhyrYNo0RD6KvmalSnUL6U9iR2IXdI9AANAb7KyhYVn1Se5FgPfH/sl/kdfL0/H87bOWhU/Afvl9rHjKJvOqUiO7x+VS2q4AWlWVTS+9squwSdLkE9JFNr2HJTcpqJh5+lwnciJUdKVyG0XuQq3jRlFrEGx0tbTbeRvGeqRARzONLhNUvC7ErFDMWozYsrl1usOjisruLZikhRPSSDe+gIIF9mvTcX1TfTPwu1KpKP6OaU1zD7ueO86ghIbWFnpUArQa3tdIFtAupVfC8qLxcL0mnTZuTnVoiwxwHI6iMyMqepIBVcKCSB1AqRoDFwVUpWCHZ/wV0uE+tL68iVLSrU3IGijYCxBubWtrsOwq3i0HbWhjwqOF4uDcOYzwk1EYlU6qRVvqdgSsq4aHAsMruFE6KyAKABATqLEHZLYp3gO81TZVBxjiiUiFDQ0n3tKzu091JILCHAepu6UqBAFwbG9rm0whXd1TuN34uLcTzcNLqMXhe9oTTk2FIQopyiQwopdRYi+ZBBBABSLC+jt13sQ4SxbKnutY9w3W4qHUymGoqjIjzo6gCQVZuIySDa4BIvcDtt1BsA2DiAt4GJjBSZW8uBLrzWIX5WIaXI5ipKlcRapEO2QOErUetBCFGx1RckAgk8lzsUUZ37R0HEM2Ehh1LUjlZhVmsTZeir2P10vexPYen+IPYkwHAo3P7oKT9lKuw0r7g66X4ry7HoKllRAPrcgg2IFzbzG3i7rMR4XxbUsLtYNfp0qFM4XIIT0spvohOuqAPCb6i22mo3ciFCK6Ymt9z++jEbX9F43aRVEIYadiymrNSHkECx06XLak6A/sudK0atRcRwOaozvNMdOboKVJUR2NgCk+lxr5d9sM7sMEe/qXwt4NRXS5VLh54+dZSlxAzrAURroARre9vO42LPZ+3/AFUdxlPawlEchU6lxUtcw6vMlzLe7TiNULSEpOo7Eed9B6e91Y7oqNPmaFa3A4Xr29CmYtn0OLzTDvFdd4AQty3bMR4tbEE66fsYW+quwMOQG3WnUIWx/wCg28v+QP4bR91G+aLjzDn2jqlDRRJvVxWkKzJ7nsDqnS1xcgG9jbZOe0jiR2susQIr3E4+bwfx5/x5bLdT1KtUQvs8RvSVMr8zHPtMxGmp9NddyMdKuEtSPErQ+Iaj8D6HX0AkYmrNUoPF6OahNZET4Shx0pA0zo7OJv8ANcEd7m2zd9tfCEprCVJd4S2JtOlJQpC+lbdwUq9CU38x29Nb7ZUwrT69S68w67LWwv8A8XqSpHcgg9wfT0OwChZMiTZXuMPoNdn1SLxZ7vNSkdPNZMruW/YkWvY9rjT19ZPvSU605A4KJSF/I78qu3n+3Sxv599u9SjUaK65VML1GFnlZlO0uV0dWhJZWBlKSdMpsdbXJ25+6p8/h16jPU59GdSJEXilLrah3sCACfUAnvoTtlMX38iLum3gSJhaf7rn8rPZWxnV0od6vz176eY+uzFnra5DmuCheRSVrT+snT8LX/dfYDqmLIsqKxhzEcRdLWtaV06bKa+FpfRLwTbXzF7i9yR22vJtbrMWjcJ2nrfRmVnV4uGntcKAIt2I1IOn47aunHjC6YbcwyolQo1ZdYpcplb9OfTkyr6svq2b3sP2jS1u176obv6Xu5pf/Zyt1enUF91S+VhyFpRHUs3Kw2SUn6psDb12UlTo+N6PS28ZYSe9705nqdaYT8dvzPQb8RIuL5CVAkdJBuGlQd82F8eYXbo1Up0piblUjOtAUjPbuCkeo+hB7gabSyLicWrUGUuGN9dU3c4jgO1TE9Lr2F5ruRUh+K2tPCNuzqUlBTlJCklNxrcWBOzhxbud9i6tNU3FLzT+72VO+LFm0Z9xmApRGqm8hU0nxX7AAEAgCw2TWIqZuqapb/vRphzOj4qmrpVm8iba5gexsCPW2yqpOMvcMWXhely310teZbSVr+F3B1bUCkqvcBwBKrG1z3CaqKye3xBIi6hMYxNlYW3Xbwd1VGf+zm81/GtBqKlyqXWUSgrMkAhLTl1EZxbxA5VEXGUnKLqvyt5dZwHAlRagxCr0XKiY0/ZTDyTeygCCM2gIKSBc2I2z77Pe9CVwqtgil1BEVb7XFixXV/CUqxCja+huQcw1FySLW2YSN5cprBrcqVEmyuArl3WkqzqbXqD210sbKGtu4N7bQRubmWroCttMFKl7OuPK9KbxQ7h6FiWKj+tR6RUm4c1XotsKAQtQ0uklJNjqonYK3g03cY1AbddoeKItRhLUh3I06lWe/UFx3jcLHcpsNQRYXJIfVt4tZi4jbrOF6tNp0WU6ppp1EpTCVW0PnlDhsQEkEXSQQRfYzqlfpdeacn16t+8X1tJzvyllK028ybKWFDwka6WIFtA9SmPcaCYgFh2ixWqzzVGluP0tfTzC2DkcSdShxCupBAGoBI00I2P57tLgOsRazUKfUaJKUlOZf9dp+osW3CDxEjXpczWBI7AbLLEWK69RpS4FL+Gw+nMjKgLzJPa9tDp5i/b6WFDhGFijEdUb5D+kWFryyE/7O3e99AASNQDYny2adUK8wborTUNF3WUvhS6pS6sxNyfOl0qS8gi+cW8N/wBU6gj0AuvRSmotZ5qBVkQpTCl/AkIzJy+oV6EX0texIuO+1rguqVTAcqRArLL0VD7SWpHzJykmy0lIN1DXsTcG+ltR2r1aBAnuSmpedfV8Vq3Vr5p7C56Te2v7DmjyfAkAbeBJOJn3ZWF6tFal5H0ZXcqVZ2nshSuwT4krBBI1scwFlaWlbpcVchVG5TVPQ/0pySIq1tOsr7BRA6VpIsL+IHyNzsIYbrTVZqktqqZ4qJqlIXwk50JX2NwDmv5gpvaw0Nr7TMHQ6pz78WLnQ/FdyNSkLGXKrQgX+h7a3HkNNrnxkERkbzqq7WZTmI4rsrkqjmTMYyoSpuYiwutJ1zEdxdN8oNr7fW5XfDVKXPc3QYtrj6KDKVzVIfdSpTtPWr5ktqOZTROi0ixIvYgixOU4Zdr1GiSmsTsRZr7Sk8lPjlUeQ6hBJQHkJzIBF7CxylQABGm1BU8KQMZUv7OSsPceVCd+6vps6plaexbcCgRZQBBGlreYvtwuIMkuF9zQkSgT6XFiQOKwta0JWiRFdDrDydbKQoWzIIOlwCPMAggF2FGZXPtuu8BHDX1IUjxJOhHa1j5g7LTA70qjQIDVZefRKYSpHFR4VfRYIuCe17akXPc7NjB77U/if7uRXyq0vqD2I89beltNnQ+4SE5bMxHv2w3hzd97Rc6sxWahTpU1CajFQ6gqjuLUkod4TmgSsFBJST89yNST/YmYxHjLkKzgfHq6DKgvpW+t2O5wE3Z1WrLdIQBbMoghI1IA2bHtgUSjUHEeHq9iPnfc9XdXTZUqG0FLhryBaHrEEWTkXe/lfv5B+8lv+bTDlN9zVDI/0Lp1cpaMq46+EoId4KzZSSU9QuSArv3vaOY8Yvk+znvzdxb9vKzLpz8KqZOarNIkIfQpSQkdQSAc5AFlAWNjcg2BvhWseUGVPwvzdLqlOlJ+9OutBSE30+INVNkg+KxAKTqgXv8AlFx9ifCVeYnRpSMD4rWjPM92sFeHMRMrWFFcmALmO4bm7zIJClKKkgWOzgx0jBte92ypUT3RVKuvLzsWLxU8UgnunR1sntqVAEWBuLBf8GFrSct32M58Wgt0bG9EbxRQeOlDsfmg1PpMrsDEkEgpVbqSM6QQcpsCEmu3rbnvdcD7ZYNqzFboMpfFQpTAjvx0nW0hsJypUCTdSUAA6lIFyOm6yt4c3BY891733otbwhW0pjrqKUl1qG/cZXCk3IaKicySPh+LVNyl5Y0q+A5/vLDmHHUMMcJMhhTTuZpxJTe7a0nUEEEanTsdLBW3Tr90W1lSH3MYNbrnWosuqO4sfbc6XVwJTQSlTRGiTYkpJ+VxtVjYEEjQ/NMqlUgUH3XxfuqHeK0haApSVJGgzWHa/bTy0Gm19iSNKa4lGa4i0NuqyrzhXDuSSP7oJ1KRpcDQnYbxFRZVBittV6JNQwvL+iaKXUpWSQ4ARZaQfW9xYDQCyfcctsEwGtezwSfjFWr1ZqjcrjLXKQpC1O65U2IAKj5A9io+tr6jZzQsRNSor8+LkQ+9FW0+w7bM2pIAsR2KTe4IOoP5Dn7MdDda97c/SYtRbYQjiyoqxxZEc6pdQnXOAD1tkhQ1ygkWNPSFRaXvffwa68xKi1GKrhNLWOFKjqItw1A2IHlcAg9yLEFiutgw3R/RoyHzl2nGFZrO7mmxa9h5inPxXeE6tpZy5cmVNkkaEHsSSCNLajbf24tECl7oKLOa6GHIqZC/z1Ov4nbz/wAdVLlaWxhx2J0IqSI8df8AatpUonJfsSACdbXFjYdttNY33oNbgvZVYr0CXFfc93MR4sKe6UJkOvjK2ltQBOa5By2IIB1FttOpNpzNN/KILf37RsreBiOrNbvqT7wpFInuw/eiUdLKkHIsqVqAA5bpNibaXuQRPeBjavNbh6TPo0tCK2w/CS61lR4CHVEhKtFNlIIKT27ixAIy/CxFi3d9WXJ+HKjUYS5rSkz0NRVK5pB1u+yQWpFu4UAVDsAk3GzprOJXcL4Xwv70lvyn31JWqUhJVxssYharJCQnqULoIABJAAIGwbVHJi5qSUe7HeBijeDi2RhzeXhOkVenMZZC2pUfOvJcruy8LKSR3SoKsLW7a7arxnv0wlhzdfPn4Dq0WowqWwlc2L4pVPaFkha0WCggHQrsQm4J0sTkLFWJYsXh1nCUuEjnUKa4sVISnMPPKm2RYvYpIB8VwDsF7tsRNYDx4xWcZM5/ejqmKjIyBTT0dwELCsgAF9CUqAJsbi5tsPTnaYp9OXJz6jp9nP2paXA3qz/tbVprEWvZIsdp137q4/nIRn0ypdNxYgAq1FzbT0cZpDtZoznut5dOqOTp+ZOYdtCRp52uLG4Ghtt4sY/pEDd9jytUbCT0GqURbTUqAh1IfYkQH0Z2xodMhK2wQb9AJJvrsv2CvbFdn1mBuW3oPPsrlfAw/Vlyi7mXqoRZBUAoKtfIq5BAykAkAvoNxgLdOqrlZfe1RWN79MwvPlVTcu3VKoxmSxijBbqlLea8I5uLkC9Lm4IUlIFwdLDBNL3pY8pcVhr7qw5C+Eh3l8i0qGigoHzuDcWFrW7C23qrvt33bud3+LX8Lbwa25hd99ritT3UHlXEklNytNylQPc5bapuDfTNu9b2ZIu9/j48wHLpGKETWuLxYVRZjreT3BTIaStpSwLlPEACjoom4IR1Rw2CIqWbG0jiZCre+feXiOByDuIWOAx40NICVfmFXAB1vYAHXtpY49nzB28bn3MRtZ4VOf8AFzDpRzivlcyDWwubKIFvK42t6FuSwvug5/Fu95nlZtOd+BDlICVw9bJzoBKXXlfLYlJ0I7325fb3EeI2p+I6pE910HKrhR0dLriQb8RZ0sSLdIsACDY3uI+mDVHHzNWnRo9fHzNd7u9/WA+L9ksZPLizVuqjoaW+ZEeVrayVKJsu1rJuQry9By9pPcW1WaXTcUbvqSurolZ0JYadPNQ1WJUWc5Cu46ml3y66pGu3n5Ar0/EeI/vXAehPrU0/FmLzIUg+etzcWuFDW/mb67d3f74MWxaM5u0r1cfXnaz0uovvtKdjuo1Zcbmm6AtuxAElNlCyVrb0Cs5P0BiyBGkv0X6qeoiPZ3xxVMEY3ruF5VJ99wuElNUoM/PwJiOvM0tCx8F7pJQsZVoUkaqSSNjXfLu13fT4ETGW4KXFoM1+QhTsWY0pqO8hZ0U5kBDDyCChYACVGyhbQ7ScZ07Ge77GWIZWLWafFxrV2ESEJVljx6glkZW1MEFSClK3MygFEDMSLGwJ3HwvwoGE8R4jp78WnYlhpaqjUBTcprmkMhXFYQpI4qSApRS3dyzalhJ1A628hP0oe6/6hYnMVezjvBxQ7ExvQXaXCxCuOjirYlf1xoJADhKUlDyxYpUct1Jym5UCnZQYq3P4yd4nCwctio51JXyDSJUN5ehuOBnU3e/chNj3BBBO6MN4Hao1LkNUGoTZTCHfDFQcjiv/AD5YBCi2vLbMlQKSNClQsR9Yg3DYd3gOt1CssypVR4CVqqNJme7apkSPJxKgXEjNq04SOokFBFznafrT1Ps1I4/Iiaavadr/APE84H/tJheeuLvBw9XqChxHC592G6lUdQFknUZXmtQCkG+U9JBAG2mvZgqdUpeF3MN1TEzmHn6pNXKw5W4D4UwzKDiAlty4KXI0nqSTlukk9ibBoVfcJvBacciYX3uYy4LCU8BNXYYlIZUToVZmuIUaWKiog3sFuG9vzEG7Xe1S8ERKNQcPUTEMpiUl2RClQ47TryOI44spOUNLUVlJBAGgJIC9NtSvqmltOM/5jK6ql+MyDu69rjGWDcRxMJb1adUZVOYfWlFUXHGaO7xFJUy9lBSsIWCAoKWUi1ye4euDPaAwli3BGJapXq5ChSuLkajynQhSUKIDZuSL51EAHQAkAkaE5ir2D8Rte8qpVGpVBRVFpU7AnsKQuHKSgIzBLmYKSQlIKgShZToq9iK6iYWw5Pn0avNe6H63h6Qla6XNWWkyGlaFlBSoJlMklLiFIVnbUhOZPSEEVunFt6uh8fmT9JW/Kzcs3HuDazhKJS3eVmypsVTvIOqyLcdbbBebTdJ+J3ukg375SNdvmBCn0vAc+VulyRavCa5qLHlNIysukhRZfSkkJQvsVA2BJJsLEYVxvvzr2HN4zk/DmGHEQuEiF7tm5ZDUhi3WiQChKmnQ4cqVgouhKbgkZUsrdDjuvYy5+qYNxD7hxLSMz64rspxcWdALl+GUrGjrdk63IKdCQdQ6NP2eUl00ZqOVM+4+J95e/wBgVb+dp73QuLIWqOuLCddj011N0lhxSAVIuCUFWS5IJte1hdvdzvQpeA6zugdFRp8VcpjFeFa9Ha48OO8FIWrhWIUAuz2YWuS6orSgEE6jk0f39g1+s0GJS/tyxFW7KW00EJqSU2Kw4GlBWYhN8zZC9L2IFts/Ye3wV6LwIsqtzYtI4qVo5WQJvuuQqw+Oi11xrqyrBCSgKzAoJJMpvHucnB49zSVVxNRqpi3DWI8Ls0taKvTX4uI462i063IAaKFrQcqwHEqesooKXABe5AAhY5pm6rFDVN96fdaph53PS57TTqZlPUbXbSooBU0pKcpRcpIAsNBtmTepWJ+6agwd6tGexDTqfx/d1ZpC0tvx4b6/C4ha06tLWAktkEnMCpKgSoS9x/td4SxTWDgN2rysIViapK6TJW6PdFUd84D7MgOtw3F5rtOtgJKgErF7BRlr3+4vqNK9pzmadpNGo0We3XoHwG3+h1ppoZFK07C3Sr5rADWx0N9umLsPtYodbaxbEYq9BydbEhpCnW/7/krsTqCDr2Pcqeve1nu5gO+66ViGn1Goh3LIok1Hu6pRXQQFNWSpbTtlAm6DmGS4SsEKH7J3r1ms15iqYXa49LfYS6t1NRzIeRfKEOMuXW2+kiwWDY3GbOCDsCyhF9zLs0Tq3MO8J4EwHgOvNtUGn80wt1TtNVKyKfiqULKbS5YLUCL2zXNrgknUi+/SrYj3c16k16BRMNVrCa15JUebC5eVFWAbJRKbGRPnlzhJCgE3VmBE2DiSBi2K5A9xypr+TiqhrfC1OZfEuPxMudSD420qC0EJUG2wQTTpb3gz5UujO4hYqNEfQlEdFUupalEhPCK1pzKuEk2cCyPQG42FnbJp09m/Evxj6l4owl70gY9Wilzmvu7q1ZX20iwLalEk5kG6SV3ItY9rkfYmVlqltxcOPRZqFpUn3tNdbyOOpAABy9KVkg9SALHv9OKZEWvQHKDPpNL5XhcLioaLS1ZdEuJUn8LBfVcCy0EaGCvElBw5hL3W7ghdeisKUlUiPNDSmV2FkOJzJyocOgdSMpOgI0QbJhjxGk0S7+Is8W4plVmjfaiLvHlIrdOmcCRFiyFMJ4qDZTYUFEcTpXlUQpIIIt1Akgk+03WfdcCl4jwxSMZUvhJ4qapFWiY2kWBKX20laVJPZwKVY2uT4iGYwq+F3aM/Wfdy6dClZOaaadaW+4kaIs8UpC1A3SOIAsagkEaCWFt4e6/E+KGMLxYi+Px0rRNfdVCRIueqwCs0d5PYqQciyMwSUqINBpnLZBmkujrEYWLmd328Dd+/FrFPfYRS5SKpTpGfiupjkEqupIBSQAbOIJIISoWIsZk+m7tKNiOJWapQ8V1RdbaYntVRieX1tvkDI8y66QXUGyQpKlBxBtoR2EqputrNGxHWqXWcQ1TDUqkP8eKmrwwth5paMwdCmwEglSkkqaBSojVKSSk3+ODvLqmDaTVML1Gg07EtOlKh1RiPKCqTWmHitOdJKMrKysNhSFcLKoqzBIXfayqc7TLdjPECq1Gwl9qGKXhLENRi06VNVzVNrcPL7tmKCjxA4joMd1RBBBSUk2Wk6AaP3e75sUYDqlSi4oic7Fi0vmmJDSAqUppkKS8k/rLZJQQo3CkOJA0IIxTU25UWqS58rFlUpeKEKUl1aYZQqHKQMxZkx1DwHNlSBcKBCrKBudLeyVj+BjLhysW09a5VOadjzFxelLybaqSBYFRS2lQSBmGo6gBs0ibTG0rGIwMSYTlboMWv70MGtP1HCmKI6ptJhx1BKabIUgrfbhqAKmQ8pWZIBKCCtJFgBtkadQMOYzxG/iOBMYpFYlKXMq8BOVKG5itXPhk5k5nMywEkDuSDc22/hSRu63s4NxDuInPMvRYT7tNd6SlMOQh4mFU4+TKtnOtKCpLdgHUgpJub4+n4lFGx5Lo2MsBrRNYdXDqkhNpD8WUwtTYXxikLWhSwQlRQcwIUbagXfy+2EVVz5Rh7rsTVnBsWXS4uIYsqiVRCkz6HKQFQpzR0X1IFgrsQoIS4ki91AZTNmQ5UCvMNRaTKXFlZkR5TS8zrKbAjiBIAcA81IIWLA5bEA1FdwZu5nwIlU3fVxb9em51yKCpgpVO4di85GShKZCX0ggqABKwLBABG1DExTVMONRKpQaixVKWx4HeYW0/HUkkFBIAUktm47JKOo2tewHZvRjNdaewI+cDY2dpdGcwlihpFRpc1OR+LnQlWe/TIYIskKNs10gBRuTrYgO3hS8JSnW3YFQZfRTnUrVHlR8i1JH9oDfpsAQVDOL9wdRtVKxxKrzrdUrNEhLQ+vomqSOl03sH0tgdRtYKIu4dAo6HaixUJ893mqC0iawjKl+mypvUm2oyqUgKT3GhNrGwJ1IqfMbWlTSiknEEGN5EqBvL4uF5b66ctr71AlOlSFWOpSo9abWKgoKKhfQKFgXHT8bT+aiY8o2HkTac/HTFqiItSyInMDvxGSMiVpy3DzWRSVhJKbd0Xh7DWMsUY3YrNB3b1Gl8l1u5EMJTxQRe112UkpuDlCknvpcEvrCFFgYSntysZRH2MNVTqVy/ihyDq4hbaCXWwFC4cSCjqAIA2tSiVfbxM22yqnOYY71sKVTeDg2m72sGy+aq9LaamJd15PE1LT0qLim+piYyOhwAEgoCgFAFJr2sCNYtoLcBp5+L8dqpRVLSlamXR1EqbPTc+FRbUEkEkCxI2MMF4ii4DlONYSq3v7DVUzOyIqWhxW3wP6wlKbJUvLYKAAWoa2XZIT9vQ5XFcawRT0PvynfusNLvCzZ9eGgmwTpqM2VIFgSBqGmMydbrDhewYjcU+zrjJ2s++ftYhcKLm4rVGacYkNoUixIKFhaQCRdIBGUWtY2MbCWBsG4oxH9jcZURir1HJxWsQtQkofcYScqVF5CSgk6DKQFWvcEG2zIew5iPDmLXIuN6jiGgv1ePwFyHYrKUxX0q+GVFANtCpOYFaLWuU+ImmLsP48i4N5rC9boNRz5sk13hpWy6Rq6l5BUgE6XzlKCRqAddk9+D6gqNRd/8AtP8AMV+LPZdoMqK3P3N43mzcV4e64sVpLDSag1kCQyly4YzixSA4A2ToctwArqEK9hes1qLi3BFRoMpDq2psKowHI7raCe6bkhaLm6bZkkABIIIudYa3Hb38G4tl16LjKnU5+oNff2neI0tV7WzFKrEjulSrghRHYkFnwcAby8Rz4lexvvHi1FlhhPKtKU2uOy7qHXWXlJUpTTgIu2rMEFKgEgEE9jcOYe5zswTmK2HP5qly4HNo482OmQwpPWxKUEZ2ZCLghLlwARcAg2ABtdU4lpUCqSmKo7ERyVXd/pGE60UpjygR8RlY1zZupIIBSoEFQJA2aO87Fk+LVHMJQMHU5E1CUu8/TrpiqUq/xEqSpQAN9Rmt31FiQvai3vLr2CK7FoMSFzT7qmpDCpjeRKlXu4OIbHyuTcpJBvYglZqwp8JOmG0ZeSZGG8L0tr3pVKIiUxKQlqRUYqM3UEFP3hKO6sp72JSRclNiSvMVxMEcWk1nC9OlSsjqUcJ26c1rm2a41zKtcG4FgSRrsfRt1u977ORJ9Lw9yvHaRx5SJTbrTdraOJzDismyglaDxEKt0qBI2s4Psn7y8UQG3Xa3S2PipVPiqSVKVqSlxKkq01sLG9wm9gbEGXUqi+Zh7L6wvvmfNLTuqi0uJXt4P9HLiqSthjijOlR8kqCkkp76ErAJt6bR8Xe2Juqd4cD7Jypq6dmaakTISM7OtyW3FDOm5sctiDoQQQDsDb+t2Ve3SyoFUx5TlrhP/dWKpHzvsOeYbUvuhzKPArKTbTMBcpuKxRp9U96UanQqowhaVcrKStSFI8wRooadr3sddRoT1st4zBU090b2P9pqnd1vgi4ylP4o9x1FbCE/1+QhMdLiB3yEEBYAPUoggaa3BuPbxfatqnFbpeCGYvK5E5pUiyVZtbAXsSCfmIsR2te5UtTxRjKvReQnusMUvJkRCSjpb9MygApdraA2TbXKDrsJ4aoTrvN0bEdOlfDUpTS+LmQm/wA6c1wE28hp6gEHa/bhjokc8iMyrY3rO8tpt1mJSPeiMqX6XIhNlUhX+0YfUrK/YkgIJbdtmslw2G1HTN8tUwlFnxZ/B5pGZpqA7TnIq2V26LErNwLk6kgAdhsBVfCjuHKyw1FqHJMPqUuK6hZTmt3sdbEeadQR52uA36LhuvYooLkXGUOLWuSaTkd+GiYlrUkJUoFty3+xdSE5jdC2yAdu7YE59FWRtIgvE37VmVgOpRapUVv1tb6fip6HVIKrAXB1Aza3vcd/Mm2dxx7rwREddeWuVKQpGVbQy9xYaECx8zoQB+ZCapu6ntQPtRhzJXqDn4S5lOaK1Mu+bb8ZXxo7g8wcyR3zC9hKoRgYjdcaqnNZGGsyfhLU0r6KsLJ0tYk6ny2g15ix6em7gcT+wzit2lz23Wqg+x4nV58zqVXtoSQV6eSjceRsNQbVfEuHOVb5Cnf12Qj700rO02pRHiRfLlUToRqDfQ32D3cVUvDjX3CkvrWv9a2bKdBlUSAPKwN7nsL32lUVXPwHJ7vXCmrU071eG/kexBHlcA3/AG7FVFjooTbtxDKk1+qRYr8Ws05EV+EvhZmnc6HPO+VQC0GxGhAuCCDYjYbxxEaxbPiUb3ghCH0qWjixRIaSo6ZyU2W2fQ3KT82gGw/UseSnZ/IYtic7wGuT5qOvhPpy6pzEAgnz1BBB7EWAr3q81KdbdgPSkLhO5lrUjKrJ5ZVA2Ch3sSPS9u4jVtfIix0gWzekcm4PAmLaDvBbqlZriFop0JcWV96LqOXNiGruApLRACha3pYEEC13h4yiyqzLgYNq1RYYi5orrCF5GFIzpsVISoo6SNDqABcEAkbLCj746pRuYdpdcYYRNa5WV4mn2+2qVKBASRY5VJ6SkgpIIIAmZbsWfIiwMQ50OZs2dGRaUqJuO6kEanwqN7k2Go2MK4yU8cQmxRUXXa996dz1dh1CpCZt0P5VAZXUO/MCLWBsCNQSL37VCrutRW5VGZRnfXkztfrjy00CrHw/6bWtIhivRYjVLq1Eqj8VpH9FzZSY8pk3AJhyXOnKsqAMdyyL2UDc5hGlYSn0aqP0bhIlSpv6KKxHVHdzC3QpklSUOAkkZVrQoG4VqAJO0QRqRYN0/E2KIDvxai/n6v1s+Xw9jrcA2NrdwLHQbaN9lbFsV11/BDvwEPtLlQGlqOXighTiEgi6f1sosLqUbdyUjT8VYjpfDozWIX+t1OSFVEtq4b9wLJLyRkJ0FiRcW1uEnaBXMXyqNXuadlzadV4rrUyOtq6EpULKSpCwc9jYgKCjfUEmxG0fdItqW5Nk9CEJaa+E68hC1+BC+lSv+l/37fbsRr9K6z0fraeLy08/4vfYP3JbyYG9rdU5jys09h+o4dzIqPARmXmSCQ5kA0JSAogC1yTYDZT4m9pemYspbk6hVBhiihSmHX3UqQpl1V8oesDw0KGqXCCCQkDU22sWAmE+ksVsQ13rb4Z7spvC9Bob68iFIXIj9OVVst+wFr30BsQbm40KadpVealOT6pVqWxFXmX96dGZSba/j30vc627WAWGOt7WI/8Azlxasha15VNKi34qU6gC/iHnodSfL0G8Kbtt428usoixWpXWtPFXMzJS2nyJSbW9QDa/ltV60f3GK9Ls8icR5VSqUGqSokWgy4sqooUnKml50rbSO67oGiOwuTYeo12dOFcBuuwGPtlL96NraTwkzWkrW3+CyM4tZJGtwU3A7bddzm46g7r6NHdaiIfqK/izJTtvF+Oo0t56aG3YbT8VbwqW077ri1FhC/Ah1d8max0va3f8hoNCbbAKov2wllhf3OVfqlGw5S3IsDgMIQjwJXk4nl3INz20NybHvrtnmrYklT6o+67wM/Uhjir6M3lfuLG34fl2n47xLVJ8pyK67w+tXSi3Tr9Ok27aaH9+1FDwy1iOK5FpdQQ/V4qeKmEmQlpbiPMpzKAVbuQbG3YnQbUJLeMtpk88zrhpyvSuJ70py2Vodydaf0iDcFYKb3t6gkdvpaS3BvVHGnWWMjkdKM60ZVZQek3OuhA1ue3qCdoGF016BXnKNPzoRwkrYdTIQpPF8VukkagEG97GwFjcErxc27A5Se18ietb9lKSpRsRnSMqmz3FxcHUdr7MVVFE4EYcBXxPvDdCgV6U/Rmqiwirv/1Bcp0MNSlm9mVOHpbWT4SvpUeklJsSMVmBKo3PwKpEXTpsV1Ud2K+goWy6nuhSTqCPQgX0IuLbXEGM1Kle9PcbC87S2lZH1oQpB1ssC6SdLA+X4abcN4eNML7xvdOHMb1Z+LV6XwosWsyJTKc0e4CGZjyrJcbbPhdWQtIBBUoE7BsZ0+IMJug5ituU1S4/F6Oj/wAlXe308j31GvlpLwnHxRvBozFBgNPryTEc000jpc7pS8gm1wPCtOpBCVDuQWbVX6Duqle5t5e7KauqMMIUjnMikqSb5HUFKihaFd0rSSkjzNtpc/2sJ9Gi8XDmAmMiEcVHLtBbqUC+pAAOgOpAvbXsL7IpbZ9qLmHBZUwBAvEeF6phKe5hzEcRcWUwhLsBcpOXjNHSwIGXQ21v27gE22Hky6y19w97SuVYQpLSeKciUuZVKCfQFY1Ha4J1vfabineDXt78VivV6oscBhH3daU9KUm19fL6j8/w4UqNKpfL16gxOafitZpECUjipUm3jSDYlBGpAsRe9z3BVBH3Qb17ljD3Y4eo1UgPz/077C8i+K11fj/pl/E67MpjCcV1ri8ojIjry/hrb9awGwXuA/7R0apT+jmkSvvCWv7G4uL9zbTS57377PCmweLF/wDKTnyD0sfxPceWn57alNYUTPsG04i/VQJ8CBxYEREpCFJRkUrKpu9ha9u3YAHtp32sY1K4rX9UQjInw/Nm72v6Xv2P5bGtJjNNNPxXWULQv5Pl/j91toopfKyvhfoPB/h+l7dh/l57WIlRBpWE2uVblc2whef9FrnT+F7X0/I30JI2rKrhJqfAfgT2USmFp62sxSr8RY3BHqCDsz4jMWVF5WVER4vHnyq/Lv8Ax5nTabEwQ7K+FA+P+pnydX5+Rt/12CTLj9phDHWAp+EsWx2qo0t+kTVfd5/iXl/UUBa7iT37XGovYjYy3R4Li0bEc9rhPsLRkWnMkpS8hXUlxOYWWkhWikkgHMCbgjbR28jdPKr1Bl0bjLYX0uxXWrZmX0g5Vi+nc/8AC22fac5XsGwHHcZVv48J1Wd1DWXsbEWAvY5SSLWuSfMXLXtxiNXWd2jZ8y8r9JadxQ3F5TOuKtUhpHC6nFEWFrDXuTp52GzEqe6OvUGgsVSvOrQvO1zkJpDnMQULzFt1ScoztLyKAUjMkkFJUCNlEzv2wk07LaoMSVV6o+vK0laRy6VFGjiVXF9QkFPncaeYK9wO+/GWLcW47pePK4tc1/Cj8WAh1BXlQyHChq40SAVKskJsLkjubTd5oZ2k6cuc2f2n3Wvi4tfwvKlrRVIqUq5B1K0PpaIukhCgFFJCTZWt/PXXafv3f+yW6/7Oco97+xRKYUiEu6FJYZWFXWSnwlQ1BGo8u+y4xtiafvVxHhrFFZxDKp0rD2VEDIjK+ylQQVNhY6lIzJKkpIOXMpINiAJO9KqYo3l4yiVms4mflSkQkReK602jiJFgCRom1gOm2l73ub7Z9arxmCprpou35gUlnDlLpbDtUloqMphXCRCj9WVZ1yXvbQ9rm47C5sNqiK/jevcSL96Yp3F8KUBPDST3PY6eQvci9gToXDhX2Rqy1hyfXqpizC7C1/eITTsrhK06vEbpB00ubH1HchOE4teaxH+hfY4Gdp2P4syL99NM2gI11OoNjs8WRJuJerjwMHMJYXxHFxHzXNrpa6JIUqU74MyFA6tHQEEWUSNLKsb3IFrjjFjte5jkM6EIUiOhbXWpxIsATfUD1t63JIA2t94M2vVnhtYcp39HIUpqU70pzKtfW5AIFrE+oVcDb5oOH8OcKJVIFcRx32krkI4XVHdHYkFR0J7p1BHmL7Z9oO/fBsTuzF65RapiPiSms632GsmfVKfTIo2Oh9SdPy23F7Ins2YyxHApO8F3G87C8JbCeXagOjmFLA0S4oEZEgkkgEk6ep2yTh/e7iPDlUxDhyly1zWKi6ppKIqA6xxQSi4S4AoA2JChr6Cxvs5tzXtF1nd80xhyfXFxaI/KS719Ko6je+XzKT5gAnQaHW71B85GpK7OJ6O4Vn7ysHV73Nij3piWFN/qsppptfBt3K1WTlBuD1HTtbYuxLu33f4uktz8T4agvzSlKUSHUAPJt5BY109LkbIuie1vgOlxYnxedYlITlfivh1Kr9rKSbXtrYgH6bLreXvzi4txHEqkCrSqjTmGlcCHKswplRvcpU0QSrQELt2uDcEgu9s5/ETXUBBDnfl7LTsWjS8R7tHXH5TKcyoEr4vER8yU9ioWv03BHcHTbzjjzJ+CK9PwRhenMQnKjKVFdTnOeLdXWhJ87Xy5SNBbXb023Ue1Dhv3FAw7i0TWKiw1wuaQnjoesdCcuoNvoRe+oF9gjGG5zCWKMW/bzFu6elrbqk1T8XEFJqS0LcdJzJcUwDlCjlAN7k2JOp1Ew+DGK9SHXj3K5jCdUpe76mz/ABrYaQt39btYH620ue+myvqrUqqSm3XfGheX/dHmNteKobrVGYi8JDjHLpayL/AbKHFuGorX6KIhvpV4UBPV5nZGzQh3DxivUFUxMgb0ahXt427SI7i2orflQktJS674XrEAXJuq9gCbk3t9bDJ2NH5TUpyA08ttDCsilo+X8PUettDtrTFFS4W6V939RpS/1eodVrjTvp/lfvtkpVPlSnXHXev9v+u1UsxHCm6DkaZxWnGpUt9C/wBdHUn8xf8A4fjtf4Lnz+a4XFRKR/snfCrXy80n8P37fUDBjs91zkIi330IzLQm6kpT66dvx7bdqZQZUWs/oVxVo+VSOn/j+NtR6bWt2ukUsTb90O1RGp7TlLiy3Iq3+hcCYjNHe7ALSTfKvy0sRa9u52YNGg8LC/KutcBbCMmT9VOg09R9O3fyOy2paXfjuuu5+B/vpT6lXoNPpsyMG1hqqUtz9TwI6syU+R10uPptGmG3iWoSCKK9KozrjUWIvrUpGRp05XOxBIta4/Z5ixve2g1yA07ysroWvM601KvFkJV5hNyEOi2uhV31A1O0ZbzWHK9xfgTYTysuX521HWx11Ghsrzt5HYqxBjWjVSjcg7ToT7HjW06wFtOaeaVA+tjbXXaH8Wg20yPBfEeG6DWaW5PdafXKQjPxU2Q6m3kU3KF+lxqQe99lPDbd4rnF4/KoX1qRHzZbaXKDr+Iv2/AWPoUflZ/vSjS5VOYQrio5J05G13v4VXSU/wB0g3HltyqVR4tUfqnumK/x/iylxWFscZZGrgSm6UKPdWUWUbmwuRsNV+Y1VUEEDcM1+Bg3G8CvcFa0MKz/AAHcqkpOirD0Iv0k/wCmz631vO4SpbGN8Ly1romIeBIztLCUpdJGbt2JJzAeZzX9dkRLotGqlU+EzV6dn8PMNBbTajr3sCb+gPb89nJUzwtw/wBl8RuolRYqWnYshF08NSXD2GhAI0KTcajabl5BEEUO+KGtV511pyU7wJTErL8XhD4mgvxMtlX9QSTfW/Yj6p32X+HVObqOHpqPA7pPjuWGpGiXU2OpSQRa3ULa1rFLad+FFeXwF+JHiRpfX6EabGsbd/iPhMcKksTor+XIqP15r6eFN7kft7X0Ox0dYX//AKn7QqBAxQ7zVBqMX3pFzLXFaUhKJCTqQkKslY7nKTcHWwFjs2MKDDnF911lr3RVEZcnOx3GHVeniF1DKRZRN7BVr2vtDwBurlUb701hiUt/Pmy8vnfSn0ASMxA1F7AgdxaxLDqWNsZUalsQJ+E4q2G8vISlrT93WSSWlqJzIudQkgAnLrcWOXqdZYLO3WhP7/EUe1WfYol7RcE4ji1RuU1SffcJ9HFS6tritZbdkOIOqf7pBI+lyNhbeNQ8JYNd+1uDcEIpGJUdKoDrQSiUm41bS8TmQMxulIukBVjc221D7NW89reXhx+BKpMWkYlpalolQ86VolNJsEyWwFG4I72sQdLDZz1nClBxvQX6DXqTS5SH0ZeFPiokNZvUAjt+BSR67P0DH3CL94q/InmtU96WI6pS23aph6nRehS+PFQtciPYHxtiwW1fQmwIsk2NtFtErtUdxG+19yWiqZs6IqMqHrXCXEWJuoXBBuSBYG3k3d+O6PerugxbLdapMpeHVyEIa4GeVyecWC0rKQtTBNhmVcoNgsgAEpnEEDFvP8/XqSwhbCku8whosLUnSxKbD6XVbv53BvexI7wy5Efm5DdvXsUOvtSqgtdOhNcL4vUnmCnpJvqcvcHuND5W2X2Oq7jLBG8F+l0tqVkiyEMO8V3pc7WWl4dIBzEJvY3FiQTfYr3b71cZUGg+68OUOvPyn2s6WHacpbSlkkcZt8AZT2tclJFu1tr6XhbEdZgRMW17Bq86Ep53lX2uO4vxElg3ym4uQlRSQSQBoDasLtlyqsPKFwrsqVS4EqVx0LWlWZDt8zarm4udbeYBsLemzt3ZS2uQ5V3ofydSFr8Sge4PqPU99s/07FMXleQ4PRwkpUt1BTl9SRcnv5XP0N7bM/C1da4URp3IteTKhaHelxHykKPY+Qv+Hnt1bhuIoPBuJVe2rSa87uliYjw51v0iosc61wg6nIVlBWpJtoErN7WIGYXsTtnvFeF/5xsB4TlNPe7n6dIQ1xUXdYVYqSQSSFouQCDYnqtlsbjaOJ48rFu7nENLgVBcWo8qtcWR8zb4F0Ejz6hqCCCDYgi+2WtwuN8JbxotW3X4tpNIYfr3xYS0WYjvTLAghKSOA6QAQpBAUUnQXtswDxNGs7hK7FG72VPlYelT2oT9OhJzx384Ull21ko4mbNawuArOkki1tAAvED+9VqsuNYSap9XpDaE81S1IddYlJBAU6rQcJY+VxKh27gXswMZ4nn4Xpfut3CdbqMVuQqnT2oq1uyIcgXzFWS6kggdOcdRPSo3A2BDivG9FwvExHu+w9FxJgp5/gKntKKVU2Um12JIADkdwgEfGSUklISq5CSPG5ofdtg5ijFkp3FH2SxbQ5VE96IS1AVKmcVjmNMqeJeygoBAKjdXh6iCDt33W71KzFrzeEqy1KhSqW+qKmLP8fexaJSdFHulfcg3KjfbpiKpRcRz2/emd9iooW6uFMyJSpefMUhIGVBHkQkWsSALa/UpEXGXL0blH/tDTkJ5XmmhmqDSAbNFwWKnkeJCz403Fja+3OOJUor+48MPYBxHVMZe+aNkQtC0SIvFkKQlz1bXdJSCbFIJBGuuh0ee83CtB3q7pefgU9EWr0jP93W0Evx5SBZyMtJ01tfKbhQUk2IIOwTuS4tewlSa80y+3Ki5I8ppd0qypNupKgDe3fsdD32v948DFrUCfWaDVuVnLYyLS6j4UpIV0tvdjcfK4DmTexzC6TjNYN+BELFRWwBB3dfhyqUHdf8Abyg05GeEp2QjheFNvEA3bRBIJWgDRV7AHXZQTHPfNZbxRRmfcM1DqXWHcnFa1WC8MtxdtethfpJvY6pLa3X1WswNxkt2fVn6dNqPHTKgSrKYkLWVJBQtNih8X07AiwtrfZNYcg1mVi2W1KyIpzeboQso4yQdc36q7/MR3TY2GzzOEsAMWsfttOO9Ooc07RZVZ56nIlT0u/ATxWs4NyAQnVJT4bkXuRoQQIXtCbxKzXsBxIEDE6H4VLWl92lutBSHlAZUuJ0CkKSFE6d/MCxuRY2oDtUgMNUaW+jjo48dMpopQ8hIT0KCTY2IsoA3B6hew2z1jmoz3XX2pVPlU5/hJRIgT+G+w52Odh9NhlJ7EhCtNQDcbaVZ4jNd4fj5gHhnFu8GLKY914hlN/FSjhL+OlKLgXKFA9A7mw0A7eWzzXjevYjnt0avU6E+hiK66vgICUOIesARYFKwA3fSxTdQ8rAOwph7BsVpzFtGriJqENdbDvS/FfUCMpBABIBUQCk3Ave9jsKU7FLsWVUqzzb8VaHVcBKF9LaQjLqk37i97g9zfZd4V/U+cS4nlRZ7kB3rQw70Z0jMlFyUi4tcAG2t9NARbaqruJWnXW+FE46H0JWtpSj4vUH938X2oKjiXn57jsrJnzdH8Hyvr324OSefa5XrQtHgQvpVtVBKkwypdEpcqjP17riymGlZEJVm8lH6XBPe4Iv+JuG0SrYtarMSfhyWtFRivoXFU1423UKCkEAa6KANux7WINtiTC8N33M5iOVxOAwpTEjJ8t7JsU+d9B3t+Om37T4WHPf3vRppEVjPxU/KnN9AbgD6aAdhYbHR9sq9e6P/ANsXepF33YIwDvQgPI52LHXRsRwkp+PBlKCSniJBuGnClYSqxSo5bEm21buRpzW43Dj+8uXXJVIlSkJd4TC15YptogpTYrdWTYpIItlFidTA3eYTaqk+XjKvMo4DCMkJa+pCstip0nzAUkWsCCfK4GwbNerO9XGXIRXn2KRCUn4XyuJBKeKq2hcUDYAkED8DYhK4y8mrTKfGPuTvWw57UuDWIG/3DEKg1igyOPhzGEVBXHeQL3jzo6QVpaUCAVtZkhd1FtISUlC75K7WqDwMOO0OKxS19UOfHlNSqbUEeTzEhslC02FwLhQFipIJsHW7uWr2KKMxApedFE/RSpUBAW03bQtuLF1NrJ1KSkqOlgdATnCu57cjulwk/WaCzFxzXovx1UuLkkSHHQLgMxL5nl3Fgojv5C2mfZqOdqCS7rpz26/7zMu5Pc5ijG9eptU93PwqI/181IT1uKtdIZZ0U7fuFABBGuY9ttmvbm93OEaWxRmnZzFXirVIdlc0ni5iAQeMAEpsbBKQCNb2STc1tb35UvCWDZGMseYYp1IqOXgNRWkIVMzKBtECgQFOKSjqykoSL3NkE7U+5LEuDd6tGcqlep1Rw1VK8pSoEBNRL8BKjcMIjldihR8RFhcrsSSQCteyKu9xn+kK9v6fl6ii3vM/biVwsOYf+1S8POuQJVO4/JvMqRrx4KfAR3S421cBSbBu1yG3u9rM+qeyPiF3CT0VDOEM78il1ZhTq47DJ4q2ZMYm6k9JLZGRbZ1QtJASAXGe5rGO6Wc3WMJYlXXqfx+PUaTXobb61Zr8XJdIz31JbUL3N03Iylqbj8IYcx5Qcfxf6rKlR+PSZEKU6mVDSWTnjB65UtBWM2QlSFIVlygDKFKLKrD4GZdGzfkepnvFntc47wlR4EWj0lmLNpz6UrlKd4rUpjqu24sJ6jeym1nqGYi5soKvcBb/ADfniyqfajDlOpFeosqRnQmFPRzdNdvq08y5kcvfqBCbEFVlOAhOyhYw59rKPQq7KaRFRUGGUSkpaCYsrithSvDbItJBuBodDoSRt1c3L0bAfHrLv9IsZ0o6FhaoubVLaiLGxPZzQ3Frg93DpqHBV1jB0VbeWPc3Dhv2mK9Rq99l94NDeisNpT8dprP3A+IkBevorW4t4eyTo+BTotZozc+l1GFKXkzrXHUFJeSfQHsfQED0IBsNvLTDn2o4sdqjRKjVH0NfcOLNMjhtElVitRVmQE9r6gDv2s6sCb7YG6+s8hiior4FbhOtcdp11cdtAWApauk8u2m5uXE6KUTnCQbLP0qk/bF7encZSa8W7g3Ebr9BlVanVRHFXHmU11bTqUqtdTamVhSSSmyspB0IIFtdllUPY/wG1WZ9Z3X1BiiLqMXhTKJPaU7SZFr5VhCSUsqCrWyot3skEknHDmFJWHKp/OhiPGVUYr0qaia66tZSp5q9o7jDzajmUGki5JIUCo3BKhs/Ie92fVMG02VKxDVJq6fMS61WaavhcZBzJDchaDldbBUnptnFtQQCNjUaBqeUMmrR2V8gwG3n7sJ+5uUxKxHu9rVIp013JKQl0VSG2vWzkZRUQ7GWbqKAAto6FCQASF07GMWjT2MR7tKcuLNheCqQsylt20N84u42o9KmnCbjMDe1ht/Dm9ufiPgYI3g07h0SvRVchiGFNQ604/3STcXC7XBJQMpAJCgQQrKvgOfQZUuvSsZUiovsL4C3X4TSOaSk9pBQSl1RHZ0BLl0gKCrm+iufmalROMPArCm8HG8p2k4jgMxaJnVzCqNPQ5HazAaPUqaLpQc+QGJJBSQspSo3QkD1RTS8R43qVeapNXwpV4q0zU1SkNBPQrNmMhgIs4yTchRDiQkrSsmxSu0GJsL4jpb8WBE5WUw6pXCocoriuLAvZ+KVXbXe6czZzakkEHb7ojnIRWJ9Lw8thDalfcJrqor8d0E53Y5SOknQhxJIJ0INwU1OBzLrWqnInSPiHeNxfc3uSlrZQ0hpTUqGHaTVKcrMlUV9lKyh1vLmypsgJCwW19IQkCrnsm7v6pLl4kw3h7EkGkLyrVTmpiJfu2wGbItxKi+yFW1eBsDZagLk2b+NXaNXufpdWqlLWjM7Ko0pht9hxJKlKcYWgDpKhmVYXub3SSQZ1U9oeBQazxaNTpTD7+R1cqBPyoUrJo6UG6V3GhBHfQlQJIqPfuK6jTu5yDiNjFu73cPWIFBexbRF0qc2lbSptRw+uUy2rKbtvLTnyNEX/SEoJGhGgH2/u0oNLdiRcG1CnTWOKl+KrWQwpJWCQl8ZuJbuEqVYajNcAbC8vGtUr1GcawvgOqP17hZlopcpxqnVRrUqAUOiJISSMpCkoPYBJAtW4H384oo1GqTWF8PIqlRhPpi1KnVyOmLVItze6lBADigCLhQCgMqrWuNhWqG5Ex7NNYv2HMcVZjNfZyRxaH7oqkXIr7nmQh6xuClSbFCgbqSDcpPZQuQqDw6y1Rn2osSLNz/+fqUfETktqMuUmwt2sSbkdyRCke09i2jVlul7wcPI9yVFKuVdjtB11v1ToBmSL30OYfqkagrk75cByoHFw46uawhakqj8uWlt2/unuD5EA9rAaW2Qc/vM+571bn3KctQIHKUuLTlxUSkpVy7TS1pzWstFrkpV5gBZAF7EiwHVrd+1Kpc+lyq5Uc7/AMVDq/0rd7ZblSSpSDbvcE/rXAtT0beJQZWLeVny4tOYm5ZEJ2Vdr4ufrsVZQhwDQA2B8rk22LN6e9/C9L92z69UYs1h9Ck87Ad4UhvQkqW2OlQFrKUDcE6A62jS0uXL7v7R/TGwpvB5i73gbo697hbddpMWrxaW0qRIadUVPvfDIUAs3BSb5ipabgpBKieoKVzCe693+nqNRKdS5WRTrSl2RxrHUXFviJUUpNwbGwJFwC2Y3tKYDdizmt329ilwq9CWrJTsXpdixXLHqQJABTYAHqQSU91WAuFDviGC8dsuScSYNqe6rFz6lO+9Kapuq4ZqrlzYq5a60qWnUuNozBJusKCQRovWxxzCvZbbw/8AxJ27PfjvflT35+Eqc/XqXh7PDRTZDqXWktoV1tJT1OBs2UnKAUgE5QASCwMLb+azVMbxGsObsor9ObhLdn92pFPyjRsIbSpTqAsKTZTayASpKwkKSU3gHDDWA4FJxRhKooqjlRkJiyn4ExK0R306qKSCUrSo2IQR1oUdAQQGHvFqcr+bmXvBo2E5VLxrhfhSKo1S3T/VXFdclvKDxGDm6iAkpsSpKSNeUbXxNSvxwI3MX4I3N48wk/vBxbLp1LrzDXKolNSMyFNJuQ28gKKVoupWRYBt1FIIJb2FcNQYGF3YE+jVyKxKXHSuFKjoQpUhSNENqkMavJAAyKUji5bpUSBcJXEE/DnuGJFxk9UaCuqfFmQFpQ7FkLuSt5hzKEm5uVIcQCFWso6AlVNwthxrDktrBsT4EVrmIqnZSFJjvp1LYKj0gA3CSRfMQCoaBormOLNCbrqNzW9VjFuF/dblBxk0/wAKO7aLNbmoWTIjItZlbiVpU6EgoUQpSgFZVEyPaH3KYIr1ej70OukVfEMfI++hRaSqpRm0tkKSpJCi40lIIsVAM5gkAKIqMCVigz8ON4XxvVmKR9r0sO8VpPAXS6snqjTUJNwE5gnMoA2IsbW21MxhifXt1VSwvjJrjzVtZn1tWzcwg3DzZsQFhYCgrXUXvqRtwSc52zzXreGq9RnX8WtPLm0iFldnxc7TrKUtEcOYCSOlCkpBW2pLjJAN0gg7WdBdd3oVlys0aWuVKfQnnYvF4Ex58J0zuAFDiikJs6ttZVkSCpatQT0Ogbwd3NZq1UddpEqt0iUpqQ6mnGGiqQ1WSHHkJBZWtaQAog5bnKAbixlU5FLoNUiV7DlPpeFJVRaTKRzEdHLvLNs7S7WQ4PIJJCrWI1B2XsGGlls2xbP4OwRRmuFxajFfWhXCpc9fAfzABSm476LNqUknVlQUgkXAuTaojMRYE9h13oW+tOZqUpbEhtBtwneGo5loJAClIIA0skWIJ9iDB1UlYjl4oiy0Me90JddgKnuOw86LHiR86SppaSASkDMk63sCdv7Fu7trEdGgSsb0mVUUIdS7wlNNyn4qibB5tbN1BfqDcKBFwk3BnbCbpUVc7xvsa5iOjS4spEWRwFtNKzOpUTYJKwbIcygnqQ2FA+JJ7nu6TB2I+QcqmMmpVL47XHkQp8guozj5gFEhJy2sbrKSEgl0WyXG4vCmEsB16XKi1ubNoNXY4U+EmQFus5jYSUIXdTyFXyutnNlsMhBGUmleXS+LPitS5XAio4XFy5k8LsFqbVdK0jwqB7gEk67CepFIsPuea6qyI4x/efzkx2qNMRcB0mLNYbdW07IaWhSGXU65VZdEr8wkp6gTYpAuBCqPOxXX5VZlyuaYdV91ycVScpupaRbOtIV1DQkdu4JK/omIapu0ny+VwnyXKurjyncPtOJW41mJAKFIU2tJKiQhdyk3BIICtmPQKJhfHlUgY39+c7NYV8WBUY6o6s+mVwtuElDgGmZJKSBcC97R3g/AmaWThIK4xqePMb0tiLKxCxV4PQ7FfmTQ664wmxCW1kBeZN7lKiFWUrUgi8aRX5+F8ONtcL7S/NHj5il9mwHSHs1loFhZBISOwOl9i0sUGs4yq1B9xzYvAT94pshjNy6H1nI8kAhLzSleFQKbFKgCSCkLKsezti2qVRifFq1QiyqI+pK2kylux6pTXLZXmV3CuKzcJUhWVwC5KCLKVwQt8zRQIeARBx7etPn0ae7Xok2icBGVqK1IdRw+9kaKKACRqggXJOoJ1+92OL8eVndzPgRfeMqke9ErjyE/eHchUkOBYAAGa9iUABQucpIN4lUwbi2BjL3XjzJ7hRmdakOrzJnIPUAp4gEBKQM4UAsEEW1BJi7vlw5u0aiQMB0lC0PqUh1pDWVDiQFKLhQbjKBYXulQHe/mcqAnjH+0mz9MZhnvRwe7hLBrk+ltRaJC5VCp9Wy5lquPGpKiLpA1KQbm1iOw2WWAYe6DG+F5+F6NvIqlbm1GKvjrSjl31KAtdtRASlaDYJ0AHSCTYECG/PfxiPe/S3IvGlQqJk4UqEuKFtPKHSW1uNrNkZuxyNk6Ak9yJ4dZgUujQKzRqHUaWxREKd46lZuJwbKsHkEZ82pJJB8ItcEAKL48xXsuRmzj9oaqwtXqpg2Rhfdfvuqjz8LPFkUuopbiymX0koAUFJCmnAtCkpvlZcFgFAgE126Kr0vCTTdAqm8zGMXOlcOfh+e0XUU+QAniupU4kqDROoKCMxubKsbScXUig43qlN3jQJa6DiWnJjuyJEhCoqZmYJSESVC2VZUEoEgXbcADboIyqTKfZddiz6pyi11RDS47DC8qkuWsREWVEBla1pSptwLLavCSFZSodq7l2wy1qB5iDW++kT8WQPsvhfE0qqURCkKqiFKdmTaatJC0JeZQvM4CClSR2PcAkWK5gydw+76Kh1r7Q4rrbKuFIjpdVHaZWbg3yFLSUXGmdTigct0kG4sd02GcWu43fqmKHapTpS1O8XqyO8VS+tChcmxV8p72AsbW2YOOMdbtJ8r+b6qYY4FUix+YaryGm0vt9RHCkAkJeaVdKh1EjsVJIuLUDt4SDxtOFi3GIIFedblRae/CQ/4GlqC1J9AvQa/UAeVgRrsTQqdS5UBv42SUhWThfKpPqCO3+G34HyM2Jujo0/lP+0Mpib05+QdbSnPYZbZwUt5r2AX030Krm+1Pjil1TAjrDvvBD/NdLTFRimG64oDUJWm7bjg0OUEFQuRexGz8ar1CfbI+IqS1Koz8DhRX1586ESms3XfvfxA+hBuD2tc7LObvGxHRuI01x2H+Fy8hpXWnQghaVaEk6g3Fjoe42PcK1us4ole65TUKLKyfCX1dSQLgEXIBOv8A12lxMHwMUT3IDuDZT8pjKhUhqOWmk62yFThCdPNNyfK20Yk2XI3zFdhnGdUpcpyqYclsImysyX0aJU5e5spKuhxFyTlNrHUagEO/CT9Px5S5cqVSTS5rCEpqSUvq6rlOV9taCpXSnMoh5hwk3HH0vtZ0bcpuvi4jiRcUVuj4eXN6eFKYzoUuwzAF3KlN72CbFJ8jfuxMMbhd0ECqOO0HG/vR+nOqzNNPn4OYm7aml2UEHySQU37A2GwmsQRR9alXuJ04MiwKox9l8ZQpsXqzoXw5CZCFaKbcbeOtwcrjbgIsdLXBH9iXdmGor9e3aS0LpcVSF4honCKX6GpR6XcrvWuGtV8qwVFpXSVKTZQb29elbm6XRn6XVMM07jykKdaQ60tCHnRewztqBQvQfEANiAPUbKGg7wqDu5lRJWHKTC4/KutIlJfU+pLCgUraIWDxGnFd0qJBCRcEW2Ij7oxRqFuGcQKxfRWqXS4GN4sRiaw+jhPyEqKmukpJbkISSpKkgjW6TlsCDdNhnEXuH3pEdw46tiLKazJQt8Lcb9Qly4DqDoQDcj1PloTAtSoOI2n6XhKnUWn06a66wmLy7eeDMb6lRlJUCFoydbTgJzIzAgKT1L3EWIq9RsRz8L4ow9hdGTKpC10tCFSEeTmZCwlQNr5gARbtfbsxjAi0Xhil16U21FrbC5TbRXwnWuAtxIPldQCiNdADpc37jarpcBpqvNxZ9OlPRc+V3KkoUq3oSk+nmP2W2Z1H30YIi8Og17CdRonAV8KfQZScye1iEPpUkgdwLC9hptdVKbRp/wAXBG82ah9/Nwmp8LgKSq1zoAUqH4JJA8trbp2xWgx7qwvFa4VGl1dhtHxUrd4Skp0tYKQbp0Njcg/iLp2p6k/KlOuQOb46/lWtJS6nQWJ0KVgpuDe9wfTQk9HZ3lQHvv1WZcWhfQuHMbKVJ8wbpSqwvrcW1B9DtNlxMR0ue3VK8zClLYdSqO61lSvzIspABKTZRBIIBuQBaxGxlDWn80oaiqlte6azPa5pcrKqox32uOrM2EG9ljMtBBtYG6ct0G4SNomLo8XFGN33cG0ngRZUBMhMCVI6HljNmMfiKupJASQnNmJzWPYAtnLxbvB4kWl06osMIUl1qK/FCEtrubuMSAA2pKrAEXGoIygk7U03AlUitcXi9CHcjsB1BadirUQM7QPStJVZJSALjUE3ttHcUQBsQHAnTdzWYtBo0uVhyt1Glrm/d6jS0OlKlKAvmZWLKSdLi97nMk38r13DUWgxZeMsJ1ZdPiykLVMQlhK0dWq21oWClTatcySk2B7CxIF52EHcBwGKzPpMr4+XI74eo2tp2B1JA7+ttr7cuzWazjx+A67NXTpTHCmNZAuO4gnTOi/e17KH1uew2Wt3vykVufcN6wh3V4L3aV+mc1QuGh99/I/CVmKWV2uVshd1BBt5EgdtdLaVwJutwvu+4k+K6+t+V1uodUVpbVr4AfxsACAB2G1Rus3X0vAbXwojD/Slrw9WXuPrYWAt5eR7na8xTVP0kVp7Iv8AW8SvXy1/eNrD8tMpm5y0gYrxTxeI1AeX+opaFFKlevpYW9SR6jZTVmfz8px116avOlSeKi37Snzv5i4ubajWxNWnZX6LjfH8WXXyOummlz5fvvsISi1FiuOyncjDaP0qP3i2ljf/AE02j7pQFmPEBalGd4r9U8aEJz+Lpy/h/n5X/HZV4iNZiz269FqHAlMLS60mOrK7HVc2tfuPWwIINjsd1bHjtZacgReAunLdytSkrHC4uhJOYApvexJsdexB1hVekUbi81WYr9QfipSpLEVAUl5Nj1o1AKvMpJAtY2I7nrTbzNbTV7RzLPd5PoOPJSKzPpKKdjKF1rdY6EVRFupwIVZpTgF1KSMrhABC1gKSGHiJyL7hfiu9fHTk/jW412z+moVR3EbbsD7lFiysvLoQppbaQQbKSbWVltfLYXGlxps/mqc7P4DXC46OjNnV05fx+t7nXX9mzqPtWU1SEOGlA5P5CAxFivIYlSmko6r5c3YXPkFE+LUC6Qbd9k/jCn8XGX3qnP8AQhCXUZSniIPe4V0nv3BtqD9dnlX8JQJVeYdn4hpCH2GlITFR+lSk2JNj47BFwQBbUXI12jyN3mHK865XqXVpTEqKtriqYkZ2ErJ6boVdKc9rEaXN7EEiyhPMLWQqzvifHDTu7mm7ucbvSn8PU5CPdMpppC5lFWtA0bJBUqOo24kcKAuApNlDVXxKdWaXKiT4r3AflNOqgKfSVR5GXQ5VaEA3sVAgpJF/TYq3hRPhch1oX8JHT1ZlaDsdTfyFydQNfOkwrXapS6XLgT6S/V8NId4s2EpGZUVdiC+ybFTK7E3OiVahXqFqRtyRGa/shX7P9NlO0ue7VKdx2FurdW1wv6u6kqUvTtobA+X1vqKXG+KapF3gse63lrgoYSpPCa6W79WqiLp6lW1JSdQBbszsM4nn4cwQ47QXoVbRUXUpaqiI+R15NrI5pI7PJQkIJJIWAD27Uxk4owHRmIErnYtIfy5Y89pqVw0OAZghZSVKRmVqDZJTYkAgknu2n1AjDmQsB4p+zlZc3g4DZYXNyf0zQ1rCU1BoA3cjnydGpy3sb3sNQdkR4TvKxJ/CWwxUWEymkrt0pUL6Ad/Q/UHT182o0mfgh39KttyKvxZvzCwb3P6173P47alqO87eNijd9SaDK940vEPKtSqDPQoNKnR+K05YK8KlAJKQCbnMQQCQCo+rspdVHIMBZUHaPyZTJUB1t35Fp/jtt2iGK7w2nf8Af7fnb8NkThn2isURcOS6zjykomxYqVcJTTXAdUpJShSCdU5uJoAcvZWul9jzCG+XBGMqXz8Xmqf4kKamtZcqrDTpuD+R2f7u8RZ9KyQ8fitNcT50fKv/AI2/DaTCq3C4fFeyfJmzfUka/wCXntEhy6XPa4sWrMPIfTmRkdHV/qPz9R67fdfw9QapS2GuDKQtvxZHfm9QdCL6gg9r6Hvek4VfmWzkqVxf0y/3+Wvf6bYL9sXE0qVvG+yXC5VhhpMp1Sbp4yyVJFyAAdB+IJ1Oum01PNYciuT3ag+thCM7qX15kp9CCbkfhfX8tsN7/t4UDG+Mn6p7vYWxk4EdSfF0k9ebuL31A0IN+9iJqPlGtNRvbMTT9XiwGm2uUcW//tc3/Aj/AIbOz2RKj753jS4DURhhb9GmZVL+ZVh0XPmb6fnspo0agutLdlc1n6vCgZcv+hv3/AeuzW3C4fi0bFHv5p1/4cB1aclkrUkix76aX8yNf3styhmjs2wwiwqXFlR5U+Whfxfix+pC29B3vY5u4sCD3/Hav35N1Sje7cUYSlxX6XKaTnyKz5VpJu2bG4Nje3la4JvcfDuM8JUGqNtYjw9KqkWVxUOr5hyO+lVzbKpJKFHVRF0qN/MeRjT93VG3jNNu0arVeFRF5X+XqjTS321jpyocRYlOirEjzOgB2Qrqd2BEzfp668l4vsOY7rLsDmuEjmkK8SFnpuB3BN0Am5F++vpbYzTWq9giluYjr0RibVK2tGRjKp1KbgmyiQcuUdVzpewt2GxtRdylBw5KbitS+dWvMtDqunh2Fja3a49Db6bHSHoFB5Rp1lD+RHwkZMyU3t+y+l9ANNtFdHugvqq6uKxMrVbEk/EbVSoNZdRS20ZVsR2ldLib3IUQbnS/e4/DQm+aoM9rC7fNckhC0pVHkR1ZuIiwvobKSoXy+QJBPlpsZl3DlUoz8+qYOYlIQwvO0iKh9biLG9hYki3e1zr56AIveNWcGwKNL5DdYunIQnOwxIacYQ4o6gJAtluSTawA1Hfa92j8ciMprO78RL4ZxV/TMCjT6fRJUWLMSpqVKaDS21XFusAdu2Y6DubgW21PJ3N7qsRtOVn7EQn35S1LdazZVNrIGYXToCR5gkXtY2FtsZVmlfFb5WIuEiapSkNZitKbdxc627nW9u1yNmDu7/nBiz+fw5iZ+FFhNfFjof6XEgHTIoFJ1FrfUX7AjqgKfuEHqw2Mgx+UbcLgiK63PwvzsJaP7J13mmlJ0uCHL/l+fqdq6Lun3jQMW8hFZfqlOfWvhJa6srRGjYzdQUPJNzfyJ7bVOH69ihppyf8Aaeaw++pTqOhtSEqvYgJIIy6Xt3v3OxWjeJih1ptqU6x/suO109fksC/T6+f0I2Ne6MnjM2vUHdtaccf1DdBgjd9EqlLxZiF/FHNK+K06WF0+QknM0+2q6EpBFhYqJIBJB0Ln9m72kGt9MCPg3FERio1enOpUuZwi069YZUuEpOVSwklJuDca31ttiDHGHN4PIS4HN0t9c2auUiQl3i5lOOKUVlSurrJIUlWl1E9wFbOr2DMJz6XiidWapSV06bFTwlL8KXrk2sdb2F+xN732Q053fcZrLsYeE39XXHYsD4X6u2fN4eJmmuO1xkZ0J6P9dmtvJxd7mozk91la0ZM+RG2S8XYn9/SnJXC4CF/6/wDPabb9pwsdqo3RaYlYad3VT4srJ+gdyK+XTS35HQ37H92RJTs9r+odH66dtNbyJ3K7uZbX6BEpK8v+yzG4tb1v3HewPoTtkWS/KgO/Fz7JpXuEZe3acQxw9WqpS5SJ/CXnR8yF5FJ/BQ7eR10PmDt2g4garOI+LP4mRfg+VTeve1tR9NPXYFNbd/2z6NrLDkp12V8V3OjxfxqNruNqQNj7hCmuV/3NKcdo0vx9CkfrJ7X/AI/Zsw9zVXgSqW+14F+LLl9frb95t32S1UHFlObNPcMn4r7XQtC+jN+rft6/kR+/ttfTjiX08p95MKqRcW8WA18B/wAafkSr0+n77WPloPlfvSVAcixYji5rH9knqUpI/Vte/f8Ag9j/AHqPwKC63KdiML4jXiy5Vp9ddCe1h6eWmuyVpmO3WsRtynejIvoWleXL9QT2P1/PQ67VtHMHd4v4z+TjGfFa+61BxHyLaX4c3Y6afsIB2kQd5degcRqLUF8BfiRkCkfs8vrax7el9rDF/ubGWeVAZQxUMvVwrZZChp9BmOuupItrpsvm6ZKad4vC6EeP8u4/47Qg3SyX8Qz/AJxJ7v8Afz+NKWgn89PPzPqdj7FVYdd3XsT2v0D6WkZVq6kqzjSw17nvbzHbaJ7PSd0E/GTFL3q/Apb6ciJTrTi2mXTcfEyAhKDfVRGnqATf0UpeCdwWEsOchAaoL9L/ALL9EtpKj2IKbWB0sQbWtofMV3hA26lk+J587r92+KMWtfcJcKK/FVnSiQ1m4mhN036D31GuhNwNtIbvMY4DwRFYaxRu9isLQj70mA6Mmv8AapIISAdekm2tgdNiXFlfwlAlONUHD0VC2FpS61px0qUPofiII1SqwUAOwIN0JvK30UHDjT9Lw4ywtc3olQpVlNZtbXUVD19QQT37HZdA1z/tAq73Hn1Nr4Sc3S736N75wHiH49OQlbsVKw1Kh27XA68t+ygSD6+W37WcX7kd4MV/dfvVxlCpFXfa5eFXuK0w7mOieOTdpxJPYuApN7EhVjt5h4Nx3ijBuI26phetyqdKWtS0cB0oypPkb3CvqDcKHe40HDGtUxlXqy/iSs1BD8qUvO7IaXlS5oPEgkgadwRqb+uzS6YKdwkjTEPuBmlMd7sd5e4feM+007KRVKdlmxZ9J4jSJEUEESY/UVJR2Ck6hNxckEE6YwB7TGI2qDEn4y93TV8JKuL/AFd2RbW4ABSXLXJAAB00HfbEGC8W784uCG8L0ytv1TDzGXk6DPYMyLDVlyhUZYIdiKA1SGXmrG5GpJNFG3g48diz6M1VlxZTEhWaLKUEtPKJBuSR0uW0CiAVEC6r6g7mOrphaPOel9efwv7Uu76XFwRiyVQcS05ClR30rGeO6O7TyDdLjSrWVaygFXCkk3OAMY4gxbQWpeDd5bXuubSJDrDrSkhSW1AkdJACltKBzJUDqlST5gbVuC/aF3ybr8UUmVKZQj7xnRKfjuJU5Y2KOIFC48iDcX6jmAIOpN/+DcJe0PhKi72qMzFizVsJhVmApoK4idScoBCdFEkKSQSO4BAIjEEUNLbJjCLvaxHgjhtUbEz8WLm4rTrC8yUq89Ff5WH+Vi3DftWY8xa0xhyvPcd/P0yoqy1mT2BUgG2YkgEg2vroNNg+ubuaXz8vDlGiLqK2M2SGuQUv5tLhhZAzqBvlSQbgWJJOYSMFYA9zNe/moi1xVu8Lq/Sx1g+FaCEqbN9NQqx0J1B2o7rUhlnyomhqfV6XAiuc+znzpT1L6ldtdTfQ97HU+t9jvcdLoNepcuK1UeOwh9SELX421en1ANrC/wBPK+ydp6Xa9S+Vnsysi0/H5VaFyG06XcYTccWx1KdbgWCTcDZmbqN2le3fRX57uSbTqj1tVKKrO1ITqbqTYKQsDLmSqxBzC1gCRaXyGYBRuEdyRWaNKcgRZaESlsK4X+ykJtnSQb28vX8xtlLAu6vC7tUxZPxa1Ki1uFUpTUNbCjy7KQ4soCQEhRWUKQDe4BFgLXtpmRIgSmonKvLzo6VNIWvMlSvMX118hoR+FrpfHU+g4Xn1112toffmrRlVm8KQ2MxcFrJUVdlJIv2sbEbNZ+JoaYiZ4xTvJr0/FEvFHNyoU2KjknVcwUrUkDs6B1WIABBzJURcHS213QN4s93j4twbVpWHsSzWktSlLi54FWSE5eFNbQClwDsHQCSPGi4BFtBpG77HkXmp8RFLxKjpddV0tTEk3SVZR3scpJTbS9k6KHKHgzAbUr3XVGZVImoRniyGpAShxQvZIcFr2STYm5GguTY7dGMboI1ej16suyKpKpEWFGfSh12nR7rVHeFzzMRRsS0oWJaHa9xYAnZr7tcKNT6M3ihquP1SFFRwFNO2UqK/kIsSevJluRcXSSBfy2EKHS3Xay3hyfLfqjD+SLHntNN85HUpVg3IYVlS80D1JU2tCxrkSQCleoqlu0d3QbluLAzvvuNKQqVDXnU4650qctYKUlIOoIzWAB9STPjKlcQa3Mb1ItLqldpcWnypzHFzNJaspSrdKukkHLcEgjtfUCxv2xVvjr2MpTmEnaIilsPtfCdfd5V9S7G3BzD4libKSQdbHQWJSEDFMrCWLW69S3mH2GFpW6w6gpTIRcBQt3Soi5B7A3BIB21DAh4I3oYXYr1GehVukSvGnpXwXRYlBT3Q4kggpIBsb3ttiir9XeZl6uxtM4JGRF7XMV4NgUuBhLeNUKvRIr+ViVNgMBaErS30qWnXKkq1IAOhsLd9g7FkZqjOue68QoqMVa+E1VIudCHkHQLv3SbaXJNiPPa43u4E9w/f3Wai/FR4FJmrafZv2yOKC0LAsAEOoUk3AJIIG0aMzFlYcb4TS0MZfhcVpDSk/QoQpSQodjY2vqABoJ1J3uIC901G0pJtFxdS687LwvKloWuKlMppGYIkMu30U3bRSbXIOoPhI12Ecdbvou8ajfCqDCJX6WO+jOphSiTYrCRfIq2tr2I73Ftquj7l8b0vFFSxljLEPuGKw7zEVpaAriMEDV3Pbgp7gjMCQbXHcWn85WF4GN2MERaJChMVFDsqFV6bKKoqllY1Da09aHFG6lEhSVFOqrjbQoLLxL3aU1fqIYpMQ0WLugwlI5roq76V8VpXX8dV0o4ZTbQCxzG4sDsi5+IpU/4UpljwcLOnpzJta3p+e2xt8+7ZreDRm69S3pUWr07Ml9hppt9EpIGt0nrzoF1AC6VJNrAkEIVjdtP+BKqlEivsLTxUSmvisK9Cpld1htQIGgNjcEg2Gx2h6LPqEyIonKe7Kab8fQvozdSvw2ZtB3V1P7ORMUT6jTp1OydMqHKK1R7d2n0LSktrTfVJJsQQSNLyanQ4sBrkIGGVxUP5lJ4qCtGe9iAVX7Htc3FwO40097G2G4GI8OT4FZpMWUulv/FSrJnSgkFJINyrQixPppa5G1TDiuZVqTjrVGfpdG/718mfKrUp1BvZQI7jv6XNtolZpUqU1AoPKZ5S1pQtpCOvL2Kh6pHf1FrW22Pv19l+l0ae3jzBsRj3c/mXPpzXSnPcHjNpIISTqVpBtfqCSSboagYZiu4tl1mU8hxDDXCY7qy37m4ucwtoQDbtbzBKxul9s5VGoV5rDlN3VYNic0/NQhpK1uoaWy0DfhlVwkDS51uACADe2zp3WezpVKXhJ+U7W4qJWdKZCmlH4i7XF1lKQnS4uASAkEA6kVm7PdxAlT/tl96YYzZX48pHxXE30Sypu6V5raq7pGhFzfZ87ut52CIGI5cWBUadNhTU+66vTpv9XeSpdgyFHRJCb5bWsbnTz6whfulLbvpkyvuZ4x3vo3obpZUTDmCMG1Fhcp3leahxS/HmOkgJabbRnSt4kjqWLknQK1IY8TA0DDlL/np3tRKQvGUVpWeVFh5X2eKgjgABV3XiAQVggpuqxSMxVo+jYQ3fc0/9nOOiooYUtLEpYW+prvdlZ/SJOlybrBuLgd8++1FgPFsCg1bHlGqz9RixY6lKo3C/qbWWyyylKkFwG2ZQUc1xbMQABXah5EzK9WlrbrPczLiPfnPxRi1yfiPD0WqRVq/otqV8Xl4agApvPpxFHIcyljMCSAcoFgveFvLoNZdYgUbDz+GuAvmM9JmLSltdiEXbJy9IOhQpBGmotbaxpm7h2VAYr27l1eKKctpS8nAcYdZy2CmFKWkIz31BJSSLWC9CoFxPQuVlORp8SVS6uv4rsOajL0nTMhSu6LjKCLp8gdLbKbUJjdb1v6M2dua9pXBm9HCbGDt/lbhUrEMJHAhYqlJ/o2rNWPw5xFuWct0qcUAkmxCgTZVzgXcJvPo28rElBpWIX4sWFAaqmGJ6ZXXIjrW4HoqXxZElAUUWS4LKStBC0EZts8TU4cr25HDbrsul0vFFLS1DlSnWFJ95QrLQkpWEjOpBylQIKkm5Isc2zn/k7ahiSmYzq2DqZjdFRoXu7mGKYVuKaiviSgrLSTdLYIWbhBFySSCbWAOn1byV4z7/AP3fiVOkXflYPVGpUvGVBgRapRGKjx3VSFTWFchVoaxnSXWV5SzICCcrjUhF9bqyGwCnk0zFDtZn8+0+xFhZkofQjOhTXTclKFrshel7KISbai19nhR93tepeF67Fa5Va4tbmKjyP0XBUJzgTmscuYJzAKBQRcE3ubgFIxBAqle9wz8JrfmvoddW/kKuHk8S7MqDyddDYLIPcjUgDi7THZ7H/MKqWVcexJ2G8U0bdphx/FDXHfqi0IRNhteJxKiChlm1gRaynFC5BuToAdl3RpVMxljt/G1UqKFyZrqEzGnbxy24DlDSUEEACxABuQTrckku9dM3Vbwf6Li1aLhrEMXPwkSnyw0p8+ryUlB7aKcaFs1s4zHZU/zEYtpePKTQcRxJTi5s1pLS474RxGOJqpBTdC0hOosQkjTQGwaqsDiMCwNHfj17AleFNo9LrdLpFaoOaf7udU2hTwsEAqYWLOJy5gFoKkg6KB8qvBM6LjLh4S3fU6E8hx1bDq6c60hUNYJulbbi08MldiEk2NhlVY3BLVt3GGMW1mRu4xvgml1r3RAadpyn2FsSEtLKrht1ohSb28KTYEXtoNhrB+7nDm5esrxFhLAdRrEGqNcJ1rmA++21nBUkkZeIAUnKVAqGuqtBs2h2QiyZQMM7wZ+Eq7g1p1/CmNcG1JTsV9V3Y9QhghSg4y4oKsEqSSnMsJUSCkEZh+Vzc9ijFsV+s43eqi+PCS1VI8K2ZSk68w2UkcZoggFNuIADdKtNrOJVcRz8RxKpwpUpa1vurSp3mn0oUhR4airI8lY7BJK05RbKNSCTBW8HCWF69Wv6QioY4quLDQ6tqRFfSVn4iCBnCjqHWwQbqBAAN7NKWt2kL/iJ6l7lIuEuJWaDVqu2iapXCd4BkZVG46gpJCkHyuAL6XBISbqdVazRnXKXKqMqVS5yEZIs3MtDL4sU3C7PMkjwqBUBmIJOgDsnb/6DF4cpqnMLi5/i50hSNfNQI6SR2URbtoR3vf5w932N8L/0XVqDVOaQlHuuqRQtCrAKKEqIBStF75T6BST3ACfKZydTyftmYqzhysz6N7+dlxZVOfQp2K/mQp+K6FZQekeG/SXUFJJBC0ggjYPou6zEdexGw7VIkJdLfUlS1rW4lLyL9YTlSeqwJNyBexuQbjVjG6TCVZgORapSWIqJrvNNP0aUtpbbuhs5HcKkqBAAzJICge17ObAO8nB383zsT3NLWulr8K2rZmVixCDlPe9yCLjyNj3Q1z2aek2AS93Uk2ce5rjcpFwHS8EU1rAeT3dFaTH4SepcdVr8JQ8lEHNc6kEEXG3TeHuawHvV4lUlRGadiXleVarcVrKtSB4EyEpI4yEnsSQtIuEqAJBSW4behu5oNLcgV7gYeqKEJS7UshajzkC5TzBSCguAAjOsAknQhRJL7iYlpcWV96q0VhD8dEpOaQjM4wsXS6nW6kEdlC4PrfZLSXvYm+YJstD7hMBb0WZ+F8b/AM0u8Zl+l1Fh0KadiupkR1ZtWJSEuJClNqCVAKTa5Ch0LQRt8YSnRefqWF681FXV4SlT6HVGpGVEjgk5mX0kEgEXtcKIGtuknZxe1ZEw57Q9ZpMDBuR/F2G0Pu0aotJ+A45mbUYD69BZ3IcisyVIWE2IBKVZ0xPXqyKrhrehyfO0GbKRS6s07F4U2kz0nhSIkpQTxG1ADMlToUEltYNxZB1EoUjeRN3SKloyw5j3rtCd3l0uBVMJPYeqMV9SmvddZaCHWZ6QM0QvAkIduNEuBQWLELUCMqsmb1sJRZ/uHFu6H7KVGgvrj1KK60WmmXUN/EJTYhvpKdQbFKkm5CkkkD0Oqbr5U6Lu+lylsP5Zkh11oSEx2FXWOO1mJeazqAIBAQkkoW2Qkgm3hYzi70MOYaxHPww/FxQw6mjVKPFWH2KpF1DbqSApSnWwnMkghYStaQSCFhqqtfcZ+mRftESdN9n6g43rzFewHiH3pRH56+ahyOEuVDVYucO1i24gK0ANlhPa5BIqMV4MpeCMRy6NXnZTDbC0o4EfOhqUkHR1N7BShp0AkptmulJ4hbe7zdXhONvQj13AkSdh6awh3n2ID6kMTkBtRs8wkkJdSSCAMgsSSg3JNFvjp+MqzWa007yVUw8ipJXDlOsfeI7qQA4yh5myTYg5mlWcSQohJQQAXEvtEQWNVYoa+LRmZsJjwL4CeqQ1cqTmQNXAO5T1kHUW7nvgrH+KN31ZpuLaDixD7+RSviylozZrAgFRKVJPmlQIUBYAHZ74kw7RsL0GhSosSbKirj8WRIh3f5VOT9IUJuotgkCwudQCkakLvFu6+lyqN9t6XLp+JJWZxUyjITmTOYObVhaAVtvhIJCSLki6F9NjXEkJ8w3x5RKV7RjVFx5gh7gMMJS1XqMiPxZVDXezkphKNZMQjLfKCtkpTmCmzmb5V7EH2Io3uvDkvD2PKdToSH5TSEB9aYa75ZDDyRxENHXMkhxLZNwoJ1K+3d1Ld9hKoMVml1atYXqjy/uEh1TzSmX06kKBILTqOwUlZbULhSFDp2fGAfaIpeI5TGEt9ODsLrXW1ZmsRwmEsLcfULJdLjaQpLxAAKkkKuQCFAgid0KBK7d/vIoON6Nyu8Hd7S6o/QYS5FI4qWkVGRTn27ucNZUWHk2TYOJJBKbL4ZFxsz2ad6n2y3fROfriJsVDq6dCqiklClZdUMv51KIcyHpVchWUi5IBOFN4eFMOUavRMJV6nxYS3+YkUSuQ5SqcxKQsfEdZlspW206AlIdbkNFObKrMCQlTC3DUajbocUrw5hfEEmu0TF+WVKamNBCZjYKAeps8FbiAjMhSEoNwSTqCZ3yxTdDLe3WWqzVPtHhLD1UY4E2RTapCd47TCpCLtvBh5FuEog6pN0KBBKSdSGUKn0uqUZyjNO4rhLiyFuraqKkSmm0EFS27oSHG09jYtkKGosMxTryfhGjYIaf5mJKreB8ULS1XmM33inuqAEeoNg97KslSknOlWUgHZGYwaa3S48cwbPlza3iHgIdhqXSwtEqPclt5K2xdAy3uE5U5s+gsb0MqPeJSJw7WfdbcCLEiysNcLiutKabddjo9Y5SVtrbF7psTYXANidqHHGPcG0vC7FLoO81+KuKvl2nWEF1begvHWgqOoSkkGwy2UElIsgtWLL3aOtQK9jeJTmEVHwIiyA0l5WguFqGZLoUbBYKRbvbxBQYv3L4Ir2MmP5uatNqlPRkalNVSGOdhpJBC+OkpLtrEBShnI7hwEKNTJJ2rK7DmMWsWu8KBixmt0uEnM0+0+jmIMpVs7LjakhSARkIcbNlC4UlJCNmhhmbKlUvlXYmSU26nOxKaKmnknpIIWQFAhV1JBJIzEpve181un3cxZVJ981aFFf5f4CJDTbSlZdVNBSEoQ62NDlcQVJKSCo3JNfiXfPRsJT2KDS6TwEPyExWpSGA6wl06gnIoqSPMqKSAbghIN9ltjMZ5u+lrri6DMMqLQZ/NcWfSeA+hpKI8halJdyA/ouZSVOAAG4S8HEqAA0sSbWsUt2VwPukKbkdSrhTPgSE+uSS0Cm/ewUgoPSCE6qCac307weacdap/OyoSVLdi019pK1NdytKFk5rDUgAmxSbAG4o6P7Q9U3jYXnuwJdOpFb4qmmmqk6YTTixcJQrNm4az5kmyT3yg60ep05xFn6dqLDnAjzdruEq805K4OSo0RHFU07lYnwUKUQSrqtwllBAWCplwo6VqIBHOj4gw5iOLLdgVCFKYYd5eb3RlWoDxAiySQRe4AIPck65qxBi+fjKBAoM/msPV6kOqdWxKUhEjOCQW2H219SlJ1KULyuIsCqxI2GabjGfhyAw791m06a6uAh3KlpeQ3zRsyLBGcoulK0p1KgAb2I9zr8Qf+nXVpvf+2Jp/F+HGnaM/Rp8REqL0Z0vozpUgEWJ73sNQSLiw1Nr7Zm3wbr3aDiOJKo0RdRokpaczXFPHp7pClE3BC1tEkpBBKkkpTlVa5fG6HeDF3l0Fye1L+60taoUiPKkDisqvbhLUFAkixte4taxPlOxhglrEbTbTv6BDqkqSv9XuOpPn6dwdQQb2FjY6eoOjW3aN/L18gzFkvAmNvtRLn4Xic1k+BVKNIyMTU3QFFSQrImS2Eq+QJctYhBBuemJKTVKDRomF6DLmxWJzvxc6SngpvmUHLkC+dVlE2ICCCNNtJ72cMO81Sa9RuVlTYqEwpTS8nFlR76X6gXAhRBGhUBmABJKSBNN0vGWMmIFUe91zeEtUCQt3PTpyySnlZYUCYzuVtPBkXyKB4a7Hhr2Olm5ZuprE1CCz/iLSrPVmfWZdLdqPQijLRHU0/wAJedWa6QUkWKeghPc6WBATejwvhJreC1AqkWXUc9R4sCVyqXM7cpFspyoTYJWgFRBsm6Um1yTsd4Pg0ufvLblVTdbV5XJLXxYDUgNOvIQ4gZQpasjhQUnIgry+HrAFg++b3QYDnsYj3abrajSJS2ErlQGoRhsqylI4io6VFhCxqFuNgJIuFZhYgV14VcxbV68KML7iYre4TfTQaM3XaDLlV6qU5KUw1yEITPcYtctO5iGZqQBoldnEgkpWCCCDStw++nEdZiVTFtDqMLp+LzDQTm1N+HoqySo6JUdDYXOitttQ940/FrUSVKpL8VeXioTnR8RrQZ0lKilYBNiQAQdDoQTQ7wcYz6DKprvRKpz8hLTqJS+iOsg2XmAzJJ8JBuD20JvsCvWnEyh1WyrgiJ/d/wCyHQYuLaTVOFUYrFO6MzU11DUhHcmwWSgFVwWrpT53tcF9Yu3f4SlUtvDjVP4HhWiRwgrKpPY6AgEeRsQDawF9r9t934HCaX48/Qvxfje+b8Tc9te9/iozuVabdlOofz9CGsxT1E97K87eX7DbTYj3s3MTu1tlxz6/pB/Cu7rAeEnW2qXTqch9a86sjSEpe0AOZHzeZsQbHtbYpnxaNS4rkqVEYisLyoXks0n81Ajv6ed9vlxMVrgNOxPiPozZPElP0J1sT9T39Tt91nDPvSByvvCUhCFeDRafwIuCRa4FzcHUG2mwu4zQPfdvmAuKWIEWA3KgREPxX0ZnYUWFnU5f57tpzKBGuo+p8zsrazhbFDTXvSjUSg4aWvrfjz6ojmFIVe98qTrmKbBTiu4sQRq7nsAwIsDkMOcGkIzqztQGghCVnUrCElNiTcm5IJJuCCQVzv43KYy3q4TYgUzEDaK1S1KVAfkO5MqtLgrSkZMwFiEIuDYgjUkXk3zDV2bmGTMW71KLjylz36XWZb76GHVKyOrOZKdCFjsVCxsSCoG3mQCBOK3WXYsThU9t9HSppakFSVaWCAR6+gJN9POxd9R3e48da/m0xlLm86//AFVUh3K/TZ+tl3J+JFcJSh1IKk3UhwBJGYztyns84tovvKqb0P8AsvS8q0Pw31BK21JJzLBF0EetibW1AHfS09u1MPPUVWpWgzEvhWvz8OV5fF40KnVBeSQ6wnOuC6DmbfRm0zIWLgHv2IIJBa+JIUXfxgh+U60xT8a4Uf5eqNR+nK72S6hJsSw8bqFrWJuPUWG8DA+6DDkVxqjbx8X1Fb/TkpsWO+l5BIuQeGRoCdb2I8vSDSN3kWlyqTjfBuPHqg+hhUCZCnwFsSJ0cgfd3+G7l4gSbi4Ve6SASCAYWK3MYF6MMxGwN39UxHxOaiLhLYzJU+vw5wbEFJtlN7jvr5Da1aw9FwvFc9/Vta4SP7LNmQq3bQ9iNSDqR5W1uyt6lClUaB9sqXUaiiLKRldVpmcV0hHESqyg4k2Q4VC4KQSLHMa7dLg33z/2y3oRIUqlwuqPHmNITxsp/SXBtfQWTY3FyRaxF96yz6hETM6bvN2NUxu6jEdLqE2l0XLmS/K8Lye9kA6epB9LWuDbYmq1QoNBdl0HDlPfqM1teSVKlNDNm0tckC6Tpa1gBoPU1eOt8vF4EWLT/dFIhLzMMQ0FSnEDsFJzXuBmBSSL6ehuG4tx9AxRx6o1ieKhfyJi3Q7l7gKFhci/nb8dl7Ue71ESLtQOeIXP73Z+HIrdLiy4sVjqzcVpacquwAUgE276qFrGx9RJwNjB2fxJ7tEhTn4rq3XUsTQth69jxEZR8JehJslIVrckAAZ7mVD3o65KazvrX41ZPEr9pG1tgat1nBtUfdgU9b/Ox1tZcoUpNwbWGp9AQAbi4t57EGn2iX+mCJgRqb3sZ/zoOMRqDElcOC0lUimsdM9nLoo8sq/FR2+IypYI7hNiT9+yjTKpK3jNuwKtx6Xy6vi/K4pOuUpN8qhZVxcg+RIBsM4e3OY3xRFcr0qkvsLWpUiPlRlVmvcFCrhKVAnSyrjQ3udH97L8H/tG/wC/6fKYxCxmhz35jBYlvJF+GXiQOYtoA7qq3dSrg7QzrWsE7JXXsmhUwuK78Lo8PyHp010/d3/4bCldpbsX4vQvJ48nSvv3vfuPpr6dtmcmO01+p/f/AFf+HrqdNl7vMxzhzDlLclOtZ+lScjVldd/K5AtoL63HcA9tkxfueZxG6L3EEyLAacn1SWjw+HoTm7DObWHcgE27kDXTZMYh3jUuqT+E7Mm07qSpqQmOHWnP1Q4hd7JIAB0N7du9hzervT98tOe9MjHytIT0q7fjok6aedgdldQMSRYufmnX1/33epOU9yddDcA3sTpfTZ5EzzHtNplA3H3GHUajAlSnItGpKKct/r5WLHLTSlkDshVwEnLooAH1JFztNpLdU4vCgYZQiUtKVKjtJ6VW0Kso7WBuclh81hqdhmn1vn4vISua48WUlripQl1bKCdFjUZ0a5stwR5EE7HOGZGI4GKG58WrMe9GE8WLITHcSly1yAqywq/e1spHYgXuScL7mkiIgyY9d1+4T+cv4WN4nu5aFIi8WOnhSo6TqgLuDxE30T3UCCLjsWDE9nOVAxHXcGwPeNe9wxWn08nk5pUcnUZSCFrAtdNwVWBABNigZXtabxmp9So1ewzFhSlxVMSOXdKFPdwV2KCASD4gAbAAg7Oegb4N/uEqNRfaCpfJVuK+lNLfnpqiZTUxgLUoRpqFpbdbeSogIzkqNyQU3JU4mxl4jBrS0TlvK3LbvouEmN41GwnV2JS8sWRVIroUxnvbhvtlRDTnUSFEJCjobkWCdkTKNu5qkSBS6fKqMKqOqjzJSmhnZQvLmQogDVKSSlJACilRHnY/xj7W+8veDhyrYclYZpFLp1e4qZSGFr+Ik2JGvhXcDqAJNyFA6EZzo2IazRseS4squSn2Kp934Ttl9JAOVYvlWAeyrApNiLdwu5TftlQU+0QyxRHgO1mXFns8eKvqQrLmSpJ1SRc2ykG40NhbQWO3bcZhus4jlVaVhzCb9Rciv50cutKHW0Hp0JUm9ha6bjy89pdLxXAdlT6DPiMIqLGf3W+7ZCXE3sYyz6Em6FEEAqIICToGU+q4y3aRX94NGiVSnMSqkuBP4SSlhl+6soXZPw1AaDS+oIULlJWCFItZp3wcR4bucCSqzvQl4XisrpfHiqW+0uOUNKWTpx0p0tpoq4IVqFA2J67/AGhNUafAo28tnj4aioUxNqNLdHNU9LgCEyllPS8lC8t1FIJT0rSFC6uPs9by6M1iOfWcZS30ImwOE7Iiyih9lXa4KiAUg6kEk+GwsLbJTGlYrOEsZOSsOYxqNbm80tXP1SOM0ppVzwXkEZVtFJAUgAJ16QmwIJYnhn5gUGyUePcF1Sgyvc1ZdYflUR1ph+Ui/AlR1jOxKQpXSppbZBFyQL2OoI2McWY/xRi2l4ToMp1C/dGePA4TWVWZYQFapuFJCWwQkCwsbW02YeE69uHd3fVaLi3DNUZrb8VTVI4TplRYqu6YnBcOURytRWhSLFBJTe2heXs97oN3OPMG0H39UKRT5rDsh+AmUj9NcvBSW1L7KyXIsQqySbEA7Yl922xEI5JlxVuxEGqqfaiB9jcWxIXv6LlfadVdHOKskJbWrpu5kNgHLi7moBAUaTdu7xaNUnZVDfirhT10534oVw+/TKYPWy6T4TlAKRfXsJm8Wo0uqNOSmv8Ab8xFnsZFcPqUpMdeW5sG7ALtewFgU3t+0iq0vFHDpeI6ihmqIaRytUyZUvJ7JalZhmBABs53FhqRYjT+0QzgqMfELt4tRi4o3VRGmmZUWo0GRxUripQ6pxgoUlXDIUlWmilNLBHRdKrGwAMMb458D7hF3hVR9hhC+E66jK1mGuRSXSCpB1UbKURbQKsQZmK6RKo0CXz9cq9E5XIvgIdSpUd0G4dZOUOFChlJGZVjqDYm67xru4xHFw5A3lwKhQcSxau6pqa/TckV+HKtmUiVGVZLRVcqCk3Qq4IFybzpr+9kfiMZrtQAf3jUxf7RDWKMEP0ufE5WqMfd5CGncub16bBViBe9gPW4IJWm6rdJK3tVSfFi8CK/Fa5qO1KdDSJTHmhlR0KxrcaC3newMKk0bC8+ltz58SbCqLC0qdTkQppXTpoCL/mCRe6VeYK6dW2qzS3JWA62xNlQlr4sJS1tSG0C5Upo3zuWHexCwBexB0OWVJyBK4PVTAU+fXvddLwnKp0WKtUd1UNri8wtJANu6RbwkkaEW1sCWPu5wfWcOY8ifajDFRpdORFUlEqVFCY7yleSlpJFrdza2qQbXAI3hnEuI6DWWJ/2yfRCf6lQ/kbsCM98pJsb9QIsdCD32b1I3u1mVK5WBVqW+haP6u6kLS5pqFJNjaxtYg/h22KtnEUt1G04gdjc4DixWJ9BZyRZSlRZUWQ7mVmuSi6Dc3Buq40GUettrOiYwgUvCTkXwPod6Orw6+Rue/n9O3ntOxhhnBuLYrbrsRjBtXQ7xUOsL49NeWPJTeqkA6+AaaXBtfauwtuAxHjzFrECqVFikUHKlapUK0pCVa3y9gntcE372sRsSiza2JmahWtEqpO8CqT3eFAdf60/2V+r6fTt3/H02ce6BlqfFbrOKGVxVrdUlpC1+nprbvrfv5WHmUq9leg4Da+0eCMbzX6pCzSP6UhodivJtbIcgCkjUgkXIB7abKypJxRVKy5yDUWlsTX08JiKoqaZXYAhBUTYX7Xts5XYQ/MTOn2rn5mpqJEw5Fa5rm0IX/dVl/d/0+nnsXl/C9Ui8hKaQ+3k+aOFp/YQR+7ZbbpvZjqmJ4qJVUxDW4vhXxVcJSOw8F0m4BvcHQ2Gvc7GuFsIYo3OYtlwd41QcxDQX8q4E9LQ+CkaWULm2ndJBv3GzJuA8YxVW2IEYu3BboMZfpYiIr6PCqGxwuoedhp+0bKDFe4ms4I5uVhz76wtCkKyIHh079gbflbb0RojOBMUROLAi06UhaPClCcyb+h7j922V/a59mnegXPtxuWxvV4sRlCuaoiZWVF+92yfqBZKrgEmxGgK7Mlp2Hgxs1sy+5i2BvHgRao5hefQ6pFlMKUlf3XMlK7310BF/wC7m187a7Ej/vSswOLS8jC+nqdjupWlRtrlUAfr6/hsisaYu3q0Ge/hzerhNdX8fA96RVQpqUnQlmUylCspvc3CtSLkWttUU6uRZ8CW1hzFmK4L7CFOpgVSRx2vK6W30LBt/dWgXPme+yGorspH7RN9Ju5WaRoe7lrFrTjWI6hkrcLK6h2K7k6CdCUElKiCO4t31Hrqbcjhj7JYS4Tvx38+Xj5cqlJ+o7X/AAA1uba7ece5vGWKIrreKGqjklQpSGnVrT1SGF6KQodiNdCAT5eQO3qXhplqfhKB/YZ2EuryIy9Vv48/27VqQ7MmNaOh0bygVvOxJPdgchzaFo/U/jy9ds51WoSuK+1KydaFdabJSlIHc6jt+I7bHu+iXK59tpqWjgIXlV3Tmubetrdu/e/YbA1MYadqkSBKeR8dfjV/y/0P02zQS9hSbzeFeYpsY4kadoz9Bny4rC5qFIyO25d5JF7FKgQD2FxbXWw81scB4Sr0VyLAe5WV+olQWnQeQ9L+nl599h7ftXGp9ZbitPdCMyujpy2sALeX+Rt9NllDqs9p1vhS150folpUUqSr6EajZqutsZmfeC58TCKsYFxHFdca93OP8D9RHi/b/ltKwlH+F8VrItHQpC05VJ7+vbYuwjvHlT4vuvEbvx/C1KWnqUn0V9f71vLX12tptGaiuuT2nWH8/wDfyq1Pcg2P7PPYNrt9rQVbNu2vAxMD7046610f+Z2YW6BMD7UcWAytjj+JCF5kfQW/497bCsqQ007wvk/8z+38NuGE8U8hjKJFi/O6lK1/qpB/5DY+nPqPIccRx+0PR3ZWHG5UVrPwFdS0JOZKfU+o7d9PP8MvKgVTi8L3S5n6enKU9/3fs23JPDUqjc068voR1r8XEvpYjW4P01Fwdlw7SWnZXK8GF0Lz/rIV+Cgbi489befnt2qv7ZgNZZ28GZwRTcW0v717pfQ2hSfBfN63FtdPXy/yLJxpeMoDbrURFLxKhOVa09DFQSLW4g7B0ds4tfsQdLG28WmNNOsNReOx4Uq4XV5XNtDmF/O1zsEVOhf+eEtb76E5unpWnv2/WHlYC48/oKuxnXf6gqwXGZIwLR3eLwpUTO+heR1h3pVm/E6Dv37G4PbXbTtNqcDBu77lXaJ0TWlIady9XYA3IFhf8gf2bKbdow1PgNysR/p0ZUIlZetKO1ldsydT37AdxbZnTt8EXBFGcoM+kwsQ4eqKP6u6vKtnyDjaxcoVfUXGttbg7dn6hgjQ48xhoo8dri+4XHZTr8Jef4SkOlCk99bi4+tj56gi2qydNLrLXCr0t9+V1ZH82bN9CQLpV9TcHzvrte4ue+1FU+Lx0U7P4M4SrJ9NbX/z/PQloW5OLK4EqBzT7C8rrDuuTTWyha6T5G4I176bOkJXwIausn7YtINA5CU2618dCPmy5cv4gXF/qND6DtsUNOtSpXxc6P8A0kgqypB/PsfX8x5bMCbuqn0b4s95ngPp8a0lC83okgn8u/bUjQbD72LGsLu8rRsPP1F+KtPhaPw9TqVi1yb+ZFtDc3ttUFYbtlfcm0HG2KKXw3cOVZht+L8VLsdotOqvpZxHgUBe408r2Gm1XiPeJWcR15uvYoiU5GfLFkPx2g06lOvi81JGtie2v4Enfj1nEc+PKd5WK/4mvhDhSkgXILiQMrlvIpsoA9V+xRiip4Naw4xApdEhPzelp1EhGRXlnCHSCsJJGYJuQO1rEnahIhVG2UtEntRYvuas/faWtCVMLyBSU+YVY9ukZSoEAiwsbX2bWC6zAdw5UqM1Ef8AcMpCmpEdLoUpm9wFItob6HKQPI30Oy6wbS4rrrf9HPrWwv8ARRWipSk3vrlzdhfUWBHl5Eh3j0ujYcpbGKIsuFNpcrK1I5WQY623R/Z2uA8R5ghK+5IuANg45gbE3vmCWNavheswIjVLpy0SqetKEVKOvwpBGjnY3HcWsR5X2J8JUGfPpb7UqooldHF5hrwuX7lfzJV2Bvex0JIN9h7CEDcZjeLLpeHIlbomIepbqVyC61MVfUpCjnQu+pTqCCbEE6EOEqg1S2nIvN8DrVmV+rbS511HqBe9rd7bKapt3jBP7xCKkxsOUv7q1kYf63YsjVKo7uncoObKbWJA7XA20Rudo1er2A5fPtLQwt3hdNkuqS2LqPTooa6KsDp2G2dYdDdlVRiVPocXJK6oU+HIKo8pRNum/Slzw3Scigb2BsSNY4+d/m03GRGmuio5WIXwnU51OvKuogKIzZUZiU3BITYXNgXNNUUTmDKbWi5papTTrErlMi2FeB1JStOXyB+hTa1hft9NqP2raLFaagYtgU6lo94sOomIkIzJUsFOVwJ+Y5SQQO/mCNiLEc/lYsSqRXloWvI6vJ1IUoAWNjqg+qT27a6Xge1lu4rOLdzeF8UUvFlOpdL51hTq5SF8ulSwptKFOJuWwV5QFEWvlBI2Yr8mk0/fEWN2GDceYS5rBGN6IxiGltKdTSEyg068kdSuWz9SCO4aUTewKSBrsLTpE+fFiUas9cqV8LnVILSnlC2XMTdKlA6FJIIHYEG4j03BNBoM9x2VUYUVb/6VXFDsdxYGv3htOZAOtleE6g2vs16Bh3dz7rcdgYmlRajF4siOmQkLaTYA2WyCQdPC4k2BOoJ0FSJoiEe7Gixd32HG4uLaSwuateeO6tAWltKrBPBX3CjpdJAsbgEgkmFjBqvYjlP0F2uLio6ZEBpiQ4hTeU6pWlRKVXNrkAelxcABmP8AE8/FtGos+LLWwww6nl5EVBfVmSSOIMmq7i+ZBBI6tDaxjUmtT8RtOOu1Fib0pTzEd3isNup6eIlaFFTSr+SgCSSBmGgmw4WcPKCFTobs91+LK48V/wD27S1JU2q9jcpvpfQ301sbX2uN0uF941BlS8W7pXnJVUp2VNUix7KYqDB1KHouccRYy5gU2UMxUki5Jtqlh+qcJus/HYW/8VciK6M7P1Uk2zX00BJIOoGtjPdtvHr2A3XHZVQolUQvpUxKjpa4zXqlQASNTYhdtfM2uVafRzK2VrYNrRn4d3i0veNQW2q9h7leOwpqfFWgvpbVay8oUkKUAcwKXEJUkpN76namnbtaNApfK0uWthf+ydu7DmNKPSpCrBTKx2KVAggXBvtT0rf01FaqVLqmHmKpS5rvC4ub71FdV4UqJUCrIT03IcSB0lQtayw1vYdoNL4VZiP1GnIdyLWmyX46TbqTcBC0G4KkqIIOa1+2wLl2vMLUaVtO2a4rN9GCN6FeaYpbuMf6LYaS0iBUoqVxZiUk5eKojOl0XSELzEdCdAcxK6g0yA1hdv7URFxajQema00nwtH+0Te9wLAAjMk2IuANNzSZtBn0aW7QeVrfAR96pedDUhxJtbK25oq/7CRYEmwOb6qrDjtUf910ngRX+lp3VC2Va3bsejS9ilYGh7AgEnR8x3Sag3LtcciCeDcbxZXD4VRQ++jMtaFXStxoKsHEi5Cy2DZRTqAQSNBev3h4Hdpcr3zheIvgVRWZ2KhBUwmYeoqAT0oLh1uLFSibElVtvtEOA1XvhclTqpFd+LFmwnE8ZOUm5UgE5SNUqCVEC4I11ZtLhxazS5dBddYfivtKdhSIsrMltJIIyvI1BQo3SoaiyfPTZweawNiHSXbl9H3M0VuqVR2jfdXUc1Fd61tNFKm1pJCkyEWKV3tlKzZQGa5BNxe4exdvBwHKpu8HdVUWIVUlJSt+EuzseQolKltOMr8TSgLaG6TcpUk2IYrz1U3gypeA8eVynUveNSMrVEr0rLHVVkfKxIfSQlalCyW3FganKrPqCaezZuswbvfgVKLvBiPsVvC8pbEykLd4D8d9ItxFISbpUL2umw1uCpJB2qBlsTS/l3LL6sb5MRb2t0Dcqp4DRhutSumZDYlKdiqWNcySQHG1K8JSQoWJAUqwOyFwdhOs1TEbbVZpy6Q+w6nnUeLiZrG6Bcp0TeygSDbUk6A73+QIuA6zRcOUt2VVKWuaiPysp9bS1IT1AcVFiCnLcE3N7k2sCOTNSqnuZ+stPSn2IuROao2dfSgkJup5AuoACwUsE+pvclrG31KKWldvzxlFa5fAeHJa4rDbCOcmw7oXFRawbuLZFEAlSgQoDUam4CMFQseVnDlaw5S3adXqXkU1AnurSp1l8tCzSiDZaEgA5VgKBNwq1htY1reHAi1Rh2fT5S35X6KZCdSrKjQDNewJF7gm9rHXte5xZEw5jfBFZr27SiRV4/o8Bb+IYFOUYb1cpfhVUUsJIKn2STnU0TmCr+IC4HbdKNYCfISFg/e/vBwk7Ao1eqEWVFQrIwiYs8VtfYtlw2VqCQldwpKjYmxBTpT+cmjbxt2lSitc6/KRCUtbXFC5jKg2blIuC6kFKrnRSSNSTofPWBWq9PittNVBdRhLSl1DU/4q0pB6SlRuFjXsQDa/URrsyoOI6NFqkT3DUJULmmlOuw1ulCY8pNruMqBzAKToEgkE2A1NjjX12JcLKz/UTM1GiFtma418P+2bhfdzu+914DwwjiQmuA+hLX3dvL3Q5lAU2o2JzEWvYXB2N8L7ydwXtBYDRA304ZhUviKXwJVUyJj57AFTUhslTDgvYglsnyuO2cKlSp+MqxwaW8yxW2E/cpHFHMTGMxuhK7hbibFYUy4Fgg3QpBSpJKqXgbEeF4sufFiLlIfaVztORCKmspAGdCQkrQTlNyBlPYpANtiMADuWVfRrVjnmNudu/wDZuwRRpeEv5x6RKYWpNRh0movpTKbV+tBlJNn2ikALQbqIKiVEkHYg9jvD2BDvVflYJwzT6fT36Q/y7rDAZdTkcZzhYCQo3V2UbEhN7am2aKMItLrLbtZ3ev06kP8A3eUiRFWhrKpeps4M1xYkJuQfEmwGml/ZgS1S94NJn4cyVunVGLIRCUxKbRxkqRmDfxCE5zYKSQshVwDlN7WSx0sGfU0U3KBmDO9uXjfdzRsb0aA6/KWutzH47uVClxU80vJe1vhAr1USCLKJJ2XjVMa91wMW1RmL77lfd3ZVOSMj0gIBuEpsUqAJJA6Vakak7GftSYsqkrEeN6NhynrYqjFSfdYTKdMKQl1V1p0dCcgBXYIVlChqFLBA2QO63eBiil0afFnxELqNL6VMSmlIW8wm5HCUP0chlVlJSoFK0pAt2INawt9RuqwMuBK+vB2qOuVSBUIT86VKWpMd11EOQ4SSS2kqUW1rSQFFOZKgLGwOmzK3CYy3lxcR03DlUpzFXY4q5kBqpO8JTLraVk2zJ6VEZgHQQAcoVnF0lW7zE0HEdZcxQ1yqF1dpjmmmr8u5IQ0hCnEKuUlKrapcCVpNybghRMfZoqLWHN4NNadqK5VLmtPsNJadPwXVjp+GSQUmygFC5uq2UAk7QEBnGvMa2Lazi2fvQl1l1mVS/A1y6ZAaUrKAhTTzKvgrVcXDgKbkkAg2ubGbKa+6yudqLD6U/FdQY76k6WUVDMC4mwsvXW3WDbZIb1ZOLZ+I681Rqe+//SzvJvw8/Hb16AlIAVrqkpAKVdiARbZ7+zr7Pu8HFFGpuKMZY3lUtiKriu0lN0qTa+UuXIJSe+gC03IJsbi6gmWHjLKm4AqlZoz9UqlWfhRUZmosrmAhSbG4LguVNqHYLSdCAoAa7UVPwri2fSvdePN7DE2lvZvgV6BGdlNtKH6NEpACVoHcZwbEAhQ0sZe0TivhUtvDlGlo5KK6lqqO8XK+2wO4WBZTo7AKFlEHuSDbONc31YDqnAwvgjBFRqNXcWmKuLI+8NKVa5dZeHXonWxCSBr212OT+ZfapWM1n2Td30qK57r9omqSn/A01wGVqSkWtcJF1aWvddgRcDy2rXk4N3I8DDlUqMXFEGapLTUymrMObHkEdJNroOoABOl9DoQds9y8Eb/apWW5VBZqjGTK60uHIDSW0GygA4pQ7AjS58rixudE7nJkrDlLlz98kvlcURUqTHqMpCVGdCUFENSEZUoUBZSU+pBIUDcJGQF+2LfSVt8SccRNSnW6zAdrfQvJKaW/lzW0S6W8wUPPOizgPcKULgR8bY6lYow4/S/s9CchIXnWv9FITktdxnPZNxobXF7ajvtIx3Gi4S4E+fh5C4tUaSuFPzrTFbzAZEF5tJRodAog9wCSLEKDF02U7Acdi4hXFX08VrkudYbWLJKXgxdXDKvCtClZR3TYXAbV3oUb0ZT/AE+hvYn9UJFZddfoOHHVrm5Pu6FtHLISRcgWzZFi9iVAjzII12fVAq27Sfu5wnRt6uIZUWsYXXliwF2QpPEbKFBkqNnmnLJGQKAzJBFiAdlVharymsOcWs4T4FbRDUiFUYcovsSmgi6cji0hS27gkEArb1Sc4KQihdxRKpcXi4oqNLq6HFKadpspHCW2orHwstyWnDewKVFDmqikkFIBTUtQ2gTn0qMNg4E1vgLGe6qqRW6XhKrQloRmaXCdTwn05SegocAUQOw76WsdivEGEMJYtiy4uKMMxaixUUJ5pD7XVIy2KFqULKK0EBSVE3SQCCNsFOvQN4NUptBwv7xYZqMhEWav4iJUFKSFkLSRYONputKgQoC1iRY7PHFmG8W4Di4Tn4I3sYheQzwoszk18fnGlN2bU4wEqTxLpzEJQAQom4uQdKuzK7TM63p7o+a2juq+7HCUqLElNRFsVGkMKagSlSihTabEWUo6ZQLi6r28zYnZM7yZ9ZagP0aqbnKpS4r60cKqUtLUiK4q3SSWVmxHkpQv3AB0vOo/tDYowvjeJhLG/AqlOmx1KRWaJDC34eUG8hTCCAtsHRxKRnGugsbScMb68b0vFr+HK9u9w0unSvvsXENIfdTTqtCcF2pbGUFJzdikdSSFBVwL7TlfiFqr1FX38zj7OmGsR4cqkvFuKMYvyoWThIRP4icqTqXFBQGoBSkLBIHUBa5An4poVZxbPnysB1FEWvVd112ApeT3bVnU3cSwtwAhtw5wdb3yhQPckxxLvG3ctYXfi48p02DTpqUokR2rOqcYdPS6wtFg6LdRSCFJAuUnUbfeEqnuvn0t+Lu5xNS6ihCEO9Cg1IzJvkdUOkFYPTmAuewUb60sLIMy1mpdB9vMQb2Cd8kCqMYyxvgOo0hhDDXNcmlH3NdhnKzHUtC2yQQrO0EXsdANfp3BFLntfcHuOhtSpkdEdDSZUdVyAtCFWC7FOUqQQT6A2vqn7d0t2lvz6y6iK/wltTUcVaU50ixUCm5TcWPlY97d9sjYgcdoNLq2KGqsuo0/irXFfXkkI5VWgOdoKQpsXym4BCU90gAEddm/3D6LUPqAciDVWlY3nxWGqzhOUulvr4UOa7AQ0xUEJCkqbSokBLgNwUOIBJBAIJJ2uKV7JX2jgR5+HKSxS6XVEKU77xlOqhJzeJLKVJKzbyRbpIsbAX2OfZmrM+Lw8G43xC/V6RUWlVFdBqTvMNMrAGR+LxAooCMySCjRJtcEkHa23kYudrMqtUaLiF+C2ha2oaGllCpDSFWGZaFEOpsAcoIIGltCNizRWfNLxtuW3GUFjAe8urfbmqQpSXWESobcp2myA2UFxOUKQwQhSgVOLKlBVjm0G3ebSN41e3gwK9Kq1LhYAq6FKgTKc1x0NylgJEeUSoqZX1FScqUJNgM5uEbZXx/TqzAqjFLrOCJq0VRrLFW01x48hRRf4ZSMytLqykBVgojpFg1vZw3mV6Bw4uN8QrRCpa1Rc1ZaKUuMBd+G8+og8RvXKtwaJ0Kjc7CJ4g7HKrxPQPd607iPC9SwH9posqo0tpXLpVnQtMVZOXrSrNlN8oUCSghNx2G2e5Ka87hfGFLxvRJUrFG7lTtSpvFnrhLqFIJK1ltyMAhD7ZSrOkNlC1ISooSFpIvcS7x8OYX5TFEVmE/UaJldUikT0IkSKc8QFkNrIQ+gpBuMyVkJBQVEBJCIuO6NWZ9aalY8bxxhrqdpdWddQ1VqelaLLgSjlztyGwAg8dAKkhIWXDcgtfksBUT8xXU3GG5bfbPlUefvDxJGml/mJVLxLSYrqFLJBbdRPhIDS1WADbhyuHLbNc6m03A0qA05AwHvCg0ibCQlOda23WMivCFocU25Hd7EOEEK6gRcAlXU/dTu5i4jiYjwviFFIcZXwIFSivlEeRlSFcFxsXTYDRbSFFOhIRaw2ZmGk1SfiN+K1T2JT7ELi0ufTZTciK4vQvJYUQCltzQqjq0NgpCQQSald0MRultvC3bYtxvg2BFlYelMVvJknuwJDciPnHheLdzxEK0upAKk9JsAAoLh/c9iil0GBFnuzfe8JH3WYqa61KzJB6OIbpkBKQCCQolJAIUL3GWPbDi1SL/NzVN3qEP1RS6cifDmck/FkElCbJUQW3EO2SUg5TluCk6bMj2f8Pz8UUaXg3erVn11dDSfDNcjvyGkC6FvNhSkF5tXZaelYVYkEkq4eMhVWJ2qvT+Qn4jrOIZvvvNkakNQlNLStN8twkJQVGw1QpNu4sdRV09GLYFLn1mVEQhaOuPKQla2JSCklTSkXCgo9VlDWx0JJ1201gjdLhejN0tqk5JUVC2kO8/lkOJ1NuoHNfuUkEHsBbbF+/PeTWYuPPsvRqehdLY6lsSFN5JDR0PZVknyuCSk9wbW2JndIwFi5pVcrLsB+fS6fSwxzCVsQ2Ol+OtNwpkIcslYN7BsjQ2AIOUbGeC/5tN41Glynaj7nXFkJdlQJEUqhvKbFxYoOdABJUApIKFZgFAWOy7hUHGVeaq1ZlRESkYeaS+007biuNAKJRmuFLCUglOYgi6sqvlJlvDokWs4IpNUwvSVsSq3HS6jhZkuuJGXMhWb5xZKVKzkkHUAgEjwJQxqUvE2CGqNVq9u0xNTps1DCWp7DEpHFUkXAK0rWSQe+ZZNjclXlsa4c3tu0GgxIE+oIlMIWlp3Ihvjt5ho2U3BzjuhRyhQTYZiRfJWGsG1TDjTeKN4O71EqnRUrUqUq3UgD5nGVFKT8uZyxte9+40PC3nezxjzBrEWl7nHGKuiPycWrSpTbUplQV02kqVdxlJF0ghRKrAJJJIVto+RENZRXcv6g/vHR7owljyA3WYtbYlIcUn9dpaVAggpNgpKwe4IBtcXHYjOPMYwMOfCn4ZRKlRVIYamyEIQtu67oWlRACklRNk5idCbHUBU7p94leaxHPw5PiIivwsvHiyoqmFqQc3WpBFx0pzaJAOhAIIJblX3j4Idpb/CdyPraycJaSppxYNkpfaVdI76GwI7gpJGyp3JxPMGp6X2e/6Sn3ab1a9Xp7k+qRKcwxm5eQppKM7b+UBLma4uhQNjYXBsbkG+xpvApbrWHH57UvryKWlCV5U+f07Wt9NT3BttnFzfTz7rkCVgNGRGVaXUJcaU2kKByqdFwkKI0SdB2uL6kdI3u0veXhz7JO4si0dGT7vHqzuR1NhZTSJWjbqArRKXEtuix0I0C+oD49S+poceYBkHA1cn0assc/L4kJ9aXXY7rpyKzd1oNrIc1tcXJ0BFrHbQ7eGPfMVEWfEWjJmyr4vUnQFKwQbA3NwdbjTtcEIwrhfC+7lr3ziNqFC5VPwlIkDIq4vc3NtVdye19CexA2/aExb9qOaw5hNhdIpzvVHady8RAOpSgaoB7BVrDzAB2VrsCDBidzC3GBNXtPUvDlLclT3kMIip6lq8KUjzN9ANO+n/ABXlWxhAd3tUWgz5f9HTWsrS82ZhT6jdtCvIZ8pAJ0BFr6jZcbx95n842A4jtBrfu59c9cWRFfQUq0BVYqTqy7lAIKk2AFrA67KeiKi1msttV5l9fJNclnzLQhKR1hBUm6QkKUVBNrAkGyQbh6pBcM5mhoemram+w4ja/wDRshhzfvU6NjyizWMKZ105qZDaXIXFmot1qZRdeWygkgAqGigki+2kEYjpbsCJWWnePCmutcB3I4lLyFW8Jy3BsdRYEHQgd9sC4nn0uBiifVHai57xfypkSJWVT7mROVJU6nqcUE5U/EOYkalWhVqvd7/KRYI910nCTu6fENbmwkcvM5BptbCbDocQpZFlKTlsggAEm6rWJfr01bDOcRm/pKLgr/eGPtJV6Bu0n4XqmCMTIZmzc3P0mfD5iHMjhJOdLyFJUy5mKbKJKToCOwK/wZ7XG6rEc77O4teewpUVp4SVT/iwHlAAnJKRolIuB8VLZuCNLEgA3rTMW788buVSl4elUjC83NlYfkJakQewKMqLhKioXUAooBJNiSdktW/ZrxlhzFDbvvZEqL0raXIsp1z6ZkHKSOxUAD2uBoTV1ohLNHpO37wZtXebuci70KXErOHMWP0+owkcWBKayvxXkkH4TwsQpo3PUiykm5BNiNslYprGLZ9eqWA8UVCbKmsupalU1cpSetKApaQEqzAlKwoKBsoEEggi92MX/YPgO/aGVSJtOVm+4PuMdZFlBSEkJUknulQIJsbXA2Fd5m97BG9X4O9XBr6JqGktQMX05oMVKLYnIHAkZZbWYklsi9sxSSoAEFA8+ORA6Lcr7cEr8GBOH4UVrFDlGo2LJULJ8VphrpU2rTTNokkHzsD202IKbiTFDuMmIE95aIq/uq5DrQQvvocptcBViBaxGtgbbULlRpeEmnOVxDCq6H2kyFyF3UpPo4FLSFoOhug97dz3NG9i2U7VIDs/gLQ/1xX0KC48hBJBtmBy28JSQSki5Ivs+ULLxN4plcTTc6kwK9hxdGxHLizeMlLSmnUB1pxXbOEqvqLn62B1JO2Vt5tRxRRqp9nPtDysWnZVx2EZ2sqT2cSQo6EaCxsRftqNmbjzF0+vYScagZKfUWEpdQqOo+JI6SLk2Pp3B7dtgTHGIYG8bDkCsz2YsLF1OYU1Pi5glMxCbHiISQDY3KralKsyexB2imnH3xarS7PvgtGlc01/TzvHQj4qnWvFrbquO/c6m5+uwowiLz7n3Rb7C3VcJaVlKst/zB08jsZUOiuuwHHWqdx0SmulGcIV63TrY3uNO5HYbWmHMMRWmnJ9UeYisI6+F4kqVa/fzI0uAAbEnMLatZja1yupuG6zWeXao3XFlITm4Vs6U6X7jQjzUDYefptoTd9E3GbtMOMVSe173ryEKzqUkqdSqwJB0uEEiwUAEq1sLWunnMY16VFco2DaStaP0XMcLMnL/eUDY6WskmwBuQTtNpm7XeW1w5XwFvv+Piu5l5D5jQAgDWxIHYW0G1GwfuMR1roq7MxuMY43ob1ZTkXc3SYTbFOyrU1Ps1mV5oQkEFRHmSQO2o7i4wVWN40XeDAdxG6ha0LyOx0NeFAF73PZI1uQADfU+eyaxxPr26/DjFGw5W0IRKV96kMSutK7EqRpYknW6rEa2G39uiTjysz2MWypdXchMIUmLmdzLUpI06VG+U9kp7KBOhFjsrq0rRM5xMwU4TfNobxd4DWHGuK07kR+sj876DW/93uRfy7ZaxpU6piiqOT6o7nYWjMmO06eq3ncHXXvpbyI02qcY1nGWKJUuLKp9R4n9g7n6Eqse+pUADa41JAAAvcbKSI5Pi4j/wC0ed+qUtSeLkdyKlR7i4sBbOE9gRcjQgnXZSiv+aEStXjrTRZVUge9ItJRkR0cJ1KF8RPchIscwPfKQdNbbLytbrcOVSU47RpaIU35oqU5Up/FBGmmt0mw8xYbNKt4jdn0aBKo0R9iKwhDqF5P0algG9wT02sASQLAaAi2whJqDTXElSvHlz5dMyv8j53B7bMB2zB1mxGxKCkYWlUassQJUthC4qU5nVpCkfQKte41I1Jt56DS5enUbn22p/Afi8VLDqGHSlTeY2zJI0BBPYgi/r22GKHifmq9Lnu8d9h/qyqXmXl7+Wp/edvypvYNqjXFpbT8Wa+hfFyXS0q2oWE3sg3voND6X2uctNOty3BnbEhiypTlGlVCVKYpy+LFdXbitpUM1gTqB1C6QQO5Audu1M314owlzeHPeKJtEqkdLD7SFlGZIHQ5p1JdbuSlQsRcjUEjYYwfUuLiOW7VGePFlR1NL4q8uZQyhJHnfTv52766/sDBtGnz+VaamrRzCk8VOdKUoUTlKreuWxUDa5+o2KjbBDm9akjd3L4XqmKOPytRXwOp/O7dScpuM1gB1eo0P+kfedu+lYX3q0KVS8k3nWEuu9BSlK0EXSb3FiD3uRpqddjndPXsObvuU4tDW+tDSmlcBfiuDe9yAb2y28jr6naViHFbtZd4vC4CEZuEhS86tRaxtoNNNL/6bZQGpOt3/wAkxbNYd+9In8Sw3ZVUf5p34CHVZ+3TfzB87d9izd5U2seNOYDr2RE5/LytUfzJi1JpHhjVAp6kLGhblAEiyQ4DYKNRUcCu1SU47Fq3vFcrrXHaQUu+vUkDUWHiAt20Gxru3wXXsJSoFZdaRTkIUmQtNSsnp1zAWvpbsbjy17g6Xc2fdNCrqI2eUokU3GW7mvPxXcJzeVYkJjyI8hoqU2gkZSHAAgkEpssEpV6m99r2h7sncW4oblNU+VNlPyM7UWO0V5lW7ZU9iBc62INj9NtJ7psRNUavOUGg4sW/SK2079wdYTKi5T18EsOrTdIIUkBs9I17XI0RHxrQsOVqm4SwTuzoiJs3K7PpsV1lpUqPbSXEQ4UpeIUkg8NaiPUkE7Ae/uyVsFzZE8vd62FK9Rt4P2SxHSavh6aypjmobsVTS1NKtZxPyrBF7KBKSQQSCCA9MXU2jV7dBg/DmA8WLYqlIlcVDTqHI8htQYXnA0GZJC9baEXBA1sTe1TiWvbxt93K0tph+nUSE1AXMdiralMqK1OLZUlwgFxvMnq8JJIAFrmorWEaNWYuHmnafw6pQczXvKGox+cQA3wS4hCsodQUrusG5zXvrsudGL7EsP8AKciFfU11e/cRSlYco39F43rlLWv+rpagNOIkMrToleZAKgAe4I7XvfQbX9Rorsql0lrDjy6wiKhSOY5MtSo6VZMzSst23UKFlJIUbeYSQQGnXqVFddcrM+nQlyn8mZ3hISpVrAXsAL6dwBfzvt1p6Z7TXCaeyIf6siLJ8+9x2I/DW34DZuw/EX/1RG4xFVR680619nN4POoioyoYkIWUPx0HyAcvdsE2KDe3ceV4+B92lZi4yfgNYniv05bqpFOlKfy8Zom4KbpLdyBZVzpdJA7bMjEOEZVUi/das+3UWFZ4b8pAdS2sgpstKrhTZBspJBBHl22WNNqeN8B15+LXsPRWEZ+aXFirzQlJ/wBpGJ6kW/VI0JABIAAlMqIzXq0xxJW9rDjUCvN0b3ejoWh9qY0sMKSpNgUdHfS9wQq5CT5gbSKfgug4jdb4rqEIy9S8iWlZrAE3A8yL9gLG2g02kVuLKxlVGK9RuPVOPla5VpoqfZygaZQCVgA6KGva4Gw5Wa9WXaNVmsB09dUqNId5WpQNUSo9+y8qiMw0KSkdYJHTYk7HqXeYjdZbqH8fUg4+3d+65TErDnNP07N8VbtkqbUbaAjSxPlYG/qdmfuugbucJUZzEcqkykVdDWRpEp1Tqc/fp8gTpbWxHpawzVgubvGxRi1yK7zT8qEjJKiu9C1JBuUZFWzkAlWWxNhexsNmjWsYxapS4FL4KGFsIydCfr9O/wBNbD92zFY2PzB6neiARt7wN5UXEeF2KXVIkJaHlKyIdtmbSRqAe59ABa3+bS3ObuKNijCVNdoMubFry0r4TsKfwl5wb+EnKvQ+E3v5ehwxievT4EqB97f6FpyLSspU2nQX+h1PY7aS3N45lYcn7vXaM8ww+uU60vIgZHMyG9CNE/Mv0AzADsDsQ2ITyJOlQsOYYYs3n4twRXnKXVHfekXqaX0FharaFK02yhQN+wP7e1vhfHm6WvVSJxYk2Kh9aUOxXXUJU3qLFJvr9Ox+h2DvaHea/nLxC78CLKfmIdkMfLmW2lZIvrclR9SSoa+qpmS4rsptpr4D/wCr8ilaX18rn93l6Z2o1Oo01u9BlYOzG8ofc9T8IYoo1HozDWHKgh9C09CVLzf5n/PbhNktYtrLeF5WR5c1Gd1WilZPPv8ATS34bYJ3b74Z+EneVqjS5sXJ0u8U8VvztfssEetiNPw2ee5veg1Xsby6zFl/1JpKeEp3q8tbHTz1sTf6aDbU02sq1a5X3+PmWLleDNgYS3W4OwbBREo1K4ffM7xF51XN+972HkNr9tuLAjcrKlLeQ4pSE8woKzX+S/b6AHU/Xamwfjul4ojWadCJKPEhXzfUbVW8jHeF6C7ScO1mrRW5delJhxWM6c6lH5iknwDS58iUixJA2rsdnwY+jLjicN4G4fdhvLgLgYpwvCmsuLzrQpv5vVJGqFfVJBG2EvbA9gjC+7+l/wA427kShRWFcKfAzZlxUq0C2zbwk2B0uCfO+npJApsaC0hqLnbby+HOVJ/YbgflbajxVTqNjIP4JrDTnAfQh11SdEuJBuWwf1tNR3ANxrqLC1/tY5EMMLPHXcrgGfS8UQIDtJYfivqTkadQFK01Dmt+xtpYd9Pp6MVyc1AoLcXhZFoQlPR9Br+H4bM6buB3ZtvMT6NhqJT5UVPSppOVKh9fr6HZL711u0Z1cB3P0Zv+Vv8ArsPUWolRK/ENUN78TP28ir0ufK91z+h9fXn/AFVd9T6W02QWOZdUpcByVRpa0TYvxY+VZSrTW6beY7jXy2OMb1tqs15yA7T5WdHQt3w9/XsQRr3/AOql3mprztZiUGgxFv508VOS/iGoFvM+YsCdDp2289pN9nmPzHbvtxEpjSje/sRy3Yrq0PrX0NO26v8ACb663sNNLd9qan4V5V34ruR9HyK+X8fQ7WTUCqSovFleNC/8Kk/8/wAddpjglfD5p1a8+VHFX4s3oT3PcWJ22n8BEHCrBzEFHntReai/1VHj/WT9T9PrsaYHlypVLb5p7jxUK6keLgq9R6A+nYkj12v6LgSvVnhtcFbCMnStXzfSwv8At/DvrZgYc9mrFvxPc3JLfWlKsirtcRPYWIukqJPla/498q3XUM/b3DMXNqZxmKmtBpp1vwPsf2T6fC530OvcfxpsAsMchiht3wfeE5F/jtq2neypvLnu/C5JhC83FjutKUlKrW+e1/8AELkDyJ7y8Jew9iP7UNysZS4vKsLzoaYdORVvIm90nUaEEH12fosRBmSdSizlhzFtLdpcSLP4/wAdpKFZ2sqk30zD5SPwJPlr22izMMQKpK4uEsZclKzdcWQgraUn1BHUnU6nUWsCALHbVFB3N7vqNS24EWk5FoT1tL6urtcHv2tfWxOttbbC2OvZwoNZlN1nCTy6RV0Zs+e6o8q4Oih3Sf7yTppcEabc9ldp5EizW1W8MJj3ebu13yUHj1n3f7xhI6nVwl8VSU/rqb75f7wJF+9u2wTgek4jrNZYlT2n+VRl4udopzegF7WPfQ+Xn57bVw7hXfJS5TlLxHT2JsVj+qr4uV1N/EAoCxbv2CgCNdSCNvzH+G69hKlv4jawm/KhIaUuQ7Cazrbt2ukakC+psQANbbXZk27BCpbWeAYi66/FgNOQGojD8WUhPORZCc6cpsQLaEetwQoeRF7kBkCK06xRsRsrfhIX9ydW6vpT8ra9dQL21uT0m512mQKq1vLx4w1Fl5IWfmHX09aVdz5WABsbD+6frtZb1WaNS58Sl/1pHCUp1bS8ve1u3Ygdje/ntQpsXiGNe77YC1CbFpdebo3KTW4XSrKtefgqV/s73VwyflJIGpAFhbSu5N+gyqC41S5edbGVa2s/5XtcAfv1/PbNrCqNPdbpdZz8DxxX19LrN7aXHcGwBHY6HQ6hiYQgtUGfysWuPsLX+v4kpPZSfxHYi/bW2o2G1hYYMY0tpRsNGjvvDTuEn4rWfifKhHT1Hva2oJtpa/4bJCkCs0GjN81Vn0RX/wC1yh9pnyFxYqSQTdQsQAAdL3M/ePOxHVHXKXPdWvh5fn6VIA89benp/qallmfS4vCrzz/AWhK/ipzZUDspZR4hr37i9rntt2dojdj7jwJcUKp15qU2172hTWG80hCUryqSpVtW1aG1/l1I1FtRtdzt8UV2U/hzGVDirfYaytOymsqnFKGllpBTYg/Mkp79ja/DD2DaW1VG5Try6c+vNk4qOPHUo6AXAKrdgCQR2NxbbpiXAlBnuuOtZF5FZH0okZsqrDW3dI89QAPUX14GU3eMIaRjPBDtL5qjceiTUcVK87vAUqxAycZPw3WydRnsq6UkpAGU00jFVLn17hT65ClMSnWkT6XVIrbS1KIAzpUCUuEKFwoEqtb6bRoWEqDS6C/RsRs1Hkn0r4D8d1GZvNqDdWihewt3ProQVfNwpVIGI/cNB519Gb4SJrCmFZRfyVa6fw0PcC2pvBfdNFYr3dUHC/u2vYciMLQ+lDq0p6VZSL3R3zp+g189Lgbc234DUpiVVKdKXzS1LS6lWXMvU9+4V5gHuL2ItoOYQxJXmqC5QazzSOVzZIcrxR1X/sXDYoB80q017nU7W9B3d433lym6XhL3pF5qaiPKi1KA4mO2ka34wSS2rQKAIWlQ7EdyilZus4+Iv25oL2WsHO7wa9Lnu0l+LQaQ6r46LoYmP6d2FgAEEDMpAAv9e1b7dOJ2pVeouA+EubBpcpM19cV0ofjyiLIUEnpcskn6i9xc22JcG78MW+z7g2fuq3oYC5LENPgOyqXUoEhKmKojqyLC9Em56Ss5SDqsC4Jz/XncR4ypbm8HC7Mp+UxMy1mLKj8VCs4CiFoFxlKSCMpIIF0BOttc2bV2yEO4xoRaxVIsCA7xkTmFx0pdjuoUh3MnshaCB1CxUDc3A/A7NXelNi1n2N6twqtyT9OhIdXmVl4yI0hLqgFX6XCEkgkWzC9rabIepYjn1SLSXapEXFWiPmYX/wCEAQAlwXCkgm1+4uQQO2zNxjhSLi32ZMQ+9K4/F48CVIf4HStxoLGUKSdASEixFwSexuTsrpj5mUQ+czdgiVxXXIGKIiKiwjMr3o1aPITfROYt9LvlcEKvqbjsemK6dFoM9iVS+hjP8Vhd2kqUrzZUgpU0bdkgjvYHy2JqBTMB4SozFZpbUp99eXmmk3UpSQOmyRY5ie6QCD5W0BmS8VbqnWm3XeAh/MpEqGp1TCnL3zZM4yqWDdRToCRqL6i9r7RxHWtC+MWiMbYS5CpYIdaQvml8wlqYgrQp1JCrFaCFoWLHK6khaVlJIISSf3AURqfijmqC9KWub8J2LNV98bzWSQh8gB9FrXzkqAvdQvYk72DN0uLao3WcOOrhLz8KRHdR1KT4rhN9bX1IIWAAShSRfafgKoSt1+8tul0v3RiWgys2d1DoypV+ooEhxp0EaEggi5BVYJFFtV18pCWbpc72K/QaNWaFAlPIQx+ldirWUOqS2AkFKlpACkqPYkXsLHTWLV3ML1R1uLxWERX0pWpdSjlTHY/ETmOZI7hRSUgEAg9yfzG27+fvaxlUp8Ch52IvCaY+OhOVJOZbenWFgki9gCPMed/TfZ0apcBhp2rTeD1O8gtWZptQ0HDucyDqekEAjUWvsvZqK0+Zc2Ae4uJKML4cqj8CsxKjSJS2lIi1SExz8JxJuU50pOZxpVyQW3ARci172v8AD2N2qNFYiyqjFfRN6HYrqFOx5Fr5Sy5YKbc16VFKSQLKSNbV2J8J/Zx1+LAzxf8Az4aaWelXdRyE+d8xIuSddTqfynVD3NRm58+k87wMi+l0JV2Nj5hXlYk2v+Gi/e7rA/EXuf0TD6bT6pKnyIrVRqLCGIvwmtFKynxIBTZw3AuSnMb6gDuB5qrVSsuvwKXiFC5uXpW60jjq1JHSr9MRrcjqICjY67fdGx7Pr3ErPu9c2nU5Cc7sdGV9tgnuW+ywlRuSD3Tp6H4kw8ONVSm1515t+kVHqiurv8RWhIQrRaT3ug6pIJsdtBRLUFZ2mrpcWlsO4jiZJsFGSPIjtZXY6B3TZSQh5kqsQfh2JFwbA7flLxtAlVniu0T770cKswkFCp3YcOYyq2Zwp6Q6MpIsFJWLKFtJwpVKpAfdo1clP51pdgcwltbqk6fDV1JQ8CCcqioLIAFyQRt2wxu9r0qK47RpdOfyOqSuPwldPmsKFgW1pIAKFJCrG4Ch2MrbZbUBHQgwQ32UGBXqXExG7TlzURejMnpW3m0BSR1J79QBFyLgggXsd2WO6Xz7cqUzUWMXwoSWl1F1rIuc0bBKH1AhLuQdKSqy7AamxuX4QqkWl1l+jV6nIXCfzJkRXfipSki6gLd026hoD3Gh0HGnVLDlLxbXeVdYfpfAzxXeKF5mgLkLBAWkpOmUgm3YnytWd7ZEW0du5Nn4isxNUXazXpdedqz9UQjMhiKvpU3bRVgsgFetwSdAbaAnYepeLcRtQJ/uarPwl58yGn0jMynQll5CgUkEE3ukkXJBsRsSYfwtijFFU5qLSWF0GUpS3ZXFCXc2oBR3TcKItcA6aEXNx/HsfDlGrzlGgYn49RitJ60JHFbTe/xgk5VajVSRfTsbbMudqxyCOJ8E4ji4c+1DURh+DCWpcpEKyVxWibBZQCQpoG1louE3AUkC6gJ4Xxa7gjEdNxlAl1Gg1ilykuwqyiOZHB9UqSLKKCnoUkWCkKUNL7EmMcVz/dblBdqL8Va2umRHay5lHQZ7CxBHnYaHUEdhKiVPlXW2qpLfYir6XcvVFlJsQM6DcpOviAsO17X2WzBOIxt7ODaDiilv76dzeRilrlf05Sadnfj02euzi3IjibKEdzPxAysBTRUoAlASAshSZVZablUt1a3+nIw74VK8wlVtb3uDoDex0N9nl7OdX+yW8GX7m6MNYvYVSal2UhzNdTBXZQUhSXDZC27BJXfTz5mFRqXXsQ4SxvE482nTHWoUpfDSl5Ns7akrQlAbUpsoWUEZSVFOoNth2Ju5lAIo/ccqVS3J8Cori1SF94fpExJadSq9szaSerNbunQ2uL6Wdm7nH+N5W7RuvQMbzeBCmKpy+cdShcd/TLHU+VEEOAjKFLGbWyEnsjsXYjlVmK5VGuaR7kd4TUh1C8+TMB1K/VJIAvcdOmttivc1j+XhGsue9HafUKLiWLyFUYlIzR5TSgQpuU2SOIi2mYELSbKQRYg0CTu2j/cJpDd9iXHmLa85S5Xvf3XwlNOtKiha4shSgAWXkpKuHlzEg3Ha4sBdoboMNz6DvB98tPMckvi5Eph5EykKbyArSbi4BuVXKAFEWsSCnt2ODN0GDpdTqFLxBXePOaVlhSqoVvUnX4aWXUlIcasTlkApVYpK7KFlHW5NzEdeqiIFUreJaXOYnusZX5gkJbyOqbBTmSQttY1ykki9rkiwIFWMIqhcCAvtA4Za3v788SwIGJ1sVeEmOqnRZTS+XlRVRm1hlEhIJzErVlCiTckBBy2Csw9u8lUae47KpNbc4Ck51cq4leVNyptRCSFegNyAbg6ggH2/vF1e3S71W6y1iebTlvoaalcvZ2OpYaSDxI56gkhJScpBHcA2N5uI99OMqXRoG8F3G9RlYelMJdlRUx2FvpQRYuMuJSA6kE3PhWEi5SRfax065yJIKr6ihYwXKn4tfo1BZqi2H2kSmlxYDzD7KVdgUJSsA5gpJukFPSbpuDtaw92mKGnefr1Dfp1XYfVwpSo6YqJj6VmyrEhnjld1BSCguC11AglZwioHf7Pos/cbiCdNq6H+FKUmU3DdhrCSrOrQLUk+YAWFdiCCbXeMY0/d9S3IG9XexKqK5TSmltIjtZ/m1LBBKk2BvYAH1BAuHbthQy4zDXCc/eDgP/tbWd1sWvOTWkcWfz8dh1taUBKSsqISQoC2ZsG5CSVEmwFcZ77d9Ne5tqfgilooL6ci4VLqiudbV5usqyoSpQB0CXBmGmdFyoJHCG86fAqnuag7wptLRmUljrcdpspJ1LTkV26W8wuFIIGYapUkkDZjHdHArMp/kKexh59/M67IprrjEJzXVxDClAAhRzXZU2tN7lZvfa6yMq0BN31NwRzL+La9jHEOK4s13gOxZkOQ0tnhgWJUOItLgAN1KXlVYAquAQf4dxxS2pTkDDmA4tBQxldi1JUcZpCdSFIIJUHBoQorSSLmx1G0vEWDMOYXrzeLcOVyVKxWhKVz2kLC1uIFjxXG090hJA4ygvMMt72JEwrlY8rLdLxRTptOYqKFcKbFaHAU7rdHUNFeZToBcFI72GZbE+5G9eViP7/FqDC5XS1IlNJShEd0iyVZ1hSShzS4UlF1FQ4puSFVNxpjxp2rYSrPERClZ+FAkQ/6i+RcqjqJUmx6QpKHA2oWIUrpWSLF+7GfQZ/CgS1vzULUhp3+prkZrfCXcgcU+aSsBZ7XNriNJquPJVZfpdGpKFrQj4sNSgmQyu+pSlyxF73KVgga9VrkzKmE+AN4NZgcSBXq3VERYSlJ5N1opTH42irZ7IVmV2SbpUTbKSEnY9SxArNBc918kibFQl1qRwjHUlQ1TnASFovcEqQlYT5sKTcEJquD/f1GclQIjFLqiEuZGnc0V3Nk+MyklIC9BmLZQhQAvmUkC0vA+PaXS8Gy6DiiIxzrCFcJcV3Ml5J8TSwfCo3ulaQATosXyrNHsRfvMC9oT3CSX9o8ORWHZ8uVwF5fizYTSVJUvwlTkZRZdSbaOpsFAjpvmAFV4UqmMvv8+JF5JC1tNKdaZmwpVvEzpqhRHibzhabXCQLXt8OVeK1QUe4ZcpuE+pcfhTHw611OEqbKXBlK1FSrkLBX3KSpIAr5+LKDhyBLoLX9HSn2uYaaRmyyLa3SUgkEqNiq4Wkm2oIIpuQngzhYv3Robkw7S3X5UCkoYpcWPySOaQH0x1pt+heUStbVilISokgnQg9W1fv/AN7de3SwG4DTMV9FUmcfIlCVsMrIspCmXr8FVsqQlJsSQSBYq2rfZ9xhi3G7Uug1nD0pjDy1dL8hAQ6yhJK12J1UVEJTc3SoLFwdSfzevQqpjLGTcB11+VFpdNTCTIaXndivuHOpt5CgULaWMiQVaXBAUCLB1MbOJUeR3Rd4KquLftvRd6rVRWj3dIakL5xBdjqaTo4hKiriNAoKvEVJFx8QiyBozexgl3Bu8GitYSi5MDYvadxAlEXrjw5AKTJS0kgqjl5TiVBSCQrqukEAnNNWpeMsOVSI7Fl56WvPFlNJQFpUuwFgUEqSoE6KTa4VYJGoOocL72J9G3GQMJYy93xa3TneBS0yF9Ta7fBZ1A4h4eZa0ADS9hcAEcvKfE7uEseVRyLWXmG10tpWdGrSZSiEBxakJUMxbACcyTYWXcJBuQDD+6Ws0Z2XP3c1unYhYWpamo8paeLkVfp4+XK8AnpSHW0khNiskAGHiBHvSluQJWIqc/K6c/AQh1MhJNrPNqIUVaqUFtlKh9ADaw3R7h8L1RrhfaHFFIqMVfHSunT15MnaymySsJJTa4BBsLkWtsN7D9sv21x5TrvKhYtgO0Wqe6aoiK+0lqbzSFoaZdzJshxy5QFDqynPdQ0TY6j9wszWXYtWiwKShDHC+KiYjOlSSnscqglZAIsL5rXyuaAHSmA98e6XCUX7G1nE65Vbycq7Hdj8XnlAWINgRc2IIWBYggnZYb4Yv2oivyqDRGMKUuVHU01NhoShbb5vqtltQIaI1BSrPe5BRbWmD8SlGxeBAT2ft3mEotZblSt5sqFKYWt2BS+KH2G0qBJDanUDOg6jJ4/ECTa+1jT8IcrKxDVKDLpC4r7shbtIfTwM0jM4pb0a+ZKFFVysIDgJ1W2NVim3f4d5Xh1SsusMLp8fl56058ynVG5dTewICAL3sbm5FyCVhhCBvar2PJdL3c1BdUqOJZEh+K1IdQukVKPnUcr+YFpLjaSBcpbcJAAWQSRcQxMYlH3p1SBS5eF8eYepdUoiFKRIhOoQqVHSbd2FhaHANFBbKgWyUkBwHUfxPXMJe4Z1LwvXGEIfa6XcrkhiYwASAoHMoOIzJKVJUsmybJSLoDvlNO0ug/ZfeDu4i0TEMVCkPx3UtSGJCCVALHiQ60qxIJOYdgUm42VVMpuEqDWZdGgU5iFRKorKqK+0VIZSbqyBSb6pOqVjKQLBQNiSndrdPU4rLDP4zAvYMczM8RO8vDmI4Few5UH3otLfShHAY46o6r/o1IF1obV6i6bnqFwL6SxRukpeI6D/ADycGVSFyqa0uqUbqir4qf7WO+iymm1AlNikk2TlygWGsN0u7rdLQYESVQcM0iozZSU8WVIs+6521zqFx2HawB8vPY9xhgCl4jwvLpbtDisLYTxYrsVooWza51SDZwA6jzuAQQbbXXXY+It9QJ5jsVB2fS3K9heXKYirdRHU1NSEuyMjqSlAcGbjBKrKQXCHBckHMSEufdrIdrP9KUFl+nYhbjpTKnxUIy8cKGREyLmAdQu6sriVLUSFAuIcAWQmTurbqkWrUF2XFQ/Tqiw/IySPu8hTbiFt3uQUOKKCVAjy7kgAFG7wSqXjypcLJS2IrSGn86lqU3my3CgkEi6khQuCCLG477aVbh1yIzASrYaoOMqpLxHAp1Oqj8pS2KtAQhznGZCdVrZcGR7OUpCggJUTY+PWzV3dVfdBgOs0aLvQp3uGo1dCE0nEsppxUeYk24SX1t3CHBeyXCLXCgvhqISpLVuHWaM7WZ+HIjdUqnH4qOA+2hTiyc4CCpQCwfEACF6WACkkbSKZvPx5jfCTlGny/d1X6XYsWVeKmUshKVDqSUpcVcgZklJIAIBsowRIBjl3u768G4cxlApmF8WUTEL8ppSJFLkSDwpSLXStqQhK0hzNYJacAJBUQpVggZ+3h4/o0XFvuvGWDZT9Lm9bDE9pUOqU+4B+7vgFEpo2NkOXUOxJTZIMMG7sa9i3FECLi2uOLQw1nlMO8u6w8wCRkSWyHGspGoLQI1IV3ttXBlAwlS6M3hdrdk+5Ci5VxZFSdbmx81rnhqUVOtEE3FwADcj12BZctQgrbAkxTQ91dUxHhxjGW77dbiGqZ2uE70uQn3mFXGcZ7ofsLlSQtItcgGwAPJuCd/E/DkTCVU3RUv3cw7xYs92Q0mQz6LUW7oWCkaLym4sFi4uNjCoNRYHKxaSxBWhHgYWE5rDTVPe1ha4BBA02pRWIEriNc3483Q70KSr0PkDf8Df10OyT9Q/AiFmu2+pk3DuD95eA69ysrDFRQ+j701Fad47EjvfgLesAerVK7AKHSoJNjfVjAW5usz3JXBm0WqRVKdXATAdp3YEGzbiDEdQM2iU3bJzGxIBD3qlVd+JAadQtfihcV3IlStbtlQBsdNLgjU/hsCPbwHff32cnxIsWqMdCoqn08dPmCE6ZkkahQ0I/MCiat38TM/V6l3SB1X3XtYjgRJVGdYhTYWXkHZUM8LIbEsnIvMGzp4bgHWx2B3t3le59x2vUSVCWx1tSoExqUtLoGuZJF3kEdJynMUEdN9NnHiOuyoGF5cqe7Fpz60q4X9l1+guTrfW/l+F9s+s1zehWXX6XPqyGJT7Xwkyuppzt1peQCc1jr02IIsO52J/SZNVjqMgxuYYw467hyXytPhLfW0tpp9bWZKbeJtfzIINunQkHQkdlzQ/ZBdlBx3HmIaXNfqK8y3YcVTC0qv3KgpSHAU2AuAsW1KhYAy3cQq9g2g+5qzLpc2a/ITKi1JMpxEpnU5mlpuWn0aqAPSQL9zfZyxkymqW397iv5+tHLpKVJT37drg99NLHTyFSXWFfXMy7QYm5m4WVVGoGF69LfqNIoLX3V1p8pkKYIAAKjo5lHSM2ttMx0JBsW7tMObtOO7Kq1RWhCPuv3UI7+Wl9fVSri3YHy1JVea5VuU0yxKyJ62tEqUnv0qJFiP33tbXbNG9qZVKpKkT5UvlaWyhTTWbifEuFXbWPlUBmSQRmIHe3dC7T7vIQNaF/LESONqBLxQ0xXpTS2ILbSWlT0LWxIbSDdBKk2UtoK1BIJQo3AUk3TLwhWnaC65Fn1FFRYWlTSku9DryQdLlJuV2AuoXsNbanYggLrM+K5AlO5EZ1KQjP0qSe18ts4Ot0q/G4Ou1RKwz7rdbadpy0Ify8LKsOoSrytY5shIsCCoj622OCy1gLNJr8VhFl4jDeF6zVG57vH47CvgKkWWtSAOkKUDmWE301uNNQAUG1qG8Cs4cqjcV2ksMQkJT8WLFQp3ITZTgCkkLA0KspvY20vfYUhS3Yrv6Jh9ba8iFtL+YaFBsQtKx5XAIOotbW7gYhdiutz5+R9jN94iv/AC31CkLT0pUPUg3HkL7Eru8sPOo1Pn+pyI8cP4xpdZ3Ve9Pe0VGJaI6lMpjlS0moQyOl5hYu2pQTlJQFA3SrQ3Gw9W8UNOxXJUDJUZrCf6vxWkPpSL2Cgq17nTN2vpcXG1Zhfef9l4rjspr9Jm4UjhDqaPyO26VixtoB5EW8x2sY7i1SL7rlYTpcpcrNIhTf7LhBaeMytSLrZWlKwpKgSb5QQLXJTULDkR5tJVqcOOIC4rgYjxRyjtUoaH4q3+XadUwVSI6+4jrSCSRbMb2JSdRftsPYvYdi0ZiLwn4TMLrzOwlLjuJ+ZpwZTlTpc3sfMEWBB/vCpv2SoNJdaq2RC1pi8X51NE2SMydDYdJUDYnUAX0442w47hygsVmVUPeNIq7CeXmw3cy4r6UkhCkBRIIB0UCQbKBsSUl6usrHq61RYl5tXgReUrMWItHK5mnWs+ePIaV6KvdSSO2p79z3FPh7EeDXZ7lGxHEfhU6UpXWhBWhtetlEJ60keSklQ8igi5EquzmqXFfapct/JKzIdaWgKYkJJB1HZK73NxqDcXF9RdFDnuyuLFZ46/1EdKsumup1tpszmTuxGVCrlBgNe4cRy+Ihh1SItRiu5+g6JsdU5O1s4IHmBYECOK8TxZWI+LQYiFrY/wC8Zz8RQ8wNCNO5vrbW/fbnP3eY3gcOqO07j05f9uheZKe5INrkEDXXS3n5bfzVDitfepWRD/yLd6U5rds2oSq+gJ0NiCRodqgrCZ3TnRsRu80xz9Jfm9fF4HHdjr/FKm73sRexSod9NNmDVGqDVIvutpmbSHsiV/emglTiLJBPTZLjZJPUkJA16AQQRWkS59GlN8rLYirQvoddQF8O9hqbnQ2sSDr67XuJd8NUlchAlUmFUfdylZ1LSVtOI7aAEZFZeywdfMGwO1vFpMr6DIxRu5n++aNSVyqc/maUppQXHcWOxCr9Jtpcp7XBGxZUsbYor0VifyjFObRmU+1HdzdJPjAJuk9k5er1uANudUxVS8UYXiO0GotxUZ+Lyr7QUptaf7JSj1WAsAm5BHY+gwcRxao1xYFPYizYuXitL8Ck3AK0pWb2HqCSgkEnsTWxV9xW3T1ud5HMjUvDdZ3g4obpbry107i/FlI6/O2Q65kqNrEEAjt6bNPGuKpWCIFJwHgiWjjsOoQt1bRWpN1C5VbUgaWte9gfK+1nuywo7hzDlSxRxkPsP5VP8mrO6zmGuh6k2GYm4B8tdDtXoo27mVVPi1uUuooVzHU07mzXuOi3bX19b38su8DUON4yBM5w/c2keMrN4OOK9QcWwIsDOuLFaaVPSiyk5F3sUnL03N1C9gTYEkEEBuOmKNjLFESqYXqL8KVwk/pWvhOa6i9gUkgnQ3T3By2uT7E9Qo1ZrLkCjYhRFlcJDWeawH47iMlrJWkhbfYqspKk2IOYaXqI+C3YDTDtZe4C0O9DsW+VX1CxY6/3k62sQb7FKKn2xgUVquV9y3kYVxRS6DEgUt5j46c3CVKHCSm4CkJIJGS9wEmxBBBCSLbUla3M4yr1GfqlBisVN9hSXVRWJSUyGbgZtFFKVgHUAKJOlgSNiVuv0GL91i1FD81HhYddDSpHkQ2o2QV+WUka6abfbG82gwMkV2I/kf8Aixak0taVN3KQpt5rzA1uALpVYm40A91n4mdYbVb1ENR6fKcd5DhLYlcwlC0KSULbWCAQQbKSoEWINiCLEX2KW8Kz4spyU1LQvq/RLazcRR8yDrfUg9xbW+thezoUWfjdysxeuKtac7rSulKzcZidTYk6qt6aDZuU/C8WjO8WqNI+OhKsjqwpSr+h1vca+pGmmziKWWHN7VJkiA9A3cwGmmKzVIiOP41R8gS1m1B6SCPXTUAHQgjV4bnsNbm8ZUbFFGxbLXRKvFa4tGlRbNMJWkKPCUkpKVZyLKuQoC2vYgfUzAqkrleDkRkV0NLzKSm5JNtTa9hYai+39V+FS4rnKxEMcNH3h3IE99LnsB5W1N9iJWF5mVZqHduYK1NqLRnXIrWSV1qyurRlVp/mCNbkA9ux2J8H7r5+I2uflZEQn0eJf62gA87aa3NiPrtZYF3b++XW6zWfjsZvhNfKpV/Tsb+R/dps4MeYExbhzdo5jKBW8PQosVCeLCfmFpbflfWwJsB0gm5NrjQ7VNiS9OmNvOImcb4zo26rDjbUCnMPzUL4SHfmzHyva5tqTY6XuCCdSndJu0r2/wBr3Fw5EeeQzFRKlRZToS1DUrMEgm1yk97WJtob99lPXKtijG8VvmnoMqlodSuUnlwpWhvdsqvwzlBH1BNwTrs5PYX330aL7T8HCUB1EWLiSLMpPAT0ocW02X0EBWpILKwTqSVaaE7AAXUWbR/ePUUB5U74d228HdLXm6DXoiMk11K47TTuXN/4gWE2SokFQUgkAkgi+gLMHCqYcaqzVZZYq7FUSlSF1GOjjwX0i6HWHE2WhSLnS+UkqJTcgjXftWTIBgUKmcoy/UC67I+KgFKY9rKBJ9VZbAEap2zO1H4UpvmnVobYXnVwupWXXsT5+eoIOoPrsz9PWvxJt/6c4SVzrcqsuv1mVUX5S5WXjyHV5lOKsEhalakmwHUQSdde52+XqdyHwnfH+r+yx0Hb1/57EeJatAdn/cHkPscLxqRkUr8dLEj9l9qeJD4rvFdz9fQhS1ZU/Qa9vwvptfaqxJmg/Kh8WU3xf/J1T/l5/uv2v5W8TDv3X9KjoWr+8ttXcAg2OU/rC476X02mtx+FKcanxOA+jwLSvN38ja4It2Olr7cqlFdadYlNOoRnRkWtKz1J9ARr/lsLZ5SgE/WIcWK7wp+TgP8AQtS2gv63Gnf0vb67LjfFg6lu0aXKo2IZsXko6pCUNNBbDikg2SpB6uw0LZSQSdFgglnv/eovClcTItHjUvNmt53P/G9v27BGP34EXDj7U91lGdpTSEL8Ppre4N76+dh2J1FT92I1pxucLMe7q8eT3cW02L77isIq7qWI7rvgU+SkBK7WKFFRygkdimxN7HUD2OaDPny2t5eE1za9S2lwJU9heSqMtG121OWCn2iCkgKCgek2CgCMo4kg4c59zlYjEV9DqFLajryoe1BunU5T+YI8j5bNLeBjRqvYDpO+SjU5aKvS5DGHq4vO5lUghXLuq6iNNG7EC+YdRA1OgC8ibZo2cpJszdniiBAn7y8L4yfxtQWI64/vHlVu1GnsJzBLUsNEvhTd8pcAXcg3AJyhavr4rXFadhP5+tp+FKD7Dif7qh37WsQCPMA7NrddjH+nvfOEq59nsQ508d1pK1MSLiw4zdxnSQbHuQLkE2INRvqp1U+2892s0OFS503LMdapy21wpGa6eYYUgBKm1kE9gQoKBANxtzuDE9Uu9MxaQaHiPFs/lcOUmbV5UXKtbEJhT7uUkAHI2Cq17Aad9jPCMSvQMUYea++sPt1RDTseQgpVHXxG82mikqNgCDY6aWvfZ0bhN/OKMG0GJgil0mgsLYfSpitqaLDsdBOZbUjIgh5pwDLdY0JuSbAgyxvgzG7W9qI7vB4D66pIRWYUhiQyr3hAGQZYxV0uqQhKrp1UAEmxuLq2bt3EJpFXZx7is3qIn4t9oLkJ9WisLcjwuYdWjqVZkWJTcdRTlGpFwO5IN3hu53NbgqzWeQxHierzVraz8VMpmKw331KlIKRc6BRJFu5BOqtx5hLA9Z9p+fKpeMnPs8ul0774uluOvR5BaPw1NhQzhA4RUpJNwogDTURlbscZYjxvUmpVR4FOhPrjtTU8RCJTFyA4gKAVZSdSFAk6gjY6J/uMFfUO/vPqPeobod0uMZ7/APM3vXRKei8eP7kr0XhKefbUQoMTW/gqUMqrIIsoZSFJGpt/ZYo+DXcUT6NiioLp9RlIU1FUlIUlSkrOZJvYhQIFhYEm+ydRgLEdGxHAxbRsZLYqlOa4TrsVGT3glABQ4/Y9bibBKVkXAJBJGhr143lYtqk+fKp1Up1U5hXHW61wOMsaB1CkjLrYE27kk9jpmXJ9Lf36zxLXBCMib/kUNuK041gjexQYs7wte8Wi0nN6E5v22BPpskE7t8URd/FCxRvpqy5VFnP8L32xKD8JTtvhNBaT8JJPZJAA1P1GSGN5WLaNFqW76fzVURUZSpFOzLWt9Kj1KQkglRTe6rkXFr/TblTcX1TBFLfarNWlMImvpdkR1ulHTmzZFAaEEJuMySBoe+p3dPqO4u4H3LUUbxmewsvFfuutU3CdLZRNcfaS7m4o+CwDYk+pPkPPv2B2JalBFTgOReKtta0dDqO7a/JQ+oOu2ZfZnxVQcW7tKbi2g/1phfKzUcXOpladMgJ1y+Y7aeW2mKVKadjN/GzrWjP+W17U28iEB5xF1hreNXapFn0uqU5HPUt12FIXly5loOUqFiRY2v2G2dsf4tgVSVVpVed4CGH1tcJHy5dLev46gj0020jvCTFwlFqVUgcNh+bmfz5f7W3c+va/57YRxrUWp8+W7iOXnirdXzGReXLfXPp6H+PPZDqDfoEJHdIvlmLVVVnyq8/yD3HhLdyI4vSpSewOnn63F/TZb+1I3iPDjuHp8WnQmIS2nVwp8JWbiK6ehWVRCVpGtrBVlajz2Mp0J2BPfaoNRzo6siMwVmT3A9Ln9v8Anssn6pFxbPcgYoiTUPxXVIzI8OlwF2UDa/prceY0O2PpLfpx6ltVdsgjWaBjaA85Rt42Dq9h6oNu8umfyDiVJdFxZ5HhfT2spBBIFwVA7fFIwtiOgz23cRxOPCfV0uqT8J5Oh0CgFBXqkgKFjoRrt6pYzrLTUBtp1lEpD6cnCfaCla+l+9u9wO/lsPYXNBr3EoNZodLfhP5UrafaC0qUfkUDp/xNgNj6jUlxsnnm6ibfDEzLuaxi1Knt4cgYNYfXk+FIdScravQm1wk+RFwNNNDtp7CodalchWcJopfzo68yHFWAvfS1/wDoddR3FO7DBu6mst43wlT1xUZEtSIUdedptV9FhJ6ha1stzpcgC5BXe97e99qIHuujNSospCszEhDTjWVQF7dVtNRci9tLXF7LU6amobsc/wDMGHHqaExPirC9Ba5qU6wv5VJaWFOp/fr9B57KfE++Sg1SK41g11c2b1Lyx09eW3zJsCk/j6DTtfMMnAe9/FtGcrPvZc2bC8KOcT8ZAIJbtcJv3sDYnS5121dgbAWCK9g2BjLDjMKg4hitcJ1p39EpQJu24gKBKSruQQsHUG1wdTSCvUfMc0+nFvJMW9D3rT2p7kCs81TpyMq3Yrv9mk+HpOoH1BGlxY2OzFoe/KLFiuNYtpz78VhSeLNix18WPe9its2zItrmSSO347Bm98O4opfvlqnZJtBkJRKaQsOrjqPfIsDrbI6goAXHdIIIEIVmqRcJN17DjrC5sJHSlaUOtPI821pOhSfNJA/LQhp9NtHEe+iRlmgIU6K7Abr1LqMWr0taOK061bO359xoofQgKHoe44UHenu+xG6/ApeJ4XOxVKadi8wEOpWLghSSQQoWPkCQD6HbMlYxT7rwv9rdzdR91zX/APzr4XXIL6Evq1VwOKScma4LagABaxAAG2ccRYRrOKMRv4olS0RX5rqXfhX+G6NDluSUgm5AuSOw0AAzQyEZPEzrNP2vmbR3v7i8OQJU7eXhKkohVRaM09DDSMsq3zkAjrFrFViSDY+RGD6/V3a9Plz+bYfzuqyJ0UptINhY/lqPIjQee2lcHb1ceYXw4xS2q4t9bGRpPFSJDSmhfMFocBJunTQg38xqdkrvYj0afPfrMCksQpT6lOrai3U1nUdQlJJUlJJJykqAJsLDQXrvydka0ep57bRfOh12L/5zuhHjWjqT/vJ7p/Htte0you8qxArzq+AvoYmpSc0dR8j3CkHX1110NrRsNwJ8937rnYYczIdSro6u3na2vYkgfW2xLHiu0t1yg4oZXC5pOVKZrRSh64vdJt6C+mYEagG1xdyrTVKgjMvqM81/UMRs/HYSnl3VW4SkEXGVwnsRc5TYDW2tiJcKj8rK9wxXn6cj/usd90pY11+Gog+dyEm46Sdb7UdDxXFwvKcw5iiIuVRFr+6vqUFLiqPlmBOdB7dr9zYnXa5xfEn0uA3Po3Hfi9PQ6oOtOJJBCkrT4b+HUJuQTl7E1Aha7c8GdXqfVHWm6DKqy4qOKpcKQtgZEr82XEp0APkRoLeYuBcwcMUGVKYaazsYlYayOtJ60SEg/JqCFAXum6hYHQ+dFTYFelUFzEbVJYfQjpkLhLDqHE+SH2UlOQjTKtATqrW9gRbVHeK61QYNZ4UJc2FlU07l+8JVr0rChZ4ACwCgHAB41E3FxGWK7YI7xK/PwbA/p6hv8qtSY76M2TxEBRTplC7DsSAoHuki4v8ACG8CjYowb9nHYkLEMKL1tOuqKZtPUbG5SslQT5HKogDso6bGmG94sDehS32qpT2GH1tKadY1fiytOopChfy1QsX00JGg+cPYSwG1XojUXD0WlxVyP0rSSlCVG4DYCdR3PSNANLC52Xa7+T5mZVqG3EOJMw1uqrO8uUxhyl818rTshalq5W48lZSDbyQQbg2sRrtsTdbu0oPsv4IcdrOIVyvhZ3X5TvhTck2voGgSSE9kgkADQbEeDEYD3aYIYqkB2nLYQwpaHWrJQ5pfxD5vW5vfvY32Sm8CrYo301nkPdPHoOZORqbHca6wvQqvY5Ra6SLhX00J09PUtSQxff6g/vR3jYS3+0tvFFG96U7FGHluu0OVFVlROR2WzIjLIFjl6XWyDfKSCLgl/s/NwMW0aXXsOcq/TqiwqLXqDISELbdBN3ELBAF8y+nIBfUKKiAVtVcG0Hde1LqleqzEJefOrIpasuoygJFlr9BlSDc+E6gp+nbx69Qd4L9epcTkqXNdU1IlQ5AWnNbJxVpbVZtRBykFIJHex12i0hPKDaspyI5N6lLi4XaboLtRW4vmFZ8/Q7qkhDhGiV3AF1AXurUAnW8q++bC8rdf9ksUUSbKiscBp2RAsmQmKZNlOsqFkrLdwstEkEJIKR2KuxvXKpXqzAadqy5SOKlaOLZSkqKcnmNekX+umuzRqWHMJYXdifa2hrok1aEyqbW6Q6XWpCCU3CbAqyC4ulxBAuBYAglbTOrOSJFXuZ83hUz7UV6JytcQtEWOma1NpaumrMacOQlBOYW8K2ycza8wv2UodxA5PxvKba4r7FUb+6uzUxeLxkpHTxGwBxRoLKIzi1sx7F+71cN4cr1BbqmCHaRUZVOWlSuQslKu+ZaQ2RwnR3KSACBYgaWVRxxAwlPbw5jLD3XUY+ZiQh0p5xr/AGjTwBUVC4JuhVjoqwIO0WE9zEhz+pAZ6g43oMX7+yhbHiRkQcjyBY2C02KNL2JAKSTcaW20z7P7FGqmDZeI59PYfY62kSprSMqrDUFxtJKbK0zEFJKbi99lo1RftvRp7tGxZVGM6+mQiOh9p7NewfQi5aWPDxQU3OXpGoDWo+H6pg3c3Lw5FxMh9a4q0SGHWglXXfOpANstyTYAA66g7W7W5YaVdP357r93ztagVSIvnUOpWiOt1OaVpmsiQi6QrsBnyXuD5aTal7QuHKzhdzFGEsMVREqLmRIiyrJXlGpWhXhVa+gPfTX0xnUMLtUuqNympcWbyqM3ws2bKgjN0lNsoJykG4Ha5vfZvYXXhes4Xcdiy6jFhZfvSWl52m1kdVk3PDUSCMt+GVXBANgUbNEg5MrgL5NCWBvBwbi1p/7eVZ/D019al02ethSUMruRwZSU3SUHydQdNcyUnUg1ef8AfMCBwpb/AFvpa4qFf3iL3BsU9ze4FvS20XEuFOFKbitcdcWVHTKYdSrMw8wbfFRclWh0UDYg2BSknVqbpt30WfFiRZVRirYYUhMqLIztKUjN40Lv4gSLpIGoPUDpsE2IzrWnxM27VLc4rHqWMWK7u5pcSswKj7kmrSpPxY+dClBN1IWhVswKk3KbA2uUaiwV+HsXT3cR1LC7tEYqOHq26l2RTo6AtqK73DzGYEp6u6TcEGx8yXlvx3cynZ8CA1iHJCfhtL+6tcVUppCyQ4EXGewBCrBRCkA5RcEqzEESLgPhu/dX2X2lZJUdWXKm/jcIF1gKTbsLeYHm3q2eqvfXDauztVg1xrUnD7rsBhqB91RC+P8AdVJVHUlIIyLZUrOlBOUjLcpUEkEAbEqaVKlV5jG9GonHqLzSYdRkQ3RxZDSdEFQ7uoBOhKSU5laAkk53w1jmvVl3i8GVKYYdVwn4qHUSo6rgZkLaBSpHe6FBea+psCC1KZSN5e8ZqJS6pSa3wIq0qariOCwuUi4zBYylQ8JT4EkFKrhF0nZJhfcocsP6RCy12Ad2htQMS8hKrs+svRZSEOqa4qmMkhlQOXgviwIKbApVa5FrlQBIS2PWYsWvP1nlOOxVFKRIgMSkNcZR7FskhF7EXBsFHU6220/W9zkXFFGYgVSozUTUITlqLSEKkOJA/RvhRUHrJ6QSSQCQFAbAuKfYvlbxsLv4Xo28KEhhaEtMIqkJzpUAMo4zayQoH5SgK8xcAnZjp1jo2LDF9NqwlmZmde8mqUuBPwxhyrZILOREpM+KY9Qp6lm6ePHORViL2IOa3mRoFIoO0vEbE/Ecth9bycjshCjlkNKNuIL6pI8wQCD2v3211M3Ae0hQcJfzab3t3zNeXTo/K0HG9GdRVVR2FFN47pu1IUlJSlWRxKQtKACV2tsB4W/k9N92KGuVxHifD0ViEpKoErM7I4zRHzG6FIVpYpWCQbj1B2rLF+TNv6ytPZiTRHn1Sf8AZKKyiVNYX9wyLKnXmFm+QG3UU3zZDqQFWJIsb6qUjCX2ootGaiZH3Fp4uXoWmxCUrCgShZUR5i/fzts18eex/jfdBFbxliik+96XSE5nZtJdMhqOkah1xASHmUg9QULoT5qTbQZwpSoGN6zI3lxWV1SnLQiPxV9akpQTZxJAvY3FwQFAgE5gRYf3eoxXalvKHMrt6Huug0tiBAyQX0IRwlNKydY7EehFu97EdxpcxcV1CqV6jUXG/FXytRaTS57q+tcWYzYossaagaZ7GwSLkEDYH35V5qstNtNNZ0RV8Li/3CdUE+fbzt5/gC/cHhzeXFpcuLKwxUa3u8xDFUmY7FS3MVDdaylMpMbMXlKQQP0YJ0BAXYAwZfeitzCfAUFrHmHKtAqkSnPzYTXCdlQo4a4zSrXLiNARYpBIBBsTYbLTebuSn4Sa+0eEnlv05/qXHSrMqP3vook200AvpbQC2zewvBwvg2f7mxHW4UJFRyxfeMJ08CK+4Dww8FWXHDgFkpcCCSQCNNBXFFexlhz3tgjFtEbXChSFf0o+wrgR0KNwC5lKFIAVYpOVSTqdLbcBthSFb7YO4CbqjVZwvKalrYryHeXgSk2UtKVIUMoBBQ8k3Kch0GY2IFwds7pU/wBF4erMrCdEivv1RMd92l2ivw5BduA4yi6FZicxTcAFVwmxA2wzi7CGI6DAj17C+IWKpS0OoqLDsBNptLfQQptZRf4iApIIUm5sLFNgTtuvctjGBvpawZWWmacvFaMnveRFdDUhSmcxCZbPSHVFBzJWUjXUAX1tjmSvowl3rYT3N7wcW1Kg43wdhCr1tiPHXKi1LmadKUglXDWC2Sh0XBAU2QbhQCRY2GMI7i90tUo0vAcDdZKpGHkSlLRVKHi12qR25QcPw0svLLqFA9wUISDcBRNhsR7/AH2cqpjLflRd5fvv3dRYVJXDq0N1outTmw6VJGZKsyEjMc+ZJSAAbkE5Uxvr36wKNWf5r4GHl8BEXI7IirCVyGBolENZIKkItlUASCOkW8ivKgD3HPJXuq5qJuvapNOqNRYyR+apMxiLKVkAyqSV3XxkEa5CpSSCALAkWGM92+752lv1TeNunRi6dwOFz9RSwmVORpdtY8C3AEAEApvluADcbY2ntO73nXPf9Jr0V6gtZqNi1iLIRMyFu4zcRAamtDIm7bykuAAlL7abIFzQKvvyrMVzBolysS0SUg5FxayMsppKhkehpkm4UU+NoEXIICiLEgfYgyTM7Wq+o8a2xGFFo3sqxWpdGi+zhChVvpkRY9ZmLhpcdF8qEvPLKE2NwmxtbQAAEA93mVevVTd9QvtvhNFEw9m5CfKpExt+VT2jo3JYWgIKEtqy50oQSAb3ABuiI+Jd5eDeO177qP2U8MiK602+mOlROpZezKbVe4KBZKtAFAgWhJplLaw5LaoPvSt4er0NfHpcLPxYqkoJuyz3UMoJSkJKhlLZBulZFp7TjB5ldKt6cOcy6x5gil4No0TdzjPFjMKoPzUfZ/FUVjLlkOFKY7jgQTZpzRtSklK0gqOYAKUVRiXGeN8ENS8B16kyqdiunSEOurzlCZCFKJD6VIUErSQk5HADc2IVcHYnnS6DVN39NwPP3j0ioQm0rlYNraXXEOx1WP3CShKytCbXCHEOLQCL9Nggi2Kd7OLcZUGm0veNT2KpXsPZWKbiBKGY8p5oqJ5WUAA062UkgJUgquQUqUSTtYiaymOPd9vloNewvwsb1Zil1HhKa5qRdKXE2sOMALKSRfqsBexKRoT2rL9LxRS258+nU73jS1pd4rSWnVOITfVKk2VpbS10kmxCSdk9U6P75pTFUlYIZR0501SkK4D7LuSwbmRQeC+m4/T5i7YAG470bz8pp34TT6FoyrTluhSUkaFB00I0uLC35jbK1mqfTkBR7iuq1BqOFEMcVya9VP6LdzxUcJPQ+sp6UAlF0qUbI72ynTy9Nq7DkPFGI4DmF3afFlLZf6Wn2kqdgqF8zgVcEWBuSCSQcp72Jzu/wi67Rm5VUpL83P8AFaQ71qbUdBnbBWQgq7qtfQElAAJO6oqBgNrn6zXKXT5T6MiMiRxcqtOATbKB6qVdFwbA+Va9M13m8DXT3fN4GUmFQcEVlulu4mYbfqkVKVJ0zZTfKh5lRIKTrlBCwe9gCCaDE9Wr1BgS58WJTuBR5GdUBKELYykkl2KTcJHfMkEaBQypAsLDH27bDlUpbjtUp8J+o1Rf9fdXyq8+a6AtSbZlgnpIAGgNthTA+EN4NB47VeyVFh/7vysrhOuyGj09C7BLihaxSVk3T3R2DS0JiXCJZwJLwj7Q1Zqn9QobEJ/IrO0xdrnGB87RIKVOJUSS0QoG4IsSLtPAND9/UZvEdGqK1uLQpSKzHaKWurUhxaUlLZJV1tPIAuTnAulxSpw1gOgxapLqjtRyIhO/FgOwHo7sVfkHm1JIbcsqx1KSLEEghW2kd1GIou77m5X2eQjmkJWiPFdcTlskBKR4krURmKUgKCSokE3IDlWMbRGBWKlwJywhuOlbtJVS3q43q0qKvl0KVAdyzGGUgXDzakKKnCR1IaKlAEqIWSQE0OOq5Kxvw3aph599D+VLTSo7amnISiFBxfZRN8oVmDimiUkCwCtmJXW5W8bCXP17HiKXFi5uQgTYDCZkFRA+DJClK5m6k3BQUgkmwQbt7LbFfCiwKa7ijENOffpaMiGkykx+aQQkgocWkKFyBlJuU3tcWIJGHEkPFbV91c92qPxaD/SMJ9pSkwn5QRIZXfTln1EBJCUhJSogEk6Lvta4VaaaoMClysQolV6kSlcqxXovLys9rqbZcTYJdS34mz1KSMwCkkEMDdvvI9mnG8Wfg3G+PMV7vKvKQmOqVKajqQpdrAl7I4hKkEG4sEdIULA6r3f1ubxlu+qlJr1L3j0HGuGkTGmmqslrKrMSeE1ISlSuE4TZLbiVllZzWCVHIRKn80sbP5ZV1OiSsR7wXHfffuSqSsnAlOrUtPcBLrcm5SsJ8rquSAL3uNmVVt0eI6XyEDerjebV5VX6aXV4EoNZXTmKMqVKCFDKlCVNGyypd0KWTYKJzEFGqkWRS/szNi1SLMQ1z8VQzQ3bCxktXCsi75QtIUgm1wCTZjUjeVv35WmUv7CUursPoyPQ01FqK7KUCMy2W5IQhl7JnzR7qQ4CVIULm95SobWl+rB28vDmDeV4MWt867ysh1V1w1NLJBKlgB6M6hByBK0JUScoJGmxXhzDkqB7pgNO0hiozUJ5JDSihbiki9gpSQo/NYOag6X1sa+vxHXapEqkB6vUSo0vO6pUCQWnWUnKn4iLFaU3SEkKu2odOVQJtCxLNw5Kix6pxn2H15WlO8krJzCSkApU2koadCr2AAHdORsAjYF1XeGM4/pCP5SViI4olVmpO1mWuU+whbrvNOnjpUnRQAJtoRqnSw1Fxpss3d42F2p7Hv7ELEWnPozLQ1b4ybjUEkAjsbi5BIsdbbaEok1re1gOJjJp6EitxX+XkPpslpUpuyVBYUohCjaykEnUnUXvtn/Fm6nC8Wsy6NRqjS34s19UpqiOwipcGQSC41dZKVpzlSm3AQFJshRzDMrDfodXeFuTn/zAmvdDTDvt57tMENSKPF3Z4hq6IN0Q6jAQlSJCgj9GQvKtBH6xCkka3ToNu8f28cb72qNLawHh6VhfkpSWnZ8pDT6o6FaoW43nF2z4VKCrDUgdgQ+qbq+VwHLgRcGxadW6c6jhTI+RKno6lZrOJsUupAJUNSQbhCiCQVxh7dnPw5WW2p+J36ciqKU0voC0qQq4JbTlBXqQS2SToAMpsTsJp1HxKpp1U5jng1WfWcRuRcUZ4T9RhuwpqmI44Ehfa6kquUoPEKsxCim9ybXG1JLxZhfDmI8PVSl0mosVSU6mG7FlNFriIJJV0jMnLmAKVtkIHkkgkbXje6aVu0qkSVWcb8dDCEyoqoC1oamQlgEKSCCFIIFlJKFKbIUQAklRFomI5WI5VawvgikvsRYUhauYm2zR37EoGXOohBvlSolAGW4GXZ5BthoH4+ps+BjJyqYIeWxnS0mVFlJLHSUpBObwPNE6haUqAIuRcEgT3j4JxFvBpbEWq4motB4CkutNaPR3swN+G8ggNBRurLctqKUlJQRlNxI3gSoNQYG9WrP0iqM1FTSpi05I8hOgUJLHDcbcbWE2JAKkhIVdABVs46TO3X4opdWw5AxPhqVzq0TUSlVJKZVNlFAyyLrSbgC5DqXVpUkauOA2FnlWYLB/2eMLQHapBdxbkq+IYUXl0SnetqoIFylQAUpPFCRYqucwAOpBtrVGJJ7UBiK00thhCVZWk2z5R3AGt1DWwvqNAk7Zmwx7O2I6DvBYxHVKsuE+j/v9NkIfhTkKA1WlBKmbnU9a2zoQq4sl61yK7Rork+ey+thj5MykJUom3w3Em7DlzobgE2FwTrkaodw8RC7yPjOkbePS6NVHKDXnkLRNYVKgTWlZWpSR4kf3VjUFJ1BGnkNl09vIo8prFFei1CFWoVLdSuUw1KSqQy2Rm6hoptaQUkKJBIIIVfTZD70t78/mp8CLEYryHFLdadRkYkcX5HcqQElZIKXCnKbpUogGw2UcRcWfKqXv6kyuSmqXIRKQ6YtUp7q09fBdCcjzZOimnPhqFiLFOsafR7j5xRdOd/lNAYy9pHBDtBl/YioP4hlRZCeLDXnYnssFQb4gQ6mzjeYjMRcgFKiLHUFqWMIrWPKTih1rPS6jlWlUhZ+5uhQCxZVyyQXUqABAKcxBy6jO8mTApdU/7Ly5sVbC1JU667nzKva3VdSSO4NyD2t57dHcXVnkH4HGfmrfzZs6cys30sPLyGv7zs+ukrqORCNQpUibK9ofeV7mlN4Sqj39ETYaXX2nWgvM1cHqBvc6aWANxoQRfZYUfeVgPAdLiOwKTNqMVGXhJiyApaUG/hSsnQWN0ggjTQ67LuJjCvb39z8HDs9r3jiHBrqGqXVGnUqW5AVlSYctKrLBQLqaeAKSEZFKBAvFoW57FsprhT4kVhD6/wC1dCVZrC/YWJ10BI1tqAbgVgSv2YmNLR2u28fE32k6C7PgT6Ng6vf+E7Iay/FA8CgLZrm4IBNwLgnUC/qHtNbvpVL9/NPTaJV4TqHXaQ71sSEE2DjDwASQdUgEBY0JBFic4T8I1nBrXFlZJTC+nipkOdKhc5DZV/UgHMBa6VAk3GqviuqSmo8WVVn32EdaUOuh9LatASkrSVNg26k3AUbk3JJPIVu8RBDpWnZfDP8AXM9GaXiJ3eNgNvEeF5aIUWrw+PFU+gOpbdI6mlpBvmCuki4N/wAjshMMVpre1gitYclVGKvGWCpGSe018J+RSS4Ql0E2S+lly6VZrrCLKUpQAsn9we+zEe76qOUuqU+DKwvV3/vWVZUiO6qyA7oSQnyJIUoApJJSkpMnA9YawH7Q7lZi4TfWt+ouscq6hTSlMSVJzKS4gFtzoUTkWMqgbZkkAjgErJRjD6XS9gkN6jRbW1hx3hSmWJuRpPQ+jI6loEeFVrKAPcLFrkDMi9zGxuiBKnwJVLd8DXW0lo5laj0738iAdQQSBrsy8Y4p3aUv4VZwQtEpGZS2EXStSTYXC0+YubkAKtm8YJBU8+LPdgS8UYcoi0UeElTrTTspCX22NCDpchPmFagdj6nK1WsRP06Rk/tFtYE+2nk/gQHxJL+/uSmvG/41p6fw7fxr9dq+jT69z7cWLwM/iTx2itP1BynOO3cAkHUDvsRxq9hzFGHJcWfhnJXuKmbAqLUhaOIq6QptaFKyqGW9wCLKUFAKBCgKORXZVUciu9D/AEp80KzeRF7d/Ig2OmvfaqPhv3/EWUFDz7jiYx3PqkBzDlZ5KFOyfCkMRwvLfsHmMw4qB2JSUrA1+ISQFqaXKlOue5pfK1REjhLfjtcxyq1GwJQLK4RI0JsLC5IsSIVNk16A6xxZa5XAzKYXIVmW3fuEuaqA+hJHYEaC0DF8Fp2f9o3edhVfwtSmrx3cmvzAJCu9wSPwNu+pQxfkza0TPZ90aEvA+LcGtMfzjYZlYooL6ESOFCaZS7l7KKm1qCXUknWy0qsVdikFRwvdrubxRKYr2A6dUYsJxP3qkT3Xsjbuhult4FbY8hrlIy2A7H8wfCwlvLwlh7EeLcboW/SHfjrdUhrqAt8ZkKykjVIUAgnuVKvn2Z2Fqng113hUH47DGVbUqOhCmkp8lglRISe4BKRa9laAF5CW8TE+patl/Trz/WBad3VG5X/2E4qELWprOtgKzeZzHwm4v3Pa9r22gO0XdLRuJAlfZrgLXnXHaW1lzeqUhYKVjyKQCLaEbMDG28qjUGlvxWnoSH32FLaaR08RIuVBI0vcfQ2Nrem2LsX7pKZiiqS8WNRX186rmlKjtc0lN9Eg8PPmBtbMCLFJ1JJIoQucRTQ6K/U8sSBC7fDVWuLTYuA8Q8aFl4S46k5lqULm2c2DiSBYghS9NVWAAEFzJTVBbntUmKubKd5B/IsIS2/wyopWAdUKSlRSok+YIBAvPwpgGBKw45Pw573f5V1KVw1NZEKVpohSkhF72UUkqUAblJuL2NSktRaNLiysJvxZq3UNK59ooQpAWFEPBN09J6grQjWwQDm24DbwJ6qqg1JgnMGcO0l13j++aIth/P8ACkMKGePrpoSFpPZN0qN/NItrzRgugyp7kWqYh93Z3f606xlUm5uSpCgAoZddFE31t3BNI1Rw5Ki8JqksMPvtZ0ffM3BUbD4L6hmKFDXhuFSb6X7k0kGqcXjtNZH0MKU1KYVZ1DiOnVTZVnTbxEoCgNbg2CTcQmFlLiXdbhegz/uuIfe6M2Z1MBoqYcUblJSQVggj5QSfPpPTtLwpu5x5jKU3Aw5hldOY/sJjrRy5gL2KbE3I73IB1uDe23Kj4gdwbXvf1L46GP8AvEdbSXU8LqJCgoWWi3UARoBYAW2em7rF9Zx5VHGsOYsyPsJ4rrXIORVKaI1UkuZQ4ANCkBRSVAm2lqu5Ez9Xa1Q8YU7ucIT8EQJcWVwH0VSOlqbF5VK+GrtmSdLdF+k3Fze+mknFW73CVUgN1R2nxai3TmlJ4rUBxiRFSLWDzfiFiCEuAlCvJRuLX0yjO81/TNRfelLXmX8ylKOvnfz7KsDb0B0qGZrUWe+7RvekKrxc3LrVm6r6FAIUsAHsUOICVAqulQBAUxMIah3bkmJun4bwlKlP4joLMqqIz9UXi5k6WOmYFV7gWubg3FxawMqXWosqL7rlYCnU7jpyLad4a0Ze3+Y/vD6ntt94M3p4Xxljd+jUukxaPNRIW7PizGEw+IrMeIEg2SbqucwUND2AOjExhVMGwKDLdqjNLizWEfCfQ7lS8nvY5TlST5EBN7G5OpBVVvmTb3X4mVt4GFaDhJqfFi4hlImynVOxUOtFSU3uQlzJcW1HUBcenfY23O7tsG71cEORapx6fiSK0prmo7oWjQDKpcZSg060FLF1oU04nRObUZg3efTqNXq8xPo1WYfXKR1MZT4u2ZNibC3cEW0BFyDeohYjxlhys/Zx2rSqXNQ0nk5DWRSXE2PZYBOo7g6EXBv22pqqnsTFZwZo0ISg3cwoxFhjFG5GvcrWaJ7xpC3VJTKhJXnbUnVWZtSQsWBSSkpCha5siyjcwsd0GvZKpKqMKDni8KBK1XHkKSUhCFlKiG7i/VZRSSAoga7WmBvaSwvjyjObpfaHp6IsKV9zi4yioKZFFfFxHedbSRxGG1HMVIUFtjVICMw2BsVYQb3N48n4S3n8lFqnwpDEhpZTHqjazdiW08myHmnUjpWLkdQcN0qArRbctfbtHP8A5hNRWGSMfdFRMR16fxeUQiVUXVoaadVlQ2m4UQVHSwGg+ZRt3NgXVg7d21S8Wtz6zLp1Rei5kyIeQZoq7DMFIV2IzdK7kEXIsQQAfcNCn1SjOYnrOelvvryNRfmZSkaXIVqQDYEdr3F7m7MVih2U0+1AiLXFyZZUppWV1xOvXcnMT1HqH0+hFu6x8fiZaadFOT7n9vWxdhzd9FYn0urU5hE7OtMeFxGJEF0W+Ui4tbMlYJCgFEem2TcS4j33b/ao3PxlUHKvS6X8Jp+LDQ0tSQQEOutpOZxwgi6wkAG4sCbE3qOB5X84LEqqU+o1Sl9WSZk47SklXSFISsKQ5YdR0QRqCDfabvYxBAwHhxyLQYiGKu+pTXFYWcmWxs4Em1rEgFNriwN167IXah1ISv3GjZs/TT2ZT45lchuWfaoNQixWEZWOKleV1Wtlo7aLJBuLEgWAItcBHsi4vwlhzeqxWfeL8XF9OUp2hv8AL5kZrZFNhWousLKSFC2S+vmADEOOZ+KKDwpTOTgO8V9SFrUh5YBQFgHwgpJuLm5N7k7Efst0pqLvkptU93ImxeErPmWU9N03ykWIOmirafXZ7p1LUAs/sxiqs6estPR7eLiiqY3rzdZqj3Df4SI646fAylI1ym+qSSVanuoi5sDsOLk4cagOQJURfNeNqQl3qT6g6agg6f5evX3XxYDc+K9FWjMppbWf4rKh2CgfUa+lj301iIw9VJ8rixYjHHYyrU00rxfWxIB8rgHsewvq8XmVYWY5aRotLiuwHJ7r2fItKE/r5ewzAgHy7i4/C424LlyosCXAaeQ/FX0rQtI6kkeXpofIg7EFXealOscrSfdz6GkolNZjlUsXHawtoNTpf07nYdqEF11rhNfrpz/sP8W2ndBz5osf4XCddXkX41L6sqvzN/pfT8DYbdKrTGmnWPAtCFpX+or/ACtf9vr9dvumw5TTX9xHz+FWnoNexv3t++23We9xZTbTTvg6s/63/TzGwjZtkom5pAnSYtLa4sp7lWEfFR86U39LE6fu08u2yR3o12lypT8DGVR/ovgcw1Uoscrdp6VhQRJIQcsiObjMRYgmwUFCxYXtM7vN7+HMG0nFEpmnU6gzZ8WE7IVKCVsoecAQtaFAJUg63yKOgByqBI2S9Txzi3C8/he72GK3hBHOtO0347UiE40lb7RQtXgIW2pSLFNswKQTdMY3cze0mm2jcYl6phHF2CK6g1mVT1vPNGTAkQnS/GqEcmweYURlcQDYFOpSSkKAJF5+5XG8qA7VqXjKnTZuCsVo9yVFTDGfk3VuZY7p8gA4QAb6EJsQSNrum75aPiOvOUGqUSE3h2VK5pMJpKFIhvlOXjRCtJ4Cwm4/VUOlecXO19Rt1HDz1TdzjejsUGo5o6KkqepEVx1VyqLKZdzpYcOYWClBKgboUoXsRX2+44Tt9wr3E+zzP35QMZu4XdX/ADmbvUtKVAdUuPDrENZc5d1lWgYeORaSkhaCAghSSSQM0LELWLaNEdxbT1xX15o7DshQS+2rVRbUPUalWgIINxcXJ/Ew3jzdfiOBi2jO1fDeOGIHLyJUN8OsTIZu2h+OsKW0+Am5cbSorGVIKAbZhHd1O3jbqsZP4jw5XITGTN1RUB+OqGs5ihxhxICmye6SLg27Cx2i5kHqL6jZjmaC3b4LgUagsfdGH1r60OrR1eeoPfXz1tbyvfYurbrU+jQKDP8AjwoKnVxWnepLOe2YJ9L5R2FtBsK4J3iRZUViBXpdO5p+Qrl3YVkMKUokhsIA+EQekJJt2AsdNjaRD4rXNdHQrwqSU/j9CfxG1ZlkMv2waZpbvP8AFdpMV/OhCOYyjNlSAE69zYAAX7DbtPgxZTXxWutHzZsyfX8ree14861K4f8Af/18/rfz89h6svyqXxHf7PJm/u5bj9h/4/sgniD8maUv2ow5hKvMe/mUSmH2HUrYdR1KQq11JtqlQ75tR5EWJIz/AIS3+UuqUZzn6StD6JGXixWsiHkkmxLaiopIBTcDsdL99pO9ebWZ+LW8URcQsMRaW0vJHdaKMySeqyxp2ATqADfU+ghgKj4XqjTjtUZfpaFu8XmGupL17kZkdrgm4IIB7W01HjeNuJrNpc1DMbWFd5FLw47HxbRokWVN6mkNPtdfUbhtXnlJ7272trbbOu8ysYorOMp0rFrz8KbKdXI4SUfCcub5k5bpUB2ABNu3lbb7x3iafz7cCLTskFHg6hmcTfQqBsSbW1Hbte/e9pWIqo1Qf6epy62hj7w01N+bKOwXYqSoiwzC5+hJ2Z02marhYRAal2IZp3+TSxZiijY3kYIrNQWjDVbQv7u6gZeYASEqQe4J7X7fmdfUGJRo0V1t1pxfwc2RP90+W3g5Scb1mjYtYxbu+qL6IrC0SEQ19EiPlN7HKSHQLCywb2tdKb6+r/sx+2HhLe/hmJBxG97vxCwhLT4X1IeUANQQNCfMEDXbWv05NIsT49j/ANxfGGnb2hMUOu1hyjRZa20IQlPR+/8AftlSv09rmn2pTLb+dKuhfhVs4959bqlexvPlO0l/ksyktOp+bUi9remv+ROykxQIrXNtOvIbf+TqCVa+djrbQ/vt6bYFj7iVM1KcBcCJCsRospp9prIxkzZP1k/6/gfT9myzm4hdgRXIDTy8ngdmaKVrcHvqVeqrE6/W+xHvLnutNONRXkIfWvr79SfpY9+/cWHodlM3DlVl193m0IfQlSlR5DuVLibXNleG+nYgeQHe2w66N3MBbhvGeoMPGuF942F+LAdQvo6k5wtKVi3pqLm9uxF7bJ7HmKp+F3W2sL1BaJra0ozePL/cWlRupJJsO/e97XO2dWMNV7c3WeLQcQ1SiSuritIXnjyk6C+U3Qr19QQO1rbGH85Uqf8Aeqo0w+/09eTLmUNNO+X10sds3uVEZQ7h+fzPKWVbHjlZxbi3EdLY9/S0I6Pi98ma3mNSBoTrf8dNqR8V52V91Zp03xZ0R3UL87XFxbS/hsSD5W2Vg3i17n+f+IhHy5EBStLd7jW/p22nSUysZT2Mb4Nz05bEpKa3Fy5mFJAzB4C90gkWI076G99sjU6i9bP/AKwqVh42qZgGqYjit8rwKRUerKiRdKHPrmAsnXuLGwHYd9ucz2dN9zsV+LAlsIRKzZ5EeZ4lEansCSe4J17WPlsz932H8L4ywuw7zcqFNQjqdiyMq/obG4trpoL/AF2vGati3BrvKtY3izYqEKWhL7A4uX/dve3nYH1sNtTpthRd8Om6o+Exk/gfehuWd91yqjUWFra4TXOoK0OIuCptXEBC2zbwjtclOU3OxnuyrEqU0/S3oiOtSszSfAm/kAq9h2AufzJuTqmHjNrFvEpdUl4aq7D+bPHkJQpSlC48CrpVaxGljoe+uwFL3ZUFqqP17DmGJVLR/a+7ViQw2oXIPCJCwn1CSbX8JF7bS6xn4mlRqXzteZmxhQ2qXWXIsqJ0LUqQlSelSVq6gQQOwPlqD+IB2omI7s939Fn/APNfx+wH/LZq+0I7KoMBus+72H+nhOrQooy6aLspNxbUkEA2GvrshKPjDleJVPcb/NMIUtS48g5XGvNZQSUm1r3BGl9BYEq6jTuTOs051DQ9FGqjTX3VpHy/+Va1z56+Z2tsOYBwbWXW5WI6fNYlI/2TvFacVe2mbKASLXSQL6gE9xZ4XxPS8UUbmmmUU6Uvo4Erwq9OoEhNz5G3bz8rSGzwnXOLE8CM3gzZk9wUn5tNfL9u2LqDfUcKJl3rZp2xiH2H91W7l371S2YudHX1oHiIPiBAKFDy8iL2Oo2KI+7LDkqjP0GvU+FUaQ+jIuLKTmTlv5Em4IIBFiCDqPPagwSy666390yZEp8Xi87jvpf8f8wNjetTfdcBzhO/rcVpfUnXzTpe47gC99dDsIWMBvJ5i/es3ZzMy1b2YmqXiiXAo0thdEXm4SpHxeg6lpfymx1voSLHuCdpOH9wWI8LxXIDWIYtRoL+fJAkXSttCgbhKzmzaaWIv5EkXOzoYZpdZlfCqDbEpfU0tp0LQ5oT4O3bvaxFtRtzjPNQJXIV5ptxjJ403Vm7C4IAIsO/mBqdCDsL/UtRuhj1G84iMnezlVOK3Pwa05CWjozsT1sKyDvYJKwSNflTe+oULbc8e7mML0GjNyt4OJ+dQtKUNP8AK8rIZXoUtrSlSs6jbSwGpPSe2zkrNTwlA48B3E6FxV/CW0uR1a9gFpIWhwaEakkWIJ12TeI2cUQOJ9nMTv1ulo6XUrsuVHTrbiMptzDVxqQCRe5B1I3dFqu/w/ubWi151Pg/uVeAMAT6pXnMJYclxVxX3VIRIf6Ft6eBIFgV2sMtwPK1r7abYw3hfc3hJ+Bi2k+9ItRT8X5ltqtYG2iswJuCASCQbbZURW8eQJXKyoiGWX2lphSGklKM+oK0DRSHBa4zAalHT5EaxbvM3jQJ7dUr2JqjNR0scKQgJS4lPkTlKHF2GqVC/mO+2nXXWp9R/YvqaBiYzgQKM+7F97rpD7qkL4Vn1NpHZSmCMov5KsD3IIAIBzVd/GA93OF4nK1bIucpLSU5DxUrsm5ICSbC+otoPPz2znu0xRPrzs9rlJsWK+whSGMpWlSToVN6rGUkklIJCfQWA2VWLKm7XuPS3ait/lXVpQmUjL4SRqQNNABrYadz32OTLAKkeFXxFVN9NUiV73sxS5sKVwHXUX5OZHULgOAXCDposhelwSBcbRcX4MqmF57fvRnO5naR1tZ0PIPZlzLYKTYHKsWKT3zajZE7t8Sz8OOuNNS8kXOpiQ0vqQpB7ntpY+o1Gax2dGH8S4oalfY3FEvnWEZFwH83FQpjXL1ak28JuAdNSRbZe71DAhhOFVddarMCVS3v0CcyUyEZ8qr2sdBmAvYHvodfRj1feRKrODX8L4owF0QnUyqXNgO52mX+oKslQJaKhe6SktkL7Ei+w0/heA7Xm4E+orpa1tJQxIy5uG7clKu+qToTa57/AIiRhas1nDnv3C9Ze5KvQlJW7FlJPCUghRQ8w5lsWnrG17gKSUkghQCmj8WMzz4vA2g7xncRuxHaXSact9aEtNKnpMOYzl7I46dTYnRBKgCSAEdtp2Mm3seYcco2IsJoXKoLqZnJSnXFO5j3kxXwUqCTqMpJuUqsL9oGAcVT69iOXQa9hNfvFGZbsiKhtKo7oNwpxCgM176WGt7jvq5MP1vAeF5Tk/EdJYXNi/CalNIKkK73uwTkT6ZtTroddnDV575axRndAjdBgvFsCVEr1Lw8iiRUIS1z78orU4gkgtlFitSTa9wcpuCSTbZob35eA+QYlYj51c1hK+E1AkHK8ggWsAegjU3WSL2ta19hGvbxp+8H4WHMlLpGdXNKiurU62rs2tDiLWGhCmjluLixsdv2nUnBuI4r+76e9FhSpudUCoxVBDSZF7JSfl6/NJAudNDY7Ta+wS4O6VGCKlugdafd41ei9WZTEjlZiU+twtoLv5gFVj5EW1lVR/d9ysuVhzexRKIuUhSP6UobsVrMdClwhS21JPmkouL3IIA2VkTBmI6NVKlFrOHpSJVOlKY52KvOht1HkUmxSCbWzBJIN9B3D8dynapKbd93NsPoT8VSEZFOK7jiJByK9QqwNvqSNhjLL5RS20heY/cNRqzg1px2fg6kYhpz6lT1xaRUkTY7iSbc3EClgoNjZQAAIOUqJsS8cE72N3zrTEV3dxwELQnhOxVhaco1sUrAUmwv0201B8icwbv8TtUHcZLqk+ksSm6RKflRUqQEOtrSsKORVwDcKWBqCbgZrdjLd77SHIQG2vsRS3/n5jirQpXb5VJJFyL+I+Vie+3l+pUPpG71ZwP8zC1lfbG9Y/ca0Dd9iiKxKo2Hq3Tlod4rTsBbjCm1n1R4bEdwDYi9wSNgmrYTpcqgy6XP5Wbk60IqMI527m48wpJOuVYuL2BuLDa0wd7QErFsp+lwKJTmJreVDUVUgoVKUdShgkBClgahskLI1SlZ02rsQb+eLK4UDxoWtLsWewOEqyyhbKllJAVobG6bEWVluQAHV2tVlGitdtpT3xIFIp9Uo0D7rLQwtGVHCdjodV2sACsA3NhYFRJsQCewIcAb4sURXWGsUe56jRPBzjTSoU2OoX6VxlgGyQLFIFwTYeg/JOMJ8CK3VJVJ4FOy52F5Q7w7jUBWqvLVKwbgagjXbpJxJg2s8pFlVBFOm1RpS4rExrLDqCbC6c6SEE+ECy7X0BJ02FpE1/vdkZ5z+ITt2WCOOm1+g15px2jVZiVkzZmmlZlZh3SUdyoeaSMw9BptOp+LJUWU261ERKQvL8XItKk/3VgjioT+KVpFrlI0JzjTPaUw5g2VIw5FwQxzUJ1UeRHju8VWVOqRlCeLcJINshAB00sdjXBXtCwd43NNYcZpbzEb4T60z0rVBXqcshF87RNjZVik+ZSQRt6JQw8pQ0WL5YmkoGLXZ8XhNMyoq/CtClBXT+KSULHoQb+oBGwhMqOI4sp+VFZflMIdUhSo7WfKoDQKSLqCrC9rWNxbatwHXnay6+1Xoi6dNhOqRlSsLaeR8qwexBH+u19WsOSvfLlZwHUGKdW1scLirupDltUtyGbhL7emiSUuIGYtrBJGzZ81nEMfulC3vbaad/s15Ol1GqFp9bpNiLj1Fj+B0E8UbvqDjfDk+fubdp2HsQ5VKS0qOlEdxV8xaeQkFPCUTa4Bykk5dduU7fVhKsz3ML748KMYRxXCVwH2JSkzYEhWh40WSkBQQSq4DqW1g3uBqdreiiBzXP4cqyJTCMv6J3mEZfIcQEqT6WIV5H1AGrvU0mp7aHypnmpind5i3BuMqt7+wbyLD6slewvPd4S6fnWoB1tw3SuKsgqakNlSAbpOoADg3d7u94O76LEr2A948XDSEf1qBVmOYYmNZQPioSpAJuB8ZognsLAkDWe87dJF3vyojsqorQuK0vlXYS0JlMpKDmbLbqVJcQfmTqFAC4t2zRXvZv3g7v5TlCg4hlVTCLjqXac60kodpL47srYWVBto2sFtEJF1AoSALvparfdPQ6TWU6nws4MtMV7xtxlZdY/nQp8VzENOQrhSIvDmIkR1WKgzIKClSCeotOj6WJ12taZi7dViifE/m+3urwhXuFyuWRTW0x6gxkslp5K7BRQQMpBBAuBYKsRp3c7AxHFcn1mIxCXS0qS6joQpxVuq6Bp3AJIA73tqdsyb46/An1lyBQYmSLCUtC1ptkeUlViEHwm1yFAaXAB1vsTftE0u0KV8TNK172Yd4NLgVKfhzGUJ+oynVSuTjx0xWnF+RbQbJKdbkJKV6f2lyNmJ7NlLqlLxvSXZTMViqUhS+YiuoS06pS0WcygAaBIBNgOwvobDLW4zeLiN12JQYtWmxYUrK0v7x8BvuGzw3DZJOoCQSDYADy2ddTwjvVgV6Ji2ly+a91tK4/KzSpSkBskrCfElQPpciwNgLnayce4Oqx84czQftx7w69hxqiu0arVGFFlNPyH3aX/XG0tlolaUpupaAHBmCQTa9wQSNsKYjx/WcUYcYpbtRp1Rpy31SIEqFbis3tnuyvKUEG9lN6EWAsALbX35YVlYjwRgTEbtORVJXQlpPOohyErVGIISpwcMrJTlCVkA3AJHkk8Nbuftk1Uvc2GYUKVFlKiz4s1rl1qWR4kpSSGnh5pAAUL9gdjGElzuB3u48lQIm6WsxKW/UWGs1NrOuWQ0i1mpCLZkuAHxoB7EkDxE5r2B69S2p7ruE6ctyqZlPtR3wpLjoJNxZAC1aaqISsjUZhcgXkezVWcOe7cUYIxYunVFjKpEeVxEJSodlsON9OhykpIuD2JGmx3Hp28t1r3Xi2uRa2xNRwpEV1IS6lNzdxlxuyioG3dJB1OXsBlaikvMK9B3s1H+0Tz8HhOuNVTD0WosL6nY77uR1u+ikZyFXbIAtcEA6XIsBbUjBm6WqOsVndpiGo0tcLJ7xwlNR8WOu4s7DUtRCfTIlZaNgUlJBBPcc4EoPFgRZ/NU5a0/FRzQdabXYBJQpXXqO6RdBN75TcFVVqqYcwHihulz6j8yv0rQ4uXMEkIWVJCkmxNiSb6XPckpTYJrUU+nPBjQ3YbkfZaxHWXMUSsTLm1pbq3VKmTHadNTIBUnPIi9CS53QXQFZwLla9Ts1cYSNyO6+A3jevYeYfWw0lh1qQ01IdU1e6ShVrugqPSq5CiSAQbgoiVPwQ7P9wuy6RK47CpTTsp1bCnGvM9XSVJANwQD5kWJtNjxsLz8OOYSr3u7FeF0OqdYprvU7BWR+kivAHhLt3ABQod0km4NHgIut6G9Dd9vLxkw1A3e+6KRlUmRKjv8m+rQ927aLQO6TcGywADYk5YwO7ijd9SYFGaolep1LWmPHqnFbf6ENlPCeyELacJIzJIAVYGx27PbqsOV7BDlLr2LKdW8Lv5vdsitwC1UaO6NEN8yLoUpJ0BccCr6iwFgssIq3X7pay47iPENLRUX18u/KiwxFj1BFzkLzjJWUuAHRw2QSblV7gDsT/dLeLQ/ZDtGgOYcdwRUWJVLyuxZkBfNNM3vcXFlpsPCojXW4BsSRbu93P28o0veDP4C/dalsOod+OtLA9FIOcdPiGQLBTbKu1wthvIoLu8ZiBhKrVREpfwHVz5QStlpY/XSpKnAAQQLHMLkBR1LGq27/FuA6NLnz8Q0FaJrSlvranraVIjnKc9wlBX2uQCknTpve9cbVlLDs9SpnYcwRiOU3heqYyQuiVFpSYsqO018F0HRpK0jKtRIWkpUhOYaGxFiNY03eO4ca5WjY8lVFEWUl2PCdaGRzLotkZklSBr2bATpqO21ROpmHPs5VqXghmLCmsIVKmNKkKS/HVp96CyAClsAdPEUSNSkjUs/CECfWaC3S8W0N+bRaiwppFSi2QrmO56dcgIGYKvlVc3Skm5JXtccSiYUZEX9Uh1SjcpijFry4vKpS0hCFBLqWiARwySkOWTdRQCCBci9trCl7ymqy7Pw5Aq0WKuE0l2LPhQnFZULISc7YSSkEk5iCvKbEZgQBf4hwZS4tLYgO1uVV6dFa4HCm34uQlIS28lSTdJtdJUCBdQBAPVT4J3VUvDk9x3BHApbEpefl1JCcqzZJKCmwABunS4N8pSbkAiVmLNqgjbTLim4aqmN2uagYhYX8JXOR1vtcnUtQEOp+Q3y5SSkk6EZVAEL7ejhygtQKlPdwRNizWMj7TDVn4cp8G4LJSTl4l7W6VEAlJIBG10vAmKJWI5eDYst+g1FbCneKiRkYeaVdOdAKChbRvZRzIWghIUnKQnbnhtU/CWMv5vsbxFzZU3joa5dhbSlKGqxa5GYjqU2BqAFgHVW3Odq8wxKgbooMP7mMOYon8/KZYXClNcVTCHyjKlVgbLT4FgrGVRFiUkE3BG1lB3d70Ny0WrYkwliGLW8LvsLYqOH8RtcwxOgFIJCSq6Hk5TqoKBsCMumUNCpQsONNOUvCXOomxZC81IkLDEhzUaxXlpy8YItw0rKAQEgFFri6hN4jo2EuVlVunSqDK+PCkO2RIjrBzLbcFrLBy2USStN1EqWBfaiupEJX5jdATCWGqpKrMDeNgOk0So06qQ0odpE18SH4rShoI61lKpcdV7pSVlaCFJDqrBO02Xhis7wd6GCMOSqizCpHvFMqo01p/qVFYJdAYW4E2uWQChZunNooEAm2nbnKDPrK4uHJaGPeKUzJFBp1SEN/OSCp6OwuyVBagFEsklVgcpsBtKm708JYclNu0Hdk+it0vNFnz5khxSVKt1IcuHHk6J6gUIFzcAgG0y48ZB3kbw8eYC3yVLBuCGWKuxQY8PM7Kh8SR8RpDx+EtSDIbTxQlaUKBBSQACCD94SexlvGiz+VZhRZVOyolQHcyX0o8gELQHFtFNiCSvKLW8rRJWHoG9qK5XuM/Cr0Keuer4p+M0+VKshYsi46AlXYhGhVZQF1h6v/ZKguUuVE99oYzI4U+OOOy0pZPQ811JRcG1gUg5gkpII2gywg5jndvS5TU+suy5VEqM1hMOpO0uqOoakKQLMOLCCLqTcgqU2SArpJBIKEpsTeruhegVmLL98QvA7MlXmR2Ug2JdeBKWkg65nLJAve1ttiUvFEWs8u1Kai8BDSfhO9LuUG5SlwXQoC9gm1vUC5Il4aRS4uI25UV5inVFbX3Cby6EJezCwZkNqUAsEm2i1JJIyL1OYbS22UcbejPxHhJ/+dXCcWKwiOpqRMpaVv8FHQBJQE3ztBd1FSCCAm4A1BHsQYagT4vIV7FlOYfiralNRXcjqZjRspDzCiQFIWnVKkkAm6SAbja9logQHXK9XqIxTqOuUpM+FTWnEqZfSVELY1RkJGpSoIJvYqJsDR4gRQXcLuQMJS2K3REK+AxPYXkbUu920F0fDKvNNw2Tc3uRe26RidK3TKXijAdCxbu+xlztOp0rJKitPhT9PfUFI5gMOEOJQpbKknKSFG4KQoLvA3h1OBQaXL3gtPU6LKp0f7w0joW8jIVrb0slaSkAlNgQSCNRYilGhwHWuFRoiGESn052JCCthSrkBOVQzZSq6k3ssHS6iNrabh2L70YgReSiyqjwo62pCzwnFAXuk5gpD4BygpICgT0nsTg7hBkbYi8Qbzv5y5UR3BFJYm8dCUzI605lNrtqhQUOpI1OYAgCxBGuzq3Jbsd32EqDUmt7VEYQublkMSIsoxZDKQcymytBTnavqEuZhdRGgJTtHpW65vC+IpeMYFEfi11hai/7tQ0uO40NFJcQkBDzagCSVBCtVZS2ewxjWZhLeNQX4ruLPddRhO/8AnLUk5203v0FWUrSCoC6SVJzJvbQkLhvidt3DmOjdlh/dzS8RuUbAfvuLFfQp2OvipSrj5isltxshtwHRSk+Y0IUCQD3fVvC+y+7R+LVKjwOOjhZJHgSo9PoDwzfVNiAm5BFiDnH2bt3+I8B1SpT6DT0VSahpM1EV11bXNI1uhtSrDigI6c9rk2JNhaz32NY39ofEcDDmHKc5RWENJkc0+0eElRBSApKeu/i87XBsQbjbNJC34MxbbRVZlzgCZ33n0Ss0as8KVEmoRUUKnw1yECQh5oGyXmXh0PItYKKTmBULjW+wlSufrM9yA69wH1/OlS0ozenUTa51te1/IabbY3Wex6zRsJsYcxtjeqTWOY5pEBhLaojLp0Vw0qSSgEkmwWCSbkG+0PE3sE4clSn5WCMeVSlsSnVLkQJDTbuW+p4bls6fMlK0rA0sQBbbUV0EV/1fS7tuf+JiauR2qDKcgNePInP/ANQPPa0wh9iJTUuVijEMph7pQmO01lV565iDm7DtqDa4AsTqquewHhylxWJ8Sq1rEPER1xXZSWZDav8AwsoQl1J802ChqRe9gpqphzcRhOunClYwnVKXUFJ4raKy1ISl6wN7f2iCLWCikJI1BOpArNQPSgzh1Gm3OzMgYdnbuWuXlNYIqM1/+ym8ILWq9wLqFl5u+pBPoTY7GuHoFUrPE4WCG6IwvozrdGZXchRCSAb3ubi4uTc7TsH0rd/hL+kKPSZXKzcrSeVdMiOlWoGZGoSnuSU9u50udm7SaNVJ8VuU7TutaM8dLSF5snksgG4t+sLE+mmuJqt3xM6y3eciALu7uA1hyfKxRUFoioSl111DWbKmxV2A6gbWJABIGnfbMeK38J0feFxKVUGXKK/1R5jTpUyrQXF1E2SL2OptrcGxG2y8a0WVPwbVqW1VpTE1+K7lyoKkJV6Lskgj1UAAASVAWJOedwGBd2m9oN4Jr0uiLxLxVvxabUakqAzVo4Fn2W5YBS3KaPW0VZkrTcEd3EudLXgzS6eNwPMKd3ns54XrMpjmuVWuV8VqOvoRkOoLZBAINwe4Fr2FrbH+O93e8HdLS4kCBRIq6ctpKWlrmZ2Eo/USpdjoLgd7C3exsnMJ7xqp7OmPatgiDSpUqFTKi5DdpNZuzKZaBCko7rSl1AIAUm7bh6kkhSVB8M+1Zu5xHS+FVOaYRn62n2uptXaxSCUqsCepIsRfU+ZNVoFuJdif/UR6gmo35XJH7RSTcVYXn8d3FtRqLFRRH+BwneKhlafkSbWTYAW6U3vYXtsOU3GdZxQ17h/sOrhZUcJaXTe7iLA5SQVZhY5r3Oup/N5dZ3dV/GzErBrNPp4nq4UhbSEtNPruLOWuAVG5KlAXOlySNGdhv2Z5TrXNT6tyq+ElSEcIqQrMLgixChfSxJFvoe2euk7LeES7x03I4MVlEfo1L/ovm8i4q1J4WTqSn0GpuBrYgkWPfW55s1Sl4jrLdGo1WyTep1h1+O4lClebRKQo5VJGqSkkWuACAdjPHu4j7LusVmqS2Kcviq++cU8rMT5Zu1nBcAZik3SR1jULd+BVKC7xYEuE/wA6tKmuFldVlGW6km4BNtCAbJ+Ug3BivQoLO7k5j+mqS89wE5kjETOKMOSuQ+OwxKzPwpSHUPxZSNSSy4DlUbjUGyxbqSAQTUU2DvLxvK9w0aJKqK319CVWQj8CTZB8yAQVamwOxVFpmI5TUuLQa5CXSKo/x36bPdVwG3ybrKEq1bVfqBSQbq1KgTs3vZ0XS92mI5cWvYxoj9Iq+V3+tBhMV/QXUSCGlEJCcwui9gUpBChtV2KoxNOyw015Uczvhz2Sa9RsJNz6pUWIs1zM6hC0LQtlQ7JzJvcg3BBFz6bK9ug1TCXPQKNLWwt5/M6iLdTDjvYuIAIyKJGtrAm9xfXbU++Lfj7hiuUujOxVvvozNcV1taHvOyVoUUhRBCiLkk6AnsVjhWJhLFDTc+BXGM7/AI2s+Vbb90+JGhI6rg27akDUbCvdl5WZh12oSskjP9vUU1IxBijlfddZiQqihDquFKRn4qc2pGVRJSq+uhGouDcaMjDtTxHyDlLd5JhGdTrEx1DbUiO+o2JS+keBSALpUkgqIJuRfaX9gXWqy41KiLz5lcJSfmSPIHQWI7XBBFrDa2feo0CK5yrq87C+FNRkCeGoDwvJIKdbAAmwPa4NrjqtcmF0HUtRZZtABHz8QAxJU8b0aA//AEe/Uc6FZpEdZadU1c2yLaNzbQ9yb6gaWIhNrDuKHW5XumqP1RbXCkKdslTiRqWnEWKHCLEggpJ8xfs65WGKXKlMO0unLiofSnirYuhUV/yzalDiSAbEEkC4ta5HzXZmEsOUHlYtbhVSorzR0tSlhKk9hwirKLgaqFwbHTMRoG+5tnpt26Jpvde1hxpjEc/mpXHaUqRDhuqQnqIzIUUHtcWCiUgFN7i+pWqr7qqpQWKDQdyNLizeXVxZEquPNOyNBlyJcKyXfVSXUg9gDqNiGpYQ+0fDqlUlv06awxkXmazocv4cziDcaZwFAEEEghRBSAJz7OOtOUGvVadCfYWqRClMLbdRnymwUhzUXF7qQ6kEkXBFhtIs/wB0KK4CYYxTgODUH3apRKoFxVqQt2jVRapbdiRYNvdN76FSVtnyJANy3sKVeqO8P+aXG+TjuqdXAmMGO1KvYLHAWnK0o3JKUOJOYZk3urMMpwb75pb/ABfdEqajKp2Qm0J2QnLotSAFoKhqQoAHQ2zkWDP3T7rIFGdbxRVGV8dhCeVddfbd4jRFwC60AlYHkexAv2AAtx7Ez9f+nSTD2HGdait800v9fI66VpTfUpvYKtr28r6EbAu+KJ9qGm3aNW36DNhK6ZXFVmcT8zZsRn9RmJsUp1HfYgxrjCBS4D8CBUYsWory8vnUOE50XH07W8yDmvbzObcfRMb1Slse+XaO/Cqj6WuFFnuJSpYVqHkFOlikJNiQRm0IuBCJzmef0eme5t/xP6u4a98uuVSLiyFit9hSVOz6bKyPx0KSUgyGFWdYX5XspCv1h22gGp1SfAYoMqoRX1wv0Sc4S7kPkR56ny7Hy89jhH9A0umwItPYpy1tJR12d4Kigi19SEKIKuGCAABlAvbZNVnAE/FuLeQo2T9LldlK/RN+tj56ahN7k97bXusVBkx+2wqcCXlBpVZdrzdLw5EcqNUz8VqO0gKdSlIGa4uLp7A38yADrbaNXaJjJ2sy6NWaTNhTen4XKuLVHVfx5UgqSgjTMNDcedttm+yX7NWDfdc+s4c3u0tuvRU5X2mn0rlM2BUA4ldlIHnoCnS4J7i9rPtPbjMB4yotGgU6bjLGX/nGflUt1KluZLEOu5lJC0iygpQXcnQWsdsOvrLXXdmpCf8AiM0g7MmYc3b7qsZbxsUP4XaabYySE+8pS05kpSrxAaAZyL5QdADe2ljuWuwt3UHdhE3TRnlyqphSlu/ZqfKa51DLSGyXaepYBcQ0sIBSokozoAsBs4d9++PCVUoNGrPuSLT6uwwrq6OOm40bBHp3tc2NiPU5JqlagV6sy5UXeEjCmL5X3inOtNZU8VIIQSpIBWCBZRSbgqtlWCQdTV34THzF7LRv98S7wjOoMDDjdZrNWfXChPpzcJritR81sirIBIa1FlC4SNSQAbHfvejSqW/KpcuKtD61I4rSgpKlDQaD5r6kdyfW99lLhSFPxRiOe7i2rIpfvTPImxWHQ01zWe75QpKQnKSCUqAGjigR3Gzg3XYYwlhevf0pUahKpDz6+FKlcPNFS4SBlsAnhhVk5SAVJubpIA2y36hXUu0HJ/8Acpaak+0z9fprVBwu5WZTK0cPozZxmUk6WvYg+WgGmo9Tth7fbiie7jerQItRWuEjLwkrtl87Ei1gSbeva17WA1H7SGP3YvP7ucJVCnTeBK6pkdpxCWVAqNksk2AJNyMxBFiBc6Zuw1QYFUx45P3g4eRXotRaySorT7sdSbDxNuIOZCwRmSRcDUFJvYd08kqbLx5QWnKZ3H3FVJLsCBwv12v+Q2c3shRpTu8uBwmuOhDS1+PKpNwQCn630PlYnYUx5gGBS2n6pFqD+TmlMMNSkjiqYuotlZRpxMo6sotfUAagEnsiqdpe8FysymeOww7y/Sspy9rkEDQ3skA2ufra+1W4ccTQscMhm9mpbXCbad6FoT1505VZQf8AT6bT4z7UVr4TORxfhX/d8/Lv+Fx6bVMlh13+tMoyf3vF/B8iCQe+01tjiuttNZ3PEpHzK89Rb0/btc17phuZyTNaddfdd+OtfhX4VJV+BHb/AKeW1W69KdlN8Jnwfh+/6fv1O1hNlNcJxp2Ihf7c2b/j+IP4bQoTErleLxUIzrVmSpBzeg/g+e0O20YlRKvElTxRFlRGqDEp0ph/+tIfkFpade6TlIPlpYk/v2G8a7z6DhzlMGtPIXiXEMhMWBHU60jNIVYIQFuKCNVWSLkC6gNCQNiTGNZpeF6C5PlO8RaEJ+75sqsqtQsd/wAtDfvpqds/bx6bug3q0ui0vEdWp1LraFK5KfPTwuYXayYTiwrItRWVKzJNicqra22iqrf9009FRv5MJ/bB3b71aDuRw9FxazW/clOmtTH2nZS1x2XchQM7BvkvnWNLhJUAFG9xmYVOv7r8bOS5TUrhrixZ7sORdD/UgpuEqF9UJyAi4ITa9hbbS9e3vVSvexliHCW8H3jVJsHi0SGqbMU7IiyGSEMFS75ytCxfvZQToDsvsdRWt78DBFeaqC31xcPrgZ5WbM2viX4anjc5LkkFd8oJ1KezFgCTcxtWI6sYZi4c3gt+62ueoNbioqlLyIKU8Jzu1cCwLarpsCbDISLnZ37kMOz8LxXKp0Mc6lbUhh9rOmQwru28nKQtNrnVJAuDrtBwluqxvQaXSYG8vD0qnMOSnfck9XDXwXV5SuKsg5bKAKxYkEoSQSANjKmTWsOYD5DG9RXSH8n3KUq61pyr7pNtewN9QRew7k52pdxjZ+YvqSVQYl/SqvS8ZVR+jYNri4VXyutRaM+lCkyL9RchOG4dFkpu0Tnsm6SbbaI3KbgKXiig1JqqVukVF+oR1sOsKjuMLbX1A3JvZQJ7EAixBt2GOKfW8OQKWj3XEbrfAWl9p135XQEq0IAWk5tOwNrEnbSm4/2rcOQKW5Xt40RGdbSWmp6F51trQLAP9itB0SHD1Aa2UO3VWhnw0zO5uaITHG5vGWF68xgN2nPwqouoqjodlWYazg5v018mo1SSRckW77aFqGFd7+HMGuVSVUaWxyrCeLClTQrpHfKrSxsPXU6WJ2Cfa39rXBuI8U4TpbuE0UXknecmVHiiU1Ka4dkFHCJDrYWQQu2cDQAajZdHfdg3EbTlLgVZEV+U6qLKYWpT8NxVwM7bndIUOoX0BVa+h20tq7YyqBuI16zjaLhygwK80yxW2JUdLrvu50pdZSQD1NrF/wAgQfp57TaXvCwHjel8KKzOm8f4TrCFhC2/KxUQcgOouQU/5bD1Ww7RnaMxKlVaLCixYrSsumRxOQHRQv37aWt699gzGdJoM+VScUYNqFLpD7MdfHfhdK3lJA1VkOVabnU2zkgAA5tAmqU7AzmNSLV/YZ+yUSBjLBGNUSorWRrn1uZ86dOlba0oWQe1xcgXIPfaX7OW+f2KcOUFdBxRgh9iqIlOLS/VICJ6XEFZyFLoTZHTbptpfUkm+2cqbPgV7EbFG3oS1wlrdzMJfa+BIaKwkk2spKiMqhYgA3v5Hbvj3AGDYGPIlBway+ww/F4+dWfKpWlgCensdVDQmwuTsZGRfGENvGwTXe87f37CkVqC07g2nSoXNNLlOwsP/wBXSOoOHKjrHayRcknUWvsYse2B7FEWKxysRjwpQ1kw0UqVbt8g9NPLbFuHaDuvqlBfgRZbCJUVCmnUPx8/UCb97aDsUkeYsex2+WN0rWLYESVFw8hFOzqSpUeRlS26P7wOdN7k2ygg272G2jXXWw5/8wimbMZ9uL2KZTvKuxFsL8fxcMrT6XvZJ9f2X9Dsa4ZxduH3of0pu5pMLP0r5pqmhj/zQAuRcgg6g3281MRbvML4IxlyruHn1toTmdanvl9ClG9lIVY9Nha2hBuD2ttuj2eqJRqDu+Yn0aJySJvxUJ/HXudT37m52rYqKvhmVcmMrFEGLAiuOtZMiPm8X8a7Yk36VeB7+96c2vP+iVlV+JH7vI6C9/w1VvRrDtLwlLlT5bHAWnKnIrrSry/gdr7YN3j1KBVHeLPefQxnz58ub93+dr6bZFoVmjFWQN0e+7PcHuW3tYSYlVnE70Wr+B3l5reZNx2yrv8AXUW/Hy264h/k4aDxefwvvNWtedSuBPijL9OpsgaettfT0xjX8bNNO81Al/1VakpXly5k3+vfTtbT67S8H7+N4NLlNyqDiGqQuvqQiQtSc1x9beVu3ns/p2TZiByx5jWp2I8dz6N7h3ybops6lrQnLVKWpt9SdP0lkKC0rt+qAo3Oiri6/wAXUf8Am+4dUpeer4emr+6yml9Tau5afQbKbdFyCki+lzrfZ3YL3z0avO+5qpEfo9RR8LIrqYcUDbQ6WufMgWvb67EGM4dGqlLn+9IkXO/8J3pHxEgXGYi2gtoe4NiCCL7eOGgXSsWqGB+PiYbBqmw4mf6NjzBrsD71ElfH+TL4fqbHqHbsQSPTTYu3WYnapeLWHaNLzsPZmsmT9Ig9woGw1vqLaX17bKiTTYEWe+1AezsIV09ldPe1/P6fT67EGEnJVLxHTZVLycdDqfu6/G4jscgPfuPI7U1G2ykp+0ZQrZxHrBqEqjYtqVLpcvlYr7SVNLaWU8O99PUC/bWw0HbTYGp0yfKxa/Ar2LKpnW7kdQt8rQ3qQHkgWuAbkkXBOlwTsZLnNSqo5PdicDPFQh9KkHM2oE27dvK5vfU/TbNWLJs93EfvSgvLYlIlfIs+G50PqOwPn2HlcB6e+E2RvTDy9R5Yzw3WcLuuNV74b7CErjykrCOJm1C0lQuL5de48rk6hbYN33Y3peLX2oGIaiwhClJ/Tryua21vft5aHzttf7wd5VZ/m5gNSnuPyqcqOKgL6VWzNrCr3b0vY6gi4IsDsnMEmlz6yw7S2VsLWrqjuqzpSq2hQq9yBbQG5HY3Gp3NMDjJjjUAuDNwSa/K3l4Il0HFESLWEPx1ZY81pCu40KVpstCrdlJItofIbYnxlgGl4cqjjVLrcqEtC3/u8qQcnSVdIf0sryOcC/e+h20Ju3q8Cgz+Vn1yLCyeDmFqaTmNtBoQLm9iLan1Oi3374Zdi4y9/UuoMPsTU50x0OhSFLOp8NiCQABpYW7nUHU4aG7apzFNPrGN6M7wubfY/XSuykufh3BuD3SSDe/nswd229fG8B1uBxVvsLV+izZlJ/whXbW1he1+4tcFcScQxWmuLS3uSz5fu6khbSk31BSQUm/c6X+t9ulOxrAiututROVfQvPna6mtO10m5/YdfpsC5FZeYO0I68z0RwRWnZ9GbnuvI8KetPQvzGo7jXQkgD/M/FerPFdbgO/PmyZl5kuW0tbuFeYI1Fx+YLuxxJKrOEoE9rJnYaQjoTlV6HMBYKBN9bdvP054/r0CBS36y70Ii9bqI/Utu9/igaHvbte3ex8vIWks+xfzPKOu6zbKTF9IrNUdYlUvxsKS7HmxfGlQ/XCSACDpmuDe1r6nanc3r4tw47yuKGkSkI+E71lKlJGgWNE5FeR7i9z212X2FcV16fVJ1ZariH4q+uLNYXwlOW0+Ikf2g1J8vMWuQPn+c77USn4GMomRCPhLmsIC+He/WtOhIJ7kXJN9Dps8ujDjaR6m7Xoq3rxjmGmP4NBxvFYn0F5+qQpWZp+G+ltS2VEXIPVmKRrqgKtcFJtewZCwXiie19nP6Xi8DMikVTRTsVXm2VJVZ1oixBBFrWISRc3O7FcqBiPkObizad+lYdaXxWHEGwzoOhTY2uk2KToR5lqyMWu0GssRWoiOVlIyK75066lJ+a3mk3J7gix2PW/06bFEDa/0o2oOZS4b3d43i0FuBiOuZ30K+L2VxFC1lBWtwNQLgHTvpbaZUNx0+e65/Ta2ESsvFWhLalpdHZ1IUC05YHwqSCB3UQQD913HfISm2oFcYebX+iYV1KUrtkSoalJNwO5HcEAm1bVN+mKMONcVqnolRenOnOFKSoga3FrpuPT63GoMfU3k8Rb63Vuf/wB0K8Obn4tGoNSntZOaR8VSIscpT0Aq4obTfIb9ynU9yCe+OsRUmvVme5Kiurfzu/2HWpSdSTlTqruAQAVXNspsDtsWPvgr0/BrGLYGE3JSOlLvLtF1KVKUEpCsnUjRQOYgpOo1Om3zUaNjyvO/0puRpy+On7vPRw3Uq72zBIK+50OpFtU6kbaKaixV8xHq9dYg/VExLT0SoEpxqUy/kfRkUhaOvS9ikmx01ABtfZ57tU0bEcqmynasv3vSEKS6hfSmdHJAuD5OJCUkpWB8xSpViNtH172YXcZYSbxbu+dYw1ihCfvVOqKlv06QqwzI4hQXGrkZQoAo0uUDUbL/AHRbg95dLxG+7jzD1Op3AXkaWw7nUymx7WOUoP8AdJuPIEW2M1odI3XrqT8wN9pevNQKNAitU/jvr+FHlNO5F5isdNzZOUAnzuCbgg3vMhQKzjzcs3jKl0SqMYvwGh1bsB3rVOgKAU4EgAqUChKlJsArOhIIV3GkKt7PlLxQ6375lo5XN8eG602/HeTa3ZScyTc9wfXTzBng7dZgjBrTcWlsv8DwIaddW6htN75BmUSEHXp7C5sRe21anRRgwVuvp9Tz7kVvn4rdewlVsi5Sc0J1268qu+VfcEAdrE30Nhe5E8KYgxRXsec/i3EKEIWvhT3cxStSTfRK0gEAk5RmuASdFAlJ3pV/Zr3I0vjtfYOtsMPu8XPClHLmvfQ5wSBpYHUCwvYjZdVz2HMJVmV7+3aY9XCf6uLArMXKlz+6laLAfQlBPqTsY2jHuBHUEZcHiKrE+KXYE+JQcEURuowkZWn5kVXVDSQMoeABzOKJNlEBJ1GhATt91mlSotBc5XOt9CFfpepWoJ1vpp6fsOzYwV7IVewlPbqnNoYfQnIpDEjO0pNrEpJJVYgapJI7WPfax3mez7XsR0tyBAxCxCfy9HFQcjn4kEEW+nf6bJWWBjkwi6+lB7iFwbiWfWWnJVe94sVeKwmLz6ZHFUphFrBRPxTYWvYq0HUOxAZiZpp2U+796ffzK4q0JQtKk9r9AyZNRe4uOx1uNiZW73FG6/FDf2jqKERZScnvKLMLqW3dMpWlKQpI/vkWB7m1yWhu83T+/nffM/dvRN4dOivq5pqBPQiox81yFZVEJFvIi6Vdj2zBjdvTiUtsV698Vb1QrMXdy/hygs+9EVRHL5Y6krU2tRGYpT3FgBZJuNBoLgGooBn0uK5FnxH2Fo8bTqClSVDyIOv4Wv67bFrHsb7kcWxfemHGcSYeffaS06wp9xK2++imnbgKBOihcKABBOigDYk9k7G8CluNYc3hLqL6EK4XvbOtSv8Aw1PC6ig6dRSogWBCvEcvqWlOorAH5mRqbRamJnPC28yVhfHjHNc0inPupYlOpaKkJQoa5rJILYunMSCCL3AttrdjBWEpU+JF3gxG+BXsi6NiiGjNxLoGVmUgKyvm3hUClVtEWsGVZhk0PeDubrKJWPMELRx+jmGrvwpCT3Ql5J0V3AQsBVrkAjvrDczUqDvG3cv4S6Pdb/woq+KFobWNSy5mAW04kjMlRAJ0IJsQIp0dSIARDolYQYhDifDsrDmHGHYuSLNQhSEOxXQpqQgCwdRmAQ8kZbFKhmTmIIBuAoKFvR3gyqC/Axlu9i1GFzTseauHFKEJX1Bt3IVnKSkJKk3Ck3sc4CbMlmfPo0CXgPG/NVHgP5UOtOhh9y46HAVDIh0pB8QUlYBsVg2C6fg17BuI32sOVz3vhqqSsyVZCh/++3lJIDiFFN2+m1hYkEHayWLTlRD1FViK301jBG8GVUqDFwdKpeMmMvAmylhpiU+kAoabmJA4atBlDyAkqCU8QXCjXbr8T48wHhOfPx5SRV5VOzR+Vrce8+I1rmZDirO5FEAhJUtIskgAC5bNYxhhKjYy4tUwz9qKDNSwmYlr7vMjqKQOIg5SkOjLbKcoUBqQRcnlSpu7mvcOVFodLxXhNDSUTIEprl6jHQCAh1KFpOfIT1gEEGxB1vs2x8AsNYBiFfsx4vrOMd38HEcmKuE3NWpSIvPmYltKjfLdaQpIANikAgG9u9gyU4vdgYoc4UR99a2ko5XNl5pAJK0I10dQBmTYi4730IRmCsZUuje9sOYNwz7rpcJfFiutK+7vJ+YoQDkV63BABzagknanrGMapVKo47VHVsIfUhaF5suVSL5VpUOpDiT5gkWJsO+yVuo2PsmBdvFuyHO97fbuCxHVPc28FpFUp3A65TsIrkRVgkFL7YGcKT3CkXJGqSdgzd3ugwnhef8Azl7nN5r9QpGZKYsyk1kuoZ+Usv5SQ4ACel5JJN7kEHZJbxY1BxRVHKpWZb82LNdS1Md4QQrhW6iCkd79RUCCTc3BuTBw5uwxvu+r0uqez7jdDKJqMkyLPWUpca8QDmVK0uIAIF1AKT3ub322a6AF3Gem0+iSlQzfjkGbepPtCbvpUpvC+Mq5S2Kj4E55CWlKUD3ScwSVeYUhXftbS5TI3t7pWneVr28Klv8AAWlDU12Q3x46SDYPHuUG3iWAkkAZlE228rt4GB8eNYtbgbwaSiryqglK0SIrWdLyfRK0J7X7Ai/mPPZmYb9jafWaM37mpKIvHQl1pdZazL+tlZUgWOuUAG/cDaTUi8wNum0ytvXj+8f3tebqMT1mjI3l7qqu5VKKhrLVIFLdClcHUl+OU6mwulTJusi5QdMpxPTKDhyVPboMB6ahiarNF4WV9GbVRuzcLSrL3Ulau4sk631FuLwjjfcPXp8WLz2SElT8qBFQEIcSVFIIZUotuXsTcEXCbE3Gnfee7T8Uc3jfdLh7D1XosG6q9QX6GFVShupv94bQ2kLcjE3upu6m1WuLZsta8scH18RqgOMZOR8GK7DyKXgiKxRpVO57OtKWuEspWlaiB0FXSogXPDcSUklICkdzT7o99U/df7Q7GLftC+xS0Pqi1SnK4qkyotjcLbUCM1znKVIIuVWIJB2KsKyp+La9H9zM0tiorUjlfjqUw4oG+YDKbAZbk2J0FxptM3i1Ks4jdf8AtHhmkUvGXCRFalQ3UctVu+RxRUE5H7GwzFQUEpAJNgHgNs0AizaXthu4Sr24yhVmgy0SqXKqkN+E7CqXCTlXe2V9Fy2oZri4Vc3SUkEjbM2Ft4eKMGyuaxREi15h+OqGuqcJKpvL3GRia3HBTJZ1VZWRtSNCjUqWG9j2oyqXuWw9Ki4TWxVGGkpnx4Ckx30qQ02ni8ushDwBTqCCq3Y9wc2bxnp/FiYyw5SVomzUKSrgJa4Di9dFx0lOdJBIIFyLKyqSbnbi6rOlmrHuLcEYyfxHu+xviiKw8tPO4fnyhKi5RY2AcStCgb6LOW4CcpABBYlO390GBwMZY3rlRivoUhrknYvASq68oUlxpRBBUpIANtVagDUIvD6N5dUqjcprCdb5V/O7FamUF2QjUDOGQpAW8jVRKepOupCtS0qlhyqYNwuxvBrONnqLhrp+LFohkUjjnKngym3yt2OoLOjTgZUCoC6wBsjy1kS+k3WdyN/CeLN1+LcUP4SxbiZ+kYrlNcenMVZLLTVUaIupUVxJ4TywelTTnDcBSbJUCkle46rm4yBFrWHK9/2iWtC0sRcpdUl0BWVlI1WhRUdSSRbvYXO37h72i6XPo0TkMPUGVClJ4E1pppKE6/8AeEMuJAczJ6gQQbaBBAB2BMR4OwlQaNUqzVMPMRUZlzFw5k/4SUnULZXmyoBGuSwvroDsciOY2jiJjE8r7OYjoVUw5UXOShZ3WmlLUlUV9QAUEKC1J4ZygZQslIGUhSddi6gbz8B4IpcifS3YtLfmqSvlYrqWk57eNvKAhu5FylsAeIpAvYBz+9CjVSVwoGHqQwhClIjuq4alqsgEt3KcptbsMpsbm2p2vKLinfJVKy/RmqhS4XAaUpTXu3MtSB+shwg6aA2H1BIsduB2zhLSk7zd6u8aTLw7S8ZVPDTcpPwkT6O4mBOSoHVMhIyNrIsAXAlJJsCTYGgxhSmoEpgY3lomvsKySmnVHK4oXFnAggFNha5GltQlQFmtueh4yx5XvcNZxY/UUQupXwkpUlIuDYFOe1yASlQtY3B2e1V3Bbm8JOv43n0l+VNyZnUVJ0zI7mmoyuXymxINgSQQCDYWy9f1OvTMAeT+BJ7gT3MdRo0DlffOEsEfZ6E/18VMocupWgBypTmShRGiygpuBYXsTc4Q314jw5FcoMrla9S0LVy/MP8Ax4qs1zwXACLFRJUhSSgnUBBJO0qs0mVvBxRL/mgwzKwvS2HVIT8UNUtx8dJCVOEJAFrZW9Bcki9zt8VXdNijmlu4twHCQ/0olVTD8xtDqb6Jcks/oykmwD9rG/UUjUMVWG1MkYzLZ3y5o28TG9er0CBS6dS1sVFSWISmo55inuqBClBaVBZa6lLUQStIQoAEKILfxdiPGUWfh7BGHGlxYSEqkT3YsjKngXIbPTZSHXHFLcC0DQtquAVA7JXdphbGW7SqOYo94wptLRmhzIU1hceqU9KnAlJUgm6A4dAoApUixSSToS4kr2KKDQcS4y99olSpS1yIcpiPl5VKWzw2yDfpSmwKrEEJuQnZqhAonbds01Dqvv7C7DWMuVfWt1UVEp1pCJDbqioNlY0Q7mGUEAtkkk6i4FO9SeQlchS/gLldPKz/AAOLsbt9aSm5SCUqNiRcG3c4/wAA7z8ZYoaqWCMW1HnWa9FUmG+xeO/DmostGrRsb9JS62R21Sq9g5dyO8jFuLZUSjY83hMTUIkZGocyEhNSj5RlsSAFLWFCxUCUqsAQFA3Pv2nbM3U0FuRHTNOKPcLcCs4eYmwqWvmmmnWHFymWtQTGeCg4HQkkAhTgINlKI6wAuUyLiiU/i3C8t/FEJhDC3YCVOQ5tNkNhTiXmFpIUUmwISAtsFKikuFTgQ1a6rFFLqjfNPIqNOQ6lDqUK4SZDRt8RKwA4w6kaixsrqBCgCAKLwjKwljzi0bENElRX1807FnrNOqjjC7HiocaPBkOBSLFQCSSlJKSQBtLruhdM+5NsUHvKA7jxyqYop78KqSo6c7T6lK55CBcKW2iyeKNCHWSgkGxSClIDCw1UeaiuSqM7Ffpb7+WVClJExp5WvxGVOluyxplUF5xoDl1BkbyFfbKssYXpdWi1ebFUmaxM5Jri5rEkuWHC4o1UVNFAcBALICgvazqOC6zheBxZWDX5tLqOZqV7rqLSmnFKt8GzibkkqJQCW3QRlTxAbbKMm0zRTbjEsfdO76ezAgNYx63F8DkJVJU005m+Uoki6LEG4IIGtz57feNcKbtKM03Ar2JpvHW0pEOalpOeOnUJaUspKuFmNk8Qi1uhSQFJNFQay1WeJS4tWq/wEJQ1DrPEizMpGVKAc1nrAKSnoKrg2zEEhZzathyfij3zFpNXfqKHVxXVIazri8PoVGlR+50JAULoXqF5SUqNQZfEKsPTsWtVT3DFzzYuVbUqGqzEhm4GV5lLoBbSr509aQTcoF8wg13CWLaXy8qfQ6ixS6dNdWuRHdEhhxhWbMU/OweylNKBKcqspKblTyp24/CTtBYxG7UF4XqLGWZCTHmrVFj3FhwMwzNXSAFNAlBGhQdbj2KMTVTBs9igz2eVRV8kdqV0vw1OqIyZVpUlbRXawUlRTcWKBbSxM4D8QMlmjV7hxaDXITC8ieKibIDXRYZVhYBCUdtTZIuCCLnb7hUSfAgT2nWs8qEn9FKSM+UdxqQMwPmCQbggk3O3aqF2jcN3gop0pDuda1xT8N8+ZyJ0UTcEkAnNc31Jm4+lSmqNErNL4cV/JwpjUdQSlSexsLALsVaC1yDYDWxFmE2yAWsOOxYlZqjsql1R9rhSHYTrmVVgdFJUepPa1gQOxHcbRqgzVOE5PoMSFW/hcKU0qKhC5TBsShaAoZlgDMlxAJTpcFIJHRmgNO0HmsRy5SKRx/hTY8UuKjrubtvW6mgTqlRAQbWzA2G3zXadwuQapcv3vx8q4qnYvA5pPkldiEkk9lI72tcGxNpGJHp1HpkqBErMBnkkPyOE60pZU1xdAUG+rawdFJIJSb3FjfYB3lIpdZxQ/wC9K4ikNxeXQtaFJ/RLAFzcBKkqHYkWukAXI1MKsqqO+7YtLZ5WrzZCeYizZS0IlKRa+ZRSooWkkJbXYkABICkjLt8YqplG3jSn5TWHn4uIqI0hqbCd+5yswRYPNOIUWVpUnpDoOUg5VhNwBfOwRV7FVvKdpmCaNRmmK9/OQh/IlDqmmkDhKaCb28RWEWuR1ktm5BIsnYYxLW9w+HKy/VMOc0vmms7sKarmEtyvJSeMT0q17k30upJ6dlq3uS33VR2fPpbVUi05CvuqHWkI4dvEhSUKSUq8gUgJJN7EWGwZVqM7S8UOUvHm72oZ2FIaW7AUt9HUMoVwXUtqGUCxSg5gL2SQQTTfuPuCNtbHgx80Oo4olUvEOKKzh5GHpsWGpCUQHVpS8hKF5iE3JbSEBN0grIK7X7KMfczvXxa1S26N9jmH5rCOO1MmOuIVnIUtTboAJWnMoALSgKF7lIIJMGsvwHWokqBiaowpVOpzsdVOkRyliVF8AAUuyrtpNggqzozEWIIGw23XGqpVIkCl0ldIqMXKnrXl4iT4fFcOJIFhY3AJI0uCCytS2+KX6Wm1S1nIj9Z9oOqUuL/T2DosXxNNLi1ZD8dx1K8pbClJFrq0So2uQQQkg2D8Te1VQZ/EpdGpNboOL1tLXATN4aUPOot8LMohh2/cAkjVQJSQbg2KcFV6sz36X1vrXmdkI/WWO/fVRsNU63tfXzoTglqlxXJVUicRhGZfAkI6VZfFZKgQSBbWwsbel9gd47uJ5Nq9PbdtqUx/7qvaPou9mL7ixhSvspjWl5feNEkOjgyE9uNGWuxyk62CitB0OZNnNvzefvcwvRp7+HKphNjFcJGbN8VtD8N0H9KUPWSAAQoLbdCwb3TbU54xPjTGUqLEpdBiMRVoVmQ1wm0OpTr8Rgm6Boeq9wQFaDW31RcN0uA63ElfaGqVFafirRUVIj5LhSAtoHIElQ6QlI00BsdGX8vUft6XXV+oM4/H4jTgGqVlpyfS6fS860qdYjx5GZakG9ibdJJFrgkDzFxoROOxXouI/tbjKuV5jks0iLCQpWVuwF82TqKTaxAzD6HzuaVT2qNAbitNMYUQt3hNT2lhaEvqUcpWFdIzrOoNrlVgbkHahqe8qJPxP/NDvkpUqg1TwwKzAXmiyrnpF7ApCwMuoIB0IJyqUHtb4nWjWNhYxMPYmo1UrL7sWXKYXKSiQthdl8PNokkg6JNjlJyg/QjZV79txGEqzFfr1GokKl1Ti8eUphOWHMSSTxrJAyODUkgC+oNyQoOHdjgbd9QaN7rwu9KXNYR91W7NCkuJIAU02oHKhQUm2UBAUfl89lXvtxniOVP+xtBZfhPsfFadyhCHmiVJIB0W2rvmbUCAbWykE7VVeweJppUdOwOeJl3H+Bsb4Xqjn2tpK+O//V5/NcdDyQLJs8DmuEpCQCAQEgW02oocjFDvDi/11hDqHUR5HWhSgfLUKANyFJSQFAkkHvs1MbYun4ydYgVmnrRKp3Rwl2afbVZQta+Vxs+XZV7kKI0FBS3ovFbpcqnIYXF61oWn8Lagep0NyCdO+2h3PGa5RWWaVwFvh3BRKCxQsT0R7ClTW0hEqHPpypUJS7AcRt1KVJ4fmCuxAJvbZq4bx5hOTTGGcE06o1SkNtZGHaNFD8JkDu2glQDaR8qSQnyTbRO2GazUos93hcF9iUwhSGs2fKpCb9/z7K1Prp264IxDjfC9URWcEVuqUGqI6lyoD+RLyALAOI8LyLHwqChY3t32CFVmmHf0gWNuQ/5mx98DGKMeYXcoNLwHiHgLfadVKYjhLrdlAqUmyiMwAvlVYkBQCVEZSBVvdBRqXS4Eqs4efffRkU1VOVMXKpWUC6hlSknQFKwLlNgBoB84Q9rzepS4q2sW/ZeruNozpd4RiyFJ0B4iUHKsXtqEJGvmdjVj284tHaR9qd1NQeQ9+lkUyeytpSfM/GCbaHUa6Gxtfazaf8RMafUaXgD1+8T1R3e4Dlc/FlYszozJVIzv8KRDWLhLzawAFtG5StDgUkmxCknqAFT8B4Xakvt0unVCtPMJVzTtEnl2ZHUkjqcp0i6i0pVxmZLiQL2cA1Lr3j7sN12/2iyN4u5LD1RwbiuKniyqTUYXKwKo0b5+GpGZtl70IIQsnKoAkKA9hT2Y4sqlwKpXsZcCosZZUeHHi9Takm6SlWbOlQULJWCO1xbyWLio7SZp1a2oV/qHn8RPR5VBrNZbpdLpy0QpX/eFsLRlXceLQBRvcHQXH7A3qRhXcthegsfbKiYrlVSS+lbrFLYkraUqwugKCgEXB6SopJta5BA2eTWCqDPabarLzlUWjxzZjXCf/wASlpAzpAI1UVkG5toCLBWEaXRnXIErItjxtIUsLzIPaytb27XsD2ta9tjVgssXfqP+wRNY0918q3K3VS8arhdKOVqiCrhptbOhxyzoAI0BLhFzZQGgj4Zg1lrEcefVHqpFfqKeFKdRIzokWTYhxBupCvMhNj20INtnOisYSw5WW6DPZiohVR1PFafQjIlZ8LgCvCCbJukgeutjsT1/d7gOvOt1TDkuFzsLItTHHCsvbsLhQNgMpJPbS3lXslTkTNfU3K29OP6RK1tj3DxGqXLRFY4WRGdoK4fay7CxyX6bXSbgjXTYcjSpWKOHhyfUKdQVryrRI+KrmkWJyHMBlWCLpzEIvoVJ77EG8Le9u5pdUcgV6IiU/CVlR8I50r75CUkKCrai97DU+WypxR7RGI+Q4VLokKKwwrK0iQnO+2n5ShWhzDva4Btb0suVKvkGG0V+qWzeOf6xn1mh7xqXQX4uF8WU9/4SeBIkRVKacTc3GdJzouFW1BAJuCoHRbU3AmN8RxeLWd281yajMl3kl8dCracVHUQEqNzlJOljmBBAAVbyMeYj4btU3jyuSXmQprKlKleZFiOo9+5uQLAnsGJulxhWcGtVKVRsQzlsSkqS7xc3CzEWDtlHKFeQAV2B12OtgY7Z6HSa27f+p6nGLhXEdBdbiyqHFYYzJWlqegoS2onxhxu6QCbXsEqFgSbbGeH8WV6K65Rna3KpcXIrO666hcOOvsFLXlIQ2bkZgQDrqBrstcU4oxbhzj4olRJXvFeVTHNIzoeSVhaEOIUMqwTolaQb/W239Px47jKjcWA6/RKo+j4tL4qo6FLAPUw8bqSFGwUlZC05bEkBN3V27eJoPYlvB5lxUGIsV1ys4tlrlPwlp+6u2Ux4zcoABVYkEgklJ07gnZcYq3g4Xnz2Puk1jI/xXXYvxUp+qhpew+UG9tPQH+ZwhKadflSmZS6dTlpW/HkSEcdtBIJzBN7pFwb2AtoVa7fGKpWCOLEiysPSkMLQlCZ9Lfbad/321goVYd+xF9Lm+1gnlK5StMD1DnEWGaNiOlt43dx5Fep68q2lQJAV0hFlXTcKuDmBFrptcggE7U2NMQUujYNpuHN3NQelImtKVMmJazPs5QLrUlIK0qKydQCcibgm9tlvXcEO0vju4c5qqU59CX+FIYMeQmx0uAcjlidFJJIta2lyzd1ns143x47Ta86y/QaQhfFzOrUh/MmwsbgKT3NgdTe2nnFunFvuIX7MRfUrB2KMRcOjUtpFQmuKSpLrS8yUqPSHAuwUFDW9hmGul9tAbqNzEXdzPbxRWZfHrfjyJQMqext3FgTYm4uSBfsNnKzQqDgiByFBaQuV80hKetS/MnKB6nysL/ltVtUef/51KzLYYi/M667ky+XVc5Uj63sB3sNQnY60fbM2x3PHqRpdNn4ylOT59RX83WnxZT6Afs/EfltXSsK0altNyqXEWvq638mfhqv5XB7WJ1t2vc6ja2lOT4s9+A1LYQ/4eBlzLSk6g6HQG+l73uDe3eJgbCOPOalyvca8QsZOakRYCFcVNuyx3AGhOUgAm+u2Rddty7mZlljN6hnQMBV73D7+wbSXsQxZTHJ1mHIpqlNJYsrK4yoKIIBFrkhV+yRe4PsHbnceYtwk3FqlRi06l05SUoyMfHzDRF7pCVNC97gk37kDUn27jehi2LFpsCXgjFdIgoir++roZUpLSCE3cS1fMAkWKW03A1N9bn+KcZtSsBy8UYcahVRaGFZnYDuZMhogkKGQajuFJIBGugNxti7K9Vn6dgT+xziNCosoJzMp+0O1S6phymxWsPMVGVQULj8dHWvQBJZQ5bMtpQ6w0RZKkqCFAC5x5gGpUGs1mfxWajx4XxYr7TvQ4gnwrQdUKFlEKAJJBBIuANI7nfbD3SwKW41vL3e1el1dhasnCtKYzpPSgAZVtkG97pIB0ubarfetiLcji2s13eVu0pNeoM2vPrj1aiT4rSGVPhvpmR1NKOVKyLKaJvmyqFrqB19Dfetx091RAA4b4Jmhoq8/fFHjHE3wuVapyH1v/FdjyulCvQgalJAubCxvqDqLX2HN6OI90vuJrDjMKLNWrirS6nOlSEWzIUrW4JVYEA2Kb2vpsCzmpVexkw1Plvr4GVr9VSUN3V+ZzE3Op/EADaPjNUCqYtfiu8dDcJKYqMsfMnTVX49RUb6X29FTWFXMfNSbZ6lQ8VxcZYNps+VRIqFvx0SmltLy5UmxIBHdJ7aaa3FtTtaw0xYHDnxWuG/05M/V9D/1FjsgvZMxZQfsGxghqoPyl0tGfhSL8XgKtYjP4rE62JAJtp22dsGP/atOr5VDqkIz/L+Ivpf1Pf67XewLMW9NpkXEzbrspufK4COa/vdGnl2vp+3aFdpqUxS/eEL46koRzUgNJbXbRN1aJvcdzY+R02/qtUIrTr7TrOfwp8WZHf07gnS1v3bZx3/Y3gcL3DRqjKRNfzIkNI60ZSALL8xfUDUaA3vfZdn+ZRKy3qQPahYx5Rt4NFgY3iVenvxUragR+AhaJSFJJJC0EcQEaBaS4AAQQerbOaak1FqlSpdZZ52kPzHUo5hgtSKepThW2bXCwBoTa4tcWINiaxN6mPHcL/zdV6rTa3hpx1LseBPVzSYb+cWdjKcBcjqGoIbWlBSpQKdRb5j7sYE+swK9Pq0pCM6UOx5WZ3MnQeIArFtbXBt5XsATUaoHxxNPTXbOMRvbu93k93d9z+LXoU1ibIad5dCT0rb8DnlZdr3NkkgpOp7ltNapbtU4UBphHAkJ4rTSwlSV31umwIJSAM1rEJPcjZX1PeBjHBuI3KDS6SzNw9CaU07FfSM8XupBZdTZQyg3KVpUP3nYNdxBPrOI5eMotWW3KYaV4GjlShBVY5bEC4sD5X7WvsbtO5zNYHcs0nvlw/zWA/svzb6EOKQhLWQrRHUb2cAzAoUD6GwHyg6hK70dz+8GXu0pOIqXh+tYhhUuoqhyplLacqKG1KB6ylu7qLAJSQtAsVaEgG5vvkxJKoO6Cg4jpcuauVW1oiypsWZmQlBF3G1IuHGXTYp1ANr6g2upajiDeDhyBUsR4cxNW4WHsUIjplcnPKWnn0FKUhaSdFgspIULK1te1wRX17DLbAySDuqolUiz/czUSKitrdzNQKityG/IR3U2gLAIdAAIbUE5rHXS2x85hn7R4ogYS5taOIw+p1paAjh38Oo17A6EC1wT30r6dvRx5PdgUbFuJ35VOypXklR25HDuCErClpK0lOtikgA3GtrbV2IqliNqvc/F4D9XyJkNPxUKQ6lANkZ8qgACAAbgXI0A1sv/APYzO2+U5YS3dUFzd++3iKI3VKQ9Kfh8qvoehupKsrsZ212XLhWoug63SQTstXt3krAlebqlPdlVHDa56IqaohrqjrKgngykDVly5sD4HDYoJuUpN6fW6pKiuYc901Rhh99S33UWypdsq+YLsb6k+puNTpt1gO0vCVZci/adc2bNyx1o4WVLiASMiyk5VDU6kXtbW9tmK2aHordmz8T6xrUqzhys1aV77RCpa48VS4638qHLITayTpmCriwsb3SfMGzw9Ei1R2k1RqWvJKdRIdSl1pbDyfJ0BOmb1SbEWuATcbaYou6zdLvpwk5g3CWN2MNbzadHQ7FgVRaOFK6AQlBWSoXBsVAm5AJTa42z5WcPYowRXpeA97W62ke/oWV1K6bH92zEoJ8YU0A24fmSsoWkkHUagFDiGsx6E71aoz69jKXg2fEhTVsNJdhOuo6chaStJHpfNqq5sQTYWA2B6VvkdwvK9zV5pa6ciQtpCHXeuOtByHhuC6kkdgb62Fx2A0Jgvc7Anyom8HBtRqlXRS4vCnw56EqmxY6nUnqQkkLya3cb6CkqJCCMu2PqhMnyp/K0aWjgP5+Lx2gtDl13HcHX6+Xa42G43N4xVqh8Q8rNAqkrm8UYDri8QsSkqdfjoUEVRtJAFyhNkSABe6kgKNgMhO1FT8ab0MERefd3hTWIspWbk2Hc3awU2pCgVJsSbWt4fLUbUP2sdoPAagREc0jKjixVlpKk3Hy3KTb8tmdFxjhzG8VijY8p6ESloQlqotIGdNu2e1rnTzubdu+jFdliHEk+PuVG77EWKN8m8Gm0GVLlP8eQnokXV8K4Kr+t/M/suTbb1SRSYGF8GxIrvwEMNdeW3itc7Zl9iT2emmsRv4tqkuLUYsJOSBNi2SlxKrHqHe/kRc6eZ7nWe9Nlp2jPxf7ikZtmtQ3hKg72xMgb6sYNT+PAgS+OjJ868qkpve1jp2FzY6dzpfbMuIKrzTvKynfgZv1fm7eoP7/+Tb3xtNQJ/K82haP+uh/C3n9PzWzWFIteac/pD70j4uXOOq2uo72+v7tsdfumlgKmBErjqO7Fd5Xr6Fq6/wC739L/ALddrfde1zXN/roaUpC/1fK/4jN/02Z83dBKqjrcqU8xFi5E/eH/ABJ0/wAtDY3G0KNhCLhxqXFpdQivzUZkKdaXlSnXT/lpbz9NjokTxNLYqwjuvlT/AH9ApyKdKfzKdy9KVLvr9NSSbi1/PU32FKxQqXVPusWrIz5cvCz/AKRJ8te+1hCite4fdfGzrYzLa/w9yNbj6XFhaw02AKjhTEdZlOfCRBR+tIQUpy/QaG50Oo1117E+fYWPWcHmZFw49y9pFH3S0Z33XiinLi1FHhW6j9IkdydbkX7WB10Gxi43uloMWBWZ9DlRYsp1rhTVQnFR+o2QQsjKkk2trcn8RsIKTS4sCJ7+e52bFSrhOutcVavUW/CwzG/lrc7cHN/28vCU9ijUunolYemqajyEvtcxlzLAUFNm6Am2gINjm1JsLJLSbEPcPMiqrPzHdWGt30qKxVIstj4CFNKadQE8RGl7E2C7aix11trfbNOPN22A589yqbtMeQn5XVKdprrv6TrGYMKSLhQzXLSxe9rG2uz2rtMgVmgt8hh5hD7jC/ubScqXEkjNYE9KtToDb0KbWOeYuBMOYcn8/wDeqRx1K8fVw1eQJUBbUhPcHz01sDpAFyllb1xH9PVznMVeN6zPlRXKNKefYXFSlrqQE5r2uDfXUWI8iD+O1DgOlRXZXCaeXn+Xv0+V9P8AiNjrHIw47WX4FeqEpHH60So7QfSq/wA57KIOl7XI72O3Gm4dawvAcnwJaJqOrhOtfq+WncE+fcDtt6xBtTE0wMykq9crzsqRRp9R6MuTivozNK8xmUBmbOlgv17+uwfPNZa47XN8BefqjrX83re9ldtFeezow/VcOSordUxRQ2JUXwcw01ldZTfzIuq1z2IIv5egVj1jd87VG4tBqC30P9bWSyVJSerO2u5SQSdUElJ1IynZhMSHgrgPAte3l1n7OUF6EioLRnaRKUtCHFDuMyUqKTa+tiCe5A1H1i/dBva3aSm/tlg6bCYW7lamIQHYql3AA4iLpSSSAEqsVEiwOzA3QUCqUveDTZ9LaW98XO060s5HEC+a9tUrF8xSQSCPCQdfRVVKgYspfLVSnoehVRjgSmJTCXWnkEZVBSDdKx3v2/AX28v1n+ID0m8IwBUj+/8AaC2bpmbcE7Kd3aNynaStHA/SraQtKdDqToR63todfO+wNjKru48xk3hKLkQwhOd1Dq1IVwCbltK0WuFA/Qggkgkkbeie6HAmHMB7vnMJNREP0tGfK06nPw8xudVG5Iv3vc+ZO3nXvVdo26/HmIaXS/vSETF8utK+vqspKFa9WXNYnubA3v2p0q2vX2mxP6/5iKaEd7eZbbyjgOg4X9zYXofKzYqEodaydLKQL5SpPn2IP17A9s3UKVz9Z4UV7Pnd+fpfbsdRcaKSb+uunmCNj2k1x3EcWfPd+PNXmU6jLmUrTUa3BuPKxve9tgqj0F12qOT4rKPmW0hXSnN56+X+hG3oaxtJjudhjFwzL+xs9yU7xGPC7mQnMpKtLEgHUEAgggHTuRpsz94NQo1eoMB2fLXCz9C5kdoLSlRtZwgEdHYm3UD2J0GyKiVSVVKow67T5XNQnUtfFa6dNMqzogp9L217KJJu66dSpVeqkSBi3BtXoMLgc0hE+GUxZCRb9G+q6F6XyqSsk2GoIAMGhWOTBsFdhvi4xPhtqgyvi55q/wBLzUOaUK76FKV9KiTqLWJ7G1wQf4Dq1GxbwKNih6L70ipTHSt9Ihre+Wy8ysilGw7LFySCDodh/F0qg0Ge/QaNLXUYTCnWn6RVGilbKlEXDbg8SQQbWWTpoSLbWGC6Pg2fykprDM1bC8yc6+K6hKjchJK1EkAW0yjKRoqw26ylSMS2oqR08ZpzB+D8R0tpt3DmDX34S15FJTKay/3gOojt8pts8YMXhQG2nWlsL6czTqMq0/jqbn6gkH12xHCkf0p7roOIavQavC+KxlmvIjzGrXSDkUDmA7EaEa2F7bGVX3z7waNRm4FZafRNQ0nhSo8jjtPdxn7hQOnhve4NwO4TtB0ybzzPP30nGczUEuTPo3xaXnXn6OhfSr6G/f8AD125LqsV2LxXYiEP/wBq0vpTmt3B/LWx0/AbYme9qDehQaoh1rELFRp/SmRAnxeKjKSPAQQpKtbBQNxodPPSW5/e7gPeXQXKz7w46GXUtPq4oW7DWACUvDQ39FEXIsdb7dXZ3U3iBGnsxlYQnEFUgfpeSioQvP8AFdGRxHrmUR+P0732nNbycJQJSIFZxPS0LfXkQpboQnPqbE6ZdPIix79tdlpvHlyqy6xK3fVGLKXS3UOyGo74StKL3603vY9rDQ2sL30W+8LdHuv3jOMVOs4IXh7EKMueVAfUiE4sA2D8ZSy2ElRBzILJBCbrAuCvXqAH22cSlabn2ucTX9QkxeV4UplhaFo+ZQyq/A9vw19CNgyJUqNVOPFgVbwKyLS1KzOs29Qq/ncaggDTyvtmyub369hKAxgOs1x9DEVPCQ1KYS66lryyvBRC0Zeyla20v6LBjFkCBi1yfhfGNQhTZWZDUpWfK4m+jZKr5hc2yrIFtb3Bse3dxt9Q1ujsTmbXlRa9RneadlrfitrS7zTSylTfpnHy/wCLVJPmCQDOclxa9A5CqU6FUcn6/wAybHQ2Njp3+vlcbIPdfvpr2KJTlBr2Ifd1epa1c1HVZLUhjyUyVEqTfzSbg2Ouli8sK4Bozrv2to0vOuV41w5RfjqUQDoMy0g9rAEpPew7bV7bKPKKGtl9xH7yPZzw5iiU/KoLr9IWvNnhuynX4qlWB0CiVtEZbDKvL3ugnUB2H93W8bdBP9/QHZq32c+SVAkHiqSn5FWOdSbJHScwI01sDtrao0V3/Y5/9zKr9vr9CfK99LbClRb5X9L1/q5U/ut9Pp+NtoTUWVSyamwDZ8T53Lb4t6GPIDnP4OhVuLFVwlzIr4iyswHhWwoZMw1vq2b6W72Zz9ditNcWqUSo07p6+YilaE2/vNlQSB5E22pt3+DIEWV9o2oi4s19GV11Ky064m2gKkkZk28ifrprsxanPozUXiuuym30Jy+LNxPob2B/HQ289ng+5MyDhuYta1MwlXoDjTvAlRV5kKSvK604mxHi1B/AjQeWyfomAcOYNxHLrOEpcqExN6H4S15mlJBukpOi0qTcgdRFrACwtsb4sxZAwQ7LxG1SVv8AKrVzsVq2Rz9a2Wys1rEgi57i4uAN0HfduW3qxeawRXGIUpaPi02f8B1KrAm2YBKki41Qog9rDZC2wn7YIWOvqWOLKw1WYDbU+Ijjsoy8VCArvrdKbgWJAKmwpIJ6hkVqQp3Dn2jqjn3TgZ2kpd4UgKRIyg2KXiAA6kDKlS0oWR0rSoEK2I1sT3XXGnWW1sI6+Yz9Kbd8x+UX+v8AqdrmLhWfAa4sXh9bXF4S/C556KFwCdbEmxHmO2yagu26Nae6xfuGRM5bxabWcG1mBKqjy63Fm5o8KophZlqU3otp5Jupt1s6OIN/IgkG4mYQjSt40r7L0vEz1ElMNJWhbC23UPNHQoSlV1INrkpBItawGzUxdTKNKgS3Z9RlMQpuVM1aWBKabWkhLTymyQtCh2DiSU2zBQBsdkHTces7m8bt4N3gUPBWJKXKySmKtAiuQ320q1D62NQLrBPEbKkki4UVBQ20tOGtb+k1Fbur4CPBG6z3Xhd+qYcrbFUlUtWSU000I8plKe4QjRKgLEhN9RoCbkFa4vkVn3XxaW8jjv8AUjOjpzX8CtCUKtcggW7g2tcH8GpbqsZT6lWaDW6jhTFEJpK5SGnUPwK0xkukPCwIXZWUKIBBJBIIsBrE9ban7r8Q1SLERkpCn3Wl5OtKktDLlKvIAkX1uNDcXvd9Gbbw5+IOvRPdqA7fEUGG8eVSBS5bXwKjKQpa+Ej4DriQQC04nMQHACQCLBQAta2zr3GU+qY8rLkqjS5TEVCEoUtbSFLiq0uyUqCkKSVXCgbFIvZQJuc+4YwBjzGWLeawI1FzylqXKamR3WkRVkXJdASRwyrKSpsKsF3yoFgdpezJHx5u0dq1G3oYChUha1pyT4DvFaUspBJzWIWgjwkkLsbAECw1WsCrNPWWslJjB900aK63xaTCXNYT1qy+JI762JIB7AkkX7naBX8TtRYrcV1noWrJ8LpW2o6XFu/p5nXttXYvr3uaqP1Sl5JrD+Z1a2EZ1NquACu3cBJNgSFjsCbW2T2IfaGwu1Kciu0lc6EvKiVmspSVE6rSDbUaHLofQpNr5hse18Cea0+mu1dmB6/ME95GJ5X2jbn0urPrYYzNKVFyqdbvf4q275ii2gUBcG1r9gqaQ7jKjYyiVndpEr1Um8VbsiHApct2Q2sg3dAZQVtrPzCwB0JJJILBpe9H7L4jbxHVKTBlYNqK15JXHTPjuI7KeYkAcVp5OqXm3gQcllhJIWdWbj8X0ufXuLRpbHujKnhcmkcJKVap0sC0POxJQbdkEEq1ak2pPZ01ilAn4mQ8Ibtd4OPMeP1n7Bv4NnIlJkKqT8JdOQ273W6GyELakErXmIQCrNqCCdtTYk3J7kYrTlZ3oU7CFXcqLSOdfW6ppalto6XgElAYcAsSQnKo62GpNb7ZD2MqDQXMb0beRNQx0NPxWEtIfUhROVba8o6gOoJWsAgEAE2BxzhP7UVl34VOm16ot5pEDFFEdWqUpq4SpS2TdLqkL6V9JF+lbYBBVJMINomr6ZjvctS4rG7nDmMpWP8AP/5yKbzDcx1t0ArDKRZA1CNEoUi4buCbEFZYt9onGVBlOQN1W6ekUtefJKjyEBh3i6grSxlShZKgSUhQUSkHKCc2w9XsKUtqVh7GUBqnRcUUt9p2a0xxIeZaUgh1bKSFpSVJ1W2FhKrglPct7ElOwvv9w45ijgrYrcLJCrzCXUKkKVkHxFlJAWsDsV2zAJJuQFER8oURd4U9o3fnjyU3gOvYni0iqTXUoi/cOTVHdT2WlS7rbvewUFEE3BAGxFjfep7V+4d2XWd6FW53DVXQlrn6XTY0xEdR7F+OUoWSO5GdIIByKWRlFXivd5WcG8hWaNEpGK6XCyOuwKu0vO2kHRxBzAtWOgcCg2VZU3SbE1OLaY7vVnsUFqn4r/pRrhNU6LVi+wrW5KFLCk9GqgkqUjKnu3a6qoPKKW9xXG318xr71d7dB3aUGA7WcEQpr+JYHNQP6LCWJCikEOMvoAQLhQKrZVpJN0m4JQsSoSsUT4EWl4IhVekVFS3aa6mnOVKFTZQNzElNWVw2zpZxJbcSSLJULAP7EW7qg+68NNV6k1SqLw9n4tLgSEqhyl8JtNwyrrafCUi4UpvODmFwRsETd5UrDjU9rd9hOo4KYXmS6qvQ+EnPayilKCsrUAE2uogiwCjYp2OfFYVfKE+H8GSsebvpFBrOCML4eq8VaWlLixSmRD1BLajbLIaNyUOKSNDdJ1JApV91+I4tUpNLle7qw/CUnkKk0wGFNpz3KFKN0psbAKCz3KSlFwohNa3qVSVQatyuIX8UVunOpVx6S18eDnIzZkMqOVslJBCiDbVaVdhdYKxFvQapcufjd2VFhQmkuuqU0h12O1YWdvr8O1wriBYR5kDZUZ3QIqsWzdnj8YhNScISsOV5x3EctFBlI60zI7vx1J061BR4ZFyAQVEjN3ToDzxxjnBEVpiBXsWYhmsVHM01KjpztcVN7gO6tJcABUpIBUALkAa7Dy8VfaiqN17C+St8qpaeai1RCnUqSCkhSHQgBQ1SAU2sSm4BIP5g2uQJWI3KXKwaxCivpQ7zEVATHUlP/glQF0JuRwSTa6cibAGG0NNr9xhz+YQoM5lfFxFFd5vC/wBrOPFlNKaj8/FMOQ2/oR94SlGh8idFaEC5vteblMIuz4rlediVGlsIkLjpmcU5VO5yA0sK1ezHUk5VW1AUFW2v8WY63LYNlMNRWWMUV59CYUKFDilbry1qCUtcAWygrIy8Q2SSTcEm9zvPqVeou5edB4sWne8HUMTEQHyjh5nmw4cwKMqQFBAWkJUFKFlA67MdrbLboqKtvTwRQcZN4XxRRIteySOVRCjqyr8eXixLaoygm7ZBSMt0J8zZ4GxfgOLPrUCU7VKdFYTxWpviyoVmAKw3coWgAE3Qbg3ANyNl1gvBfvTFD7UDCdLRFQ1lW660266p8k3BACFGyQVZiQrquAoAqNxQMYVmg4jcgVRlt+l1HNFRIda478NabJTdSxmcaKQSCc1gFZ1A2BNjbIzuhjijAlUlQG8ZV7B1FxRBYdRKi4jwlI5Kfwr5kPKLIUxItcXC2wAb3uLnal3pbv5WI6DSd4O76uMU7PMakSqNiNhMBceo2P8AVpQK2EuukC1nG0rVnGfUIAXup35YjwRiifgiVSZUKl8VfxaXFzR46rkcRLLudIvcFQb7hRsg3vsdvY+lUas8q69BqOHsQr5PEFBXFcjtPNEqCpUY6tqcQuxKQG1oOUqS2MqjTAnEbo78M7zd4O9rAdToNewRVKXivD0VpfOtIClzk2JOZtYKJNgkAqbXZVxYi19hbeLg2fjf7IYogVGUw+hCH2nYbSJUeU0q2Zp9hQJUy5mIsnPbUEgAnYa3U0nFG7ne1Lwlu+x4/KQy1znuSe6EPvQ12s62NUocJzNrQQWlKTmDiCo5nEnDtL4T89qo1SkSkO8VCUx+hL9h4mQBlUdASALkXIPfa3cWI2sNP6k7dm1hKBihvCUXBCMPVSa1ni8q1mYckJBKg3qVtXsrpUMo7Agggi8nEMXeXXqs1QaJUaXiGgyH4UqLnywqhlXleiyG7nhpWR03BbJBIsDc8cRQsR4oa984XxDS5WL6DwqpTWn3VxVzFMLzFvPkWGlkDKCSQTlupNwA+sN0zC+8aqRMR1Skse96jF52FKyt8dL6RlkRFPIN3UgjMASQdTa4Fl77dqb4ei3cm+JHDGLsCY3w6/gPFrWIcIVdh9SKdMmxedjx1aJXEkKstKmipGhcDaxcApAAAsaTU6Nu0x4xP3oZKpTlx0Lh1mLALS2dP+8LuEuNjNdBdCMpUsBdiUqLfaG3A++YEvehg1mVFr1OaS7MXFdKVSmEXJKr3JKe5So5SBcqQRnAduxqcrHmA/s5KqPJVunOrWpqowstOrTCQczT7KwtDa7KBRIZy5rJVmUCdh1WLcMiNq/4l3WsVUvFuLZ7VUxMxFpa/wDznR0KaQrPkF1KzEJC+9kkFJFwSDokPq0RqA6/Ar1Rp03DUrO1KafihEhKDe54a7JI7EEka2KVai82Pu4wbRnW58DPTnkO8q0tKnJ6OVzkpQtC1cfhAdnG3HCglICCOna6e3Ku1l1tpqJS6jFWjOp+LNzJZuRlUW1DMps62KkJUDcDuSSMgaER8QDiY6peEnW8EVTGP2yoi8kem1J2A5IlNtaZWnnkZlOBBISlwjjJskKKhcql4hquHMR0GI1AqyOOhHxXUxf0aQRfjJSVIW2e4VpY6WGo2dE/d5RsB4XprVUqFIXKfXwqRPWsJaedJzGK4py5buRYAlSb5QSlRBCKr+IMeQKzUoFewxNfpb6kplR5UXl5kN+wSmXHeQUOJWcoRmStSCOhaFEg7UNcsLITYHcnwKXWqW1UaQtaEJkQ2mlripeSLHh9RKGXbpsEkhKtALE3H4nFVBn0uW1XpaIr+XPFjzIqE5rhNwh5KghSgCSCCCdbC4IEOvUCfysSqcpUUU6KlWaeuOM2U9PDVdDaXtLZhdCkg+JXYhEhvehi2fLwlgit4ahU6VH+584w06p6wzPNocBSqyEgZFEG/VcCwJvsPxBu8scPs+9OJVK9LWxW+YUjmFIDrSk3NnEKCiFN5bJNrG4JKQSdo8/eNiOjSuQ5uE5VFozoaftlynzQ5qkt+VwSR2NyCTTPQJWCOUoOI8WLRKR1rS7FS1MbtawVbpfSSSSoJJsU3Wiw2v3MKyt4zsB3CUtE2nwpSXZ8WRTnWJUVdgQ5CfFwXNLFq5BCwoOiwCq2VgpzErVRx5jMscO7yGuQYlVlpuEtbv39LT44GZR6Vi5ygmwOYFKTcdr2MydUd0GPJTDTuLIq1voUlEeQ6WuMi/U0c4ASoGxFikgn622kTsWV3C8pDreH8PYxpDCFtPojqZgVqKqxDiQlwcvJF7BSVKbN7+I6BRYsoGA/fzFZwHh6o05fFVKlUtcfhMdQP3lkKshK9QlaSQVDVNxfMgNpOAP8TCNdd121crj5Ev8AEtQ3c0assUafLr2TJ91dQkrYSkEktiQlGUJIJsl66CAoApFyaGo4X3fT6M5RqNSX6IuKvJHdyBLSmlnpDakAIyK7jJYpVawO1bIxG7Kac59qD7uWhTS/hHM2oG5b1ILK790m1iew0IpoWJvdbrlBlVZEphcdXFakMFKHkG5K0K+axBSQCbFQBSQQdqFihzNLsmoA5JjvwXOoMHC7FMr1WlVGUyxxY82e7xnm2ispCFOaLWgBOUOElQOilKO3zSK7g3EcV+lyolLq9IqnFadQuy0qWi2dtQ0ssG5B0UCNPLbL9FptZxs1I3cuy1xW4WafhypcdSODIAyyGeP5NuDRaTcEjMQCAQOYSqM/dzVJbU+WuFFQ/mfdR1scVJyh1SgSkHyubEjQkW0ZRB9whqdNSh7gUZmmMA4Dxvg3Hj7uDYlExfSKW191pFUfK5CWCtJMbObLHg+G4QokGxUu5AbeJt1O6DG7tFxvQcM/Z6qPtZJEVCuB5C7agkhBV+qod/MA9szYL3gz6zi3iwKjNhV6nZHYueKVtSmiQSg5CVpvYnMEkAa9INzoVreBPpcBufjfD0qFFRlakcrHU67HSRYOOR7Z+GSb5kAkDUg2J2IMbuZm9XexE/T9H3BreXu4914XfagRJS2OFy+VK+KpxJ04awsFLiT2KVkEgghVwDtm2oboseY3pcCvYopNURCpCVx1qylS0tAixOvEUkAdyAQAL3N7a/xZvMwbhejN1mqVxaKd0JTISwrqzWCLE2uT6aHT8tkrvH9pCjOtcrRqg+hhGb5DkcSf7NxBGcE6EAAHsRpYmly8eBwZhaMWn/t/5hVuhi4NxlRmJ/NxZvK5UT8//ekg/pDlFwvTquVgnW1iQafelupxG7jxifg3JNwu41mS+viuyIbvzJWhtK1EadKhcGxvksAc01LerVMGtLlbuaeiivylcVTrCQHXlki5XlVqoi5IWVAjQjz2+MP7596EqK3P97Yr+5O5lPwGinh+t0ITlUmwN0lJte+hsQCyux0xPT9o3Vdtv8w9xLQMBwHZZlb3YtRrzKsqIsOKE5vMNaFZCwCdXCi58gBbYbOH6XysvGUV6U5KyqiqakNZEqUDpY3N0lQI73BTe51AJ6fvIwRjyvU3n6cxKqlRRybsqVF5eUl21wPCEvNqtfKTmSc3cGwMalRHaNF5BrgIZf8A6w0x4FZbjROo73I7anN31Oddrn0jBHBMG1p0gCHmZ4lJapdL4TtRWwtasi3UI4qM/dJsCVNOeihYG4Nu52sKhQKNVKNAn0HeEw/VF/Cn0F2KtiQ8rKLuMHQPDW5U2B5m2hO39vboDUWe3VKC6tErq5jIkrzeZPT2HqDYA3NtSdudHl4yw463AxRTq3FfXHTKgc1H6HkEaLQSMpBHcam/6pBB29Ie6gb8xmmzfzC3cvuad3jYofarOIZXK0TJIU1IazqeR2KHCb2T3TYiyu1jYjbalFwRgPCVB4UCk06FF+RpTQS0nzsgK0AsLgaHuPptiuPiaoRZ8SsxXkMVpC1OtTFNZH0x1EXAcSoB0X6S2b3CQog2BBs9irerWZ/NNYsbWxwuElphJazLSfEri5iFptbRQBuokXIGzFnjENbobtQ+5W4/E0DjHE0WltNxaDUIVOWjO793U31W81JA0vr3BBHcgX2zrj/ebX8OvVbG2G3XKehnMh2SqF93ZkKunrGqSla7EKSq4zEC5Njwj12ve/nJ9ercVa8qeFCkU5CWnFBKgVqsSUuqJBGUoOiT2NlCmMN6e/NqBPi0unSotLlPr+8NU7joyLsC2XLKQUrvYtuhdzprYWQ7atZkwNehFP8A3MTSFD347tKpgiBKqmN6QxV5TClrYRmi8ZYKhdsKUoakWCc5tcAgXtsj8X+0RiiLVIjWHIi5VOhP/qlh/JqCE50lJ1JIPhNvQghWYawVVYEB/FNQpM6EhmQtM2AuKGENoOYkKYNlhsJICVgdIsSBa+1Q9WZX3uLS86FxXVZGlqz5k9wAfMgaC2p1vqNmMD4hadBSp3+4xMT7xKpWazBdrNPoteoj6nXYfFa5WVH0GcNHMpUV0GwUlBU2spKijq1/ZUCfKizsZYXxjKqkWjoTzEJaS1VKahWVKs2S6XGSqx4rZAvotKCLbLPDU6qT5T7VUicdC+vhKRlUlYGXiXtocvSVaG1hfQDbrhmv/ZfEf2idl8DguutSmpTHGbcjqJDjDiALqQsaEDsbEA2AIjuaMGlW+JNpmLncRyn2naGxUZTH68PMpSb9yoA2UPMEAm5Nzrt+1OkVSsu/CiLR4UZdcqdNB6i/kDrs6KFT6X7+iNYXZ4FOlMceHVor7j8XhaWTnWModSegpvZVkqCQDp0xBvOoMDm8G16IxXkcVTDrvHCH46rWIQ+lBU08P1VAtg2ulV9BMkE1RU+oiINPitUZ9qV19aVIyq8Nj2+oOxTh6rxZUVFLnu1GnrRmdYkQ+pp5Nv0TicqvqUqSM1wAdNr3EW6mvVSdDrO6pqFivClRlJitTWlcJ+LKzlSocxu4UzJSkXAIUh1OVbalAkIk1ektYXiuQMZYem0ubFT8dhrqUlVtFIJAzWPl63F77WqrzzL01E8iflcp+76fhxilu4yfmwmF54qUSkKTHUdNAoHKk2BIAIJAJFwSV7V3qDyER1qWtEriqadaTZaXNQEqSm9wbC4HqSPwhwZdGqlU+9PZPiqzqdR0vJPnYgKSo+mpJIuRqdpeAMKNO7xm+EyubTsqlJzpOVKu3kSLG/iuRYkeep0DrLOHoUuTP2nbu8R4onuS58uUiKtrhIkOrKFONG4yEKGqSABbUEabG9BwPhyBw6W00ua/n+Eld1KSo6HJ52PmLgft2bsLDzuI3WIHuledeXhcJBQptPbtbw9r6X9L9i78A7u93O6WluVnFrLEqrvoVwnXbKVl78NIUNBpewFybXIsLFDn5mbXZdrn44EF91vs2RaNAbxbjLJwEdcdhpQyM3voAbXuD4rWva3qT2tSIrrTcCl5IsJHT0Iy9vX9nnqdqnGO9d3EfDo2F/vSFqSlaHU5OGo9hfXNbzI7W1IAANSqJKa+LXpaH15fC0opT5aW7An8wbak7DfU7eBDXdvTeJMGN41do1GgPz2si5TCejJ1KUryBAN7nQCw8/Q7JCp7/cZVDDjECXh8LXxPjtQMyX2ba5057oyd0k6qHY3uFbParYPgYtlcg7kRkRkQrin4if1c98yCSdLKANgNLBW1LVtz2F2qC5FpdPRzq8q5C0IzLbT3spKeoNdFilFri9yb2OabCzZaIWalXbBlQzi6BFwvExG6zCblIjpjxZWZCXeAq9kDKtVwDmABJIOYX1ts1txOHqzXoE/FEB7nURVpzLiykx5rdgOtCbKUpBBymyb3BsSRbbNO7LdBRp+Mat7+delPxZHVFUoKYzkX4iQdRc+RCbCwIvptrSHVmt3OA6ZT/d1bi06K6lXvKiUlE9UOwK1tSGhnWtty+q0IKknLqLX289/EGnvuq7en+eP7QKKne5PE7b7t/bO6+BTN1e7Vqrv4oxIlh2FMdlCQhlbj4QhzjBZDshSulpaDr4XU2sDpD2TNx2I91+Fp9Z3gy5TmJMSVSZVqhFddQtpmQ+8XFrSEXQkqUSqyOkXFreXm67i2g17eqxi3DnHmue+6dKp01cDk3UuMyG9X21EXKVJClLIQSk2KSQSfZGi1pqqUWJVzkQH2EvqCVhSU3F+4JFvqCR9T322f4X6PT0vSYUeR9k+zNxL1t4PxA3evuD3T75MLVLC+O8HU6azUGlfeuAlMiO7Y5XmnAApDiTqFAg328gZW7qfFlVOgyncnuuUqO7xWihbyW15SdLJ6gAoWuCFJIIBBPoj7VHtaUugYXn4N3Z1CLNq85CosiZxcrTKDdK0Nnupw9rjQC9iToMgCl+5oDE+svSnIq0IkNR5Sci0o0PDKsx0HbMDYggDL2Gt1PWVaFAbTjPqCv1SVDwifwpuwgNV5+qRatKlRUIWpceahLqo6ibqCVpAJTcaXSD3BvqdvlG66LzTkqBUJUVa1qdUjIHUqWv0Bsbn0ufMAjQbaZ3fYVwRjKBLawRTqow+h1CJlNdkMvvqi3CZDsZIGdzhoJUUdZULAJuMuxXi7cNRt2mLWJ8Wrc1hqVFQ+0t9ocwzmNijMmyCCAFJUBexIy6Ztsl/4g0dICsxyfXBgT9S9e8RH7n/Z8r2F8Tt7wazjzgU9hpS0sNJ4TqbhQIWDdK0nzAAsQLnUjZx1ev1mlwG8UQKc+/RFu8JFRaaytKWnpIUUqISrNoAbX/dsCb5K9AlV6JQd3LtXrcWVARKafQw4vhqKiA3kKTnUA2VGwA1QRfXZfoxljel0vkJUuL7hqKltSGITq48qPMQDo42QEuIIsbELSSSbpIAFj9Q9m4ng+hBlLs5tjbXPn4yrMSjUZ1j3jUfhMZ1BKeKQbD8CewHn2F9ryH7BGMpTr8rEct9E1/rQ7HjpWlKrW4a7rULX1CgTppb0RU1yfWXaa1Flo5KUvlecQ0tSoubvxm0JUsd73CSCD+17bt657aW7mvN8rvCpeNaQhKUIgVKe0+wpq3SWHgkOpURawWSBYjS1w/pq3/mMa0zLthPu2/k8sG4Xdlz8b1vGsqbKWnixWosfkm9R1tqaQtdja5utNrk2HbZ0Un2FPZ8H3p7D1Qmrz5kKkVST8NQ9AFApI8iLEaWtsPRPb4gYW4kXfbuSxzg3g9PvGPFbqUBXoS4wslsW81gC+gJttoLdpve3a74qCjEm7TGNOr0Lp4pivhTkdRAOR5vxtLsQcqgDY37a7aYq28x3xMVuOPYp3NY2aj81SJUWVGa4KJUee6l5KB2AUb3tqRcEi5sddkDWf5OfEWCHalP3fYmi4kivpW61FqiQxKbXY9OdACHAfUhBH18vQPaO5LjNfpnW0a5epQ797fjbW2x67SnqFWwrPLLeXu5lO4Sn0uVg2LzUJpHNRZXQ7FdTcFWUpHY65gLka2IJ2zVLj4ygYXqW751pCEc+xKR/4PxATkWCboWCLoN7lVxYg7euftLboRvKwa/iLBz5RXoTXQ7GXpOjg9bC8t8wtcptqDoO9tvPuPOwbAaYa/oFdRQtTSnWsjshSSPkJ0cynugkLABI1BG0XqLV3x6na6xP0/DeI6pAcdapPNSs3KtJYt06JCSdRdAsuytLAa3FiWxutwdS8B8TFGMsWSn6jChqTKpzDCJTTkU6rzs2LqgDbrTlA7+ROwSuu4NalVaBiPG1ew9NpcpSIrVJht8vIUCQbhTZctfuq4KTa6VAkbQKLvA3N4XxG5Xqy7iXGT77SmJHP8ulLyey0Ao4ZSDrqCNbkdxssKgRg8yDSEHEZeL/AGe8b4yxaxhfd9XKRSPekX3pDaqL6oTU6GdLxn0oUkuCwCkEgAqTdQCgRmrEmAsZbucb+4cZRH2KpS5SeajyGgl9vW/fTNcC4VfKoWIJBBOj6d7aO7Sg4SptBpe7Korfw1KVKobrs8K5dBBBbUq5IUEEJFgrMAbn1osfe2bRt7XEi1ncthSVKfjojxZTqSqRHsRbKsZVd7nQpBNrjWwoptX7wP8AMqrn5is321l2fjKi1mA7KY+4IW1NaUUOpULC2Ya3FjY3uOoi42c+4H2h8ZY3r0Dd9vBiUjeTS+Fy8VrEMhEWox1XH9UmrIUF/wB0nXtbvemom/nG+5bEdNdo1PhIYlQPv9OmRQ/DmZbC/DNspFirQggqBBtfak3sb1Gt6rUSqUHc5hqkSkPpUuVQ6cY61K1u2sJXlcST1AkBQI7m5uZglo2ycpjLR4YlGF8JYogT91WN6oxNXKVCqOEsRu8vNpql6lceWlIC0XTlKXCCQsG+pvAc9iqBiOA+7i3FlUhVeavmOdpdLb4Tij4+I3coUVG6syCLk6jW+xtgDHG7Te1ulbwHvfw99jcS06KmPDxVFhNqU4pAASuQlIzL/vAgg3uCkk7LvAbmMsLynIEXHi0MIdUnLCWVR3LXAPCWAix8WgSq3ob7I66vV1KPpmGf3HuKPan8hlLi/wBhvBsXge5t9OHoq15syZUJbS0rBI7FYN76G576W9ROZ7NGMsL1SJKn7yMKTaXmShfCfGdSLgCyVJIta4tc3t3FrlhYx3SQN6HEdrOIapFlLVm5qnT3Upy/3mHitBv5hJQQL2OwRgf2QMeQMZU2V9p6XiGiMP5nWl8WPISnyswoqSe+pDp1GgOpDumst7Y7mM/OPUXyWb3PQv2dsCUvd9u0iNUv/vTXFUr9ZRA1/wBPM6dztF3h1Z1pp9p3wf49rai1N3CVBYpfF+AhpLWVfibsPX+Bsk94e86A67Lai587GZP+JX4drC/fS/79i2X7hth0qaILfLTGqpVG2oGRa31paU0hYV1q8+/+dgLd/QMlYQwHgOfErOLcQrflMfFahR7Zk9xca207BRsL6iwItAl1Dn8buT+NnY4uf4vRm1zHvpr62H+u3zizcvRt41Ufn4crkql1daErdptSWVpVoB0K72I7ZSpNgkiwtsilyI/MLbaE8ZbYjx1u+qlGbd+00rItaeE14ks+Vv1uwN73uTpsuFVvdfFn+9GqjVFrfSpLqVvlSEq8ii/axJOUk20AvtYOezTiOg0tuqT5dLcRxci0rkdKdPmSq2vle9vQ30Fa5hHBrrrnNU6LTn2P/PeQVoc+mW5tc2FwbC+otc7NpevsCB7nyBNN4cpeHKM1z8+osPr6VoW6rKnzsEpJIJ9CL37jvbaHWsaxZVU5XhcBha+h135rDtm7J9Qex9R5B+Ht1+9Ws8N2LRJWTpWjj9KPPsb6eXa+p2vXsFY3oLvIYoonAzpT15s6FJ7jLpqR5gG49NsdFZRzMvcrNLmZSKNwuK1EQh/JnUtFsyraXFwQbDTz1t5bTKLg+jYyoz9Zw40j7S0RXFlRdMtQYGvESO3FH07nuCSDtDgqlRYv3r4jPz/rJ1/Zb1/I7F2FEtYcrzFei5GF9K2n0ozIUmwt28iO/cedts3qOnNyeBwZO3mRves+L7tlQMjHA+K0trpzK0Pa/kRfytppqdo+8LDlG3oOtymqShiqITklMf2UhP6xRa1xfWxv5+QGxZvEVS5TvvSlxMnhffaaR0pWb5lpAtdJ76XI1Hpsr07zcJUGqNuz5eRHUvPnzJ/EG9wRbz7eZGu3nOh03UXN+DDV5B4gniH2fpUWA201g6l4hioT+iafciyG0i/gUCCFDyNyD6abLjHVMaw5FbgRadUYsV/KjPKtnjqsQUOFNri/ZVgD6DQnXtD3yYDntcX+uto8aFo68vqNRm1HkbkEEX1Gy/3l4fwljee5VKNVs/Qr4Ei6em2o1sQdLXAFwNdbk+3W7bw00dNZ8NMhYbZdanv0uVVlws6/hZf0TitTa+uW9u4vrpbz241Cj4ci4j4s+n58isi1x1+FXn30B/EC41BOz2o+6ilxYr/KurYX/ZSEdaFX7JWNApN7C2h177DcLBc+vV73NijD1OXwFqSiUhZUpSLpAQnsogXvpqAdCNLn+srrHuEa+vnn1C/cnuoo2I6oxiPDlbRFfiqSqRAV4nkDsTkURcWuFCxB9RcHa8BTVGozfNZM7DX/AJX77Hz1sDc9yTsmNx+AMEYSnsSsLxOVqKP/AD1QVKUk2zXzG6wT3uCNbX7DbQOIoFUlQPekCn06aj50JWWFKVp3BuNTp5d+42+e/wAR6O/qb9+k5A+IqutrzKGp4ygUbC789p5CEPtZ0rR1ZU/3tQRr376+eu3lJvI3lO4y3g1qfPZbX96W00tK+rKkhPfsoXBI7EApFwQdt8b7d029XFGF5DW76oxeAvPxabPdcizI+hvwXkhSHBm7A2IBNidAckV7cFvuwvQX69PiU6byuZUqEpoLUlOubqKbfQ9jcjUXvtt/wroG0CF7jy3ofiX+pRm4gJgOrf8AaPlaWyvml9aUpSVKV5eG9z3tp5kabP2k+zlvBxbPbqkCn+64s3rddUhSkZhoenTKTe972Nu5N07JbCsug1nh1T3HCbc/28VBaV5DKcpt+R7H0Ozn3W70MUUas+5vtZiGEwt3PFWlSH1pVoSkpVlLqT3Kc2e2guSBt6VyRbkQVzvniObDfsVtNNcWs43qLD/TkfiobaU3bzSUgaE65Vg3/WPbb4qePd93s54oiYDxlEi4vwvVM3uurNMcJLi06ll9BByPhIKgQTcAlPa2zl3dY0lVmBwncWRa30dLq4vAfT3zBaClJHpYgEdjc7XOLadKr1LXS3fdz8VeXiw5rRUhSh2cQtJCm1juDY2NiCLbXNgb3M46l1bzMyxWsd7m96tefadpNOoOJUSFZcixTprjoy9bZ1afPTcJIKyL9IItsfYBxxPpcr3M7hil15tjK1IVy6Wn9OwcSB0Lt3Kkak6kEjYY3k+zDu+xlXvfM+XNp019GR/hOpyPZbWU4nLcqtZJUDY2GlzfaRRd3FLpbTFGgVuo1GVFaywpSppTKipHYIezFWQEjpJIAtYAkWzrODkMf6GTbqFfhDG9W17tKzw3Xad7rXlzLRIQlaWVf+GdbDTtc+Vj6B9Z3dYXntfcKtCfR0ryZwpWa1h3OtxpbzAItssd4uC97/vSA7Rpc2Kh9auYlZQpGXukqQkjvrr0HSwI0G1fiFErCVL5CU1Kq9Uf6kIS6ELcVbsbkEA9gRcm5Hnsdqu6m5jxADTb+cwspO7ug0ue+7KwdS38+biqajoyqWF3VmR4VG/e4BBGt9QPuj0PBuA8Rv1SjYCYpC5qFIfVA+Fxu5HESgEKGpsop0JGvfav3GbxXZVUiYXxlzrHNZ+VU+11x1/7Nd+pafS9/M6C22gsSbrGq9S/hdC/kdaWEqb9FIPkPUHQ9u2ymnBLcSiE1P7mHq7jiV/OhxcB4nfoj6H1tOxZrDb6nLWSEIWhRGQ2FwQDYkdzcNup4g3jO0Zzi4Y52Vws6FwOlTn4JJKVKB8gQbHRJFryMQ7r3aXVGPt57rq/AUrgT1wg1MZVfpXxE2BASbHztfUi42aiIzVUozDUWWh9hGXhOx1ZVKSk3vcH6WOt/p32Z1CVvjjmMW3IcHExGjGM+qSnJWMqe+8wwvO0h/odj2WTl1Ov4G9vI202jQZWCPtb70r1JYxDRJScrsVLq48iOqxIWnXKpQ01CkA3Bum2uk9827PBGKHWJUpmVFq6PBNipU0h5RsMjyAMqtRfMQFDWx1saSJ7NuEq9S22pTL7D+TodQ6tC0q/FJFxfUg38/w2sliJ7hPrK2HMs8Nb4vZagQG3QyxT+D4FVSEUKZvp+kAP0BUFW9b99i4S90teacqmHKjCYcqKEr95UmeYrrlzcEuNLQsgntckE/XZVT/ZkxvhxpyVg3lap/vJTKzfUKshYtc2BFzpa5N4u7TdZhKluuNbwXotOqPF/qakGKlK1dkW6bKIt30PlfYjILFyhi99VbpvrOf2mm8I4UntRW3ZWN63UWMiciZkgOqSnyBUUhSyB8yio+pPnzxYpql8B1rx+D4rvQpXoVaBN+wv39dpcWuQKNS2Ivx/gISlOdHWpNu9+yh+Fz9NgLEuM2p7rnFiZ0L6cnyuJOmoIt3Gmmne5voq6cTLM0lRKlAaw4w7yiIq8nXl6Uf+SdAdbm1r+myq3ibwIsCK+1S5aEVHwtJdspOvksXFgf1gQNLXGwvVt+cCl4ciUuLT35XhRwtMzaQLXVcgEEdgPwvcHZO1bG+EuaflOy5tOfXmUnPdTCteykm9hre4Ngb6DYvcXbtlS+6VmJN5WPIHH597mvEhHyux0gnQLtmUBe4BB720FxtSbrcA4SxbKqWKMRvRYr+ZT7q4a+VWyq5PEKASkKJ7kaG+uYdzKdCaxRAblNZFry5+q3xE9rXBIJHkoH6fgpsR4XnwIrk+BLWw+hPyLKVZvqBY6fSx876bLumPUvXw2I7k40peF5USqe/M66cpSZDUd3LzkVR7ZFEIUQAohGhBzAWBILRjY/wlAoP9A1Zh+lrQqQhri+FpQBVYHqQUnUp7pN7WsBthmNGdn8o66zkXmyLzX8Xl9LX2YNGw1F91vz/faGJtIyyuXS+c6UJGjqUjxoy3BsFEC9woG2w08BiaSbV+2O+K770xQ/Adl/AQ6p1bSk5lx1KCVFbKlfpGHE2JTckLRewIJEnGG57CWN4DEWlxKW/KhO8WGtDqGnYq1G6ktuGymAqwKkKKkKNiACCFAWAqq7Kdcd4yOPFaShCeKFd726hrlsbi50FwLWsC2mQq9Wap8WnoXNQpPAyoHxPVJPmgjyItp5ECzOkDEblMF33R+DF5i7cjXovEoPx6XVJrCVQkVHLF+OnS5WCWXWlEgBSCCklN0pOmzX3JYLrOHMEVbDm9CWiUxlyOxVOpmR1JLVnGlBxPE4fqpJJudLjTZmfYWBXqM370oj7PQrj0uepWTMQQSnWwuOyrAkEgm17puv7qZVLrz8qjUSvRYS0cBEiBP46EtW1aDa1EoNtCBdJv4Bcknt1VlQ8vc0aOrbF2WDn8xxYW3s7r6DA+zm7nBGSaiLmajw8jT6ki1w31ZnSNbJsVi1gD22G396FUo1GqXvnENO5p/PyvNNfCSkgjlnOGBZYI75E66dOuyqpO5HAdLdYxvP3vPvrpzv3iPIa4UqOnxKbeZX/aAEAKAsALgDQhj1Mbr8ZV6BQYGLH6pUV9TEWsxSpTyT1EMScou4RqE3uRoEq0svZZaQHXmC1zWuN4OV/AlBuagNb2ncQ7vsR4spHHlR0rpbUrNFmRZHEUkGNIIDqcxyqAHEaOW4Sq5Uc5U+j4j5qpQJUuFW2KdKdp1eTy6pEiLIQtSFccIGdo5knK4LAHW9hbbQO8/BsXdBS4mN6NzXAiq4uXgF3gq7ZBoQQT2QSde3rsLw99lUr1Z5rC9Ww1S6pKSrk3+VKUzlgdTRcSfhOC56F3N7gBQJVtp6U92sHGDNjpzCykHGInqLSouEpUugu0+U/CqKEqlU2pRcsWrIvYWzpDapCE3sUlKyAADcBOz69lqBA3S4jrvCrj0Kg1GOldOhVG62o6BdTo4hJVkPSAFXIvckk3Io3vf3qtcefvLxDCRhf5XWqW1ITHUSEkvx7grQSbdBTp5m4SCObiWjT6X/2Sq1Iebi5eE0p9zLDSSfhdSA600TcpSoqS2bAGxIDgBUR9oab7BWcUbqqTiOl0OqVHgTMy0Ut0qkNoSh1BLaW1BbpAzKCClRKdbE2GwTuApNGoM9uqV52LNw9UXUrdW1NLDtPkWN3LgIWy6LZVWABCyFJsLbWW6HG9ZawliGjNUl+VUUZ6k000tHU6hOfInhkouVJtpoc9ze9yksXYoxbWa85KpeE6owiV1SHUxQp1tWhVnZVl4vmCBmUQbi2mwiZXbNzY29kvC9Zd+0dGq1RqORPFapsxbala63jOJAQSU6BLiSCMoCkC5OfqVT8UYSr0t2l4eqMLIhTXPx6ap1amj8kpgArW34gULTdJ7AG52B9zntyY33QcDCWMolRr1BiryMKyqfW2g3Nkr8dgTYBQJGuultndjv2hsG7xp8Cs4cp1eRkaVxfuDnUmwAC8ozWN7BQ0GpNjYbD3yBuWU9CpX2oalxXagwuqMKUhTVLmZkZlEpS+hLoKrgKynIoqtdK02sBP3eRKDgOLVq9P/o6o8JcdbvFKUpy5lqbeYJUUKcOWxAWmw0IOgl0mqwK9FptegU5c2l9SUyKkoOyG8qihTRcFysgpVZSyFptpcEjYD3lMRcR4cntV7GVRokWavhNVJMPn32VFxCUZihYUtxPdLgzLtl6jYXup8pBO6RJ2NpTU+fVN5cT3cuor65tOmuZoqSbJXDdTmugDQJCQDdQVmFwZWCcQYXxHPYw5A3x70IVRWpMV1hqlwpDUy4BBWOGpGXzJCG7akAWJBluw9l/BrTrcr+eio4ypC0IyqmSkqdjqBCsjjIAzXsf0oBAuLHUnSmJcZbvsG4I4XuSFNYhNdbVNgB1TNu5CEArQbfqgnz0FyGCJwMzDjLHu6/ctKpv2ork2VNXnaYqn2cYkLeaHibeQhtCnGR2BAve3USTYPpeMfZpx5WYDVLrdURUTnRFdw47PpEmOlVgW3IUtTsZ9o6gpsFAdgu+k/fBuvo29B1vGVBiTajT6wthppTXxYvCuD8BahZq2bMUkAZiQQCdpeE/Yh3VYXnsV7FHHlP8AS6iKt8pipWCMhuDqtJ8h03Ha4uaGsS++FVd3HYSx5QXN3zVQ+z1Lpa0OtcWByExlKDcco4lS2wFnQrCkkgqSACSBnOpYpwbQXatuMw5XFxZSPhc+7xVsSFjpLiFKJKnUkWK7372Jsbaf3mQqNS4tNo1exZW8PPv5Y8KfrIYkIAvlXlOYW0PcEjNfNbZXwfZCxlWZ77vCw1W6QhKJFJxXQ55irU/34clvMUm+bqcTZSCUkoUSQJDfEru3GUvs87rd3NLxbTXcURGF4hpGd2BNddc+Mrhq+IFHpzNoJ0ISQSCDcAbVu+2qV6vY8rsqlxKvNpyIqaWujKs6w9AACuNHWkZsyivM6QFEAAEdKSGDhrCc/CVUlz6p77i1SloW07AqjQdaSkXBczI/szYpS6gDU9l3ymqrVXdxbVPtRAw9S4U1934vMXakN62QVlICViwAS4UnQWKgelM79skDLSkwPDw5RsGvysWvMMMZVcBEhooSlJulKHwmyj5hOTKQCCQSdat/FGG6pAbn0zdPSJsVDoSp1UxyFVIbhtqHm0uJ0GYgOBaFWF1A2IuVYVxHFrPIYod+9Sk9LTDrn0PERbpUgdIKkEgdQJuCDZ07d07AaYrMpma2ta+XXFfYGZXWQnI4LofQTY5SQpGYeA9hPZultgn7Tt02Esb0aW7hfGSF1eUwrLAdyc5DdPYmMs8OS2bFSgyptywJQkkX2Tk+i4jo2KPsRPpy5T7b+RUee066lSAQciFlSFqJSSpOZy5C7kJBttpmnbqKDWYtSxRPe+z1epcdS+KhAS68whFxJSpAzEXKQoJvcjUHuRjH7OKK9AiRceUSl4lpy1padffaLUqOj5ZMSWwsLaAVlukEtgm4SDcmwM7bB7FmGnazFwvjKBhhjEtUwuwvgL4XOMVKnK/TMOtlAdQtsgKS4glSSFAlIUVk3w17SmCKy03hx3dxiil546ltVFbpqMXJoCOMFKCmx6AqVa5sDcqWUCTP3cypcXBFWqMpD7/MLhVaUhbXMCwBTITohzyKrICswzAG6iG47oWKMEY3Y3ltYmq9LhYld5iPITkWwl0AB+NLQCErWgjR0EEpynOepQoPKCvoS33GPh32hN2EXflTaZVMWSoMGotcvFrkD71HiuKORPMpF1FlVsgdAUW1Is4gpzWLd8e8HehgPG8CBu090VdC5HvLJS3QrjIvdD0Ypu2h3KnKolaW3DZK203BCjqm5D7RxW681hOkVebKdTKS/FWth1y6wviJsUlSSBcpyk3JuVgG53gP2Ut7WF94FJddd4FBmsJdpcp93j8qsDMnlJIuYzwOpbcaUhYFuGRcizorLtaVSvYuJuPdDvko2PKXE5+WwxV346HVoWgsKUr1yK1Sr1HhUQSgqHYE3yU3BGA4FSrNGp9Opa2HVT0RUyHYrCnVKF8vCvwgpxeZawCL3JQ4CQBtG8P3NXmMGz8PIfqPVIfm06OEx1Pt8OynGVHKxLUVJ6W1ALBUqxsQAvFu8rDm8vdBvYpc+ItiVhpibF/S5vAz1O5SoFFnCs3ukdOpuDsrTphScgwiLtl5C3tUvGWF5+I6DunRKlUuVmq0WPVA1KbVqBMQkgsKunULJyKJKSAbgFuGN6mF2qNz/wBg6LNYlJXISpC3OpV+rLcKyqtopBvZVwCbBIxfuyx67u5nsY8oOJ30PsLUlbS0LUh5ooupt9IBKkm1joDe3bzdrLm5ve1Fl1nBDvuFdUze9qM1PMVSZBFg9CkpKUZidQkhpYOpOpBal9sJsUe0TAnxW3cG4eYhMSszqGH44msSFJzJUUBSSlZQelQWAUqOUlHSdvnC/tVYyxQ1Li0bEOF6I5FXy6qDPpEmLIbUbfoczgS62dQC2SewyggnauGHXaXhzhReaxDS35HMK4rrSJTMhPjILgCVLygixzFV9FJsCCDDjTtGit4yqmHvtXSH0r91yo7S48yOsC5iuJUVhKu9kgFpRSClQJKRBk5hZVt6lZwbS4m8afEYr1Hca/pSA0nPlRpclKUgBadbrKCCm4I1uOUfGe6+fVKLvL3LYIRClVRCeKuHFSiHIQogrbfYQCgKIuQ8yQsKSkLJBymnwjU6DvuoMTEeDatFRUJrvVQZl4cziozqW2E3RclFwtoFNx1JUCLG6k4xwlgiVzW9CIxQYqFoadW60jgcwNBnebACwjsHCBlSCXALE7XDyhEXO9vdxPxljym43i05iLwJDvHmQOhKWlAaKYSqwdFgA6ACNRqDbahG/XAeEosulz5dRYlQlpaUqAhtSHFE6BORIAUT3IQDc2ClagMH2rsftQN3L7tBpz/vhhGdqLxQ0uU0MpuysgoctcEgHte2pAON6njnd9WXabKi0R+iVt9rIhrxsSl9F23NFlCrg2ScyCblK03I2BeNwgra96Yh3jje1hfFDrdUlZ21xXVNKdkfd5qUHw3SQAsC4UA4BcXsRdQIlQ8TxapXpc+l4m52nIzNSGJ7WZDKSCUPoS6kLDZ+cB0FCh0FCSbVUeRg2Li3kKzQ2EZ2E9fFKkxUKsApFyVtkWUACoAdgnLpt8K3eT+a5qs1yK5C4qsilNBaFIKtMxsAbp0IuBe9he10q62X1EatJ2uBDaRFrMBp+f72oL9I6lKdpchyQrITZBcBstq4vmStBBJFlKtcqCr4xo0CsuO0akylolIU06600UISoXspC0mwGa1wbA66X1DPqu6PG8Vqk17BvNMU6U1xabV6NxH1ttLAzIKD8RbZ0GU57EC6SBt/VXBrtGlQJWI3YVRi1FK1++6NHZQ0pYBCkTIKlhAPmXGVt3OtjtJX4aOL/tMUNJerLuI2/wCjpqFsSGlyk5wh/L2U5YJCjZJ0IuSACSRbY2l7kK87PxC7S63RG8mWfC5iQ7HkOMOISoZSVkLSVFQJCVJBJ7i42alJwW7VPdtUrL1Ofo9Od4tNmR45fmNsa5Yy3FAKZsepCHMy0k5QQCRtCq2KoGMq9LwlFpNEmsMMLXAdxC0qKh51JylrilJ4RGnWGwLmwJN7GrEjPxM8UPd9jJqexVKNEhPrhKz8WjVd2HMgqKzcpCVAoI1ukoAI1Cjc2cZ3nYtpdeiQMUYTxrV5S2vu77SG1tJT8yTkyo4hSPEkXUcoIF77AMGoUujSq7givYImwuaj54bseQULipIOUhRK0rbOozhRTopIBIKQF0rE+Ld01ViTzVqvWqO2/mXAlPufGaOhydRyrAJCVIIBVcEAEpFynMDqNOL0wZonEm+PDmI6DVsOcpN462lJkNSoS2HW0/MHEkBQIJvc2KTqCRYmrwVuIwvvpozdGrPvukVtjI7DmtIjO02qNC5SW3kBfDdHzJsgkm9wCLMCnYEwvvVpbEqg4eqNUYlNJlRVOvutSmfMoy3zJcSLpIA07djYz4WIN3O69pyjOxH4tUcWlCENOtsOqWLDIsEgLIChYg5gFWNgbbCI2ndFatImlGFiBn7iJ+EsWv0GqREVRcXIpqPVnW46HkXJIzJUNRbxElNrkk2IDm3WYVdlRZeF8UUOFgNiawtDS6W02tWYoNn0Kbsh0agqAClmxs4dDsZSKt/OXS+QxRuyqLDDCE/fFrKnVJt4wEkKykkkJtcm+lrE1TdNwvRuBhzCWeE2wn9E6wVLTqDnQkkBSh5Zdb2Fydu3huIeq9WOz5lKzu1dwu1Pa4sLFHHztOvx1Rn2HrXu6pOVC0rCbIuUFQJuVX7qap493q4Nr0/C8/D0Wqc1mdh/dc620kqHDzpsbBFgL2I7lZF9nO9Q8R1SU5Kd4fAfWl1qrtUsKiyFdhfMSUlWUg2Nyb31Nyxa/Qa9QaM3WXaGw+xNjqzSOTMhpSxoR051agElOUG4vpqQu6oW5GZXUNW3jjJiUwBu0a91uV6qYeqj6K8tM2RS1utykMr6Eq4awEqTYJULnJqs3vpf89oCs7vv5uaFheLEqNOqlLlZ6M0pYyKURlU0m+iUFNyppFrEIUEga7HsnfNKo1GbozWGOior4seswFBXu+RrYqClDM2UpAKUqGvSQO2y9gYa+0bsv3o8jFby5XFfdlReTmQ1ns5G4yQjQk6IdIOaxtodmavDmTWvYXLRKHAmMseRYnuvCcrJnUhLuiEZh+qQoKzX7i3107l2Yc3K48oOF4kp2ne9+lK3UNSsinEA9xYjOE+lysnQj0OKjXpWCJ8SjYyxZCmrf6GuFenT3kahDmS+R4i5uRYgA389lkrehXqDjLENHoNbfQ9FWl91hb4fiyGlhxxD7afqlPVYkXCj6DaHdrjFfqLrOEEXGL8dYXw5jLkK9hOttsMLSvhc42pSl5LlbarhJJvokm1+xFr7NiPvUoNLpb9ZdwxN915Wk8VGRea5CUh9F9L5kgOEEkpUDbLfavwaxQd42MpcXeNhOnU9iqIyu1enKCGpDoNwtyK6OGo3Ny6ytskg38jtdY73FyuFyuEok2ooYaU0vkH20tTo5uRbOQULFtAbggrGumwbiFIBjLAOALIIVvHmCN5dB9w16nVelxYKEoTPpNSZSpTQymzjEjOhV/UKSb3vY67DrPsqwK81LqeCN8dEXzXxWGMQQnaSvUkgKcHEQb+RIFtARrszd3e5TBsBr3zXmpsV9H3eQ0+sKWlYukFSAm9vMkABJsCe1mDXt1dZdpbdBw49TorHFS6wvIFsOJsoBQKbhKuo3uAe4ItY7SlqquBAWaivTHZiZeqPs/77sG/emsBrxFFfaycelz481LK7H9RRUPXtY6drGwnDodZw5WYFUr2HkRVysqH6dXqcEtKfCtLCQnhqJFgASlZ7ozX2e9Wk4NwRjd/Bsqk1F+VxUyHYFNmuR5CUqUPiR3CoJsepQAISSLaEHYzw4nG+MmpcXdfvjqlRojDqo64tXpwnv09VgTHksPJPEQQSOnKpJ1y/Ntbd/NCnU1qMxNTsT16qRZeEsOVZigzfiP0uPFa4C0vjVbCkOa2cQmwACCCAQNdkLKqjU9pvmoiG/wBZaEFC1KPe4Pn6g6377b4oO6TDlUaYpdew9heov05PMNLpDEmm8NDehKEJWpKSD8yEpKQBobbV9Z9iXdpjd2XVKNLxdSJS5HMLdgPsymuKdbltxHhKuo2IuQTYX1stwH3yq6xHiC9n2sY8oLrGI3aHV8UYXrSFUupcgwZUeVaxS3JygqbdQofDd+GpJsQSSFBn7waBAqlGYn1SJi6r0XKv3bWXZXOzaHIAV/RlTQlZU6i2VKHWysrCQSVEZgf4Ewpvf3aV5vBGEsb4arzHjfptUpzsCQ4kL8Qcb6AogBJSMuUpScoIzFmV7AU+fVPtHRqHCpcqa1ytbiykIfRUmCCC05w1BLp1ulQym4zA5gQFDqUFmfiKPqWqfPxMgTdwVG3jRabWWnavSJvSt1pacyJSDbRRUAsHpN1C3lcAm5OcFbgcOYIrLbtLq1UqHUVMNPupUttRP6POkC6NT3ANtCTqNtNQaDPdge5oH3qF4UMTWkKkM/TOooK7dkruCoZb2PeuqGH2sEQH6pyk2VNyqa4Smsq83oNO394DXsO+r1Vu8RZ+/rXwPUq0Io27mBxXZaOdleBK7dKrdiB5AG5NyAT311WUfDdexHiNyvYtdlLp3F+A7KWYsdNxdIzOWRr2Cri50JvY7MfAGAINUxH9qN9MStSqe/lS1HhrCUQ1g3SXUJupSdNEiwt3ubAH9cke/mn6DRs9OpC05GoqkjO4jUkhJ1AVcEgEn6i19ktRqHU4jthGjq7dUQOK8QxcJYcrXuHDP9IwlqSlPFCFqdRopsi5SsAJUQQRrpchQsD7tcQ7wazVJ/2tiIioW0qVFSlQV9Cg9IF9fDewAOpA0bc3DeHGuJFn4YflMML4UhqLH5d1NhcWAUEOIta1iFHy102+plFpdBgRHYDNIXQeYSuLNlOrQ7DzD9GSpN28xVZQ0ubE67LDUMPiYzVmxsuZDw5KdqjTlUi0N9jIrhO8WOerQ3IUOnvpY6WBI8jt2rTNZlT2OQacivoaSpC8gSpSblKiLjW2twPIm489raVS69KrLcWg1b3dREZXXV5syXOwsCLlItc6HqPmB3va5LixXW4rTvHRlRnV+sv9Yp9T3uBqO99mKke34gHqSLNrBWKJ+KG680zFR0KQ+7xQ0l5JIIKvpmAudO/r3PORrLVGqWHJ+IWKQiUhLSFwrKW3r3TmGqbAAAgkXJBB12gOzZX9kyhGfqVld8X5a3J/G/a1xtH47X/kIy5V32O2mHzO4T1K0bscG4X+68FiU+vM6uQ6oq4l9SsnvmJ6jcjXysANiFFQdi0tylxa3KRTnGuXdiomO8JSLeApzZSnTVJFvUbVq5U/i8KLSf76V/Ll7/gfPy1IvfaI+p3hff8AgI+fI0183qfyuPz2KmU9SVdp8Ro1LpdUYr0CnQkSorvFQtNlJzAW+ovbTUflpsR72MFRfagpcSjUvGLmEKgwlWdp2kh1pSiAAVqaUApIy+IAL9RYEGvwzRvtG791aQiKheZc3heFOmnex/HsNbnZv0isYXwa1yGEqSuo1HP8V9pPiv6rIsSb3FzYfvI760t+/mNUK+c4mecPeyFv43VUt+l0uowqvUecadp1UptRCeXQHAriKJKXmyMqRexGpBNjbbSVE3UY3lOwHd5cuFVJUXK7HjutIfabX3IDZSEG5OoKRoAQu4tsGbzqA7jKVExk1iao4UlUtKkyo6Z/AW9cmxSrwIWbEJJ6FEgKCSbgBlb18WxXeVgY8qM1hGVLEqQkIW4m3oerS58rXvYEWOwG0VVrh3UZHqaz3rUozNJVut0aguvypTNIhLYXm4UWKU5b9yps3UCbXBtYWuAdlzirHu6/FDXCrPu6o8dXWp2lokJzDsVWAUPW47/QjRQSa9Kxb96ny6pV6ihKmnXV515UjUaBIGTUqIsMtzY312EHa27+iaiLQj9f/h2IP07/AIdtnigVYrZrFaFON6lhzDjr8XBFPpbDD+V1C4bpyJV0/KuxSe9gCDYm47kitB3gY8n4jj8V16Uj5siQleX0zJIJ17ZswB1AG3zC3f4jxa0/PpdOXNYi/pU5k8fKPFlb8Rt52Fh9NmNg/D27nCTrcDGWJ8S4Nq8qOp2KqbHyRXFgA8JXEbKSFXulaSoHUgki21EsG7aIKvc7cepHrOK8UfEixXZU3/z1dV0qTchJbWk3GUjuASNNB5bAu4x6qUberVsUYIZi4UXCVkmNQEcBSXyQVIKU2CkG9ylQsT3B0s24OCazjKK3KoMug4oz9aIC4qIdRyWKk5SFlt0kpJFlpvlVY3AG3KgzOVxa/hevYT911RbHwn3WHGn3Eo7svBfVxEjUXJuk3SSDsw1j1KSI55KpIjvrntQYo+y78U0plmatrhc8wpSC2r/aBP8ApoPLXZFLxRXpU9yqe8X+PxeKt1c11Ks973PUNQexOunc+VxNgOz5TjTufJ/Fv2XP5najRRHYsr4X6/yIPi7i3/LS5t5W289repahcbDgftM59RY3zNl7mcdub0MBvxXqg/FqkL7u6+wpAd7dLo0KbnzuCCdba7Z8q/8AJ4UCDVJDsWrPzadUZD78h9pIanR3V5iHUmxSohRuT5nyAvt/bvN67u6qe/WZURa4q2ktPseFSkg+QJAzaG30/ZtPxH7ZOI8RRefwQ0xS6f4U8VAdkKsfPMMov6WPpptv6LU/V0b/APP9ZsaPWFUBmR95Hs+bucObxqnRsb4hq6KjzS2JTrtskiwDbcgPJA6SAlS0kBbZzElaSCczY3wI7QcZVLC9LiTX1059TC0O/q3ORV9AUqRZQVpcanz23DiifF3lz5+I8Wy11Ga/1r4qEpQ5okHpSAPCAO19BtCfewbPaicWiRWJsJhTCZHLnM5H1+FdPpc2SNABoO+x1yrQ1uvDGZ0XDwlijc25hx3dZFpeNaXIadi1aAnLz0UOAuNrSFBSlcMqsQF20N+4EOhzqNXqNAgYXwyunYvpy0/0tAVwkTGvLmWVXQp1OpS4nKerUGxJaVQ3Bb7qpS51ewlhOo1TCGdSlT4sph1KUXGYFpKitRT5EouLAjzO35SqFFozTbtLp7FO6E8VeQeKwvqb2Ot/Qa2A7CL6BdjJ9SGuAGfcP6WjBsClx69iOnxcS16VFyyEutBHKugAZ0ZAUlKlXUQLEkEnuLCMqqc07wvd6PAlKEaZs3lfzWR2uSTpb6bQ6xNao0ViV4+azLirWgpQ4rW4CtRcDy7geuwSMYYtlT22qNT20PsOpRx2poStNyBfRQI79u57fTYHZSp8/MVYPcc+oT1HFFLo3/nUeXFRlyL/AFst9dLg2B09L6d9CQUjFuA6XymI6zXIs1jMhS6aiQY77yL9QQSLhVrDtYX1sLEc94O6vG7UVjFtZeoNUzpQ6t1qLm4zBORDqRo2pWhSoEpUPO97lf0RGHJ9BrX/AK8hiiVSlrUuPCTRHOVmJAuUJIJWhZvYApAv306jW3ewyDGa9JWvkxzNj0Jndfjegt17dBw6oxwM0qHNlJamwb/7RCrBTfcB1BIJ0NjsZ7tcBSmp7mI6o7FQjqRwI7pWnMLWXqLg2762OpAG2BcMUTFFU5R2l4yfzry5+V+A62lVhqkpSsAjuLDQ2tbtvTd6Gt3OA2KXKl5/u6VLdWsr4mg1v5+vrY/ntmaXp1ya46kWnaQcqeRn9pUojP4So3u7wWqC65FaZfWtaciMnzafs76a7Zf3i4xiu0Z9pr+tLQpKkaeE9/M6eWv4X2eGOsZUuqQJbrr0V9CMy/APXvp3/Hz2yZV6o1WcRuc1+g4uReVOXoBt+3922kFAYzUQ+E5U7CmKJVBcrLVPYfi/PIdvkSoa9RSlWXtoSALi1we9FIl4olQG5TtWZ+5NZ4vCUV5kC5slVgdNSBcA2NttHUDCGHKXA+1G6DHkqLKyNc1Rqosx18U9PwZCLNOg6nKtNyCAAL32p8VwKXVKo3QcW4efw9iF/wCO0tLDcLmFeZyEcB25N8yMpVYa3BG3W1bh4RG0ra3HuKKgb84s9pzDm8GIxVGMqc0rwvpR+vf1sPUG4uFHUbNRpdL/AJvnGt1USl1T/vDSZSOKttV05ym/UFFAVaxsdBqDbZfVTdxWaW7zX2NYr0WL8VcilxfvrLBuDmYHU5YXBABB739IamJ+76qNz4tQR7rqDCpVLqUBotIcQD1haT4VpUbKQbkdwbG+xFG2Veo4np0KphyjRf7FCEI+VA/02W+KpWHN4zUuLRnYVX5JaeYjsSMr8dXfUJOZBtqCQAfUgjadUcH4Sxa05AdlzafKy5MqFFCk+d8i9FDU9Q8rAGwFso+0L7Nm+nBHDx5u5iTav7r+KipYclOMVGOx3UFsBQW4jQXDZczaXRpoDAfjMylTcYVYoh+4XXGmnkTc/girfQxKSq/ZJICHvwOVQHmrvsP7tMSysRu13DjTNRQxTlJzwprSkLhqI8aSUjpJ8tUk2INiCVDu83qVTehAqWEt41Q94yltcKLKU0hEqO+m4z20AWDqdASRYi97s32c5OI+Vq1ZqkvJKp0pcXodObIm/me6T3ykaAjaopwfL1NKvS4G4z+xNjGfAoLc/jZH6XKS0t9dsvSvKokZtNPIa+ve2yU3ww681i1uqOtRVwqivio/zKyO4uD3FhYE37jY1YqjVZ+2E93rhVGU7HfYjtBPDURa5b1TYk3JNhfU2ubSMJUl3eNu5kYXxHTpSKpSGlKpsxpJSpxIA07nU2N0k6g6j1xkVabzj1mXrCofUE5OPvsvRojtL5Va+lDrS09WW+q/K9gLgDX9u11Sd48DEcphqs0ngMTcvCnwnc6GVjyPzD63Fx3JOyCqVQ+/vwOMhaGHVNeEpUlQuFBQ11B7j9219u+XVIFU+F/VX+lakeBSu/bUft1H0217dOjIXHudqKwRvWavpmE+Qpb8+K70NpTnU0jPm1skqToRe1rgeRvfYerrPvlrixYiOdR8Ja49lJc+oKb/ADdgbHy7gjZW4i32Y3w5PYgQGUcDwK6ehTWgIte1/PW4vY+V9jHdFv8AGoGI24uI8Ee9IUpWZ12G6Wlxb+eXUFHrcgW/f52/S6rHEzBQ+czXXs+QnYGHG2p9PyLQhC+vNnza3KkqsUk97i4v6WF2pivFcWjUF+f0dCFdebKlSrefl/y89giLVqpKpbc/C9JfRnaS6006sJS4m10gOAlIJHa6vzvst657RcWK6/Qcb7vapCyZmpsVSUdSNLOMqvZQNzYgkXBG1e4+nr8hO+nz8zlTfaMdxRWW8OUuk9b7uTrUfLU6DufIAd9SDpfaZjrclP3gxefdxZW8LzfGl2EvjoUk3+G4lVlKQPQkEehF75r3h0KjSqp/2Dq2SK+j4TuQodbuAbLurQgG1wQNNBfZ6ez3vkr0CKxhzeDiF+qZ3UtNPyEBS2baCzlgop9Qok/XvedLrBuyX/tF/wDtHg8wOmezniPiuOysQ0Gt/wC1d91rS+pPlm4SgSSeysoOlhfYcqWEGsJNcrzcJcVtSkLVx0OqZVqChQWMxtbXMDYHXbRG8vGMDdy65XsOU5b60fFlQPD4v7VPVYIJ7kApuTcA3vljf3jF3ehylew5wKRNYX8V9p8pdcVoQhYbAIIv81xb18zk3au7tgwyPdqDiaB3Q06LKntutOsP/qradOXy8J9RqO4PnbUHZ2VxXCac8fQn/Er8/L0/jXbEfsZ4prLuPKlArLLHHYSlLrqEI+IoagqCdNblRIta50BJtojfZvai0H+hqNUEIq76PuvWE8ZWvkrxJBtcaEfTQ7ayUNUuzMXtqbfsk+pOUtp1z3pnyfOtHUlN9Rc65dRpci5GhuNlJjGlUGLVGK9S6hV2OVUnhO5lLab/AAcNloSexBJHfuLbc93ONcZYjlP0as8D3ohalNNI+EtSSAo8BJ10uCSFqBBuUgEXPZ1Wao0CQ19jV1tEpKeagJUFpcSP1QsizhuQbFKjmNjayTm2mxm2D/MvVQQcStwrvTnz2mItZyN8dr7k+6vMmRbvlB6VW80gggG5B2JoQ3S7y2nItU5L7Qoy5GpHwJCtdSw4CC4NCSkEkAAkC4stZdc3Xu4Ic+yWCJsphfxZWHpjRU+ysLzWyOAkqSRe/iFtBYC8GjYco1egNyv5t0MQn1p4UqFUjlSrv8ROUgEGxzEJI7gnYmGqrwTmEOmdZo+k7psL8g21VKGxNRlyokIWVOt2tZaXPGlQPhUCFAgEdtL+hV73DK9w1SuIqOTLyrrtkvqR2yOeSlDsHBbNoCL6lLU7c3iOU6xwsb1eFk62o/OlpSb6mxBCVJNybpN7m5AO0+fu/r1Gd5WViyUtHVlXNdU+ltfexKlZwTcgKBA1sUnTbjY9Sb6xk/iLHxjRx5RKNXqW5xYi1/4GipSb/raHT1B0t+zZS1ynSsGxXOQpz64q8q08vFcW0q3fptodbf5eoKqNjXG+HHW4FZpKKjC6UontLC+HpfrAAunyzGwANyQNAbvz/fMByK67wG5Sf7JQV+CknsQO9jcEeuxa9SuoHIwfxKE8RDVXfHgOvYc/rfuuvLzNNRaolyPzDtiqza1JyrNgo2BsAnUjU7DGB/aZw5VJ7GEsb0mbQauh3hJVKaLsd7S4s42o2NgdQVpAANwCNrHeHux9pF2LUsLtYmwVV6RNdVyvvJrgKyE2CLXOVdyDqVJJuQRcJSG0TcHiPC9BflVmI+/UWGsi08w2trN2CQQo5b6WVbU2vfts7TVW3uaGn01LLkx5zscQKDAbnxXl1SE/0IkQ3Qt+OvSwKSUhaPMLCwoGwyLvrn/G+EN6u9qsuVRpqLKojLqXYXO51JcTr8PiZdE2NhooXGpJsQrcG718R4NrNWi16k87TqinKqE6sodiq+VTC+xI0JSRYkDtcna6wv7QVZgVnlZUSo0HmpSUpmU5SVNSrqCQZEdYUy4ogJSXAErI+YEbXqr7bn8RM1mlzsmoYdW914ciUaVSVt5GuEtp1efhqAOmqjceehH4A7BdVqUri8JqJx2P8fUlOv0Hb0PlrqRt2xJvD91wIkqVEXUX32kqdagIQlau1ylsqJP+EE/Q9iauj43w5i3+oU+rxX/mYmU51p/yJslSbqAJ1ULi/nsCxC0RdGldNlcV34rK0eFSs6MqVKF+1++ttT+/aok4YantNyuj9XJ/d+nr9Re5tsyXo1Gitc1KZfyfOt1haUp/vZuwB89bA+d9NvmFuo96f0zAlymIUpGbjtWUj0AN72A+ul7X2AamWVFbe4qcJ0TGVBrzjUCWx7k6lLgSmv0KjfrQq+ZFzqU2sbeRvsa/Zdqe65KqlPQvifqdSVK07f6pNwL3Fr22adB3Zu0Z1tqfUV5M2Tjuo+Fra2cj9H3sFaCw7i5udo3UNNcTmms7GTOnspWUnvoOr8Rp57EGfRhApiAOGaC61yvu5hHzcJacye/lm8idfW+wljDdtQay7xeU5VaMmVUdWVXT2vexIt6g2toNnzjLCjtLacn0vgLQxmXldStScoBBF0EED8Qo6eVydkg5v4wR759wu0maxK/RLXHdRIabWLjU2ByEiwNgdRpfYFtbTgLB6lFLRQd31LYrzVOmyn8yWnVMLKHc1wkaA5SL3OVQItrcWGzGwHvLgc0xWaC6xKfp2VbrTqMy2VdrqTopIPY6EXAsb91pinGG7SvOuUGqNPoXKSpOVKlNK/xpcSQUW0IPYHQ9rAfouCcLwaXExbRt5r9XXClJShSFNx5repJjSEgkFQT2KbBwZlJIuAD6as7OOJp6fRvqF3PwZsmoe0LRq9/53qTUacjL8KRH+8NJUBqFJCS4Um2ikg27lJAJGY95W8/GUrFDFUi1abFoKFpztR/GpQuqwOtiANU2CgQTc+Qfjb2joDsWBAoPHi1vO0rPwuiV5lWRVgh5KiBcEhWlwRfYoqHtBwMZUHla9u9p1Um8DJIkcIIdcdSQDxCCCSU3spBQoHUC2mx3q7qHuxmrQrjFkMsLzmsZfevh1RC0cJDspopU4om4SFi4vrpcjtoL32IIWHqNWXWMOV6kyqPUYq0yorq18JKkpWOtCjoQk5SSQLEixF7FTYGrjWF2omLcGtSoWHqotTDrvNB1VNfBP3dx5NyR6cUAg6HiA3Dgc3rY8qjXubEeHoS6jS3UymKlAUH4cyP0jiOI8bLliUmwKCRooagxpqQvqHOiY/8AbMPMZ74t6GCIHuaK1FqKHmsv3ynJkNTEm9xlFkO3BAJTcjUFIJBOZsZQouI5/v77B0WbTpSlKlMUtS4s+Ood7Mq0WhJOtiq3Ym3gflOrHwuFPZqM2iTVpySFtdUVOlwopuVIBOinEgpAJKgQLX8+iO1l1uLRsY8eosIzNMTHW1rkJHZxuQq61kWtlcUokaBQ1O2uh2xuh206hLBEDVN1ODd6uEm5WHKjKqPwuEp2FmUpKtCOMxYhwG4GhANxa5udotGj77sB0FvDlewbFxRCpaloYdmtZJjbSj+jTIbusJ7AAh5GliFEHZs0HDtewbih/GVe49BqMppKGpTrDaEuL1BSVgBCSqwJJK0KBsVg6GZRN9kXEdUntSqitE1hamJELlXcmU2vw7klzsSRl72AIICSRzmPod3Iisp1DqjrTk9qW3QV5lSGoUq2ZSha+WyyMyQnKVAg2HhAsNgabScUYolS3fck19hef+koT7yU5tScyLjUHupNyD4kquVBrY3qFUgfCdpNLxFBfkJQlqKnI+lKtEEAKKCoEgAgtqTp06bcZW7rHm76sxMR4Sx43T6e+6lUxiqcxIjptYqZfSRfNZRIWFtuaCxUMydl2TiF3CZprWDaphKvf0NvSYpz81aVNNVd9S2FPjUBLhBKVnQFIFwVCwIACbuFP3v0HgYoaq02nSqc7kU/D4S4qldlBZSD0nyzI1uDYG22tMW4QwHXosSvVTE1Ep1RYyri1KO62+05nsOGVZcr2YDKARmIuNToFtvFi4XwbKgT58T3JUZrWeHIokpcWPUkAG+RK1cB0gXKkLSVAXCkgG+0JVkZgyVU4lK37SUrHlBcwvi3Dz9Oq/FaXHxVTobqWkvoIKRMLVlJCv0ZWniEhRzIUAVJ/MG1KLFgVal16oTYsHiomMVakusvyIvWLPM8RJZkslSFKUhaCRcnMCSoS3cdYIntMO0blWJXC4T+VHKreaGpzMqATmBGpFgnNcdJKj2wKifu+ny6pKiL90Sl51c6s8BxIBPDzJ6W3SCi2pCr2KTY7AvsK2AJE7bNjjbNGUXdZK3l0tuVRt9OFK2hvMhpTFJ5V1tPdIcYLyk5xocwBSe4FiBt3o3s7bwWqpz+I6tFqiIqlcKBClOR2HE6hLouQou2UbocJbAtlCTe+TceSJ9GakYo3N0+UvgNIXPgQFcCfTU9y/wE9LzBuDmZu2klWZDeuVr4B3ve1pS90FF3jbvqtB3k059SGqpTpDAXKp6l/wBt0qPEaBsCWySCq9iARsta+tV8jBEaVt44mnMUfa2A1TYH2IfXRH3eFUneKjisoKSA5dkWABsQnLcEXKiNNltjZ9rdpPbdo0RjESEdDSuaKZkdq18w7gpAJSpQCiLAFs3KwL0v2/8ACVeo3uHFGHpVBxrnVFXTmmlPtOP3y9OgUk5gbpIuLKJAAJ264ZwxPqn3rHktCMS1H+p8BXAfSi5KUIzd0gXJAva50F9n0sdky/uUPjFbjbHe8aVKl0trdZCqMWopWqAqkym15UHKbLiLWkNqNsxW2VAkXSATl2Hd2e+Wg4DwvVqDi2XiXClXq7qkokUZpxcVTrhGZpbDp6HQAAVDhrtexBvZ3v7pt31GrzFUxvVq3Km+JPxQlLatSbZACLHyNwPQC52M1brdzeLeHVPd0WorWnl3ZS3cr6UnQBYUMqgPK/lY622sHgfqkX2D/iK/DMyfPgN4cnuyoX6Ll6khrKxIYVmyhxAAcZXfUlxoJUDdKnNQHhSd1OA4FGcadpK5TE1OWbHm9fUe9lDUJPcZbW8vop8Uezc1PlMRcEb41sRYvxYtJqTSH+Dl8kONqStIFwQpICgcoUV9w3sOVCfhzDjdGrNWXUX2EcLiu2UvQeZABPn3BsPM2vsGyyZ+v1QOO2cRJbzt2sDd9ylL94yqjRH3Vrpcx19xL8FZF+Etaex7hKgALa5CbgxcPVV33NLpdU48Vhav6lPUJEOYjQnLe+oAKgq5UFWssAFIYNcew5iOqORcR1tj3c41n4XFKFpUMpuFpI0zCwB1BHc3I2mUdW5uBxKXFeRUcmVams3FV3SkLIuFX7C/mAAbjtAO6N06xgg3gkzNGOI1Udi+4YHOzYUWQqPH5qsyM8VJsoITJBLrdwoWSVlR6SEkAKDWgYV3lwMERJWKGaXVEQnVdVIqR5plpRCSVMuhCX0jMtSkpKHDYgJeJtsT4se3GRaoxWazuhixVzUpitVuPHLCHOqwacW3awKvJwDUXAPY8XqlgOVRpc92n1SnMQk5FRWphdTwvCHGz3AGnUAQADmRYXF87Yytxb+UxcMCjYorL9Bn0SkcebCS7FmusFPMJB6M5yoWm4NgVDMkpKSSRtZbiqZAxH9qNxlZpL7EWvJ52k8794Yi1RtuxaUFgpCVhNgtux6VXBK+r4wfJwHFrMSqNe9JXAqKkuonryKjqkWClHs0oKNiTayiSQLkkGtYxi1gOvYlpcDB1Ep3AQmUiVHshTjS2y5fyBBN09RXYhViNjiH+6DO7P2WsRwYDdL4tRpFI4+ZUDilbtPmJczKY5dwhXANsyXQsBCkhSLWGz2aiVTC+EnML/beEiisqycrW/vqFWJUpsPLUlQWdCFN5wO4F7LCLxFvurOKMOPtVTG66cuV8J11qzTTl1dN23rt8TTtmKVK1sLkEM3TYtnV6ut4I3l4tlOVRc1ym0udNaKI8p0DNybufqhScvUGV3QpJSppSkmwkYaVIhhWsY4clYjbi7vsPVebSP8A7I31SnlphpRfK82t9KlOLCrAIctqTZRAUTZ4K3b4N5+tT8L1xc1unQ08Va1nipSo5ltLBunOSLrSLW7EJ2Id4A/m0wv7mo2GeNNqLqUPzWmgpDepCnnACcpQNEA9zc2ICiFXufh4j3X4jnwOUqMqjys0r3lKS3PaSkkBSXiVZ1Z8xGYnS1yUkJO3EbZZIncOubtKpiP7LwMPRUcdfFQijPlhfAJCswYUFNOBFxmAULpIIBT2ZblLo1BlNxcJVb3cvL09TaY7yBcWWhxJCGzrYXASdQddTKuwsBtOuYXwlT38GrQhDqoa47k2m9XUXIywOK2Ab3KtU30WB24xsASua4vvaFUX1pzuo8C3E6AdJHa17KFx2GmwIUQTolcn7m69LqeIwh/AdedaRiakTEZVU1ZGUTmCboIzAFxIKwQMxKSDdzMVB3dLPl0bDlEi1eiV5rnZFN58NImJUc3MxyskNOpN7ouUE2UlTdyNhORQf6Lci8KFUWFoXFdiyEcVp5FrEG2nrdJBAI/HaRupxVVK865uMrNOlMVfDyFT8NTeOFcSLchcZDzhJKAk5Qlwg2Nsxyg7XHlxIInGt1qjSqz7+oNJhU6r8Vp9bUqUYs15KNRoQW31oUL5bgi5AUm+xZD3pVnEeMnJWN8JsIpyGExalUo/x4rzqQVJU8lV1sIKVJAUsXaUk3UUKJ2UWLcVNQMRuYcr1Pivv87wn4c+KGGnFnLpY6tLuUqCkXSSoE5gQoW83C9egOtz3eNCpz7SYSnWpDsN1Njo2t+OSG1AahwBAFrgWvlr9sj7oVYowjFxRPf3fO7nMa1HDa/6q/AlckiGqwVdClLCQkm1sgyECxSUkXEI3sPO0uluVSVuX53gKS+lcqqNuzO9+IWStbSTaxJbIBI8ibhu0bF1UpdBj0ZquVTjykpdQl/LzSdM5dKWjw3kKFit1k3OdKxYnrP5Vewvu5wk3iPEeJ51U5r4rTS30SEsrWAChAQQFtqXbsSLkk2NzsUDdK4/lmJd4VI4U+m0usxEU5hClR47syHy6JCSDePmeKUqWSCQG3Cq4uCSQR1pWDMJYcwRUnaCzSHIq+tj3k04115SVNFZUSVI1UGFEuAaBVrW0dQN/eA58+f9t6JS2ESlqyw0Q86nkp7BXTZVvQpv9LjYipsXctjKLLdi7p4tLiv5eK6iPySpCR2zIRYOJH6q0ka2tfTbhWIUpMCUDffvG3c1TkJ9Ji/Z6ooVMgIgTM8NxViFOsGwQi6h1oBAB1Um6ipZON6GEseQJ9ex5TqjCqOZHH5eE4pDigOlxxAC2A+L24oAWUBPWSBfYeLvZ29m7EmHGKM1hSNS4tRfW7CqlJdDSY809JUpABQlxVylRKOoEhWhuUZL9mus7uYr7tBxvV8lOkKQ0pTTSWsht8Ah25Te5ypKyi+Wyj2TzIrRY0+XMF8H1eBi2jS4FBp9XmxX1ZoU+jNI4Ta1mwcyLUVMrtmSTmSCNCASAm+wFuswvvLo0/7ZVyo0HGTEj7vPQ7IYdZkJBSEPpbUguDKMpSoKUCVXSTdGzAwbRK87hKXPivcCqPqWj7xAbS1KSDkU06m4VnzXSFpWAoCxToU7VtPjz8L8dqV1zkZeYQ6sry9kpAUQFhBsADYgAAX0A2WsftDMoQlQJMyXjnC++Si4jc3fYswnkbYd5qPPjKzRXFKKQXY0pCUIQleUXbSlJUblbdyRsyafudrzuDW3aXLRNqi2lO8qt0NSkryC7jSFEXy3AUgFBF+x1BfkPErTtZfoLrK0c1F4q8ywtjLexBzAJUm/ZWmo7X7BmPt2cqLS6S1QXvfb8JSnYEd2zSnlBIu23IQq6X8ozJSsEHsmwCikC3bzxM863c+xIBUJ3GW5Gg0nDlZqy5UqqKU60+0hC0x1HqcIKChSU9kggA30JBte+VgyfvBr0TFGPKHFxKjOngTOK6xMZtdQJtZKyAdNFkgqB7kmjibtqzjJ37RxXquuooWnJAqVlKioBSOtsqbXcG6ikEEnzO2hsM4cagUFiltRGG8iM3CaWprqGpIBPSu5PnY31IGxLTxK6y1Ur/cyoqr2HJVLbgfdVsRcqHYrUhbEhtNiEoCCpOVy/YGxJsQQQBtn2sbxN32HHZ9GdrmKK8tDquVSvMpTKrlPCzrQFBObQJuUhQFibg7E+OMVNRcZS8L0vFkqr86pWenT2GkSqLIAB+EvKFcNwJUcqiQTYoJB1tcB7o8Luyn69Fx4tivIUvixZrGaHMaUcobUQAG9BYJJyq8x3ImpNq5hNDUiV9z5M77pMdu1mA/AoMTFcKnIkKfdi1l3PmWbBSm3CFKDZsVKQ4k3JJBF03v4u+XG8DEc+BVKTh5GFIrSeFUWp/W4oAEFxCLpShsnNmVlUCBZNrqEfeVjeBu+ix8OUunsRZuTrhoQVKy28SU6EpGgCkGxBvZR12X1QwNK3gtMYtdp32rRCdQ1KhoQlNSo67i7QdUA4WSbrSXCEJJ1V2O0CsMcxlaUdt8FP5y8eYy3g1Jqgy2F4URNUqLPitNJdZSP7R4XKz1A9KU3IKQSCSdtIUB6VPaltNS4UVfC4TuWGMylanOClSgVEdRacIJBNjYaBOGaHuq+1HuHEdPi4lqD7HCgTF8FqrR2rAcspSwku5eohLtyRcJIHiJm6Zu+3fQGMOVnEz8KnOI4TFUixXZDUVK1WSHkpvIjt5rhLqFLbSAQooGu1zXyIO6sO4i1wtK3oUHEdSwbiPgVulvZZtOTNgfcnEnMLMZyHELJIBCHMqSgFIsSVH1SptZqkBh2g8rV0Sk5JUCemLMVFug3yggLUkgBJCcpAsoJtcn6qVXi4XrPK0HeExVETUqdd4SmZUCYlR/SKby8IqsMpslKz2z3AOwLVMX4Si0tx13dxW88Welpa6RIfSplSlBAIZUo3bKexsCm9ynQnbj4+oTthPUsqjhWs1l1v3Xh6FCWxman8rK4SMgIBAZKlBChqSm6QTY3HlaPQcJbr4rEqVjxFbpE39EtbvAlR065kpzqyL4eigkkmwUlJIsnYpw9jaLXp9N5/BFU94oTniyKyw4rLp0h95KSrhHUcUEhJPUMt1Chxdjes4olOYNxv7OFehIizU8DmEuLQlegS4xMbJWfFmAIIUDbsQSpdWX9wLozf0lbhDBc/G8VjHmHHpVepEV91CkpdCGnmkqJUnI4oBJsCShVrEkoJBJN7U95uDYHMRWokpCGOhK2lusJzkZuHnSCG3LXslaSkm9l21NrgqHRqDS6s7hyhuYUryMqlNMU15fNZUWTxm0JCn0ZLpzWK0juFEZdhSgzN41UqkuLQd3sKiImo48iQhgojquVFwXITdV/lygqSQQgEEjKvqZH4iF9flzO+7Gn4X3g4y96St2VU94xUZUT35gU0813LZbCiknvrYZb3AAJO2haNg7DmHHXPddEi05+Un7xwmsqlJt2ITbML6XsR6HzK9nR6pQYrc+BT0Ylq7EdPHao2RLqladfLkhYKUnqJBUQCTe+qrmb9sR1SU/heqYelQpTD/RKVMWlLOiTdQVZ5LuUqJacCU2JFlAi43vdeDFra88xt1nF27nDmI+FVGUQqoh9S48pa5MfK72zhQSbd9V3Bt3JBJ2pjvji0aVLdozTEKa+7k/rXMQ5l7WOdi+UXtZJAUQdCNAQ2BvhqlBgN0vEeGH6pSJrSZTXvJOePIRobIeBJbWBdSSbLB7BSQRslt7VIqmMqW5vk3Ny0VvD1BkcxXqQ6xwKvSUq+d5LYyvM37SG7jvcAhQ20Ka2trBY+4zRUiruminMcRcZVlyjSomIqRiHIpDTVOnx3UuNDMlLiA/ayCM5AFlEXvqANqmbgCe7x/svvNfXUUKXnpeJVuQ3VWOrRKVXSbm4zDKOwAOyv3eYO3tbwazHxlPei/ZqnZOSqi6ch2ZDXYKIfGUWsT5Ai1iDrcaJwhgisu15x2VVotXYlISt13lcilW8N+sggd0k3UBpmtoZ+hJxAsyPZ2pebo5GI4tG5reNSfdb8Xohux6pzkeQkWCcizcKJ1FvGB5pvlFniXGlBdrLkWvPMQlxY6nY/FdHxkj0STqM1kgdwVC41G0l1DuHOI7FiLRCfSnmmsnwHFfrqaHTf+8Bf0I2y17Re7bEe9CUxijd88ipyqK0vNhd11KZSfGFvRVkgOqKFJSWl2UQFWUs3B0e3sTaJpA10r214MJaXvQrO8tqtYtxHXIWF8PUuQ6il1dpBUltLKylS12UClIWMutjfTMSQDH3e76Y2O6y+7/OPS0OUtKkyIENpxTUxINkvtpIIdQUi+ZAAuTcJsQMvwMA7wd5UafhzC/veEua6j3pAd6I7cptBCRKZNnW1LR0kgXIsFhQAA0r7NPsv/zVces4yqEKo1FfWlpEUZoulrIUq6rEZr2IvfsNQVzUjj95n6n1yeY5ZdSaxRF+6xOtClNLlR3cq2U2uHEtKSUrTfUpukgEWVYW2GJWB5VUiyGp9b99sfM0j4SnEi/SttV0lY8lBShYXBF7A9m1HDlLgP8AFZQvI0pP6XKlOlh629O/7PIAhY8wvAdbdpbuSU+pTrrCFhaFIBN1XubEJFwdbgWNwdJSpFitabxJ8GnOxWuQapy2GEdHXfpt6nzJv3N9dduqadwvhSsjDCF+L5m1H0FxfvoAfy0tsB1v2oYHNS8OcFxzItLSZSGgpUdZt3ykZmrakEkjuAbAGhRvZ+Kw1VInNLlIStCor+dCr3GdOgBBIv3Fh3N9mlO2As0+wZMaNVXQYDvCddYm/wCG+ZSR63Fwe2o72tpbajk4lgQPhdDHT4XV5VedtL3/AHC3cHbM28Xf3vG59+l4ciRaW2x08xqtWewuk5MpBAsQSSNe3lsqaFUN9u8Gsr5XFdXQtv8ASqU7kQlGpJTZISoa91Ad9VHa/bdoROnvYN02XXd58CBF/TLfRnV8Ji6evy8Vu/VpYjQkkDXanpe9GjOxW6p91zodyIYnx86FL7JDiTYhKz0hQ0BIOo7oN6qRcENNwJVbfqmIX0qadd4p8Wg+XQpv6DXzNuw2KtKn0ZtqVUULflKWpWVJQ7FWP1fLxHUdtOxvoM1ke43Xoa0++aon/wApDvGoMX3NQcHYNpEVj4XMOxXFq79yhJQkehABv3Oum1hTt8/tLYtwlExRPl0GFQa1+gkU6EM2RVyiwzEgrFyAL2A1IvYZo3bYNoNelOVneXLfRCpaV84lh1P3hBsA482QDkBvdTagVeaSScxBgSU7QcZS3cJcf7NRZi5DUd3oalKICeKtIJQXMoypcsFgGxJBIFCFXkxt0VUO2Plb0/4bVZq0qoysiUrkSOrMqwHYeh0GgPkR3v0bw1VJTXCdlrRnUhaOSdzLSnXzCVkn6AWBBBPltFwHj3C+8FqW7RuaizacnizIU1AStlJuL5kkhQ0IJB0IsRsPYm9o+BF5ug0ZlE19taep1Aytq7GytDmBv2NwR3HbaveRBkzHqG9+Y6cR1mLQYDDtGrnBWhrIuQ1wlNOdrhSDZTSx6LF9DoQQRnvGm9Clxao5Falom1F93NxVLytK1/XAskeV728vUgOxDirEeMorjtZxYhGdOVhbTpShy1gG1A6o6vO4HqBsHxZLTrsTmoj6GGJSeaW00FOto8KiBmF7AnQkC9jptnvrfqDtSMfT7jgwqbxVi2BWfust+K/NR1NMO5Y7yr9hYhJVcaAEG4uNdnPuX9rafgiVwsb05FX5JCmFsT0Z+Yj5ypxohy5adBUVBQ0UQEuJJKVpXMGl0bn6l7m94vsMIadafitLTH1F1OFJBSmwypUQEhKkk2AJswsC7napPnue/pdRm0uqZZC2qa62rkVZz8UBaRZsnpNnAM2h722rUr1PuJjqaYos2FJ3b7gt5eEom9rcvjdjBMrodjzYawmPFesVcF6MVBLSjqClJRc9s1wCH7y5G9+qYNps/HkTDVUm0Se0mPjDD7q3VJaJORE2HlSrhuCxDjYUgeIWHURyLuAwRg11uLAelOQpvCdXNaQeYZfKxkRJYBGa6xYXBAIsFagjUFKxpF3fUKDhf7MykVNbSY8dSmsjDyrdytVrDurLf1GhudtrupehhR+DEKILTTXFd4HWhLquE7mTr+Gv11H5eQq222nXm5TudHXn/wB4W/L/ADv+7Zt463E4txHiik7xsJVxhcpaUx6pAXHDTEhoLJINjZKxcpCgm4JzEqtYj+Ot2kqgtNymqTVPd3CU7xeEFpZVqC08WyQm3iDlgkjzvcbed1nT7gm5eZnanSEcp6i7xjhmLi2l8WBUclRYTnTwln4n91YOlvQ9+3rspIdMdadcdayIzr+O1lypV21sBfN2Fwdfrs94kNrhNutZMi+tKtFJcSRoQex9dD9dgLEkCLRqo41VM7CJWZ2K7ws6cxPUD5gHytexPltPR9UwJoeCR9vjKJqI07ykV2oxcjngV4V5gjVPYA2H7LEHTYVKeQrLkCeyxKQtGVWR3LxE+oAvlI8rXIvqbbFDNSd4rkV2kolRfArMg50q0II0BIsO9+yjppcVGIxFgRXKo1nRyqFdC/1e/c9x3HkfXTb0Becx3Q+w6reXgiAxiPdzLqPIzV8vK4Epp1hStLFxsqzBVjaxAJGouNQB453eSsRusO1nmqXFQpPNRYtmkqULGySARqrqIvp9QLFODftXoGKOLS6gwilwpCWpTSXVoS4jTRxs9BIJJCjfXS4Its6q7iOVXnWGubRyq0pdy5hlUlWoPnpr+F/M+bNY4yY2WNKCCtYw5RqNhxul4cZmrpbDvFU1KUHUpuTpe2qSSkhVgbki/qETKfRneG001F+ArPxU9Lul+51Nhrb/AEtbY8rdfddqjcVrO2wjx5UnqVbW/wBLWOwnXYHCd5ppnOwtCcvzZfpfUj8LevpsrqIjZqLGPuVlfrWKJ/3qg1yVCfQ1wltMOq4TyRrdSAoAk+K4vrfTsBxwdErNZqjbtZaYf/W+KcqvTNdIPrYX73Hnc8XWOE7/AL6siPm8/rtY0Cqe4Z7c9prj8Pxp8OZPmPoT5HW317bK1tlhn1JTWWfaY6N2FHgSnXIrTUr7l4U+JKVaaAEX1HofO/ptc40xK7Fafiu9DHhT1HpTbvex7eVwR2v6bTMFVqlz8JOY3wk0vmltKStqQnIrML6HuDY3GYHX07bAeL8e4jpfElV7BqFxf9qjqT29D/mD6aC19lera59PYtdY9z03TqA1e94r8U4vddd5D3h0ML8S0BOa/YH1IHa2mp+u3xgDAU/Hk99qB0ZOvPkzJ7d7ef1/yOwviWb75rLk+K0iKwv5Ufq+p+pvr+3bSnsvYen8q/PalscBfz5evt69/wAtBbz22On1G/Bccy2ps2DxirrMPeXuvxG5VMOZ+VXH+8IYSX0qte+ZOU3TbQ6EDXXUjaXRt7MDeXRuVrLzHu6K6lS2kNCRFiruRnLK7hpBAKSpGUkgjQ2tp1umUuLiOXhx3JzT6OYhOu3ySE3N2iBbKsG9lDW2hJHcHrm5rBGI685WaD/2TxrFWp1bsdoZZnQAUPoFkyG1ABJVYKyjv3B0b+n5Xw4Mx3b5HuZ/lb2azu5rPIQIjEKLF+KuFxVzadIQvVEiOSeYYUQPkWUgqULEgHY8TvP3S76aM5hfG7Pu5c3/ALwl/hKS/YpDiJSUhN7d+O2LgAFVu45vd3KyqM1zTtDX7uXmTIYj3faj5h1KRpfhnuUqFxp+StpWCa9RovNNPUuUiE6l1TshYW08jUjMk2sFDz/YfIY9W9bDVaMGH0uoZuHm8t4uEt6E+A/P3TY3iwZvUpMCsx+PHc8wlLietkki2YhYsdR2ITlB9oP2r930+RFxju9oL4hL+LDdmFC3mxfrjuJSQpJAuCdLGxsQQJ24/wBsCg72qW3RqpUUYaxlFSpOR23LzFDutGYWue5RqR5eoAPak3t4jqFBl4cr27Koe8WEKXArdBWp5hVh84RdSAexBJToSbaXVKMj7D/mKKrhtsOsY+0J7N28Gly94P2Ip1IxzS2s9SpFXhttSJCU+LgykJyOrAGZIve2thtxp29LAc/CUvEeHMJ0tiUtClux2lZFPJCNSbCyidAT9B27DzxodfqrM992hSpbErMeKhLRdUk31zJGosRrpe48iBtrbB0CfWd0DbU9mEt99rod4WXruNFaApVbQ2AHew9GzpUPzz/Wa9KrtxmfeA96GDYDT9eo2DmIT61OuuoR1okI88wUm1iL6W7/AJHadhr2q91UWVwqzuyfioYUrL7rlBHDUT+qohKvFfLb11OyLxU/VKNFcpf2eX19DqEtHy1uO9vXT9/mKw8I17FHEagUObx0eBC2DlcV6AkC5tr6/Q7KtoKTnn/mS4qSObelR9xuPKzL3gYNqNbpEKb/AOdZ/wB3cRhl8aFTjWiml2AuCUpNgQQSSYmFNxMCV8XDm+jCFeZf8LS+LTpjKh+s0srSRf62Hr6LjB+LMebqqz70n4Zq/utCeFMRKgO8JTWl8yikJIykaknyGl7bN2n7mmsSH+dXdfLi1HC81C3ZVOQrPIprpNzlFwpTJPkL5T2GWwCpFunPb3cfBIz/AGgq/M4zBTG24veDz7bTsTOwwnMiRFkIfzXtfKBqoel7G3lbbhh7DtewbVIlUgU+qe9GMyWpDV/iK80EDpP1SRf1HltUYirdeoNel/ZynVFb7GX9E0v4areO2gSBrroP3bUM/efvfozrlZaq02F1da1tLTlUo2GbiAjU6AjQnse+1bE1Fwxkf+IC4EnAmjsOe07vVw5PbpeI8HPRactfTK4SUtd/MpORJN7aHU6W2La1Xv5wXWHWnmP9qph1XSlR08Kjpexva4uO22T6d7R28usymIFUlsVBDnwlKTH68g7i4NrC1iCLD6d9moxiOg0aK3Pnu1SgrfazO5LT6dm0spTagVN2OhKFWHl5EZOu0t+MEf45i1lL7Y4Z2Cp7UDixcJxauhfQ60mQWnUoH6lyBf8AAg20Gp2pqZjrBtBd9w1Rp+E+hfwmJqfjpUSejUAkE2t3uOxPfYJpOIsbtSv+y9WlI6syXYHU1qFFJKF9SRayrG4v2Plsw4u7/GWPJ9NqmMojHOoT0SnWgnMm+iVZdL66HTzJNtTTR01Km5hzE02hvKWdZ3h0bEfAi0t199+KvhKaUrNw7CxB9R6p7jS42TW+3D+HMOUv7R0anzUdGTitJLqW7nwPJ7BA8lW0FgQQAdtJ4X3BRcRyn/6Qi06cx4OEgLSpNvnF8x8vmHlYeW1BW/ZwxRS6p96qy+VWtOd2PMcUwq5sMyHCQhR8ybA3Av3BNWLU1HeX1+I1XqK0MW25Dd9vLwH/ANqPcbcqLV0qdizID6HWHGrAjUWAUP1TYd7E9wxcSbp+LVH8b4teoNUirT1xZU12GuPbs4Hk/o1gdyLpsOwtfbjV5W8vc3Afw47hh+t4em53WJTDozx7I7KCbrTqPFZSDa5y6DbFe8bEu9/GVe5CvRMQ/MpiHyrqkZO4SlKAULIBA0zEHS/ltu6fN+S3EcqWl/M8mamkYIwb7+4TVWxlRMjqlMImTI89ptWhStt4LUpSSfU3uQT3IDXkUWqe625TtcRKR0q5xd0KTp3WLEC9tTfvpp5edkGJvBitfGpOIWGGM3Sph5rKnTXIoA219CNmjuw397xsGte66XEm1eEtX9VS0qR56gJsbaA3GgI7iw2C+mKv90Zq067twM0ljSkSpVL96RXZqJsXMtEiA1zSHkjUEBsFQ8gQbH6HU7BDm+mlxcGv1mqYem86wlXOsMOrSiQgHLfLmBQ6bG4IOtwbG9q7CUD/ANGCqnvTd9iaVheahakzaat08VOpuYriVDOnuC0SFpOYJz+EMnGlQgYSit4cxHUVrlLWnO1VIaXcyEiws5opV9LEm41v3J2C6B2Ak6jD4UQa3f7yvekBt2gxMQ8l1cJCp5Wtn0CAsnTyCVADzBt3L63jb7bym8L/AGnyVfpU0060EqcsQcqkA5ArtZbZAOuij2SVZ3qu0uV7rlVGiQs/6J1UVxC8vn840Ga1gSB0jTaTQmKziifExG1iyiVTkk9cV2K4hWUd+G4VKBOpuoEWvYnXS7UePEz7qKwDmO2PIqlGa4Up5CPDzEdWbMlQ1CwhWoIzK7CxNjYGx2tIO9SfQeBS/sxNRCWrK1PjrMiH62JTdTJt/tEhJJte+grGsbxao1Eiz5aP/ktlLzaD1uSPob973BN+Axf9knefaZZfQhCuK0peVpSQLkG1+4v+64t2zRW62TJz/LGmmDK3l4Xcai1ZaH19CmnVdCvPKLapP4adjYd9kTjDdvjKjVNFdxRu9xIhdPUtrn8NVMu5mBfNxY2ZPFRa/koi40Fzsw8Ce0thLFE+W1QaJNpdUY/Sw5DQUlzzOW5IUBrayk6AkAgjar/nXa3jV2dBgc8h6np+/wAWnSg66yNBxFMOgKSO9iF5dCAoHtF1LUfqKSD+xMvhl+2UWHMJ7uapF4tLiRUSn/0seajl1qV5oUHLAHU2CiLXsAOwGcQ7qMJQJTjUrB02Ev8AStcJKkpT82ZBAKFJ8wQSB5W83lgSPugpfKe9MZRZUp/LyvvZ9aPLRriPlWotpZaiB3JGpIMfbtKC663PpdExrgqUvKvncNKZm015R8LiohUFNk3CipsNg+p7bOaW+y5AQ2RKFHb5mb8EbnftliKJiiA7KmopyeE61mzZkkhV7agnyuRYgEXFztqCgYUiwGm2nWciEfrp8Onf/pta7r938rDjvNVmrQavNf6+dahOQFvJv/asquQvsCb6nuAbkltUTFi/Ca+fMnr8TavL8QO1/wB22tWOIMhl+6VzrsB2A5A5SK+haOtKmhl12UEPGcXcFjzkKpnlYGxCvPkaRnkUl8m5KUXu6wQblAGZJOgI7H2J8Q+4YvvRplh9cVaUPx1Ly8RJ8rgEj1BsR9NNsrb38YNbxpTcDlF+7kLS6hqVl4sd0E3yqSTp5HUg2BABuAF3/M5LNv3Tbgo9LqlGiVnBtQYqNImtcWKuO7xUOIPmyrW6f7hNx2FtBsA4yr2N93NLcrOF3Ys2Ex1v0uejM19ch0U0r1ykA+aSddsybvMf4t3X8R3CVWXFZXmXIiu9cNxRvcqbJCf94WVoNdj1/wBtvBDrv2c3jYOlMc6nKqfQXQ+hXkSqOshafmsElQIT3B6TUDcu4S6pv8khHB9pndfi11uBWYlRwvUX0K6X2jIiuLAuoB5vW3pnQCQdba7Zy3q7uqXA3jRKzg2XCm0+vKTwnWHeOht0EE5FJOZKgLqIJIJFrJ7CHIqGHPf0t3DlQYlUtcjixXeEpHQvWxSpCSki9iCAfO5vc8JcPmqy3Kae6+nwdSVZdB2tqRexve4GptstZcMYkowRstBjEcOVRsWwOLTkc7Fd4rWXMleUAnMiwNx6pKVC19LEnbpEk0GjVmXi2VRIr8KqKQie00hMiPxRYpK2U2U2DqTYAE3IUTa1riuNXqo79/4GdCUZecSH0OZSCkg3CwoEkhbagtJHewANHA+K6/A5TPUX2lZmktcXiKHcpebspzTu2tCgRqDe42b09gAxPQ6a1GTiMmrfZKe0xVGt1q4SFsKdlNcIvwnEgAiVHfIytrsblp1TSzckFwi5F8Q7rYs9pvFGCGZUpjhJWuO1fjsoAubd1k27psq4sNdqjD+NMW0HiNNYmqNL4C1ZZENXFRnGhska2BskpIunW6dLbH2BcT7y8OUZzG9LpNExlFiur96QFxf0kcg3dSw0lC9b3zNpKkqJOQAgi1gLvxK279/hACns0HCU/wDpTE/NUHFcXlXZUWOWpEVYWqy1gm9kquCk5kquCLWJLZ3SYVw5XsLuQMW1tFEqNIlKai4ohtOZI7pI4TryAoBcZwFKuIhwFBISu4B2MMN7ut0u9+jP1R2iIXTn5CpDUd2VxX4Kwq6m0yGzmW2F5gUqJOpSQbG5sxu0w5S6XLlUZn3cvhKQ6610oeQe+dIshRsNbAEgakjQ69OjG3MerO0CIrGeCd6GF8UN0uLvTi0ta0I/pJiruR0OJV2K0rSpBSbGzgsk65shBAoJ+GPabwlWearOLKpS+SVmWp+LHmIUgm/FQpsBtTSgc2YAm1s6QQbHP2co1enxMB17E0Gr0SdnYpL+rTuoN4a1ZkqKkouUi5zAdwRYv+lbrZ/uuk0uLVpsqlxU8Jp13KtLKTlCUuaZiPLMAbem0EbfcMSjDygZD3u0ufheJQd8lQi8rNaTlqkW6o7iSbAuAgqQP1lWKEjUqSLkSX92uHIFZYai1b3chHx4spLQaXlVfKtl5olKwRoVAkG1rnUEyk+zruvxvAl4Nqjs2kTYq+aa5eUOLFdJUOMypCiLEEnhuFSDcEX8gKgbmcb4IpdTwG7UUYyw0tS36W60kOxVMKH9mgn4Dt8wUEKKCdbEGwlGiwZEPB4hSjBUqqV6I1Fra5XSmVnVHbf4lj0OJfTa5uBdKgSAO57iqdqOLYuPPfMWrP56Q0qm8uhQyuJOqrFQzKb1tlVcXAtlIBNPHkSty2F58+jU6o80taVuxXWnk/HOiQpLt8jYsSV3su9wVEi4Bu/qMrFFZqVUxbidh+UtaVykNPqaSlZ1QQgnM2kDsk30uLnvtckfMN3FYZkXejuvi1mvORXatVMPP1T4vL0lgI42c9S+DrZWlyW1BDgKio3IOx1hadK3I4DRhfeBvSYxlzWZ2LAlQ21old8oYYWCrMB3yrJJJIUO2zGopnz93LlUo3AfqNEd5eU6/kW0pjsHFAAAgCylAJCwEk3N7hWV/D8X3pEdaefq81/M6iLwjlSomyuDqeXSRcXQSVg9QN7DkI9iVI3xbYm3ZUZqLLxu1SYtIivykymmoF1IZuNUpSuxQSu903IBUQRpYRN6FTxv9jaK1Rns8KaxwHXWmuEpzMAchCrozgJNgSAdfMDY2xHCrOI6zwmveNOpaMqXY78VSUJVe3DFgUoSABdV1A2tYEkH4FNnuxWKD7jqL6H3UqakUtBdacVc2BF8iVaWs4E6kAEg6Ztu/vZAgNjb8tFbusxXRsOT26XXsJrflcVSIr8V3lV5zp8Mk/Bdt2Ukgnscw02LsVY/lYXpcus7vq4ukYhQ7wqtCTenLnIWQlLz0RQDQkhRAU4yUpX4rG4SD3Fns9Razhz7RwKcuqP05WWQ7HX94bQNC04jVZUhKgSh1KlgCxKgdKOr7lff1GiO1TDNXchcvk5jK66xkIsFoWLqQCNcova1wCO58NGK7Fg3Wt8legO/aPEe6eFKxrKaRDdxCv4T8pTaAlIlGy1JfTmyiyiHEptmPZJjhPF2MoFLouPKpUWH5XLpWiBNiiRAiulm7gCcuZCSCskqzDzCkkbHNN3ZwN6GCKbS58SnVTF9FaTFTznDSnFFOy34YeFmjMQE5kLIAcyZVA2JQKVvA2HKNA5Cg80xVKd94jxXXXEvspHc8JRJzINgXUWzdinMQDbayrGECucQjdrM/fnK5WU8uiVHNxabIirPhtbhpfVnbkJtqkKTmINiTYjb6nxYu7SLzWKMQo94xUfClJRwlOIAvw1BBHnYlJSAdCCCACg3cYb7qzXn6C1VqRSIqHVKkIyF1Td+xUw8hCm3DodCgm4IIVptVzotexRi33XWcYrrT8XLnQ6tSUOaHQPBKk8Q2ulJKQoZhnJF9hHfiH2UrxHbSsV81Wf5y5WHqjFyJQvLFdyoeWkm60II0zCySSTokHTWxDiXfZhzGVL4uEnpXNZUuqaSsJdT5lOQqBJHY9Wo1AWL2TVWqHuv/s469K+XhRVuljiJtqGFBXUe90g3NrgEaC9wDXaNAnsRYFJfXNQr+1Sc3exQlXdJB7pskggghWhC4G7lonqaKHYPjkS8kPUaqOsT6XVn6RVH2uKw66hUhpStQStvwuozHVTS029U2O3XD0nEbUrn6y1RM8V34VSpcjqZUT2URZYTcapUmx8wLC7qhY/w57rcalUOKuK/0SMzSFIz2soLQRdsjUKJAufO51TlewXQXZ7kqlsoQ/KzLpbrrrjqMhBPCDiLqUi56RY5R2tYnYqylVm/4xJcjCU/GTrk+jVF+LKbQlciEl08KdkHYZLJWQnUJIJAKgNLAfWGMR0ajVn3DVGX+Vf6OXdQpLSkkZVNEWFiU3KSdTawUAQNguK5jLBs9us82xFfzpS66h0rWpKSAlSgRxOn/a2WoA9RIGzCxLMarOHIGLWpcJbEp3lZsd1/K0zMVYJWysgBtKzbt5kdKc5RsTMYxJmIKHF3aSuQisyq3SK20l2EhEVEh1UVZSAqO/pxEIPSpDoWpJ0K0CxE807n5TkCs1GUubKgKhNLlQCwpVs+VtWewSo5rJC7AkmylixNJhve3RnaX9iMec0ukLWpWdpOSZS5Hh5lhSRlCgD1gAtu91JbFybquQd40WL75+2X2hoL6clOr0DhvxXkd8rmVRShQ8yVsqvpYpCSTbpA+6Vre7PBrTUdpqo+7pXS0tLSFoS8vwlspNiSf1VZrm1gCBsbRsL7vqXS23cZVGnIlPtJpuSb05miSRGVnzJWm5vlXcIvaydL/W7lbsqe3KqmSUthCFtKf60OKVfJrYEqGUqSbA9OhUQb1ePsPSsR177UVn77hdDS4/KsLD78FAOXmuj9Mg2GYKQVoGiswFk13bZYifNV3t0bC+KIFLdZQwwtaGluzEOZUrt0tjNdJskJspN1JFsySLWt6kustSm6zRqHS1ws33iRTlJS6pF7HiINkr1ubApWNRYnTYZThPleO7S6hz1EQhLUqnT4QXwbG6XErQogJA1uQcp9AVDa/O8D7LtMRa9hmoopy8jCKoqK5wmUkBKeM8lCktoGiSp4JTrYggE7UL7p22X9dnwKNS4FZawnFlIhISjmFo5VTKVDL16ZAvyC7JKs2VQJAJo6zFlNQHMUe8Yr+Hn0KdkRehfJ+hQLZkEfOkEG+ot2P9UMbVmjT22oD0qLFz8BeW6sucA2UhwFK0KT2UklsgqILg1FhRp7WHOG7S/dy11H4CoDSxDUppdyWU5rsrQdSEkoSNU9Ivt06U1Pw7QazFlu0HG9OldPFzrWc7KRa+f5wkKGpuVINrgJIJG28JO4Ddn43qkuUuqU5ClQ5EV3K/FUi2qbAElSikC4IWD2IJBIqdu5w5heU/FoOLMS0ur05SpDUN2KMrkVZJUylIA6QLgZFqCR5KSSg/0vAztedY4VRyUhCeLFn011tUfONENKRlC0hPUUqCEC/iy2CT2ds6A8TeLP9qXd9Ldn4eRTsZUtSWqpF5Vt1EpaDZPSbLZdUAeG6OlRKm1gEoG0o4ulQMJMSsG1ZirrR93RUmrZm0IcIXGlo1WFNqzJy2skoBIFido+Nt2sWA65XmqtNYlcJbSp8JbrTuoyDOEZyVFJJIILfmQjpCh6lt1RrAcvFFBiMYllP5oc2U+027MVKQg/BlFhSFu5hbhugqKgDZSFgg3+6VJKyLvYxu61ApNLny1rWiVwnalTXSxyLrgAS6tSOlsAA2N0lRWUk3PVb7jJdLn48bwvvBxD7+lLUr3TPmKSiQ2lxAKmHUoCQW1JSkocKSQdCogmy9j7t4rtBnz8JYsqlInSmneapc1/juxUqKisocIKZcRRUlF1NJkM9nCSokVwlV7BEWBP3fOv1t+l5JC47TodWlKMuqWcq7tnKq6UoSL2BTcg7X3hZVH3T0Lpe7LBE9pv+hIrEqLmaz8JPVY6XFrXHrb9nfah3qRJ9Bwk47KZqMpjmER0OwoS3eHnVYBeUFSW9dVkEDuVAbKaje3Nurb3ffbySzUYr7CEJnwn4S0qjvEhIvlzBbayRkWklKicuhBSM1Vb2kt6vtD48qTWF8TysDo5LJSWHZWRqY7oS1JcTmQhajonUgjxXIA2uD4wu/mairGFMZQIr7tGoeHptLnR1ZlKmORZDybG6SLFJcFxlUTrr+OyCpm/j2kY1YiYNqeK6ZT8PPTH4ESqOwBKLvDTrFdSbAuICVlQsFKR1JBCVHa23N483lz3a1A3jYyYQxS1p95QJ7SJCeXGq3UZFE5Ei4BAJuNEkEkk+NMNxaDWX8OUbBEKqUuqIju1SBIdKodSaUUqQ/GWV8SPJaWsKbdBF1dJGYJUmuZ1hhJDqbtBw59ja9UIr6FzUT6bNpqM8NuzgUpkpSMzaT3vawzAKFwlRg4lgO17gO0Z1C+AtPqtGourLe6kkW1AJHmNDbawodKa+HAi0nmor7WXiur+8Mq6VWWbAlYtY50BR8RV3TsUsYWgOxXIrXBfRmV05SlSVEdrCx+oIIPoT32zdYd/Anmup60D9NPfzM2b2Kpvfw41EgUaiUur4Xq/wor6+l2HNGYrbUsELZUAbgmxIJAJBCdrmq4UxRQYuG69VOOhcWOtEpEWUv4nQ0UuKBsopSpFwc17lWgJF+1VxTi3Ee9pjdpiN6kIYi/FhVGE78WVHTbK083lSHMqr98pSQk5dcxLd9WIWsOYXb5pla1sZcrrSVqU3cgDRs5rWN1XGXLpca2HQMNiI6O1jYBiXWFcWSsWutz/AOi3IVOWqPKRNa4Eht9PctuEBKgRZQtYEWuBpsvN6Htb4c3X4n+y+I8KLrdFmtKdi1GnOhp9tSTZaXG3SMriFEEKSsHzsNDsjcR4xwHFiyHaXXKi/FqiGotUpcN1asqhfLobpU0pQCQeEhaToU66/wAzDgNUv3zKpNX91sIS+nnWlqay2HcKJRpom4KQRcA3ABZYbXmudKO5vPr8TRmGKrA3ltT69hzDMWorQlMhqbW4DXMKQq986VAJdshRGYkG2gUL3J5QaBS6NRnKzAlo4FRzPoTHiqyMqV3yZtQnQ2uQfK+l9s+YI3y4opdGiT8B4epGIaDmQxKp3MCPIbUbkKQE+BajmykABRBBAPc+oW+ajYtlT+fwdW4sVhrmpUCLVG+dSrpCiY01AZWReykh1NxYpVqATEbxHnTKYX1AHehRMR1msx/tbLhVGiIX9ylId5OfBWDn0cN23WzYA5wlSfInxbMHdNWGsLz+VpeHqvTpXLo65kcNJkNaqzsrSShSQkpsSQDfyN9tC7patubxlu+l4y3X1HC9bp0X4UpbtJVCmw3wNW5KE2Laha2rettFKI2AmarKrNefrLVRXTqWwhaUwMja48hOe2dC8qSRcBNlgDUm52koFEVuurrrwZ945kxapQW6pWcMImsIdTHqjSoYXKjqNlBxPktJzBRSFocSdQFXvsP0DDGA681Ldd5pDiEKQ6j3blfzWFhZQSp0ZbApOa/bMFAgUWLt4Eql1RiL7uffp3F5VTE1GZDybkBpK73SuxOUBQIsCARfa1w5Hx5jLDlSw5hLEMqKhtH3V+UxkdZUCFJQ4bLSrKem9lBQSCSCDYQLN9sFp2ZxvSd8Jbp92lZdfi82+iU+pXCdi8SOlxQIT4HBdBN7BWcE9rjQmwTU8JYXi/Y1qnTUVRC+V++K4CXrLsW86rqbWkdk3AVpbzAtmN41Lwlghh2vVCl++4rqIrqproip4t0JKFLTceFQKSQb5ki5OgBsb4uxvKlN1R3GVEoNOfyNNJlZn2nFahJbKo4urQJ4adbC4sCRtAzmM19wnznTF9Ww5VJ8T3DTq8xVITuWQ1Fju8CQrQZ0pt8NxNglViUKvcWNjtHlYk3ySoDdLgM1FE2K6j3NXlQHEoUi91QKi2uyS2U6NP3Cm1WAugkD53WVms4o4+HP50sL1TEKFKWqPCaVFypHoASCg2uFDsbgpBBA7Nb4oG4yLWoGPN5FXr2dKVqShTK3YqfAC0VWb9TlWUKVYAEHXaLbFQiWN6p4wrwpiDe1WapzW9qk0GlsQszTS5WeFIVpdOZzMUIVfKASSlVri9wRA3hb18W0afXcJUvDFUp0pEDnYrsxJS1IypN+C8oWcF9VKBWASBoDtS4VqlLx279qMb1yLiWgrWpFJlIS6IEpCgDwJkV8cSNMF1AIXopBulTguUj2DvelG3gz6XQYnAwNKzZcNOyuajtq0CywHFAoWnVQSlaVBKrBRABALNOt3lFiq2nMzpS528Gl4yiY893VF9E3O7NzpC0NpsBZK2llSE+hBStB7ggm7hYx79vGnKXvLp79Xp3SwmamUWqjFSBccOWBnyg3OVziIPYpAOl/iPdxVIErmsBxEVSnLQp1MJpZVVGVAXsgBKVykkAgpsH09lt2uoiO6qr15p1/BrVP5qorlcBqLIjhDvFPdFl5cirEDWxAJvYC+yvUHXxRBmVvYYCKIO708DYylYDQ1g3ePWsa4XoK1v5mkpRVKWuwRy89gEqKRlJS4Apo6lJT0jZveyvgRqgwKTih33jFq8JjIp1XQvhKCcyHgdFoWAkFJBBAII9KTC/s07+KXXpdZns/Y1/iqkNLTNCZDPWLONcJRQtsjRSeIEqAKSlQIu62m8W0ajMO4SiQsUV6K18WnNfcn5yEFOfgpSMheCSpSUt9KyAnKi5I09P9mGEBbRqLUwg9Q+psKjOyuao1WYpEJ/NFlMJ/RJdJGUJN7pSb21IIBscwsTDl1FrDjrcCL1sMLV1NIHSm/YH9VR7Hy8tLWV2HMX16sxZdUlYOXTkLUuLIRKVwpTLqPE1IRYAqsblJBI7gqBCjfYkxhFgUv3M09wH38y8615ktpsc2vcBKRbNc2JuR32s1gUYSH6dpGybLRz6lRi7fVPn1SXhyLRKihEXpdd4QQpVxcFOfpUn0ubHU27HbL+I9+FGoNU+1FGwxCr1XQtbXNSFraSnKf/Lbt2IAsTr5G5JiTfq7Qao/Rp8tbfJZ4eR1ZUnOk5bg63R2IUbg6EE6Xz5WqdS5TtWxH77X/WlSEpRbMlKrk37AqOmgAFvLU7TUe790bfRVh9/zHZu+9oeqYtxu5iOqU+FClcqtp9qKvK+8g9tVAIcya5VdxfVKQQBPHtVVSfVJdL4KM8V1XAafu0qU0CczZyEpKwLELTcg30IuNhfcdgOl8hPxG7Tlucq0hSpS+lGoNurVIUb3AuCSbC1iNhSs7rmmt4LdUo3x4sp1MpUdKMis6rG2l0qOa5vlB17eZUcCm4p+RkQY0tbvhxNCzcaV6LPcpc+nL9yVGKiU1KU7nWykEhy6ikAgACyukj0I1I5jmp4S3c8pVGnWOaW0pC15/EkgFPSNfIDXuLkWsRsG0/GEqjT58Xiylwn18D3dMWrhJUAMwSAehRVe4AAJ1IJ12XO+jELTtLptLa8fU0rO7n4fzaEW7g2Jt+wjQlR+DDGirT5VIwsFUbC+PJ78qLiyE+/nU7KSuyFqTY5iE+dlaAgkkaWOh2tqxjbBu7T7hzaJXHQqRFdaazoUsoAVY30IABINhr3ubDNWCKDKrM/lYD0phD+ZritIKkNqtcZ8vZP5ehAPY6mwN7PlBlUGkz97WN4uHYtISrmE6KdV0ISFLWsFtAuDewcJNhYHQUtcBwJj26ffZ5HicN1vs1u71dzc72m6NiaVKRTqjMareH1MZ1NsMO3bdbUmyrBopWptaVEpVmSdAkrTEO973C7yG7lnks/jXkzIVfxEn5gRqQSL+g2eW7/f3hfdfvLl0HdVievP0GVmaqMxdGD8VXlZ9gFtTyCL2caQSkk5QsEgZ4m4Qo+E6rUosCWxKhMvupYfaXnaSwFKCEpKrKUAmwBUAogAkA3G1KtTejstg49j+katuSmvavuDqKHKdlOSqpkXKfVmV+o2km4AHYJB6QkaAWG19CorvNcWf8BhCVKUtXSpStb3uNEixJV5nQX1tWCXKrNUbpcV7gMIWlbruiU5R+r9beVhbvt+71q1PaixKXFeW/FQwlK30oOZxIKsuovcaquDqSbm+zqLu83i1FZc77JVVGvSsR4jbiwP6qwrpWn6H9J6gW1/A7Hc7EEqLVIEWA0hDcVSeOhPzIItY/iDe4v67AOFGoFLdbqk93rf/RNaZc2hAGo79yNSL/sOY1IadnolO9edfFzpWPxB/j0+ltk9dhcbZOtbYo2z8juT6XXpdUo1QlRX+YddakR3ShaUrJJGZNjaxsR2PntBj0WfPqnFixFvrfUpfiCVOKABVYrIClWN7XufXa6qTfFdc4X+9+QA/G34/wDUa3gy59LoMTkKithb7uXp+guDcdiNCSLHtsjUvdOIho13WQpclYcawu+077rlfJnyGPUYMhOoKkrsVAiwKSACPO4sRylSHWnW5TXW/wBS2kftH/HXvsVQ8ESp+7RvFFZZf5pbSVNKaspOW5GoHa51NwRra4sdhOLC/R/IjxJ/jt+87ZNbotrLWc4OJpWpsaNHd9jbEdLnuRXXfckVhSVtSI+RKnEWKcpGiVEJURmsgqBsq5AOzKnYw+xs+JWaDVmJT+fPHqkBZayoWdUqb+XWwUi9iDqVA22QzciVKdbaa61ryoRkvmV5eWv0v22Y9B3e4orLvxae/FYX41KR9NO17X9beXcHbQy+oXAhcs44m0vZ2epdLlOVSsy/eLFRR7yhLdyKyrTbNkWmxQoZc2U6X8kgW2vd4u/rCWKIsh12U9x6etaaWmK6UvpWDlUHm9EqBPiSdUlIIAIBOUoMLFFBgNxYFWzoi9SevL2N7edjqT2sASPpsp6fjfe1AxbWqpRqshbD7ud1ie03IaeVqpXcEanzTYn1Fxtpaah1QAxqvTnbzPWDBO/TBEXd3Ta1jLEUWlvstNNSOYdb8Zyp6cgAVe4OUAKAOqRY7Jafv1rO9XeDL/8AReMWQosWgupdq0ie6HUqaN860QyQt1qwBPW3qrpsQb+atcxni3FtZfqkpliEtheXI0o5MoOY9yR3F7W+lyNdi7dOzyv9Kc3kcm5kuurWU9JtmTfMNDfUHQ6drDbRufYm1Pcb02nTPnNFb8KZWdwTv86EDePFxWirz1O1lqk2jtM8ZZ+KiKCtLVlCxANio6puSSUU7HuEt42DYlUdlorDErwPwk8CVDd0uhTaiUqGliLpB8iNLIfHVWqm6/CT9ZgROdpz7/CkQpUcSIalK7C9gUheoKjrc+egARun3hbvnceN1Sgy0YKpcpj77A5gOwnHRe9kmxAGoyoOlhYWukoV6NXfeo5ivUenqfNOD/5mpBFqlGa5r3TKXFWjK1KX0q9U3HYXuCb637HuCjd/+9Sl0ZpzCcXiQq3OazcJaCkpvfqUlQByKKVZTfUp0uLnZ4YmarMrBsuqYcq3vRjl1ymo8WR1KaCLqUhF7OJsDdIBIFlW0I2SUvDUr2jN1X832I+VXvGwgh+fg2ehYUqrQxq/TCq+bN3KAb2UhJBOo2aNZTkzK0ukLtlpkKNJn0afzTvWxKzJV19SvqD9P2dxptpXdBjdqfRokWVUOafioUhCsmVeS9wCL20JPa2hGmlznyoUaVwuFKiVTmvn+EUJUq2udCgChY7Hsb9xfaRhX7R/EdpcR9j3W6h1TvCKVfRF9LixzEaggC+h2dU5XiO6jT702zTjjrvNP8J7rzqQhX62th/p+/aVUG2mmmGmns760daMuXhq9fyuB+R2ocFV9qvQG57XQ+hHxUeHL2tb6G179rm19ANrRXF5pzi5/wDyT+/Sw/bshZn5nnGRq22tKSVDdadcadz8TwJy9WbXQ/mf2/hsU4Wo8CqSm6C1Tuafm5UZnUZVpVqNCLXAGpHY/s2raow1wm3eMhfy5EXT9R6/n+PlbZjbgENT8eRGp/XwOrMv9nfz/wAtq1VhnENQvlNGTMDRcEbvmOEyheRrirR8ylW7ed9spbxMV1nFsp+jO0/lachX+JTybEWOmn4g38rDW+1cdVaBKpbkXo6Ef7vbbGOMcRUt2svtRYj+dGbwJ+a5+hFwe/oLfXaNZo6ntW1/Y9T0+nd0TZFfTITUqs+63WcjC1pzryfKe/5HXbXO6yN9l4rlL4WRHCTwv72g89b9r39Ttl2LBarM9/hS0Qc+bK670pza2v5pt9L+ezL3JbynZ8+XgjGWT33ROtqQ06FImRz2IPbT6dxqQD32emEZMV1b7uIxt5j0rhN4j4yOPFUl2KtN0qTY6o7j8rW/G979qDiSjbxoDHNS1sVFjNwn0KyutrHobC487EC/17bR6/Ji4jnt0tr9B1eLpzJP8Hzv5jYBp02gu1mRAqnHhPsOq5WqMLCJDaQdAsjpcAAGixf0sNBrZmczbYdYgqte5VzC+I3loleKFUYqsinLeEg6pJt3SdPIgg22zDjPEbUqqe5sZYeiyn2XcseoxU8q64kW/SJByX11FrA2Om2mxV+aabwljd5h9b/xabVGk5WpFvMWJyuDS6b3P1vtlv2j6RVKDiNt111DfHRlWrTxpsARqbgp09bW9L7ZnUqty70+IWiznETcCRAlUvmpVPQt9CP07VmpGYDQ57dVuwvrY9xsJzcf4yiz+ai4sqnQvL+lKFZR2Ch2UbaX1uPPb7h1F2LxIvGXk+ZHy/s7j921mxhBqqfeorqFoX+r1Ze/lti1ndw80U23Qr3Z72cUT8UQPfLsKqLYdTk52E2t1Kb65HrBaCRpe/11sNvSfDuE8OYjwu267SYS2H2kcVrhBPleyhpYgnuDbuR328t6VRYFLr0Br5+OhOdK/r+Z/j89txVPFdZwbheA7RsYrWheVrhSLJfSrKdO9nE9gbgHXW5O1b6wqF1lNRp/DK+5e4xwdu+gSuFAehRaj4EtSlhKVWF7JUrpGpAvcG+lr6bEtApTXKo5+iLiykIydbCOpN/lWm4/bYn699s+SsSe/uJ75dXzS/7VaenMCSNPltci6ddfS4LD3U78IuHJUTCWPKjkpz6skCe7ZSU30DalX7Zr6k3Fxth6WwW2zFfdDfEjNZlNOQKNScjD6FJXIS0FZVG9ukEfS5Nxa+umy23fblN4O7nEdWxHFrcJ9E11Tq2oaeTQpFtcyLlHEOl1i1ze4t31G1yrsXiteBaPH+/+AdkdvW3tO7pa827PqMXlZTqWkJlNFKFK1GTMDdNz2Ve17D0G2u9G5MGW0z2b/D3FlvSlYxwlWWMZUvd9SMSUR93+lIs+E3Fn09R9XmwQ42ALBYFx0lRIJIuaG/gjG9Lbn0bCbEVfVxY8i2ZP6wBbIOnhJGYKHcg3u3KFvKwljyLwnYnJSsifgSFDLlVYBbTgslaDcWsb+oHkuN42EK9gNp/Fu7TDK6uz1Ovw4f8AWm7jUoSAQ7pYFNr+gJJ2RagJ7jHc3OQ/Bgq/gTBLU9udFwdT0TUZcj6eh/T5SRYrT3sCSBrpstsfUXCbOLYjWIsHc1T3+pTSM9s4t1ZMwUlQ/WSCO2hGm1NK9raBJnuRfsmtErqS6lbvAU272IKVHpWFeR7H07bEOH96zWN57btep7GSnO8XO+hKkPXB+Gsm5B8sybX9DYbSaXHLZh6kZnw/qGzG8vDmEqWxAoMTgMRetDrrWbh30sUKTbKfqBbubG52tJm9eqYjaiRaDLhMcfK1IaRmaUlXrbW5vpZKjp522ZtLnbqsW7ufelL+AjJkW1KaztNuiwsVD69iD30IGh2yzUqnVKNXm5VGZ+BxciMlsqrHQXBvYaeZtfvsC3SbBuSHt6cgXwmlMCGvUuU3VJ9Wf46PGjIFfsVYad7ixFhseVTeQ18NpqooQ/1ITxUZkOKNxkUCBoe19O/n22zpTfaEdgUtyjV5mLNioQlPAldEyP31S+2MjjeoASpCFJsepV9OKMbxcR8OVAloXnSn/FmKtLnzuBYKAPrfsdl2tOmHMxr9O6NHjUKs1WWvusTkkZvixdFMJXa10EJFr+WgtoALWssN5MSstUtz3DUc81C08KA6htStLg8HNYmxv0i5JHYdtriVPxRApfNUuJCqi8nhkKVHXlHYZhnSoXuASBa2pIOwzR69RsZOuNYyp02jrYzfCm2U04kG5KXEqKLgaggjzI9BrJWGUGGVTUciKc1neNjyguO+6auxNiqW0r7rwl5+xuLBYtpcdJHobC11uOwHgj7WsSsUS8S4TxKw6l1UV9Y5WYntxG3svESrNrlUVC+hGuz1d3nbr8OReK1Vor+RrpdS7nU5YaDMfERa3me9tkDvX39Tnfv+DsKU7FdEY/rCUX4sW1ushN3WyfJWVSbAXPkWbamdNtY5mlp9Q/4m3KtR8B0ZpzeDhyksVeqLYSuY7FjtImTMoCQtxIAS8oDstICrWGU2AGZ9/wBvs3S4ow4xXsOYhlQqjKzR3WFxTmSpsZiHEWKgR2BIUm9hcEgFZ7iN/mLao7LdpbqGFsOpfYhSHTIaca1u0rQXT2SFCx17+gtvbouEsZVRzFuHGvcKKopTtSpfHzoiyr2UptatFNOHqymxSrNcnNcK6ehqm/UlzaF8orUf9o5X3p7IjOpaMnhbufIbar9n+RhzCWA3J8+o9DCv61wihWYk3zBAspI8lEHQXudbZof3eVml/wBQ+OwvqzI8Sf36j0t+zYjo1NqkWA5Aaez8dCWpSGncisnor6G1tbfjtoMVKxXUWpakZ+PKpS5TsufRqsxKYfyyEKYsnMq1yTlOq76lRF73N9dinCzsWVhf/wBeDLW/05kyvny2ukOZTm7dOYDWwJJJJ2We73CXP1lulymX0RUNKddzo6VJFgBfUakjtckD89nJW8LtVSl8hFZlIqMJ1K0KSkJVmtpqSLgg2IuNbeljkijaxcxGvTj7jBWgYA3c0ae5WcJYhfQ+5/58SsyspN7dd0uD0JGcG91EE7QHd38qBjxjeBhzE60VeKv4SmHckhKB+q4kgqse41NtDexBX28fDleo3AlT6HNi8fKlKXUFCVO69iLgg+R1B0Gm0HDNHrLUpie7npa0K4qeazoacV6cQdIVbtfQmwuCdjWV76yPyJ2PwYYb9sfVmvT5dBqkSKvjpRK/q6GnUv5gvmEqR03JvmTlsrUnUlRbvsne1W7RoFN3Vby4j8rDU1CYsCfF6X6SsgBICQOtknukaoPa40CNx1jijT4DlLxRTmJTkVpPKympAzpURrZQ0IHmQSFHQg6bLmm4jpc+K5QYD3u59a+LClPulpPFHhzK/s7/AKxsAe9tDsTQ6UU1AYjaVbkwZ7EsOz8OUv7riZE1hjKpC5rQkIU1bpvchXawuCFeuvZR1Xeo1Pr0ujNe6+aQjOtiFNKlt6d0hQzaeZIPmLm1z5+Vn2j/AGjHaM3u+rNbmxVwkZGnZDQRKS14dFCwcRbQK6gb3Cj5gMGj4lZqbGMYtXcqNQZWl1b/ADC+NH8wQrRSfPQWAuQO+1Oo6Ky6v9Cwo3wRyP7iCGid/c0r7TeLN+9Lqfv9wofw8h1OWowEdWW1gmS2OpoG5BI6DYG6SQNh/CWMqDihqJAn1ZinVt9CUpaddWhMhQHyuK6CrS4SSFHUC9rAp3de0NFlNN4c3oZFsSkcDn+EFZb6ZJKAnrQf9oACBqpKjdRD9/u5eg4NgN4oorrjlBm5eXU0vjsJzmyUhy5BQomwJIF1Aa7YOk6jqO79H1BcP8Eem/8AwZQ6b/8AZ2DH4P5n3jNXIOuRXa2hHV8Vh3pUlPkULBGRV7GxFiDYkAg7LjDeFp7uI3HebRUWH/6lKR/bKuOk69LgvlKTcg21sRerYqXCi/0zLfWx4OpWZbPYXRc9rCxT2Oml9tb+xi/7PuEuPKrOMeBXqohLq0VRrJHlI7hUdYSWykaApJzpNgoAkbehqGxcQ9ailMQHoO53HkX+lJ9OlQor/Qh1TGdLbvkHEKsfxt2Gt+205WC8RwGvi0+LxEK6+E6VI+h16kgnUX7HS5Aud7ScQYIrNLci0arUiVFyfompTak5fK1lfXTzHlY7K04Tadlc1AyPxX/0TumZN73QrvfvoQTc3uBsF9OG9TN1EzHPojtU4FLqkRcVedLqFKT1ZtfCr6jTQ/T02IKLu6i0uexVKWytiUwpK0fMnMLXuCNb28++gIOuzuxTuvdnwOagNI4jHxeEvp6gNcp1AJ9QAP8AM/FKozTsVt115H6iuyVZgNb2J12KqduLJfZV9pmc97O72vYorL+KKNQ4XHXH+9RWmilchYTbii2iVm/cFIuAdDrtRYbx3jLdU05QXcPU6twpSciotUQvKnoIVwX0pKmiScpULoBvdOpI1jU4tLpbXFn5EZ/CtXT37WPqfxt+7Zfb0MCUHEeEpeI6NEXKqlIaU6hcCyn29NfhnpdSdLg97d72BlSS+Y/peoPu2vFBhXE+7nFuJ+RwvW63usxk/wDFlR2p5fps61gl02SVBeXpK2xdKQLoKBcsde63e1S8R0nEdZ3sVTgdCZCHWmFQ6kwoAF1qUwktPoKtQgBK7hN202ttn2nV7B1YozE/eNuyolUYiv5GqpRphpdXgrQT4XW7JUUqvZtxIsb6ixAe+5ve1yvPYcwHvC4i32uLyGJY/CQ8ogJStxTKVNgk2CnUIKCTqhJzLOwljqs9YgVl5jDxNVNxm6CgtxcUYnXFpdedSiah2K5NiuOqPjSEZltWIKszeotmASdT8VLEuN8WtRGt0GPKdiWkRcjr9eoL7cqfHinRa3GCPjpASUlWQKvYLbuCoi7+8Pdzijn8Jb5NyNXwbKWhLEybRmk1SkqWHAA4lsBYsVapLYBANiEHv13M0V3dVvLYawbibDVboMpH3eVTc7EptRB61xnQHWFW0KMykkdgNTtDYeL6hQq7pB3gN17C9eoWI69Uffa2FpVTsS05p2HlTc5m3HGCGlLGuaO8Lgm6SDcDRO5GRFr0qfwnqdUYr+WbIkQllhalFABccQAClw9iopBIsSDYbLfffhOs1mvMT8BxOPUZuREyG1M5dE5o30JBSTYdlEKKf1FC4MbdXgTeDu5qjmKPdMqowsyuLFztMVSO1qDZbSuXki+oR0Ei4Goy7C7JzvESWoXJmOPedUMOYXa/oGXNff8AAtqQvjpUk9wFKOoOosCQfQ9tslYhxVu0+3jDU+X9nkTc0WRkUuOhu4FrosWlKJABJCSLi5VpZ24zpmI69Flu4SxZTovA6nUzcyHYdyfhvxlgOstnVOcDJa5Chodsb7+8B16VP4uMpcJhCFKQwxTail+H63S5YKDlyCQoHyCexvezG394xXWq+ImvsJwqNu+xREwlWajFqNLxRHTHjutL4T6V5SUg5VWUCSRdPa9iBqTnLeRu53yUHG8uLhetzYVLhTUupmtSghanQM4W5mQttGa9ilZCVDyINh87mcS0bFsCJu53oUl+kYhpDqXcOV5pRRxnUi4ZNyW3VlOa7aiSoXKFIPSNK40ocXFGDW941LqK4sp+LyFWa8Se9g4NL5QonMHB0hVyABt1fjG6xsGImMGb3t7UWsuUvFGeFKQ1wKlCmQkrSlRAKH2zmuppXa2dRBuM97AXVbx/vBxRRn4tLwnQYs2K++xIiurQ6lLralIS8zxGwVIUBmFrFIUkEqII2s5b+F4s+m0uvNSuPlW1FraE8VDK1acu53SppSRcpc0sLAmxAj0/CVLlSpbsV5+E/wA0qU7FjyC0h5Vx8SKpy7ZUoJzFskKBzAZxY7EIPxK5bMrIW8HfJVIrDWI8MUivTYTCYqodWjrdzMC2XgVFP3lgEklCs7wSbAFHbapl78cW7lsMS8W7tKjV4KIUhUis4LxH1Ox2lK61RXweDIbJvdJPEA6rmxQW26YH2ciRaDLY5KK7kdalX4sVXZYSQc2fMDcgqQCDc30IfWMH7r8UO8hi2uLYqPFTytR94hUV53J+hlIcuEtuAZFKSAbkagEARkrJFcKMBbwIG/Oqt4twRScL5Ko07K4vNOwnXnwcqwbAJ4gF86HEKvYHUG+xTUaU1S3WKzWaTkf4v3qPPdyPsrGpcbcJyFRPZSVoSoG5yAhak3RG6NBdqeCcHbraWw5FUrnKM+p2jT4ckXSHoS0AodSSAEqbypIKrOKsUmtVWncORX4FU3j16bCfkJiyMPVtbaVNyCboLDzmWz5JADZWlLgBIJOu0m1MeUthlllvDhNVSqOSmqtFRFYQpHHioSlUWwOvGRbgXT4mnk8LUhDyQesLawhS92nHxG7LW3x1pXKdazpYUnLcOKZUBwyO/QAkjq1F1bFOKomEsZcg1RsMP4Kq8HwyneJDYkXB0SskLjLX2CVktk3GdVwT/YFwbiOjSn6NRqgibUUIXMagLlDOrMcziUsO3bJKlHpBBBJsCDspY+fRhFn6rH+6V2A5K3oYTW+/Fa4S58NBWw80rsXo97KuQOq+psSTbMJGFcVbuWqpzTXK0RC8vxUqcXHeaTcJWUKBUm18pUkAi1lCxzAYxNXKW1WWGp+DV0tC+OiU1AT93bUbCyUKTZIN+psWQSCQAdQEtJgVnFCOVlo5KLK4XHir6eKDbI42q62xmuADYXB1ta67yLACk0BjLCzVeiv16gxIsqqIYSn7moPoqDAAPBUnsvzCCoBSSogEAqur5+KoruHHIEqXNRyvTIW7DkMSorpN7PMqUFoVcC6kFBUF3B0BFzW4nualz5VUqEqkMIaUtFRTnUhm39otaAQkdiSqwIuCR327USi4oxvhz7L1nFnveLwkyIdUSwJT6WDqoEi3EbB0KCUkAWSSQlG01ciK6LIBz+ZY0Cg4jlUZt2qcTEsLOrhOrutTiLgdLpTfMRr1WB7dRAJtMJ4jwbiOjYs3fSmVoyNJdlQJUAodbdyqWglAIDjajHTlU2pQulWqSCnYfpu5vHmF6XLgYS3sLZiyk50RU8OVD4pNxpdEiO55AKQBckFKiRsT4DxXKd/7JYow8xKrbDSWo9eaUVIqCAUpLMplzraeGY2KVEKANwCBsSaMGFIwbxeFheXytbpCUPpipdUlamgSkOAKAS80QcqkuN3SVEEoNiCvdDVsOY8gVaqbr5b+Gq3C+FijDMJHx4awD97jMuAh+OQoqVHWlxKSDkSSCkL9Ux2fKjtSsPU5dRpcNMiEtqaETEtdjeK+lC3QkE9grMkGxJ0KwxFirEc/G+Ht427nDK8IbwqQvJzUWYVwK1HTawJsQAsADhk9JNgSQki6P8Gc443CbvwwPcOA6tWayzCgrQta1yorBXAmMKCEtyEhsLUgXcBJQFkG90iwWAh2E1K4E+g0l+t0R9fUqlympjCknXiNnMtKV/UhCyNCoAAEzwdjSg+0X7L9axHhenPwq9FlKTVKciOlTsGqMvMOONqb1Ckk2cIFioKuCCTsjaDJqkp1yfApM2lymFZpSUJLC0oTcFxtRJS8i4N0qKFt2IFgcgMVgg8abGIorUXhc3VFsQvhJmph5nY6Rf4chkaoA8lDKADcqQLnYYmbxsZYXaiRYrUWrwpXSuBKd6HkHU8BzItWYjNlbWHAoaAgWAs/5xt33x/tHVpUWoxY/FjzVtdbzQ1yMviyJaQrpU04UODXKpGgI9UsS4cxQ1TaDheJx318VUWqZTy8qPmsttSynKtIUdWiOIgjrANrjAl8zhPxBVKW7P5/EMJdOlJU1Fpr6s6koUL8MpUpTa1cT+yKUqA1bcQbIJnuikUbHkVzC+Ld3HKsU53PHnxZTnwVg5g4wvuhWgBQBp2JPbYNoW66jQKzzXvuLNlP9PK8frZWQbNpQbhSSTfK4FEdxpYCiqlB3l0vEcuBgiXKiwqipUd9prJxWVWAvy6lfEHoUgOJOayVA6RmTiNPHjM+fXuFKqEVa6X/AFea0hTCpTRsDmKCS2sEC6coUFgFCwCbdKnhTEcqjOT3euKwhKHZWcNOqQAAFF5shBsALKWlB0sHLi5GsGYZxRhyltyotWqMqoodUmRzTS5TUhQ0s+lS8+YDqzIW2u3YaEKvVYqxHRuBWaXgio05crKl9hClrivNKuFZXG7oUgEkjMAoG10AEqMY3SsEaY/9kqXLi48xBUJWHmJSY6JDrWeRS0qtlIWlOd6Gu6SUrSVsqUSLIIIscKxcL4Xafn4cdpGL6DV0cCqQ0Sg/HnRSvM4lbdylZATcLGZaSApJIvetqSKXhx2rRXWajOw9Xl/FTFlNvphpWbHK274ADclJKh5oV2SI2NcDez7uHlN4yrMuqVt+U0lLqmM7VSbST0BxAUEyEgmwChcAE5jYjYgO2QRulXvSwm1ul/pnC7tUqOF6plkMOzHVSHYeYFGSQgqVmI1TxmyAoEdje6+elz6y1z9LpyIq3MiJC8oXHkXvay8voBlWChRIBKiTfZkDehFr3/Zyl4Oz4eqKuLRpUpbjHLzbHKUIcSOhwDKtOZChqpNyDtUKmz931Zf96Ye91v1SOnixXX8zClAWuFEBKrqJBuAdASSddg2P5QezYcwJw7u8i4oal4Ir2IVyptUhvsSms7auNcH7y2CStDiVKPEbUpQICVJURcCnXu7o2DYDEXm6dS6uwhUWbTX0Jju5km3EZKlWcbJIVmQoWCwClJNtrgUqg4ox5BqkDCcrnYTqXWkNNZXWXU3A4DgIJVYlQSSVWBI1skubeXuSwvjLC7lexHXIVIf/AK6xNf62HmiMqgsXShJJBCrFFiQopJCgGq7BtljB3D2FJWI92lMn1Skwn32IuaLKaa+8JSBrlWLFSDqCm5FjqBa+xnTTWaNg2kuysQwnF077u01PYDqVRTfNHWogpdCLm2frAUoBRJFrzBo3fYD3aRKXPq0Vb9BUjOhbq0LSiwCV6W0IA1AKSDpcdxHGW/igxZ8+VRpbC4UWFmW0+hDqHEhNyb6EFPlYgHsQbaBtfaIHU2YrJk3Ee9fCW7nC9SlRZcVFU4SnY8dHFfQ2klRS1dIUpLYslIUQT5H12D93u+bhbtKtjLEcuEibmdWhpKzkyEqSggKCu69blOqtQkeWP8Wbwp9UrxxHOZZhWUuLAX4FKYPZpStFZtL2JBAVYEgaj1UxlXp9B5CVUUP0tDqXUtKXm4dtEjMDqgeQ1ANiOwsNKVYTD+jqsXPzHRh7HuI5+PImN/eC0LiylqQmQji8ZABCGV6qNyopJUCSSk6m2vbHW+uvYjr1d9zOrYpyMzC0cULay2Pxk3AUiy1EC5IOVJJNwAlMOVyVyr8WKzKm8dGdDDWfOq3fIUpNza4sLkdyCNjalbjsR4tdiYtoOJ6vSH/BwqtRlRZDaraglJShYUPQZSLgi9xtyqlTcyy2UaQ5PEULyKzAxb96dWwtbvUl3wOJOmVQ7FJB8+/rfXY7cxJjfhfYiBidcLml52IcxfwnE2yjguKSUhwXsFEgkAAq2qsR0ys4Ix4xhevVCLNhMKQ6nPbIyhRIGVZspCRbRJNgAAABbaDjOn4iqmLeQ4zC4rCkcqtKh8wSbGxukm/rYjUE+V259R0EW+SwrwhBqmEq8/givYTQtiUlK2lvoyrZdNrLSpCvAQCCoGwNtTbRlQ8NSmp7dZwbjLEsWoxVp47TshbqmewztvqBVYgEFKsyFBVlFQJSVfQcK48lVSPKalsSm4SU5eK+ciVaAMryjMEmxAWE2HfUg3vK7jaVz8tr3hVKJNpy+LwlRS+qOr6lCgpTRt3BAJ07XAGC27iMru2zTuBcDyqW6xPi1ZE2bNzR0TIsUQqklDh/qz5ZycZoAJAuVAhCcwsLhp1bAGLcL0aO1VKfNfpb6c7XCkIdXnHlnUQSrucqiSRrdQ02yr7Pu+qvV7G/CaeizeVaQ61wOIlSXUkAEAixB1uLgjUi/bbaMvfbRsW0FygyqGv3iwlOTJI4SkrSBfLfQm4sEm2a9ha+tbnbaR8zEv0dj5Z4jnm4GI+JhzeCy/FQ8vhdcUqWphQNgWfmBI1AtcC4KfEDPc3iKLuvxRLwlKxvCrdLfzcvPW0WltrSRdmQlV8pTcWWSbjNdV7jZk4O3S4Ix5FYxliOnMSsieFkm2WpOvhUFaJSSNAbG9tLi5Su+Wt4Nw5WalRsOUlFOXBWlErjpKmnklaetsLsVJGozIJAKbXIukK6Z7N8vog6JtnX2m3MOVTDlWo1BwzS6pV6vIj8dh+PmSq9szwITY2bSACTYHQ2BNlZuro0rBtBco0qtzYMWooStVNU/wAWK2lV/wBCy6VgtnMCpogJ0uALgGVvKxPKqjsCswKiinc01wkuoaVwnO5CjY50qIyg6EC2lgCdhKnYXrLtZpLtexZx4tRkMZFtKDvQsixstQSsWNjoR5Ei19hai3Wo54G38wt1uoT0OJpbAWGapheBEqlG9yTao+tKqWqltBHEaIB4aULTYWAzKSQNNACAABzfVuNpc+fPxR77cpdXqmWRVIrUXPFUvKEh0MquoeEC2bQi4FiEnkreZ7r354bwHKpMWnVSlqRKh1aGowpCZDjZCULZWMjyVNFSRnGcE9KlXFnZWJUrFFeqVZqjTHOoy9DXwsyUixCUkegvYqvfUA2ym+nUWplvczbLWYbpixR3l7uayxiOe9VITHCTH5+OwFwKggXNpAKeG82SVEJdSSk6hKD2P4GPPt5S/f2Dacwitwn0JqlGz9LiQf6zGUSQCNVcNwGx8JBsgt7EO8CgxYDjUqoRcmfqpshAS6pfbVCrAg9s2nY9vDspq3ivDlGrNNxHAw8/Tm33VNNVJpCcmZPdvMkC90jVp3Qi9iBqKAPSxAPBg9DfZvx8H3CDfBiV2BQaFiOqRIsqVFdQprKnI7lJCchURZR1SoA6AgWA8mPuM3pNYji1bFtUiTZsVD6o8BbqgqZHQlASWwT3QFpUMhVcC1iLWCB3p7wJWMoDFLisoYZW7nalcLM1nTqW84ukE3GhF7dwQCdqbdrvQr26DjtfYiViTD0qQ0ufSeaDD8PXKqTFeVZQcsQotLUW1ZQAUG52jSnF2H/tN3TuEsw83are7Rq9Qfc1ZiIlIX4Eu+JvvYpNtCOxBGtuwPcMquPqXyEilyqexNQwpKkSkdDragSEnTssDsoGxBtcgkbDFJm4XxbAYr2F6gt9h9KnWlLQWndDYhxs2KVjwqA7HvpsFbw6tAa4fCdWiUvpWnRWW3979Q+hNgb6Dz1iZuKq/wAstZjMWqVlysu4hmvolNJ4qJDpWlSknMnpJ7g/idTqSSTnzFdUqmKMZVKqUZ1ioo4S2IUqLIUl1l1OYLuBY5bkAocTqACCNCHS5h92vUFultZ2FraycXN82t7kHqTmJGhvoPLYMqW7LCWA+Uo1GzwsUPrUmB8VKFSHU3PD7hK8wGqLkkfgNl7PFS7epRvGJqXu4an8eU1Ef6/E0peZGa3ke4t6a7fFE3H4txlAqWF6Dh6oylvR1LSpjhIUm2l0hxSeKn1AvYW7E322PhDcZXufYxRjKnsQor7SUTaWtfWlfSQsKBsQCVApt21BNjY/xNT6XheK27xeVcz5WlpUUq00F73Cu+uoIFtD2Pnf/wBZaCrVLoq2DMfxzMbX67sfaMzLW5Hd7jLdzhd+BjKiTYtUXmiux5F8rjXEy2uCUqBIBKSSR03ANtmVgzE8Xd9VJ8WBLRS32EKdgLSvpZ7ZmRe4AKurKbpN9bCw2IcSVms1mA5A4yOVfy5ZS7rXHWkXBIGq0etjcAXAPba2xdQsUUajYadxvh6kVSVFlR+QrPHSrmIrjgTwnHLALQlSmSlRsoAEEDMTtPVdewcW59fEzTc2sYFT8QchV7dfi2g12LvBwFR6diValyqXWYtOUjqsDw1toBWk2SFBSElJuLINgDgfFGFapWW2K9jHlYTz/UpphQKkpP8Ae7m1tTYn6nb0Y9t7dHjzFuDcIYtwRiFlGIeKqjSmsjcfmuMgONlSxZIKSxlQVDpD18wvc+duId3OKMORX/tu9Ni1dDqo78V+6XWVakXSbgpsNbEXukgkEEk0Wqt1dYsBAH/MbSuxRy3E+KTvEGA5cBrAlEQt5mQhTrTqigStblu4IIzajMSSCb2NrHWu+T2bMOY4i4XxbRt8dERCxCpDEClylNNOqmlCUKhiSpXD4odWGwFNNklYBAJB2xfTMN0t2U3Fdl9a1+FCzm/Mf8PP02M8RYTaicNus1abKyNKaQl/4yUoskWUFd7psCb3ISLkgDbQ9HP/ADLjVaek7LPf5jx3e7oIvP1rBsp5GHn6I6tiQ7VIqkv8VPfMyohQSDYZgSCOoFQtdaYto2HJ9Gq2DaozFhYyokxPK1elzS7Dq0NSwFNKSbIUsBeZLiQlwBOUpOU7fbGOJWLaX7hxHLm1FDDCWGpEiQVSm0pFkgPKBU4kCycjhUkAJCCi2sBELhRXIEXozpyIWm+ZPpca3sRfuCLaHZKj6t7me18r8DHr+8x7XUWEg5z/AMS1pGFcJRaMxS2q4uKxlzq4tNK8q++QqQsEC99cvfU21O11R8MYco3EdddXK6FZUpaLScpF+k+Vz2JBB0NiBfaJElxaDQW5VelsP1HPwnYuQoXnFjcaAKSb3uNO4uDcAJre8esxWuag4eZeYQpPFaU6UZfUhViNT5EfmO4I41LtwZT9Zz7kfeDgqU1WWKzS3lzaWw7zC0qYQ1Iio7kqKelQPzKTbyJSLAjsziCL7+ci0tpb8VDSVzY6v08V3LdRToApHY3NgbG4BBKvjEmO58+LwosTlcjXFadR0Ly2sNB2PYGxI/EakTiS+FS3MR8VbEp91CUuoXlUrsCUkHQhAIH1Vtqaeuxq8XzbopZ68XxtYcodGxlAqcqg1xh+VFa48iK70SG0m5Bsfl+UEXF7i9wdk3jp1qVK/S/AQpTS0K6VNqBsQQR+W3fCrE93FD9e4ziOA0vhOoWE8NKh4fwI79wbG+wdWai67x2vHnlZ8/i/W/4/89ijTojZEqmnWltyx7brPadnbtKM5hKfhOnYvpy2FIa5xXCdbST+jWsA50gE2UBmAsLmwIEYmIoDrVS4tOf5XKtcVTTvxYqhnKcoVcOA9KSFakAEEEEkXwmxS6W05iOvU7nYqEq+BnyqcT4ek3AvewF9O+o7izjGBFlchS864T+ZKEuq6squ1/Xv53PYEk3OyidN09drWouC3v8AeMZ3+5f7gMQVR3eXTZTsvOw2rKpr5FJ8wfK/obW9dt2M1jn4rfwetH949Ke3qbfTW23mrgXG0rdpjKk4tap/OrpEriyIfHMfmEWKVtFaQSi4PexAIFwRcH0d3K4hwHv9nuT8DvVGn06VnyNSmm0vw3+5ZUkKyqtc2Uk2UBcAXsNAItQzGq03NtWCW9yuUug0GRPdeRx15UoSpJ6la6adjb8wBcWtrnHE2KHaXhxuA1+nlK5hX6yb+n+7p/oDptoDHSKXQvaGpOF8UYDY3jU9hpbVRpzTuTKw6sDmQlwiziABZIUL5jY2sSofa0wPh2g70KTA3VRHn4VUhGRFiu3U62sEAtKB+YCwIvr5epAl4Z9izQbSuleTFiib/wBnHHWvHm6v717E/wCVj/F27umk4Xr2F3IsrPCmoVy6OEoKTIVaybXSddSDckEDTvYJ7DdRwbVMRtwKzQ5VO+Khqo0hp11pMpYcIUhBuFx3CkhI1ICtbW0GmkboN0FGr0Sqbvolei4alR0Oz4FZf5hLL4CTbPm4lupQJVpci1hYC7Kc5Mymvao4jt3c4QoM+g8LEbKH4qI6GJUKY1lQpCTmbXqLfrAk9zYC1tiijYmoLuMoGF6NEYRQaItK/hWzMrGlkqINk+umt7EkbJHGW8vC+F6NUoECW/zUWEuRFQiUVrSlIJKALXyi3hsQAQbjuRb2fd5buI4EustZ0NsK+K61ZSnk97lK7hX4AhROgv2JafDmUstsuxmegMnGe752ByFewHCmwkO8VC2mI2XNfR5GUgjW5uLEEeW2YvaB3R7r3azE3l7h8TLw9W0TUyJUVKFKaZfGofRe+RV/EASk+YFydkHVfaZdxRjeJhyU1V4tIYqKUolRXckhtQQQpD0dacyBmzApzgpt2J02aNEwpF+0aJ9GxvUeAh1DqGs5yqYUElaLE5VJzEkJUmwOgtpsw5DDEF3NnEV3tBysRuz295eF2YrFUWjNXoseLlhSn7n72yDq04ru41cpJ6kkEquhKhvirMqLPiyqdCQiqNKjyOEnIpWbudNQe3YgHW4tttnenP3fYN5+VKqLDEKVHzq4vgZUbghWUHS472uL9vPbAOJ4HuuU/wAq1ClQnJCuFIYUFpTe6gM6elYsbhQ7ix0NxsNBs4h67N45h3u9xs1FrMSB7uYXnaVwlfN28BvrY+Qvb89dmKd4WF3ZTdLqjqIVR+RDvg7W0WScptpY6/j5qPd1iLBtBntysUYO948DK7FdalOxX2V+udBspNiTlWCCQL277Td5DFGxHiNFeo2eLFleDmFjKzr85Snvrc2HfyGmy9lZazMW1GkS47o8mY7U+LwmnW1rX1JWjq7+h8/y0/0cfs803hSpFZaa4a4qEpV/eSAf417+W2X6ThvG+A+BWaDiekV6lryrlQI834qf7+RQCgUg90km51BABGy92IapeA3KzS2c6KijjpQu2dN+4J2sidvkxanRmqwZlVvR3kO8VyBA6M+b5Onvr/wA9Nds9VxufKlPz3ZfXn/Rfst2F/8AMnXvfZhYglRXXZbs9rPwFZ3evKtOtu3cjzJHkPXZdVeZVGpXCaaQ+w/+i75k6/QE6fx67LM5sabxARZZYQobtepb7sWoQkSkeOLKWEq0NiUa2VYagEgk3tqdlnXW6zgPeg3XqDXKc+jodkI5rKrzzIOlgSND5dj5gkoc+K1+iWxKYV1Lz9Ln43tr22S2PMPYtlYjfdap61o/uqR59RNrjTX937NTS+B4mKv6thzNoYbxBFqjrlUi5EIlRelC1+FVtRc3A7ka/utcCNcb+9OT5TL/AMy0JiryupT2PqFW9CO4JvoNlXuHxnXqDKcwbXqc+hHiirdvkSo26Ta/SbCxuLG1tCbPekUhqqOy69KeyPxUfd+E7lTpr59x5m9wR9NtZH3cxS6sq2JKwlXotUge4ao97xhZ0rSrwvx1Ds4Bbqt5kXPe4IuRa1qlUGqReQxu1CmoY6FrkRQtDiNQFZSCAbH07nXTTaLDwi7iP+lMLtIhTUZUSmk/onFea06nJ6lPbzuNpW8Pd7i2fhxtql1CKia2hWdDqilKkd7Zk3tr+O3WWJtw8EHRTgxD71NyeI8W8Cfg3BzC+Pm4vWhHBdHi8IJsRZQ0sb+Vr7Z3xNhOvYSlOQKzh6qUuosIVldQgqS56EKSMuvpe9vIa7b03dYplUvm6M09zUpHWppa+vMb3KLaWJ0sLADS3YAdxPhmvYtnuT/caFrRmysOrGbUa5Sbpv2t/pbbAGF5mkbO02RMgboaJVMW48prU91fwF5lur8SbWtdNwST+7QnTbS28ONS94zrG6+sssMVGK0iZTak10qSoH9G8n0vbqBBHe40JuKZu8nwHeaapLCFozdLqMrqbm+igO/p5afW+x9R8B0H7RxMUT4iH5TDSk8XLmXl00uNTqNO9rm1r7d3FbxhxqRsiYw9u03g8hyFUoa1vxej9OFKUkGxuFaEEdlA3PodSGZh7djFqmHHKDXmV5F+Jp22ZK7aEaeIX8797G+o2a1TlxYrvCgNZ0ZU/wB3uPQ/XT8fPYVq1arP6VqnLz9WT9bt62Fr/ja2oO2OaEqu7izJsPnOOCMTYjwRF+yVedW+xFSrlZS75Xmr3A1JKVgEXSCQRqLDQL/ftiLDlUpfvSeyiU/FVxY+fqU2v1AJF7dxe/5bRsY1mU7AfqkquVSluRfG1Pj8VhXqC4npFtbEkLA1F+xnYbp1BxHRuagMsPolIUh3r4qcx0NySbg9vQDyGmzXfbEJXYlPIHMWu53eI7ijjxWonKoi5ltJyfFza66A2B8/zv57G2OMe4ji4clu0arTadNYVnjyI/Why17XTY9+1gAQOwHfYZwzuolYIxHLqlLlvsMZv6rIQFoym2YjTtf66eR77Tsav8KLLlRXVo+EpKsivoe41Cte4ufQG1wUbj5xW+3fbviVkb88B7xnW6f7QO76LVHlp4SMS0ZIYqDYFwF52wOKkakBQUDmPSdSCbDe6B2BAl4j3QYxYxfRF5lxUKSET49gVZHmT4rAWzN2JsSWwNkPImUuVVJ8Ceyj47qlpWm/Sq5Og9b9/wA7WGxzg8u4XwlLnxXcj6EPutSGnShebXLqD2voAbi2hvs69OE/TP8AY8ibA4XdLvdH7TWMtzWMpdLlU5D9LlP8Ks0SosKQXkeS0pUAtp0aKBAsexSdLNreDMwHXoreLcEfdUSkcfhIXl4aunoeSQMix2zAa3T+aIgb9ZVU4EDeDTqXiWKzlyJqUVKnW1frIct0qF+4A7akAkbGFQw79rcL+/t2lQQ+wx/Wqdqp9m9wclrkiwvlAJ0uL99pufAAYYjVdpxtMC8YYslVmf8AFZz5EpaWpPiV59/T6/QG3ntZbtMetUGqN0ue0tcKU6nKr5mV30IHfLc3PmLE+egGtz/1b/h+0diNrrC0Np2VxXfkyrR15cqh/wAfW2nfvsJtNXaMMIXtBm5m1axX5VBwaxiOLE5qKhGZ1rwqykeJJFwLfUEa9vPZeYY340ujVSW7VKdx6JK60Pp6lMrvoCgjUam9je/ra2xlg11rFuCOQa60ZOXdQnxJSB5A6K0IuCLkd/XbLG+R6qYDnuYXlUNbCJqVLhTWrpakIGhyg9lDspJuQfUEHZzt+IVYS7S1Fd5EMN+kXdVjJp/Fu7l73XV+rmmmEFLUpPiUrIBYOaG5TqrUKF7HbPtDq89qqNuwJa4q2FZUOoWUqT+BGo/LTaijRpXNfCzoX/c6VftGzBw3hqBwm5U9rIv5F69Kj6kXv6m+xR+kvMz2GwQ6wTNlUvEceqSvhyn/ANKtCRlcUexNrXufmtrbUm99rSqGqNV5/kIkWoxX1/Fj/ol5VaqKT4VfVJsT3JGtpm6XdnKxHVOQpbS0MLyqQ6h0rjpXf1BKmyb97AH0NttCYc3JxcOYoYn7y6IjgLQlLWdZyqSLqzocSoIJtfpWLgWvbsVLL1HJmbdZt5MzdKw67RnYDsD3pSGJTXHjtKsuFIT3JAN0oUBoSCkjS49bLdlheqbwcZe5vAhhf9faj9SewyFBOVVgewUQbD109D8Dv7uZUpul0GJTs7GVXCdaGVxQ0FxYAEW79z6+WxfWcA7tGuJiNrB1Bp1X8a5UOOiKpz1zlAAUPUqBt3vptQX70ykX7m5eJnTdV7MmN8BtT2p7MKvQZXxY7sW6FpR3KShfUCTawC1p00toNp8WP7hdfpc+nSoT/MKVysq6Ftp8gMwJCb3toRbUXBttoTCuNsJRYDfCqHJdCfhSFjIr8CDkUCex01076bX0iPgPfJS36NKiI5qEtScq09bKv12VaEj1AIvqCCDfbksW33O3s4wDMc4pqnNUtyLKaYXCQtK1MSLLRm8iD8p00KSk3F73I2BoGLd3Mrj0Z2XKRKY6HYSoS1J7CxFr5r6EKHa2vmCSb6KFWd32KH8JVTo/tYrrSjleYzEBRTYKv63TYm5BIFws6zQYFUgfpeBVIqPu8pHS+zY36HBrYeaCCn6drAssFT4gN208zhi7crg3eM7z9B4FLm/roaCOYT2JWkeJQ0IJN76XAJG2fd5u7es4Ddbiymlo6/hSMhSh5P8AlfXUXNu4JGuzwwXvBrFGnjDmO2kdebk6sx0syE9wlYv8JZFjfRJAFranZh4iwVQd4NGciys62MnQ60+UrbV3BvlNyL31CgRoQO2zdV/5jVNjowJ9TH+EahvB4TdLi1b+i+lC2pCEPx0p87JWDkI8rWPnY22uMT1qVhd2O1RnWOOvqVwmv23F7W9B3+ve5pXsBysJUZ+LFdQt/PkzLUE5s3Sk6eh1I8vQC4AC1gOVS/vVUlrW/mz8JToVxL63SU6eYsO+o762Z8Wm6nkMiWGFm2nZ7btZeW/nSp1p1CBl/DT8e3/PY23cbzsZYbr06hRInv7DFQStqfh+qReYhSkHvoR8FZB1UjvcXSrTatwRht2su8WKy3khOo5hri5Xch7lOvhA8vP8NNifEeN8OUbh/YLgIffaU678UpW2oEEDUEFPi6dPIgHvslZpa9Q21xkf/wBevxOesPw0+sbez3ExRSl17dAJTCG0hdSwvWXc8ql38S48hNxKYHkDZ1OUk5gemJgvc3jeg4cnOz+AwhjPIRCW7mzJCblxuxKfDe9hqAAdex5uolz4FGXjL7QsvzVpUjJoljOL2FgTksAdARcaEAE3FcYT6pWePXpVczr6/hR3cuZOgLg7aWOWwuBe3YnZlqQlWPePzINSohnHAlXgRa9Adrz3AgofS6p34icttRYpIUNQNdbXvtvPD+KcBtQGGoGJqWtC2kLQtMhtSnE2uF6HqOvcAH6dht5uw3pXC+K10Zsuba7osNpr+yyeFedLRz6kgEdrg2sFAnUkfTbOW0pMK9N/M35R95eF8R4jkYSpdbZfm5M/C0SrL6DUgn01/f2rqxgFr3970i8eKtfXxYTpQpXa+ZPhcFtCki4GoIO2P8K0iLS57crm+BnUl2PMaQVOw1jUKGXqIvoQNR5X77a4wzvB980H3XjKWtiaxHTIaq9JdEhLzWpS7kAzXFhmASe+vnZuv9UZMX+nyMiUNWxxvawbVPdc/D1OqlIfaUuO7Pi9LybXLZcbUElQFwUqSkgaEG1ypsWb6qzhKUxi3C+E0UGUhfClR4754DyeyhYoKSPMXBFtfSxxizHGMp8+JRqziGg4lpedEil1mA0WpTabFORakkpebKToFJzJOYhxSSUgf3kM4Saw4uLWYkph99OdpbSkKzegSVmxVcaJUQb31AuRFg/2R/SJRvG8RD77MTfa2fExRAw9S1xao1944rSOE26eoo8WdIUO4S7wz3KU3I2m7usPYcoLsDeN/TeHqcxI4XFRHVKiwZmVJ4aFaKKVA6N3UrvYqA0uZWBouI4rcWBjGkTWIvxeTdirhSFJta3iOYjzU2ojsCDqTf8As6V3C9GxHiHdBXqgtGF8eQnabIYkJztc1kKOw1CiglOYX1SgkG2j+m1G9cNNzuBfsErn67R94+8tGHZ2Jqe/CkoS7AyVRcCZnA1EOSEoQ8ixUTHeClJJOVYGU7V+PsHYjwHWV1nBGN6jW6QwnO61KfbdkU13PpZxHW32sLAIPYKWbnYAxtujlYRbfwdvKiLXKpE11hqQFpVzjSXFJS6lViLOJKXACL6gEAggF+5DAsV2st0v3HKYRySuXW6sp4jVrkBYIB/VtfLewNrHazHmEJ7i7Wh17PHtVV7eriNGDceU9io1eC1malR1cq7MYSbKUoAFHFSLEgJAVmJ6e+z8w3v/AIFBlVajVnBtUlMeJiet9KUyFdwRmsjQkAKC7XJF9NsVYj3SUvdzi1yfS6evO++rl1odyKS6Fk2byqBQu9gU2tcdhcbar3eYfwbijdy5VGqS+uov8X3ow7Iyym37gqBz6OqAN0JJGYFIBVpdis44nV1BRxAHfDvbxHQapScW43ZYlUiUpcXmGoCH3cpuS3ICFtrDoSBZTa0qHcgC9y7d/wDzfYtapOMqNSYuIWMvQ7Nipi1uPYkJaC30tonNXslLbxzjMQl4m2ZXYs3dQKNKcqk96ozcKPq463Yr/MRcpOhUy6vM0q/dAIAVexJJuy8FzMGxYrbuF3WG4S3VZ0rjlpKlhFk2C0hLTgT2BuFJJSV+WwrK8wmxYQb46RhfeXhd+VAwnRH4tEShcifCadhTaf5huoxFpQ/FFhch5sovYpIOop6RjjFFGw45FgS6XOoNUaW1Piz4RWlzTKSS3ay9D1oWi+aykkkkHEbEVGqkWI7PqL6JsJKk02t0h0oXHTkFgLZuECRZaP0agAFJWCSQem0rCVZxQ5S3afComIcyltTYEdUWnVJabgB9hglll05rhxCA24LhTYNiQ7Ck5BA6lxXYspuVFie/qKtPKqkUue6mfBQNeEprs6kEkjIS4kAkpc7bGfvt2lte64DrFRhVHLyrUhfCWl1OoDMhoEtOheuUhSFWCVpbJO1XFG8aqVSXhxrCcWLyTqEOpivlLqkJOa7IKQnXsSSFJ6vHoUdcWYd3q0usxK9Rt2VIxfFQlKajCkTGmqilAUMuZDigh5QBI6upIAsqxN7h2liJb02JjJ2K3KgUNb9UhO/Fj8BLXNX1GVSem6gRdJCwSbEg2I+4VCxHvQn8VrdlS4vutOSbFlNDmGVXssmO5cvNGwspKgpJ6SElOzAh7xWqNKiV52JKiwpUfLV6HPaUxNZQQBxG8+ZD+UnKVNqCSmySm4zbcMVqwk66xjfAeLJqH3PitOsPupaetbTpJTfTKUFJAscqwLAEPlJWLMYR3g8++1hekzcQ0uK6p3kITpXIiqsc3LLKrlPh+GDdNiCRoNomLo9ZlQPdc/DNb97oT4KzSXEpmNA9uKEdJCrizgTrqEka7aCp2/zAeHMJOY3n0SatCEKXNq8CKt9hK0AlfMKseFlsoEk5QdCUkgkarntp4XxHF9wxaj9mn6owl2nTKpTnJEKUlQ0W24wsnQ2uCgAC1x3Aoa93uTmZvquLqzKpbEB2n1SloYStMdp1hSH21oFlZUuoHGRew0DiFA6AkHYj3T0n39x8R0bD0WauFlW67TWCpbeVC1FxLLZzIuTa7ZIVlJB7Db9j4ji4oi1Kg71Zeda31Lm+5kFdJqCVWLT7aFJWWnALXUkpNwTYAnaPXaju0wlFpNeo2IcX4XlIdWwxWYsUzGJSr6tvKZsptdkjLfIbDQG1wuU28SJ8bxJdegVlyqcFb7FRQqVFq7CMvGUFZVjjJAS8pKulYKUOJIAcCFEEjjtQdxbQXKpA4C6ojMwpUeKFIeVqoAqTqhy1wCsFJA6lAgAkdG3343ar0uA7j2kbycLzXUO1HD9ew05ncULWUl+/EbcFiUuEKKbHuBdJ0iHgOqQH8W7r6T1oSl2VF5UtVKGkEAiQlIJeabzFQeKXEaElSCAD2ydFXu03xVR3kaNiOrMRaihpcVaFxwnmGrpBEhtwdSSVBKVAgKuCFdiWBVq3hzC/Dn4cw9UWGH1KXKh0HPmbVoRLhNkKykd1oaWRqo9iSYWIKV9sqzEqnulhEpcdEh+Ou0dFQQboD7DwStHEAbGcWKjfMQL227IpkDDk9zhe8YTE34qHYqCvLYg8OTCdDjK0Jto60o2NjoVZdrAbZwXb9s+MMVnGWMqC3VMOVGtylsLWhE9iKw+1I67KQ9HWCEgiwUhK7FV1BIII2IKEnCVGafqmPHZSOaRxVOtKyJZSTfOoaJSkeEKF7hI0t0gXdlUGLXnItUlriyqv/wB8oN2uYSkpUHSzny6kgHKASbgnTWbjOZhyVg2BwmajVKpSKijK6+qQ07FdUXEquopzoBQtSrkEWA7HtEsJbSIWDa9KgUaLE+B44S5jvNMJkdxlK1B1pZ8ltgAkgZSSQYMvBzvCcixaHCiscVSI8pDra2o6x2bkJUht1lWhCkOJIsb8QHTYWx9u3alYcie+atKRKbWhT7TEdDS5Ec9RWlTSSl1IJKikIW2SDohRJDZ3Jx4tZlOYIr1Qi15D8L+jZS31sSnFhsJDJVmztuZCmyQtdwCbOA6dJ3SnwdMr3s8u4sxPR4q35U2OqrT8P6L95NtMNB1uOCbOktNN2KSSCvQKF7St7nFxbhyi483c1Z9vClb++wpqOiVTX8hL0RxK+ykJBKUOFBIzJGoF0/WKpPw5X67u0xbh2qIwa9IdXTqpzWaXTV5Vo5mOlSSkOoVdLjJKUrKVXbQVAlr7naLVMLtOYXr2LIVXwbi/rgTYTqktMygemQ2CSG1FVgpskKbXrcgghgGRif1I3QO1Sg02fXqj77izcvxYVskhRFuu6Q6hYvYEBQuCCBYWoncJwMG16fQYtbqlLflITITFqjSFRZWtkOBwHKl0eELCgQCQCBdAL4FDlYDn1LDmHK5KQ4+6vi0uYhPA4oSSS3qOlffMF3y5TYWttWx6k1xWGsWuriykZuLHdkB9LLpuLNuWClNq0UArve1hawqRLAyjpWFcZVSe27vB+zs3lUZIrs1IRIyEABBkAJvaxCVE21IJIGpHSpG9WgzpFLr1QwvjLBq0KSqk4rdcj1Smo7p4E1poqWgG1swUka5Vm2UQsR4giz4rcDrYYir+A+0ofERcaJQR1X7lIJJAuAQTalcedgcOLK52LROElTEqOvippq1HpebS5/3dRtxGgooPiASsagxtltsZVNkz6XWX3ZVbq8WL0tLTN5R/hpzXCeO2pKJDXyp4jSFgC+YkAAVxpQ8R0GA/jLdzvI5Kb1Ou0ufUeYpdQt40pQVKUw4dLKSVHW5SdBsHT6bAaqkSs1TD1XqLDavjw6WnmkPIUV5gI+YJcbICVBKk2va5TYWvqPuN3VT8Rt17d86tFIqi2pHuus05eXskqbBcSlzNYXCVhRSBbNbLYibpBiP3o75cd4RxG3A3i4DRTHlrXKYdgVEuocUki7rKgEqVYKSlSSgG5BIIsRa0TfnS687En4twFKxKw2xkiqdQ06tLV8xWy74lIvZSki6EkA5U21Z/tB7smsbz2KNFwbCqj9IiqdazcTmIaVlJLzLgGqLAZkEEAZCVotsIUzdHQcJRWKzi2ncNhGR/kGH3GmlOjULBQErOYdNu1rheZJIBuFgvKMzCNdw5vBozn2XzxaWtSmlNT2MsXOPkC0lSbgDQAEg+Sb2PXeBMdwbRqbWcW4hRWPcjqULjxc7D8iLolJUgnK642nuru4gWLayElINi3fBFxHghyLFwz7ow9wlNO/ItTQAzFtbVlRdL2yA6XspVrGpxfgz3XuvpOF932IZq6c/HRIYaqLpfRwCVrIJ6kKUBYpdRZVvMag0s2MItqLXrAxC+Ti6jbwcJP4owvTn6XRIv/f4TTc2A46m4U08ygF2E6QCA4kKFlKuiwCkke7XeDQcb4In0ZurRZsKoNKlUuUm8hhxJ6XminVSS25cZQCLagqNwME7q98uPN1+LaszTIjNYYrDS4tWojq8qKwxqLpLZul4JuQtAKrXBSoDKO1S324XpTsSJu5olboNLQ6h2VDfnhS476CBdtxP6W1rfFSFEXSSQSBCjiXFm5I2MYb8sZbvqDUt0EqJRa9FgqU1Tl1SGH3aawb2ZQ+2UF+KE6oDnUntoAUpF8C4egYtnvyqzT1sU9bSFvsZsyHr+p0Ck3FgNde+l7BOMJlZxvRomPGnWJT7DvJ8Xi5HXGM5slSdQkpVcixI1V2KjerpTu8bDlGfdpcSUunPoc4/KpK1xVEalaE3Ug5T4gCgixzei9lLOMExR6+6hQmaup+8/dNgmgxKLU6GhmiuLS01UVIS7Czf7NZAzMEE3BUgA5tFG4uTYtwjuDx/R22q87QZUKrJTyUpiS2iQy4pN08J9o310sCSD2IIsNsaYL3g0ulutuvVaoxeGnpfhvjMn00NwpHe6SCDc3BGh0LSseNYnwU/R8I0rDdWckpUlUOtxW2EEG97OZXWgD2SFBKALAqJ7JWaV1x285/rMjU9MZMNp8/vzOGA8Ibvty7Uv3pERUOSmKVFqPCDUpWpORZ6Qo5dLEjtYaGwbeE/a/wBxk9pyjVTGKIS+r7vVIDkdCkn5cxSWzf8AVuNL27E7Z23lbyd4srAaMES8Bs0Wb/UKk1KQpbSbA2VmJWFIAHSc6gBax00R1J3Z1me6261izDzC15fivz1ZUqPYK6Dr6djfQ22vpq3OTceYGrpp1GXvyDNB+0Fuiw45Wf5yt32IItdw/XUhRisTUvuw12HVHUCUvMnUlN8yDfQg9KtwdhKl0alz8W4j4mRha2oHTlQ5lVkOVR8LhUQlIIAGupvbZsYZ9lrEU/Brkp7HkKLV8wd6mOLDkWB1SprI6w6LgZiF6ajS9vur7t6zzVMwHi3Dz7EKrpV/SUd1CmlPsC7bqFpshy6yoqaVlJBFkgg2eG31NfRsmO2DnHEA9z9ZlT6zU4s+iLlI46Pu+UodjtG3TqL5QDmVcWVYEp12f1T9mbC9elN1SLiGt06K+pLrXAUhSoqu+W6kkhBJuLaA3BAuAYHssUPd9z8+BiOrLhV6gurgLgSmMimUg5S0lWudo6KSLXspJSEg66jVGpbVBlz3aev3d1/eEdPUPPzSQPqACe3ns3Wi43R8DbM8T8HYc3X4yw97rpKODNQqLKntNBGVYSTmVlBub97ka9iLgEhVi+s4NqldrNLlwpVRiws0BqagojysiCtDfOi4iOqVohTwCSSlKlJCkKMqvUrEe8ajc/RqghiVRJqZTTC2h94YSdQTayVcPMSEkHQEhQFigd8W9yvcrLw5S6cx0Zms+iVpR1cRrOg9Gtgb5r63AOmyVibnyJB8oaYP9oHHjUr3zvpqMWl1da0/Aaihhhx1PSQ8ASl45LpKnCtJGUgA2XsH+0LvAxHjxr7R+7lwmF5I7rEpoLWnKfhutyW1KS6ytIUAFkLSRYpIIOwFivDLsqBhrCVUzoq81PFhrfdCUOLyABlSzYJUerKokAkgDuNjSqYPr2Etw7mKJ9OqKJVIXxc2ZbEiKjNYocFylxIzFRBAIGoJAseSsb9x9wZq2nMFd1M9reDhKpbucR1BcKUh1TsKUl3KtlemRaVeYCikEHTXXuDt80T7UYXanxcWy2Ku/QX1K5KQkJUytKQpRRZIcShzp6kLIJSCU3BOw7ui4tZxa5VKDLirmufFnwMoQrKFJ+KEAAKTc5ipItckEXJJYW/3Dn2ywuxXqC6w/VKCj4qMpU7IjhebhpIGbMFWUAPTsDqGGXcNs6X28XEMTf7hFGMsJRHOewvA/pvD76wufSUIVdNQhLtmkwyLJdaIJbUEKsDdW1JL9r7ehQWqZ97ivsPwlIVImQhITIykDiMvghSx4QblViDcm42n4ApNGp+BKbiiVSXsN4rg/eqJiCBV/hrWUlKHUO2tr4VBSVJVmyrBSSCL4qwHJ3q0arYjwxh5GHcURVKn1vDSo493VZSTZyXBCLobfKUAuNAZVApKFpN0FWvTismJ/RKcyIrfTjLeDVIFZrPJSorD6UdDWRLaxcXSo9vUptlsNANLFOKMVT6pPl4D5TgMTWI8hiVDSt1pSgBw3uDZVwFeKxGmYG4soq3CnuGVA91tRGGJXTKivoTmYkLTZRZeSu6CF2slQtcEAg3AOxNyOM9xmLXYEqBRKdh6vUhKlLpqYqmkqvotyOpPSb2zFLSgQVXWi5BMmsQ1OjrqTAEVWH5rVBozHPssPsSkNc+0wtK0qRcWeYULi6L3BNri6Ta99mBFpVLgRfvVPp1XhLaUrirYCV5CCQtB8Wt/De/oRa2zvxhus3c7wZTk+VSYtLXNyuqlOtcrmWqwQ8SgFDlx2dCQTeylHttR4U3YYcoNe/mlxRW+PCq6OFRqo74ocoAFLa1jRSF+HMhQSQEqASUqJB2M/b7+IM6dv5YjcOyaXhyfP+zkut0iLUV/eIseaiQw4sHpcCH0rKFgE2UhSSb2UVWBDOacwu7Qefiu81UelXFWgJUlX95BJykAjW9iO1wduFW3c4I3c15ul48okqlzeKtpC56yuE46LAjPfIm49QBZQIBBzG4x7GozU+kwItJQwxKdSnOlOZ1NrryqtcqBTqDYjQag22JXXcv/AHDHtJ3vTmcJ9IiyqC5A94VGnTeFxWnaa/wHW1gnK42SCkrCurKpJB7WNiBkn2jcXVSsVqmQa9VpvvSnOp5Wsrgcm62rTK4rLZJUFAFKgUquDa2oPoIrDNLdo0SVFdQtHCTmWtYT+3yt9De97+myk3h1bd81S3KW0zBqMp/MngNOpW1msRqheZOpFspCgD39QwUyu2ONG65vsgNbgqFvVlYenV6VNhMRZTVOsviSCjqzJJSACUm5sCBqRa+ytg72/wCdCLwpVJ5FEVSlx0OrzLUi9khdhlJT4cwPVYXBPch3aN0vDG5GrUYtRWYTLSprtOhxUqYZUj4isjCNErFio5fCdQkXuVXg7e5hzGVZ9w4XaQjksi2Jq3c7CVEWyqWUlSUqFwU6j01AO3zL+H/4Q0ei1F9zDNiscH8A+uJi9Q0ndqOPYjZgmA7QXIs9njrXl6EL8VzfyIWk37KScwNu3fZcb7d8eN6pQabu0rNQXUIUWVxWlvoCpXSClKXV91W8iQSR3JIBNzXsWyqC6w67SX1rzJztZeOlKiSAQUAqUAbWUALjUgdtgHE0ql4tlc/xUIlMLU07HkJWhSbdgO5Sb9VjrYggEaj0es06MhBmHo6mrMnS/aMqkrcjUtzeKMEolSmOX911aLMcadj8F5tbfESLZiAkkAEJJVYpsDfM+LGt5eMsRuVSqMrlcfL8VbuboSAkd7E2SlKfwA020ezhrAc/iSqzzrb77Xwn4rodS26keNTagMwOgICgRa9r32qBhZpriNNVFCP9k6peZOX0vc5de1zr5G1tu6XT2Ux8fiHtvsQ7fiJCh7qZTVUbnz5eRaF50p/VUNe/+ev7dbG8yjwOVblT3ePKQlKelo53PLObW1110ItpbzF/X8JNUue3KlS+JNioStKOKpriJI0uNQQe4UBqL69xtT1SryvhxfA/nStKU3/EAG34+h8x2G3o0qRx5RBi1p8pYRMKRXYDE+e7yqH8y0R9Eq0HcFXqPz76eoLWMdQKXVF0bDlDlPvt9LrrqMnVex1sdR3APf6bEu8jFUrEdGpsXhLp62EpVKUtYf4ihr30UTYgkkDUnU6jajw/HgOxXPhZGH8vFdUsqzKPmFEkm51BJuOxPfY9dVLvsQR/SacZyRJUSsbqq9hKXFr3veiY1hK4sKVmL8KqMX1YcYJUY7qEqUUqbORQSQoElOwwwqK7xPg/40ZPwA+nrf8AHYorOB6C7F/oZpbD7fgkZ/ErW2YHuLnW1jcDWwsQelTZ8WU5wvgPsLyOpy5k66ai1ik3ABIt+HbZbVaVqG3L6hNVQVwUloqkRapFYpbWdHARwuK7dWVgqBtcDS1so76W89oGPN3uKKNS4nP0lfKrQl1qQw62/HlINrOoUlViBcJNyCCLEaWFs+/8L7q7k+ZWW2VKvO3497eXlp2ON1W9+fu5gVrDkrCdExRhqvNL4tLqkfNwZBGkhhabrQT8yRYKIBFlXJENRj3Kp1B0XYYN7vt2P2jw5PaarkWK/Kj5UNOrGdKiCNBoFDQnVSSNbZu2yr3j7qsb7r6oxS8ZURDPO/1OfFVxYcy1r8N2w6gDqhQSsDUpsQSzOG1AdfqkXPTn4uZ1LWqk6HVsqOoUNAFEWJBva99jAbz6XijDjmF8ZNLm0h9SOY+68XgpGvEbTmCUOI8SVA3BSQNCQZr1B3cya9azNz6mbcbSOQi02gxXfkS67+WgH7cxP4j67d3pPK8o7+ohP+XlsSb+t1Ff3Vbxm8MYoZQ+3NYaqNJntX5eoQljoebJ10tlUki6VAi5GVShGuvtRXeFyiH0ZfB+Wn1Fu+zuJrIN3kJzq1Liu4tiNSnlohVRaMzrVlKTmNlEXuLg2Ot+/wCO2xPZ6o3/AKL7KfnwKsuVCm5eaWuPlSlQ7Em+W1lHS2lrg7ZNptG980vmubQhcX4/CVfPp3WkEWUPWxJHp5baUVXaXFwuxAgVBhC5tOT8VTuZp5IKkEpeSDnsBcpJJBsDa5JFY/xNTT1Mo3wLmY4xvjLe/Xt4NBxP7oqNLlLXFVr8RAOrSiQUrQUgXSoEE+Q0I475qpPnu0LHmF5eeroRmqKcmdTbqSgocTcC6LhXSQCnpFrEWjbvaHF/pbmnUPrW+pS+FZae5ugnQ99DcdgCL30scR1aBS3eV+zy1oyeNbvy/kAde4uQL+XlsiAUfImhZbvTYZXYQp387+8b7eVmJCp1R4TTs92EhSkSHUJyl5SPlzJSkKyXAVmVlNzZ7VzFcqLw/BNfQjI0uPZS8iQOnsFHQ6pIAvewHYLTBr9Lo1BflUuItjmsqMq3Qpbau9xe+hHlra+hHnIpMOBKqjEqVUXIvUn4rSipTNjfN3BBB1Ngb207DZgkvPH6q39YgQWjYg3X7xsb01qqNVtiVKWqHIYT/VerpDiCkhba75QRqCRewIN+1frk/d87Lwvhd3j+7nVx5XCul1SdbcQJN9AbBVrW1v2sQYneiu4jcdaqNI51h3mEz48dt1Ly++clIHUdCoAAk3v1a7A29WgRapjdjEdGqHKyqo03xeF1R3H0IynKbBQUUgDKRfS2uzqEHiN02o42xjUDfDhLGX9KVnd7TmMcwmvdbtRhxRkr0I2KGpLCLZJTaU5UuJBzA2JPZNdN3nYjwHWXMOVmnTqXV+Fx+Vmx3I7uQ3CVZVBJsTcBQFlAaEi9k5KxHiOgz3GnYkWoofQn4vCCXVJ+psF6G/qb+fbZlTvaQp+9DC9C3ab/AGnyqozQcqKDiqOkLr9DToC2oqtz0YpslTaylZABBUsJULsNvIg3q3PDCkb2d3O9WK3gPfTT6dFzv5GMTZhHqMG1tVLCSh9oaA8RAygXuAARO37exjiPcPhL+dTBGMoOOd3kpCXVysjedtpQuFryEtOoBzdaClQ6SEmxUFfRBgOqT3IuI6dzSEP8JqqU2PkdcRqAt6O4pKXkWsoEFt5IsCpzROx07ibHm76K5gjC+IUYhwbVGlKmwmEl1hxpJTduVGcAWnKQlV8txrqRpt1dyMMP7lq6mQ/tEZGwviOsxX6zQYkV9iLlQ6006OK3ftmSbK1Go0AI7XIIFondvjJ3CU/EbVOm5PkU0ha0OJ87gDS2upBAt+NnLhmgYX3l0F+VgN5FBr1Omu8JKXyngx1kENBaepTdgAQQRYWKSL2bO8llrC+5Gm4Xw58Z9C48ieqPPbYdytLC1ON5xlC1LGXKopBCjZQvqYVQ4KmYx3cYWxHiPEdJpcCWv71KaQrIsLypv49DqPwOltSLaenMWgysB4SiUue1nbbaShfdP46+X522THsu4bwvjLeh9qKNEfWhhrO/KlRxHfUs2zBxAGUrGVJKk2BBFgQL7aY3off+PS+Cvo8K0W/y/wCG03VjZJB8plveanDkV3itS/GlWRCljN37jz0va+uwdgOjfbLEfCdeyRWF9K+LlUn/AENj62FvMa2+95zDUWqOQJTS2Fxfm+VXe3lfTyGxbugmwIGEpcV1n71n+E607m6u2qSNQQB27fU7Z2nr3vzC6mzYkHN6lCdwG1Lqk+oomscL4Dumbso5V2uL287WPoOxzTK3r4clT25TuE4q+v4rSnXMik/3bKzIPe1jb6WJG2ud/tQpbtBptUitU746Mq+X8LiSNEqBB6tO5Glu2umM63h+gtVSR90Wx150pyISjL6aWtb1Fj9LHZ03or9se4lSo5YQmg45wb8OU1SVsLR4UInrWlPbXWxvfv3Gt9tXbj61Ax5RnHWmlsIW7kkdk9SSfTuki1iAPPzG2bd0/s8fzl1Rt1ppcWloy8V3Kersek3tY/mfr57bWwjgig7vqCxRqM1ysVhGTp8SrDTTtb9gv+W1vqWTgTN6jqAp2L7hPTYlLoMXlaWz4/GvTq/5/wDXbhNkNNfFlO9H97aldrjrXwmvAjpz5cqtqmbKdn/C8aP8f+ewNtlvuYhJeBMCS01XnGmoiM6FK/SoCVpX+I8Q1Fldj6DsKbGG9aqUaqOUGVEWhfSr9x17X9R6E3sfLb7pmKYFUr0hprgIqKM6HWs+VTnX09PkfImwJ8r20/d5WF/ta1Tay00xniqUhbvzpSe6CRqRcaXJH4abJ9xp6ztf7oIU/eZijmuLAl52PClOisv+IWv+enqbeTn3VVuqYyalypTKGFxcrXwunrOt/wBmtvI+fltlXeJR8W4NdcxHAw9UZUJhGea7DQpfBTpqoAEgAa3ItbUkAHZsbjd6rVKwb7zsuVFlJU+lXicSk+vfS4uSNPIbNVV7vOQ1G5vCG9b3vu0uvT4HBZWuE7wlfIpVh+qfU9ldv2HYZrXtL4cadbalU+ajIvK6lTWbKnt0kEg+et9Ldtk5Tsc0bGWKH4sp59h+VIW660teZOVRJNknsdTa1rXPfYl3gYWpfuHmqXxM6Mq+LkzpbRa9lW1T6DMPM6+qtqJuw0qdGvtzGrR8Wbqsbtc/S8TRePKa+PDkdClJN7pWhQ72tf6fQ32rFbqpVLgORd0uMnKFxF8w1Ada5iArXslNwtAv2CFEAE9J0tkalxeFiNh3wfF/sl5VZhY3BHc6fs9e223t27bX2cb/AEj+RGfOu6l6ak9+4/HU7KEdtv2iWoqFR4lbhHEdZ5VFG3lUT3RWkL4XPtddOmWtqh2wyHUDI4EknQX12q94NAagf0pFiMcDq4qdUpV3y9Sb2Bvf6WOhGmxuzVqXi2K+7FezrR8J1XzJUPkV/B9Nq+oYYo0+K5AlcdGdKvix1hCu1h5WULG4vcfTaGAf3FNoZphHH2GYsXGT7sVpbDD6+L1oC0NqJ8lp6SD+APqLnU091OtYNbaaZQ50I+KlZTmSSO/pe3iHn3A8yTeXuurOHJ7krm2JsJ9fQvLlUpIRfKtBJsR2CgbG3l22rMSw2ouDWIrTzkXPwkpd1ypUrXU9x+/sdO+ze8EBRNyvayCKvGeEGvgSoDSGJX9q1nCc3bUalJI87d/rsP0WoYjwlPbrNBqL8KUx87S+rL5gj5knS4OnY6WB2MqlGqjX3Wsy0LY8aVa5VeYJvpf0P7DtCi0me7K5V2J/8l+ZP49wR+emxx5rtaMlA0Z1KfwJvki8Wv5MN4re/wDZjFSEw5ywLDmW7dKjYAKBCvDqRpsI1Kgz8L15yg1mnvxZsXKvOhXQ8jQpcQR4kEWsoG3cEAggSsLwMOUaqMNYjq3JRVqSh1aUBKPrmJJsLX8hfyI7ba/wPTMEVSlsUaVQ5tX4CEvxVvobmNJv5ofBJCb3Gtrdhe1tkHD6Y8cj/wAQdmo+niv3AYo91z3KW68taP71urXsf2Gyhoe1tL7Nfelh3Dm8rCUugz4rD3HQHWuKnqjui+VQVrqNLEa99mFSt3GDZX/2Eckv/a8qlOX80nQHvbT9+1XiDctz7rjuHKjKQtH6VpLoWn01SsZkaXHmnzAOxq9UmPKWTqdbja4M83q1hivYXxG5hyfh59c1hWTwlSXknwqT3NiDp530IB2t8FXlYi9xcnUWJpsh1jJ1t+udBsoAanUX9L+e1q7uXwvWapAaxRUX6dXoS/u8113hcTTw59UEEi2U2N/IXAJ1ivd3u+apcSVvGolIlcqhPCmKSGpDdxbMh5JzINrdQVcDsdpNwvG0RLUX7uAOIutydFpdLit8rSUe8erPldHF7DVINlWuT5G/mfMG29R3Ec+g/f6ethCFIzravlyghV7Wt/wubXF75g3n06jO4obr27TeDV6owv4XIOyA6ltf9x5ASsm4PSvMok3z3BGxDgbHHtD0bnoGMnqi/QerLHn5X3Y6APIqSSQQLhJOovYnSyFmidkPMUs0Tum+MrdTiGK1XojsWJV4UpClZs6eLmSVHsu5GW1jl0sBpYjXUmI6pK9zcV17PnQledFk/tBFv8v2bef1N9o6VRpXIUbBHvFfF4SuBfIlV7aEr6D52JIBuBbU7aZw1vxpePMG8q7zUKsQkIzsPrzp1BJIWkmw0Jsq3nbyGw60fT1HfFvp3QcyFXqnRsLwOLVGX0U6U6vi8kgrjqVc5lcPXhq7lQTcHU6G42o28ZSsOYXcx5ubxktiqUjK7HXqlp5rS7T7JGVSLAA5hoCogpOxBT8Qc1Kci83CeqMpKssN2e3HdlJ7DIl8BpzzAIdCvLKoWG1FinEEDBFLcrNewxNoLKP61xWkLS2k+auGVaXItqCfw745NxZbKs+//wChJqpfOQIRve1duv8AaHwG3S97+71cWoMNfCqlEdTxYb50KkIdsoJPmkkpI0IOlkq5CitOvtUuoc0whSktO5CjiI8lZDcpNu6SdLdza+1BJxZgjFHxcL06Lx2P9g6hSVIPmMpNx63AIIse4J+oVH4U/wB6RZb7HT8VrNma87XB7eV9bWsbC19mdbqSrfqDBl7KG+RIWIoPPwH4rTqM7iFKRxUZ06DsbdQ7eRBH5nZSUfHOLaXK5CLLfivsLytLaXm6v1Em2o9ARrqLDUbOOTSK9KlPtRadkfyZ8qHcqHFHsUL8IJTonMQCDa+uyjnYQqlZr09qLEWxUWH8j8B9PAkKWPNKF6qPYixNxqm4IG2t05u7Xz6jehqZgVI4lZiDeJi2sxfddUiNrWwtK0O8LIpKhe+g+h19NdpmEcM1nFspiU7LWuKhXxcjuZWXzGtintb1uR+OxY3TvdcByfWfgSmE/F4qShTiL97lOixrob3AsR6XWApdBlOvu0anoreTMuRFad5OYpNjfKEiy1g6hIBJAJAI20/FRNunT/E/MXVOjQKzSYGHKgv3iwhTS1rtlUi1sqyDfudL6juDa42tMF4fapfElT6GhbC8z/wlcVpS0+SCoWKvMpNiPK/cg9ZTgN12X7rZq8Kro+K1z9lcbS2TMCbkHTUAG+hGo2n0Kc7Apb7ruIeSzo6lJWcjnmBY6JVcWvp+Ow8Mz5WUtT/bGxRqtuvr0p+BS4mHl1GV0yIUpfuuVIVexJI6HVC1s6RcA2JJvsvcaUiLhyqSKXApNRpef9LDmOh9KddMrgUc507kn8T5L5Ran1T9MhEpDudqboppSr36zqQBa97KB0FtLbEtXGI3XWPfLqH/AIWWPIYd4sVxNz4ValNu2U2IA0SBYnrgyoYnbW6AnMsKIIrVU5B2Jn46OhK1BSHlCyjY62IPlYHTzvtKcrLrTvFisrirQtSFtL8SVWAsb+Rt+ZGwq770adY4sRfh+EpXhUm/YG9iNe4O0+H70qnE+Etb6Op1C1/FUny72JNh+e2a+JmujN8Qmo+NpTtZ5WfTkZF+POjIpKraG40t6pt28xteVqpz6NPiO8pKixUOpkR5kXqWyo38rgrQc1im4v5ajWhwlDlc0+7KdfYWwjoSpopUpFsyr5kkEjuUrABAuFA2Iv6JvDdaabitYZi1thalfc3VhhOW50Qsr6NewuRrYXBvsfHjlZB0r4yk+Ym82fhJpx1qJCqkWKvNy+cqQrXulVgQbEECxIJNwddqLenvtwvvBpcSfS+dp2d3hTYEpGbhrT2KSNCCddCCdSQPOViikUavRX6phyh1SiPozc7SZq/isqHcpuATfuLixBBuL6hj27WViPgSqXUURXELStTTqCnjISe99Uk+d7E/W2m0B/zG6NHtwWh3gTC1ZaixJ8BliUhbSej5FJJzFBvbKbeYKSLkXF9qbEJgRXXJTWGH4tR5j4qF3Qtl9DnStK2+ki4BCgEki2hOpMq1jKLu5wlEnwIj7+RHClIjuhSFW7rT2I+qbmx17dgGbime07Axbhx1yo0Sr5WpEeU0UKZd1JjkgFCTocp7khRCVWUdqrYyNlZq1Isbe8zkN7VGw867Lf5WdHQ1IQ+vOqK6gpISV6BxBspIUb6pAuSbbEe7OhwMB+7YrVRQhaFra48eRmy5gbcRm/UCLJvYnWwIOm2cKBiGfQa9wqXW5T9EqKlOrgTWgpbar+VrpJFtFtkAg6gWtsxaPHgRcUYexvK991FiFIUl3kH86ZSFAg52wdXWyRYWPSDoewdpcueZfZ5Q+3rYFpf2tbx5WcGwqjSJUpLVSlMSjy7Lq9EvE5kpRclKQoGwOUZk6g2lOm1nc3i1jn4j/wBg8Q5YqHUKCuXdyXTlcRYJIJ0AABAJHneDx4uF941axRQd5q6RCmx2mnYb6meVc6LkrYWChalaJNknw2sDtOxDVN3NUoz8DiooiKo0qGt/DyAuApZBCRIpq1BtSAqyszJbcSRoVAkF9HhwNs5wN6VLwli2tYIrPA4E1SprDrqEJYc4huVIIASAolRUkhPUTprct+kezB9suHXqXSadh6FNaVzsWOs8CUnuAUoIBB1vfNa9wQRsn04H/nVwRApc+txX63hF1P32KnMqZD821ggKF02GYoJuCCk67WK6C1gOgufzfbyMWUFCFIS/DhT80NlQ06oyxkbSTYkpA1N7XvtztJ2xj7w93NBwHFci0GoSqXVEZHc+jqFLSNHEqsFLSPNIKVAX0UBpS0afi2vYcc3g0t6nIqMWPllR/hLjylIbzcVtxBzNuWAuCACDqDYEVdKj48agN16U7KrUWUlK5keVdL7KtRxmHEEpKTbugAgmy0ajZTQsA0HFu9CfAn++6QiU1zSZ9D6GJSU6ralMIKVKBKiqwIF7kJUOnbgd3uRjbL6re0Bi12vOSq9giKir5FKhzY6+BzVrWaX8iioE2UrKSdBmAJ2c+AcCYc3l4NcxHWWZTDFRazZGJi+LDftZTdypSc6DoDYFJFrDUbKfFe6WBQaX7+wbTmMQ4eQjJM5CRzHKqBsoLbF1MJIvdVjbKQrJYDYRw1TapAqjc/BtRrzC5WZ9K6dKCUylJWAWHm1XZeUEpylLllWJyqBsQI+MkCfe9ij/AGIiuRZ9crb9OQ/ngVdE95rhupNkoeSc7aTYC6ha4OpSCQYe6fHm8HdpPfqmKMG1Gt4Qq6kc+xVIDOdPTYPIWgXU3ltZ8gkEkKKhcBzYVr7WMsLy2oFJ5V+KnJMhys2XLqQpIWM6CdcySF5TewO10as1jf2eKlS5+fJRWlpyraQqVHaQCFNhSCjiNWF0qBQRoDlIsC7dsrndOTVBn1mBPxHubpNBXx0dbsCU9Rp7a1X+HLQ2SytWoAUEBlwXICdAc3wN3rVGrLcDFtOxDh6VS6lzqU6KYSo3F21xwMqddU5SALXsLA3GDMVbwcB0uBvp3aYhYxLQYqOFKaaWUPtsFKM0aShYBCT5FYKAO673G2g8O1HAe+SBH3oYXxD/AEchrLWaNP6H6bfQtvJWlVo5VcBZuhNgQSCSKZ3epIEUVew5VKpKbr2F6dKm8NCWpXCaSnmEWOvRdsqNxZVgT2JJA2I4+HYs/CVdwbvLZXTn5UdEr4sUpyyGwSmay4hRQ40VpSFJFlIIJUALkHkLDlLoM9zCWEokKKhaVOsQJ6+EmY11FfLqSShToIJIbKStOpJIsI9Yw7FlRYn9IzV8FaY7qZHx0Mp7KUSASUDzsQbFJFgEnYZEmZ3ptLagVSJXsJVubx0IWliYpLchGVWhB6kZ2wr1UFAp7KIC9iKjneDVK8+7Fp82FUYUpK1cg6pLsF3KQHUEgPtA3vcg3CrEam7Lm7t8B4NrLDruMURV1RPNJQm0qFMRpd5lSTcWKrkFJ8V1E3vsRuYRxlRp8eqUuo0HENE4XFgcJ9SH20En9G540jXVsBxAI1QQb7VkYixpe+ZpqU/hfe1hOaxUc+dNboLTbD8hHzPLjEcu+QSm6gEKOo1JB2kzMV1SBFfnxWadV6WxkkRak0tbSJCD/t47ic0Z4dilQsOxURY7Ta1gml4yrL8p3EzFLlLkJdhNTI+ZLi7gAoBKcqigdLjbnDcTcKbbNiCGkUD3NPXRp7yETcmZ1pUcqS4m1gVJyg5D9UFNjbMRrteEgjDkRcWtOOysPZEPtJkJRIQ2pcd3vxGXAbEE97qGpsVG+Xavpz3ClN1TjN8Ra+V6H3GFq72bUhfSq4JsDqm5trcEkmYUw41FblYSlzqJ87Xu2RmYjrFwSzfOlKddW1jJbQaGxrGY9eo0r3zWaJFXTsyWqo7SGilCUK8Ly417JB1vZSha5C1W0oRLQ+iMwJVBbd97PvxWHU52lsZlRVaG1gLoNwCT2ItoAdR/EeFpU+U3VHcT8BxjL94hRQpeYeFSgb6X1KRYjuLabXWHsUuyuI1g2rUuV4mpTD8UqW3YABaToopIIsVZjqbKJ720mluuwOK66hE5xHwlI6cqv1b6EC/lb8AexIBB4gZU8Nuuu+/qpVkSm5XXxXU/Czk3WsBwHVRJKgSQSToCdf2OjDmA6zEw5PeolOi15SXWE8xkpdQVYdQcBKoM1ObKFXLaxbUWUkWjbkWfS5EWqcdha8yHWlRzkc7i5y2Re+qVADS4vqdlhjjdBhzEdGbpcWnSmH6clXuufCzZFIUNY8pgdKxoCl1sFxITYkjQ2kbZonHtDqjWEm8UO4NRih+j8JL/AN6TFm8Ds24vUNKcBISXAoNqAzBVgUhc07evS+K+1P3WrYm5OEl1SWnUvX/sXkOJSVAetyQNdRbav9lbFFUwu1Pwa7LqNRhI4rT8CYorU2m2VbacxtrpYG2YXNr7EFJ3S0bEe+P7EfzhPo48V+fHo09rhKqkIlIDkaS2UkFvNlW0pBUFZTmGmYF1lwx2wIlqHdGGyLvETU9p3laXh6r0tFUQpC6bDspGW1+LGCwttxHnwrrNh0pAGxJgdUCBS/dbtOqk1C0q4sV1DeRXcFbZGXhqFjdr4dyScq9QZtS3K1TctvGl0FqrVut4am5p8DPPHP09KT1FF02fSgq1JKFpBBKlAkpsqKzhefXnJ9LxPzVbczrRAadCnZCkDMotxyPiKCRmU22VrtqlKgCRCl8eccpLMvM+cFysG8/7rw58RcVas9LqkUtLTlsALWCCevRTZGhuE21M2i0mqRa9UvfNWQxRIvxYENWfjs5gARxFXS6kdSrCxSF+gI2ibvaxKn1SrNT6dF5XMl2O7HWcuZRupxOq2y2qxUOGoG6r5Tck8sRN0uVS3GnXX4VUfQpa4Trq0IeUSczrJFilQTZIUnMRqCDqQwhliJ8UuTiOs+8q9herTUSqdPddhKYdCVN5SU6trukdKbGwAPYEka1ddl1TEcX7W4oiOQmGFrdaadUEoyqX1AtqGZKlGxBCiASRlFgTT4iw9vLixYEWl4hpy8GylIdfUiQFVGk5DcttkAcXiLOU5VJ01IVqCuN5+8yBvBxbH3X0Gov8lS2kqqMpp39G75NEglOgJJPymw73At90p6ltXcH/AM43Pz6CzFhU5tCnVRXVFKXLdVxpp1HS+lzfQW26xJsXCWA24sqnykcq0t1LSc2RSMpzEAaggqAuLggq1Jtf9qEuqUF2k0uLEYySmkoRNyl2PMTfMG3uGsFBJFisWNrEgk5j23x4ar2LaDAi0ah1GLToTXFdno6mo6yrKUrVlKktGwPEU2UAAhdxc7Q1Zid3nEpS93e7XG/DlViuOMMsR80NbqeE+2U68st5NrLBylCnLXJvck3IyrdNu0xHWZ7X2xlPr60tfJKStPdCgoHr72JKkrBSUqJNtmmnd1FixfsviOn1FitvpTIiyoq21u8I9lpUglDjVjqQCkC17Ag7BCVRYDtSw5Flse94v/d5EVaFOX7FF/0azcGygUKBBIAUVbDxtjKooXEUNSRWcJRZeF4FW974efkJd4D6cqm1pXmOUpN2V30JScqvMHttY4Qx1iOBw/s5idEWahXwET+jN/4YeHTra2VQAPa477Mylbqa9ij71Kiclx/iqU6g/GSTq4ls3I89AQPQKuCOyfZcdnuvuyq4xSOBlUt1DQdS81YfEFlC3mASCbixudAVBugimIu8S4++/wDC3l7sqcibL6+YVDDXG/8AEaWg5VfVSCQexudizBeB/ejXv7DjNeojC82eO71oUkgkkBVlAEXt1XAGgHbZlVCg0vCVGYo0WJKxetbSU866ptTEhB7Z0L+Gqw+ZI4wBAJPcU9T3j16jUZtr337oyLSrhRUhTTiOm6FJX13BJIVnChlGh7bdZnHEDYHUcSlrtexlheBAnxSuvI/RO/FTmygE2INlADUC1xc2vptPoO+3d9Acifajd7Np01filcALYcV5nT6ZhYEkaEgjUdd4lO3c4ow4xVMG4hWutzUJdd4XSlT4SSeIyknIVBFwpAyE5iBqbAkbBe9+LxIsCkvrWhGdSJCDkUn95SoWJFxqL6eRzhUztyIm1bXexNSQN7e6+s0aJ7hxvVMNSlu8JLUqlpmU2V4QQSMrgJHZSVpPnlVY3BKzuk3q4onuYywHiGFV6dK6uXhVfqbdTYpKo7mRQcTcAKAUbGxHlt13E+z5vF3vykUHHmCIvuuUlL/vRKlsKcQm5DjSmVJcdQCbhRyIBKrm5IO592fs/wDs8eznS2J/vBnnVrUjn5VS48jOe4QVaiw0IaSTpqo2J20kpQeozp6EoHiJmjdv7K+9+vbwG97UrDLFOp79LjtVmmuvoYqTj7fSlSWDcWDYQklxSLhPTcEEGVTlz8UVSXhKjVB+FS0I4U1qOgqYlLBuLqFslstrjRRJ9BtK9oDHON8RxXGt2lbyImuraoj8qQ1Dh1JIylxkLKg1zhSHPhuuBSQkKIbzWH97L28OsUrmsL+0DgWZguvRVcBpdRhrahVRBFwY8oXZcXbukOKIIVa4BsRxxtjWN0eG4LCeF4FBq3vTDEpirxWPvTDscrS9F7h2MBe97ZSEWVonQEgq8td4kuBFxRWp8qJKhTZtXlTH4EhBaW3xHS4Ep0BIAUlIV5jKSSdT6K7zd4ruCJ8CVhKoPsU5b6VMVRLpRyuZYBBWQW1p0sUK0IN7gg2VW8x3d/QaDLpe+7DLGKMPYkmLaaqSKchc+gz1Z3UFCFpKX2SVXS0QVpT0oLgIQmoCrxJ7R+JjzfpvKw5VKzhoxeChinU5aH2smV1tSlJsFtq0A6CdCQoEEE+RRjve3vLrO6WmxZVRY91zUcD75FHFlMAaglR6tBr5kC1wb7HYwngiqO0WBVIiPjsKdpbqYRYacQNcjbiSApo3Cm1tm2pBAIIF/V8F70IsqkxaM1Cm4XW7kmQJ7QStKwRlPgCCR2DoAJASCkgg7Qa9vlKuGmJafgvEbs/3pQedQ/FzPxZkBTiVtqtfpUjrQR2IGo7HS+zKwhj7eM67xcW0n3vCy5Vz1ZY8hV7i6siQl1NyOpSQe/Ue22v3KHRsOOv1T7GoYWtKumRFSnieSkcRJ6x69j5WIsdheL7P277e00/PpeIcQ4elMO8eVQ1ISqO8wVJAVHcCQvIDcFKgPOygRZVd4+Ym9nayXHEUz+Ja9iPBDeEqNEojGdDsiBHlNFKZTQsVcFaCUFaSSkpuCnpuCNTR7osV4jo2KIkVr+jpq/8AubvwmpFulSNU2uQTYgFQ8swB21Wn2Yd31BoLbWA8QzaQtC8z9LqSlTWEukkF1vOoLLawSHEZzYZSEpKcxAahgbDmEp/K4tqzEqUheZphCCleQg2QlZBzov4VKCcpFjqLkA1CPwJNGsru4T3FVv8A921B3fSuaw5TlxYteQqbA4Sk8JxClZltAjpKULICbG6RlB0FtlPuvxjKwRiiJVJVORNQh1PFadv66EFKkqIHmAoEi4BBsQ+MPVDCW8aqT91UXD02a/xXZVE95Tzy7c1KD8FCwsvsKcRdJAztqsCEoIN0dXMRbvQ7LgS8Erw9W6e67Fm06qZ3UJfQvKpsSG7OMuCxFy0SlWuZSSVGwEvY7TTuO/bZwbXsGsUHd9uyqmHqih1XF5iUmVAZdOhdjpUoucM5QrIoJsSOg6nbnuW3uUverWfsRvBqMXC9QYWlMCpQHXEQpHnaQypRU0rOrpebIAJ1SSATjzDs+LPpb/C6OvpS6vrb1vbNbqv21sTbsdRtcbu5buHMbwKpPdblU593JK4qB8PuNdQBa+igR66ajbsBTmTWyj7p6c7yaq3XsGwcL71Xor9Xi/AarKWkuxK1HSLIW4QCGZKEm5UQEKTnIIF0hO4bw/QaZWYlCgZ6cxCT8BhiQtUdtNtCwkqKmkkWskEp1NtDbYvoe6Le1iPDjbWCKst/Dy8k2EiqXadgu2CghtR1NlXAsQCLDsTt9YN3WwMR4jq0DFFWfoM2EhUda4bQTlkC5UvQWCwQTlsAom2pNjS3UJ+Y4r1opMrN9+CPtlhyO7F3hVSnTYX9YRHkZWpyLWutIspCgdSptQBuQUHQhS0rdlAawu/Ki4mYhTUKUhSpCc6lL/XKj3P4gk7aWxBu/o3CYaarjFUW2hSHc8csLTbTsCUWV3IuLadIFjtxXSqDKpblBdiMIY8DqMgza697fsPY+R2p9bV+Ym3VKF8cxZ7h8PYS5WpUafXK2xVKijJNanobW04jtnYkMJQRbPcJcGZJuQRfNsLP7tsOezJRqlFgcCvc0tfCdV+lUwSEpCkqOigClJIKge5Ivs167Dw5g3gVlqIhjItDXMLaK/oArJddtbBQvYkkgjQr7edOi8VuLFzv8BWdLqkL809gSAFJN9CLi97EDQZPhVY1ifzYz++Jm6jV7nyPtMC8D736XFlUmVPpPO0Fh1KH6XKkF/KkDKQ24q68gT2Sokg31Gh2cO8Ol7vsZQPtRuvqHNSkMKU7TZi20SlMC/XY2zlsXGZJUFIVckFGuNK9QZ3v6JQaFLMF+VMU600/dLEod1obcSDkcA1CVm3bqToCbTKBXp+N6S1AdmxV0VHFdS71NPJULAXGuib9idSQR3BDeisOD7gGAHkDxGvg6nu4jdYaap2eKw7wJXdPDVa9jYHU+eo01B2Ecbb4t0rUqXS6W9UYU2lqXHlR1RyppxQ16VAlP7rm97nQbRJ+8NrdVKrvKvLRzTSUNNdPUooISmy7oIFkqCVEC4IBBI2y/UazKlSpdZdZQjmnVO8JpJTluTqAVKOvc6nU9yLbX6RU+W3jj4hE0qajkxtyd8PvSK37hiZGEO5GlK8Td9RkBvbXulQIN7212o5uJZUCe3PrOdiUvwuo6WM1vMa2JNgDftoTrsLUaRKpcBt2VTkZFupUlSf1dNFJ80nyULWOnrtzr1Vn1SU5FivLyLUlMVhVviKJsEJJNlEnsNL3tbbb7fOI2NHSg9SxqmNcUcVifwWOJxeFldyLQpXceoNx2IvqPUbEGHJ0qsu8X7HIpy/E6ppeVCv1iB4T37E9tiHCNZdwHQX6NPwmhcqqJVxWn2s3DV2zpV3W2RmsggWIIJI02ragvhNc1F+AjL1tZAnL9AE/5AC3bZUapqW2VxCzVbD26xLyt1WBKpfKtS30cToytWT0kWsQb+Wg0J1uLa3X9OwhVKXVHKzS6i+/CydbUq2bL6aamw87AHUAA6bWDMuV8N2jU/mlrVkXxbqUnsPxHr3sexA7ksg0HeW7S35/2Yfm8TIjJDYMhbil26UoQOIvuelKCe1hY32nvWufM/2l6WsY+R/tK/EdYw5S6NSapAie8Zr6VplR1XTw8oTqpJsUklX0uNQTpZpez5U9wWLcWwML43wbW2K9VFpYpKsPVKQ1ITMIzW4BUEFWUZgrvbsdqqqbn4GLd3LFUaz0St4eWuLVqNVmHY8hKUgq4RS6kKSo3uhtxKTYJA0JJB6JVp+DeQrOEqtkXCf4sV1K+tl1Bz9JHgUki+lrdux1EL6t+1xLXdlT5CbixD7BFZxlVJ9Ui4xRT+ayuxechDL2AUlwNWCVE3USkEXJuSddszb1NxFZ3S15/Bs9n+lEIS7kYzuoeYV2dZIBKgbEHQEEEWuCBtX2VfbDgb84DeDd4zq6JiRj7qmbHSEw6l+qM1rMvkfIbBWpQTYgW3te+zPGxRgRePMJypTeJcMNKdzrdWpUiIDmW33sFA9YULHQi9jtqNp0ZfGDahCu5Jh7H+52Tjf2VqTvBalvzapupqLsWfDQ6teWly1ozOobKipHCVyxVY5AlDxygkk5kmYYlT+O7FpM2osMfpVtJPw9e9vmGh1FwO5sBfbSmI8Q7xqXgPENLny0Li1SA/TpiHU/po7wyKuoAZiAcwSSSRfUX2SmHjKiuuOwK2iKtC0qRmXlT+F7i1x3Pb8ddgh8+M0NC29NsCaq27S6X8LoR+lTl6lZh9Dax8vT8dny2zh3eNuGoOLcOSqd9pMIuoh1ZrhcCUqK6AhBcbNi42pQSpt0Z8pbUgrFyAo69Fiyq85KrzKEZ0pW6wlAaUpIAu4LEpWojqJAAJvoDcbEcvDWHIuFomI8GzM7EXMxPaSvI7HUcvyhR+E5ayk5im7aDlQbhcsm+bFNjINs4UjFFGwRhJ+V8811SkfNl87W+t7A6W1Gvkupm8KVPlfFdWj4ubMlX7rdjtayKXFlYcYgT6TUWKijMuO6pJS1IR52zgBZCv1SbWFz5AQditUvh1R2I4uCt1KPioWhDixqplRHUhdvTqA1tfayaZPZg7LX+JqDDLtBqmEo89p1+K4tpGVeUKaUsAXQQLEeSdLgHyG3fnIrVLfiu09C5XjakZMq0+Vwoa6fqkkfS+ux9jHdPhzAeF8Jz8Lsri0jEMDneFz/ADTHFyN3LKzZdiVWUFC4UNDbQLyWhpp3lXeOhaF/Tp9NdDrYg6WH7NrJVsnldVkXHMH3HHZXwpXXkWpaVfN9AdNbW/adui6XFaoM+U68/Ff6nWHUpzJzJB7pNu58wbgi9jtdMsNReI7PaWttHV8K2bTXt3Onf/K23PFe9GjVTC8TCVLwnKmvvrSlpLUdS38p80cPNfQHpsSdTYAm/bPKNdO05d95i3rbkrF0BzFsWholIovxa3Hiu5eCmwHN5BZSEn51AFKSAVEa3paxVsLuwHIrVOlNrRm6X1jOnv2UBlNjqTYGwtc7aCwLurawbRn8b0tlFRrzCFoaiuoSvjIINm1t5hmaWk2UAQsjpIAAJA99mCd0rtBpWN90zVRpfHdVDxBhSZd9FJdIUpLsdz9IlkqBSlLgskkAKBASSTbNe0ZihoWJ+Q4DXx1rWpSV9fiT3H102kfah33o3P5tbEplaktSErKVN9xcEEEXBI0PmRsPLadi8N1pnJkWr06fTb+lpaddblfI+vq/uq8/27D2Lug8x3wN4LWA8ORJXRKq77WVEhKApTiL9ipPdIIBsbjzt32saPvTwbiiVxa9UJqFysvFS1bMzp+kbJBSbaXbUMqgLfUr7D28is0aje5otPp01lasyWqpDbkIb9cpIBTfXz/y2YO7/d3Rt5eI4EWs4CpfHlLzf0W+7CdyfMQEqKVW1tcfjax20q8fEAa+Jtn2XMBtYXoK8R0vgIYm9SOSYLDCkkd0N3IbuBqkAAE2sLW2OMX12K1Kc8f6ykL/AH7XVHpUDAeCGKXAa4CIsdPSvxJTaw/E+W2c94OLZU+U4666tHUrJk+X/qPLXbP1t/wJQCLbfRPiyp/PtPL+bOjP8v1udf4H02qN2VXiz4st2K98BjMhSkeFKhcEHW+vofx9NhPePX4v9alUNdRir6Vqav09zplII1v3I12Ft2dZ+yUqpNUGnSmOdaU+tiVdSlJ76hQSu+gF+x9SCBsKs7AHhbKzbXgwsxFiaLKrLkB1rOwvM0r9VKj3FvPv+H+sUYKi4tlNwIryOOtaUIVp9LH6K/HQ9jpqFMitxfej89rE2T4q80V1o5dSbgKBJOp7EC3qe+zq3UVHn6zTZ7TyFscwlpWRfSlQHn5/X/ja22Zq6nrvF6H3BWjsJxNn7vsFwMJYIpsDhI46GE53Upyqc/H6/ltCrTfFd+fYpkSvuDHC8HCT/l/H+ew/OPwtvS0acbQzTy9h3tkwXKOE7+h2i1ZvhNfpcniz/wAfx/wsJtQaaa4uwjiCrRYDTlUn58iPAnL83oR9frYfj22m3CiRXWXOAIhIzeHKpXm6pVHvs1W8yk+9KQ0U06Qokf1uIVHh3AtxGVAXVdSDYEMhFdr1GiuUvEcToeQpaZUdYdYeTcZShQukg2vpcjzAOgU+IYLrtUf9zRJXQpWZCkFX5KQD0n1Oov3ttDpW8V2jQPcNeaflQkOpQh1pWZ+Gr0tcZ2/odQL2JsAMAbnGRPV1l3TMe27Gpuz5/Ie8VsPrSnI7Ht5+Xl2H4DS34hvtKYUawlF96UaoMU5+oyE8VcdrhJcVluVqRcpJJPUoEE6EpOp2mbu6vS4spustPIWw+jO0vVOVN7X1Ov1F9Bc30APHHMNre/ihiltVFaERVfCW07maeRYXv3KSBe2mpvoRrs5pnKpzKUhw/qLXDVPo3uH3y7T2PeOTiuoQkKS5qdcxHSSNRrcHz89r6jRMUT/6Zo1WYR/ZcJ13MhWngN9CCL+f5GxBs95FHoOA+Ui8VHAfQnoyZVdJ1X4rH0+p8tqej4qi1RrkMJU+LUX/AAuwmpA5hSLaqS2pQLgA7hOZXoO+2ZrEd7BiV1u5jiQscYRpbrXv73ciiV6KpK8sdZdhylC/cDqQo62VYX0vmtsd4bq2N8R4I/7Ly4UWUhOV2LMunjKHchabgHXsbf4tRtSQktcr+ujOrpdv0p80kHtb9UjTttwRiprC/wB1itIQvx5E/N3OgGoP0102GlhXg8zO7n8p5gBm354IqkuvRYlXzyvhSOEgracSCbXCboNtbX1ub/jIpeJd9zX/AGtpbU3joWpTsVcc5uEB1BTZF8tr6akdxbQ7fVV3+O8XlYvNQulWZaUcVP7iFD10vc7VjdT3tYt4juEt4VIqMVf9Yiod6svfIpC05godz56g37baCncMkRhF45EIsa7zvtvS2Is+krpEpa0odUq/LpV5OJUq5Av3CgLXIBI1H5iCJVPslAgT6HS6pFedaSri5k+oCgpBC0H0Ug+Yvc2AE0U3fnhd3itROdQvL8J1aH0pte4Gex7HUE3v5G2zNwfiGfPoL7WMsJrpD/hztRePFcVYgfD0sQe6QbkdjstYNp4kuQv2SsZwBu+i0Fx3EdPfYY+VpMrOptXnkUqx7am9tT32UWI5tGo3HawbL94wUfpenK7HtbxJ0OU30UBl0INiNmBj+nRcb8pPaq0ViKheVTsCQVMZdE3AVZbZvfoUDbSylDatiYU3SyorbTuN4sKosf8AeEoy5Vf3wAQbA69jbsddj0Ps9xjTuw+6KtFMlVR3iynVoz9aP/ET9D/0/Hbe3sLVbDjWDX4EqWta4Tq8jUhYVl0HhCuw+gsDrYE3JyziLddjKjRffODZdLxfS2MrspdJXmkR+5zljx2GtwklWvbU7Qt3OKJTVe5XhPsIfQpK5UBWRWtgfQBQPoL6C4OuzLlGTJl79jibs3j+2LulwlKfpcXO/VGF5Vx0tZl57Ei6dAU6W0NwfKwJ2TtU9sdrFEpjmqfVMPPoUlaJVOdDqlIt4FJUAFDS2hBHkrz2TG8D2ed5bsrmoFRi4rp8rqj1R1X31PkA9oSogd1A6+g2EZeB8ZUGU3S69SVsP+FPXnS4n1SrzsdCDYj9+y1ldbDwkaWuhuB7j7xVvFwviOU3Pi76Mk1DSuifTjmSqwBX0kKINuxCimybKIvcBxPjaLiiluYXqm/ml8l/566qQlVxbLmXnRY9wSCbm6jYbJzeFRJUCK390Ww/09X63qfUHz1IP7tgdmHK4vFdZWtef5vm2tp9Nt5zD2Y+2aEodCwlheLyrWMWJSFozIQ1kyJWfCe5KfrqOwIO1rUN6kp12k0tp6qLisOpzOtPlObXuhWbMAQblNrHsbjTYW3XQ4G8bgYcaxjSKRVFqyNQp7WRTywSEhtSjlVoLlIN/UC42ZtQ9kbe/wA1yrVWw715emVHdjp9Qoq1sQCB20t3toCmofJl+2zLFFvXruI6Xij4WSKiotJkcVLAQvN4VXA6FEG11AWN9fUn25WiYoa4mI6pVn6o2hCOXdQ7mU3ofh9PVlN9Em+o0FrbSd5GBMeUGjRGsR0OLKXCTkmxeK3IzIVf4qP1hcGy2yCL6gC9qvdi+7QaXVuV5pcVfxWkOrzZUgXIzdzY+Xn+O1TUjLtIlRQMYeRcd4h+0fErMqJKpyIS8rqFKyJ6fPMAAoG+gUkEad7A7D1WxLXncOcKBiebNok1rhOxedKuXt5hIUC1qRe4IuL3FgdptB3zT2or7XBirlLUv+sNcVDyM3hN9e1wRqLeXntSstRay641RsPU6nvrVmaaaWGmMxPZOYjLfUZL29LXNrV0VoNgHEIqoowBCnA0yl4cgcKfEpz7i+tp9rIh1KtDofAb2FwQATpe+zHgb06Nhd1t2VE468ifgOoyrVe9iM2tvrYg/t2T0bBOI3ZXFr0RdOio8bumVKvrcgW7jv8AgTsVVItYcge4a9h6o1GnL6ml5CpSVWBC2FDRFvIhQHYWHYpa3ptOsI3wvaR+THRS8W0Gs0Zys4Se90SmE53YsprMlKlWBBCScoPbUEXv6klf4iqlBnz2KpiNr3jFWn4qYDoWlxPpcWOlrgC1j5A2IAcPVas81yECX7xQxmRFRMsiQlI1DedOi/QAgHzvtXwoM+BVH3XaIv461Kda1zJV2KspJ1/Yfx02Yr0yadAiehL+Nf2wnr2NcL0Hh1nctvTrz+f+tUGvQuaRmsQpuzoWTqSLXUgjsqwI2gxMX7oMSFBxTui+y9YRly1LCCyzHzXT1mC4Sm17qKWyAfI3talxBRYDUpue07yq5S+tDvh8tb+X1PYaeY2osRO8g63KlPIYXlzJV8riR6a+fodCNR9LoN0nf8wpESgyubaaqzFRWhSnWH13QpxQuTcFRW2q+vdQBuDe99hqXKi0bhz+bfp3H+E61IaC47n+E2Cs3laxB2hwK7z8r7rwM605FIUgK6xrnBtmH1sRfTT1tMD1B2VXvcLrTmR9eRTXyq7m5Qek6+vkdCO+xkXbBk7pc4bDUX707TqQ/FmoTy6c+VClG5ORQuk9hZIIIJ0HY7MGPhmViOjIqkBljP4+LlQhakm9wojQkG4Fwn6/X+k0qg0Gnv1mBh6CxVKWv7/SUXjokNHUOBgksr0Uo8RstqvYqCrA7dXqjRpVLbrOF8TIiofy/dZF477Kv1b+BxI7ZgSbWJAvfYd/2ERPWv2q/wB4G1nDOI8OcSVPpyOVfX0KaX0Zvw0sfrbUbfESdK5Xius9CPxSpNtQbjUW8j9Pw2YG7yq4jlVlyjYoeXys3+rtSI44Dyuq+VQ6STawsbnXvfUsq+F6C67LgcpwJTDWdGVATmTcg2T2NtBp2B72G2YUnnzrLAeYlKbWp7TTjXFfWx40SEO9SVanxp1N72Gn0O12hfFgc1KZXKYWnK6tKMym76XsALgHubEDsSLgmgqVQoMCqOSqMy+hD6ssiOq2RKfP8T6puR6HuNrLAmIeQdcddZWuLmz5MxSpPfUH0sdbgHS1x3Blr3Ta0l/cGDGxus3Wz94MVxqBiebSFwsq0ylXSnLexCVEDhkaWIK0m4BCSQdvmt0GqYSqnCn4spFXWjr52EwEPqTfLd9tFiFjwklAzdwVXvtG3VYur32yptZwvUV0uFS5SWnZCZCEoeaIN2XkgEKbVcjwGwB7a3Zm+7c+61VHMZYIZhIp01PNTach0pXHfVYlyObZVNK8WUEFJ8IN7A9tGyviaFle1dwikqESg4jiy6W06h9DyVLd5LxNqIsVW0KVX1sdDrfS9r/2e/Zxw47WW3Xd6Up9h91WekNPoQlxpWa4W3Y5xbXKQbGxIuAdgKRuw3tNcPG+7TDFQraGP6wiBICei50UkrCrHt4Vd7/g2N3+7xrC+MqTjzeDh7EuHqjFVnjvux3OXStWW/Eca6VpN7AkAEgXtYHYdY2EOw4g6yynOODDvfZuj3X7tKpAd5T+i62rhZ3WilEeRa+V1SAcqVAEhRUkXuCRcKC5m4E9zOv8rUJr65SfhSEujiqSNQ3nIJWkG1ioldjoogA7auxrTmt91LiV7C7zCJsFKmpEfijLISdMhBAvcWIBJTY2vfXZM1jCU/C/9DVSncCLkUlUCU0VJSgdykE9I/vJuBY37bOVtW43V+v2jaFZm13dhWZVUcrOMq2/KWjr5OUgI4LV7Dg3OVTZ0GZF7k3JJBsWYbVugi15yLFw8uFUVpU0uVDStKXrotlV3CrpFilYsAbJI7bfOM8bV7d9XmKXJpyH6DNVlYVPd6VXNgGXydFklIFiQoaWBAIm4jqXutpysxeVfpD+dfW0lL7NyMq21gA9J0IBzDuCABtaWzDLDON8L4X3l0WLKpzEX33/AEdnVHKPgE9LQUkEqA1sFZrXJBGxFi7BEXBGKJf9IVd9ebPH+9L47aCBZGZdwpAHa5Ug5bKBFztlnFu8GvSpTDUrx091L6EOtFPbsoNqA4fa+gykn1udtvez5iul+0Fu0brLrzD9RpGZhSZDQafTlNihQuUntcEGxBv5k7WJgrHKQTiTPcLUuU7iZa6WhpK3U8DgKh2HdxIGVKD2DpAQSfK1yV7thFaiv4jqnNTUIaUuOhccc5FaPUuxN3FJAIISCu3lYWBuHIFGi4tcdlRGFymGvhMO2SlxYAJNlaGwNrAi9zcHvsuK9UKpi2qOO8Go0unRVqWum/opiVKOjqSVBaDpmQk50gXsTpbh4yQWeDtcp7Veny9427T3vRKpNkLdaXFvFVISpalAtrZUCl0Em6SkknMFI1uaaHvzxbFjPu70N1FIxkhHRKmwE+5q+3k7FD7IDckpNylK8hHmNNrte77lZ78r3jVK3SKvmdW+qVy8xl0WBzmwCiNDmIzXJuRck3tMwS7iOjONNOv1FbDXTKmtfHcR3yrN8rmh0Vc99CL7VhM7ZT0feJuRxRwK9hLe6/SKotSUv0bGEUQpkpVrqaL7d2nHcv6qACbXVck7SjDgYj3aYsawHL5XO0+tKoqSrK+WlZiEpPiGnY6gXuoEHYDxhuwoLsCR905KovtKalR/0seQk3Fltug5vUagjyNux9uHpkBrBsv4sKKhcXkp7WTpT02u4DdOWylWJuE2HVrfawsLcSu4QL3AbpcW0vde/Xq86/Fi1RTq/wCjo6FvtpslKCli6CpQUM3DzBQ7IB7A2psGg4XlQJW77ebRKdW0ZXUO+7XI6ZSSTe7fUhwqFw4kFJUO6CQCImGp+KItLcawvVuahLdyz6TNWpcVxaTplUoqXHXmGluI0o5SCgXB6YxoeLWoDFen4Iz0uV+irNG60x3Ta7NQiKsbEjRwBaCBopJsCLG2E+6Gdbw9S95dBfi+9mIS30cxysCUX4DchJul6NmQHmQVi4ukhJzBIIOyKjbut8m7nFHvmBVudYQpX3eQ6pjnOu6QmQi7LrhVrlcIXcqISrNYNrdZXqNRqo+1yj8qgykJdlNZVqfpsgm3ESk2ztODU2soGxsQek2mb8d3MCluRZVWyU5/Lwp7tOXIQypRIuQbKNzm0ClEC5AIBGzHiUg8tmLiDiqBVOJAqmGX4VRQvmHYDqQh9KwbrcSkjKq3YqOVd9DcEXs2a7F5Xn6XLYqNBlZUSnYC8vKu+YlxSq7LtzcgmygQU5ycoXO9asRao03PoNbYr1EfQpCJFIddQqnv6pC48iwcjOBJuEKISpNwALg7Ue7D3W7KclNPQptbYyrdzodiyO1ittYVnQSO4HEbVlIIGpID90MMbY2Z1BrMWL75itRajQUZve8BaM647RWAmU2pJORINiVgAAaLsQFGNLFLpc/msL7wq9KlMZFwqbV1tzUM3RYBlx5JVkNj0uLNydFHS06DR69KaYr1Lq0rlUIWt1hCEpW2m/6QpCSh1IuoKLeQi93ECyTt0jYInyuO77vfyMeJLHjyAFXEQ2SVEHW+Q6A3UkjUTmQBK5uo4txG627XqhQYspHXFlRY6obqrAjhPoWorCDfQgualQAQerY4w5Qp9ZiuSost+FNi5msqooWhlRsSMyCFhKhbUFJsbkEDZYP4olQJTlBdebldCkNInsJW7lA75tApHkCcpTp1AEbEeGanvQwbPbxHhynTX0ITwJ9JWj7vOj38bHEJ4UhB1CSQkjQKIIIlZLSU3gGfKanz8OUnlcUUtKnZlL4rjHNNdw7GXcJsbXCShKSTcKuSDR03GGLefYgYowxUYqH3cqZSlhqRHfFgGpCHOk37C5KVHsQSNvvFO9ys++YGKGpcqlzaRIU6060otNPQ1HqQ8haSnKfCQTa+hCDY7MbGtAaxbFYr275r33Tqi0qRKp0V9t1UN02Cw3mUAWnCoqyhSFAhVlKCgB0jMG6pVMUQHXJTWHqgxCbyonozMuoShV/ikBWbKenMsgBHclYAsJy95cCs1SXhLC8tEXFFOzOqpspHLylKKSoZUK8V/FdBOYai4B2jYgwvKped2LuyRWoSGujhSpSZEVWt8jd8yAPNOthqFC1zTYYj72pTsD3NgOgzaQwhTDTsxTkpTbV7pTZ1KXEqBGYXIWgnRTlgo33S2wtAaptb5MOVT+f2LUKdzSMrVWprSghqVHFgl4LzZUOAXIUCQqwuQLjZ7OyvtvS6LjdpqbS8Q4NkKqjXMRVplRYr1hISkgFRaWMqswJRdKTr0qNDvJquKKNS4DtZwzCRNXIS6mfS8yUqVqSlYUQCCCQSdXDqR5gqwDVXYGF4kWjRKpS5TD6pEDJHC4uZR+I03HfAU3cXCmmyUkEkIUDlNllLK8e43t8NQo2LcG0WVS89UqiJCJtNmQEodWyvIoKOU9RSUqUnM3r1Ag2N9lFVaNA91tutcBitwnUzUwHWChTyUlV3ozaldLrZUFFLaknvci5uM4txdi3d9iiBVKXhiVVMIVvP/wCcR0tcjPQSFx1NrBCNMyhnFgEqBCxZtJnGelYyo0vHlLe46GGkr5OU00qQ2sWslxkKLZVa9igtnvltcW5wsomVgtVMN1nFHExlQasjD1RlZXY8+gulCXFm6g6ElJbBc1LiS0ASpZABIOxWnDNB3jRabAal4lp9RipU1UYczIpDboCTzMdYBBbcJNklQIsLpBRcoPD293CWCMZc/XsJ4op0KU6roYlLTFTmFiWErUAEkC/CAIBJ0F77agwxiXBG8Fri7vsbomo4SVrS0/8AHyXOimlDQA9lJtbsRrtVSsL90T/tKT8R4IwQ3Qd32HqjNqM1XJe8UwnFNJUbkrcULgqyknzN7G4OuyY3b4Kd3fYDbdw5TpVUxLK+L0WXmUdSSq1iQQNDoTpceW1qBWsb4c4lLrOGX69FRm+/9CkyEeixqLgedhc6i2xG/G3X/Axa7hmnQVodS7IW7FCVx76FwLANhrYkmxBNxa+1wdkq6ZmMN3mI+Vr3FrO6eo5JSfvTXIJSuO+SbqUWCUqQ58yrgpNzZd1bMR3HGF8OSmGncJ1vD0Wo5UIVVJC2mm1kfo0yG1LGQk3y2WDcWJG0neniKvYI3lorOHMPP1TDz8phTsiA6laUpcZSpQ6jfMepYAKgo5bC6rBu02t4cxlhzi0vkq9S1+LoCsqv1VoVq24NQUqAINxbZiqxSMzB1uqfTOOMiKbEODcG8gxXqXiyr4XY4v3qFxUux4bq9eKhBWEOMOE3ulds57hRseEvdrhyfWear1ORV6oxmfhV6LC4EhOa5+M2tA/WKcoCwDYlKzZZPZy8GxYEujSsHPrYQlaFscgUKSixHSQQR6hVgPMHTSPhll2Bw6pS6tUfdD6MqWnetpmxv1IUkKIv81ioXOoBOyeptCDcBL0a59QhNa8j8xX4xof2Soz9LamVuVCmoX9yTSHMkdX65sk30GW3hIv0gAHZJYon0vd9S4kqjOsSmKi7k48We7xY7tr5HEOpDoFk+G4QfDmBsNtuN455pqXFrNOYYYY6XVoTxWlWNiQPGAe4FiQNb9tqSj4V3QYtd9/UGk0GrrX+lVHyO8RNzcqFvW4KiL+R7bUp1O8eov8A6pbV/wB9CJhzEMifFpbc91l9+a/0cJpAQtv9ZK2ASk3ubpJWm1lXvYgRpEWU1xItZwchaF5XerOh/wAeim9RnV8xSVWWAq17EbeitX3V7kazw3fsxQX34vWnobS6yod7ZTmSR+sCPLXYQxV7Pe7mqfF41RpyOKl3pn5UpVe4ALgNr6i4IIHYjZg+UInVan9giZ7wDg3GW8F1jDlLwzTq9SJTSealcuVIZ/VCXFW4DoNiCbWsQQTlQdT0bczu03S4cgSt7+Iea5JOePFlXdYZUB8vEJWs2Au5JUQSkZEJIvtDxDvUwHuMwR7r3X4The9OEritQHWWn21q1U9lVZLvmpTnU4bnQXB2x9vXmY33yUH3pWcTrfqNBnpkNNcVzIylY1SUKKlKI8SVKzLvexI0EKPiaaEOuRNDY09u+Bijh4D3QS4WHlypSYaJFZTIa4jvdJQttKlh29hmkobAIJAIAWFpV8Y4j3LYXn17eNUJtbx5iGUri87KQ+tyQo3DfEPwuA2CNRZtRKQkJCkgVe67dFFpdG/nfxvTn2KuhhC0R09So982V0JJJS47oAFE5EmxKQSAst6dLxHiivP17FHNcqhCGFR1tFKaai10Ai5SptXiKwSCVkkDXY+FqX95PucN2WMMRysW1aLA3gzaRUcUOp94w6k0JtNqTt9Uy4rqilbZFkpUBmaOXJYm21tVN9W+TdBVJGEncTIbivtZ3aa7IVUaTIaURpkezqSMyVDK6HFDWyxYDYWw1u+i17EbdGdloQthGbK0oKWpOU9QQqyiixAIsR537AlWIdwEqe05VIGJn3pqFfCdn2fSpCLANufMtISAAoEqta4Judg9zylwh+I1sEe3bAlUFyg7xtzlEqMHLlfdof3eRl7ZilKuGs2OuZP1Jubh07r8UbiN++E6tgijc1UaCwwiLNo1RSGpUePmzR346my2pIbcAKFZG1JKQLaE7ecuON2O8Gg/9qJVJYRCQtLT7tLfKm2VE6GxspKDpqbgHQkabOD2PN5dUwbvpoWHMR1bmsNV533W61ISnNHW6PhOIXopKisBu1yDnAt2ItndINhXiaSouFJWA8Rz93LtbXijC6JXNRWH5QVVKPIsoh5kqCQ+0sZCoHK4sakrULbNP7VRYsByBP8AusphpOdakJ4TzXm4Crtb5hoUkEHQgkW3p7mvtljf3NFlzadjXCmV2LIhryqq1EWu1yFggusKVcqt2WkEWJOyr3v1nHm6CVHqjtbpeKKCtSWpHFSWJkFZSbJeGY5FFNyDfKRYgnwhgAMJBfdGjiduBXq9ElUvEPHQthPMNNXQlX6pUjUAWJIOhPmNNqpS6pRpTdUw5x2FxVJ+K01xUa28SDfQ+diCdLW2We6zfVuq5qe67EfpC5uVb7TtuElXUbtLtl1J7GwOtrXtsxJGNMORWnJVGqPWjKv7wvLDcvYCz4BDWa2XI5YZuxuSCCyvEg7WXa0MajjGfPozkWfTuSqnVwJ8N3PFkeQsCcyTfukm472sQNkviXdFi3Ecp92VVpvHX4V8XLl1GiLWKbkXBFrnU97bH1E300ag8ejYtpPJIfX4+O06qOrzuCQsAgADKVAi4sLW2M4U7C9elMNYXxDFlc0hS4qml52HFC903PZRtYjsL9wdl66F9iBo0yU/YJn2Rg2l4jiy6Di3D3K4opbXTVISS07ISkZkLDiDcKuSEEqOVRVYglQANvdwhF3wcpVG6e8xj/hcLnV9DWJkIslDLjigEoqaEAZVGwfHSACAEv8AxXhyvV6vc1g2IteIaXnadgOrKPhLIvHcBPSCbFCiCDe4BvtBomAcUV7j0HFGCJtLmvqyuxZrSFsSkHvlUkZbi1ilQBBta+h2O22GuCqMmYPpdClRayx7rpy5XHkKhSor6+XdiyAbFK85GQ5rgZrAKFjYkDbfns2+z3g2g1RvFGN8HceahSFx4s/OpEV0ahbaV2StRvcKIKewA7EFz/sQYXrP/bLeg0/KqiGE5FvunPKjpAyiUhV0yFJSEp4ty4UgBd7ZtjaI37mgN0aLLfRFQjIlDrpWlKbWABUSQALADQAaADtshqfLgGeb6hrNvCQwr29KvNQH6NAiMRYrDXCaU1+qBYAK/wDVdLH1FjspsBypTVUrU+VLWtcp1S1qX0qzXJurQC5vftewBvrcMvG+KcLu7pZcrm6W5W4TScjX6KQpXYWP9obdwfK5HlenwZI3ffzc81WatKhTUK+L8DmvETdIGUqsbgFNifQpOoz+3iNacM+iJJ9mUlQpUCvO8We0jP4U5bpV3toRre3roRsK0umRaDihhqViyUtiatSIsepOla066sh5XUq17JQScvYACwJduuwljLFDVSn8FC4tOlO8KR1tKeYzkoKmXDxEkJ6SSLgpsSfFtU4mw5QaXvL+1tU6+OwjKqLKzozajrZWAErsQNQbgWCrgEFCU+z8TKqoCMXsPqQsX4hozXN0Z2ItaOF8VC0hSFa9vxFjfU2NtAdQssTsUvkG3eUfivrXnzZ1pTn7DMnNl8OnkSALHuCaY5itcVysxZb9RYndGThZkpTfKqwTciwsCk3I1OtwdqXekYtGo1JozWTj5FOoyOlK1NABIIHYpuD9dDa502CNtzECNVn6h8D1BSnQKDVPi1SIhC6cvOhEpKEozZATw1LtwjqFEXAUbG99dhZjek667z7uDZqEPzOXfU0pPhVnIcTqb2siwJBN7W0Fy7F0R13AfvmBLQ4urtJYdaUk5W7kJJum/TZJGoIBN7DUEPYbpeEotCw5RqdFYfqK0MSs6A+jJpmBsClaTbQEAi4HSQRtH0qKCxmkmhr2nMTmPxKn/aiBK5pCIXCkRWpSTlShQ4iigkG4udLG11KN/PZZwITrsXi8XPKz9EfT4if7nqoeY/cddtW4m3c16VWalS4FJfQhDSFOqWsJzJKLjKVakiwBI1BIv31k4R9n3CXutivYjdYlSurIuKgJ7FQtkTbUdjlJIOths3oSvqTZamnTiZhw3RseY8diYcoOGVyn1vpaYVqhKbkXKlfqAaqIBsBexO2pMQ+y/K3QUam4jxRj3CkqbUY6s8VqG46h5IF7hKlZjl81Ni1rkaaG+kqgRXW6NRnWGEZU9fCGZnT1UB5+ZAI0PqNoNccrLTUtqvVFFRYW0lXFkdT+bNlFj528Oa9uo32fvXKTJfqRfxIiSxrXd41ZlONcpTmHKc7yq+ArMjKm9uHa1myDcdjYg5Re21hhXDUCVFblYjZWiUtaciEq8Xe/1t9P3C2xBvRhtRZVBaw48ibCqOZfFTfOzZZCm3EHrTbMjKSSDr2tYUGId6OHMEUaXS4ER+VV309CHUFKmVXFiD5II11Fye30QoCesQmzugBOIVQavRqXXoGF2naRCmylcKH7xWhCVOm4S3mOgUbqCcxAKiBcEgEhWis4yxjRd1+KMTRcFP1Co8gqZKSppiKsISW+IoKSpOdVkpUCDcg3PYZklV3GWPKM/Fn5JtOQrpdkQgvl81hww4kZk3JuL3AJN7XOzixBVnYsCk+/nlzX4UBCWnZS8+ZAuEAk6qACRqbm1rk22depPujSU/Tj8kw29qTGO8/COKDuv3q8lNr9IhtwGsQR5S0vTIZHEZbfBTlktlK1BLhKXEnMCTc7IKmVF1r7hxfur6krWnxdXa4F9D5XBGmnbbhirGErHlebdr0t9+Kw0iO01IlLV0oTlCM5OYAeFIvYDKAbdzan4Ai4jo3vTCUSUwiKvKpqQ+haXEgd0KsOoG6SCSO2oJI2ztRp/wCdBLazTs6ApHn7NlMxHhyqVaLhKkwcQt4lp3AmUmY6GFyuHnKOUKrID6S4VDVJJSBmFr7ap3Hb/N4H2IRum9pFl/BuLKjFNLpdUrMUIakOuIWhvMoLKFhVhlUFquelRzWv55UuDjKLQZ8ql8eLNhLS07H4R46VDLZRA1A7WULgWv2A2NsT7z97VL9m7D0WvYhlVF9FZY4DFbtMW3cyFBxKnQeJdLabqJUlVze+YgtaDU4rKP8A2/Mto63NeGhF7QtExHhLBtSwbi2nIYqMWUliQhKs/UlxCwsHzSoAKCrAEKFxcX2QpwxPwluv/nB94Lfi1GUmG7FStDqHErUpKczaklJIQlToUTdJtoAbhpRfami7waN7m307p6XiiLCa4SeXnyYUqKhKEgBt5Kyvh5gSGlXDeYhKrDKF9vHrtBqkCBhegtYkoNEYdXMgNSpTU1CVFstkKN0rWgZjcE36ri5tfh5PwI7p6xVxBhKItUisQIrTEpjInhNdbSk31+CoqHDIGnSR6WNyCTUfBkqVhKW1Roj79R6kSGpFkut3FyhWgBWLC1kjMNRc2uT4F3eUHC+CPf1ew85VOazLalNKcS/T3Rcm9hmSg20JBQRe4I72FO3wNYIab+zlcYqMqa0qK+xKiodSlFu+ZJBBHkkk6WIsLJLezEcEUNbk4tlUaJQaXniyoS1NJa4uXMtGuQZtAq47Xte17efXdVvxn7ucZN1msxF8lKyxa9AXHCkSEA/pchuQ6jUgpsSCoa9j/JpMqK7LqjXAfRK/rTCrJSpF73F1BSMt763yixuLHaxx9u8nwIsRqs09aGH0cVh9VlpcQeym3k6KtpdJJt5gbWDrKEmavxhjzdfjfDjDuHKg+vgR1SIvKxwlhXEA1y2AsSBfwqFtR2GyUxNXmsOUtx2qZFo8bS1WSrMbHpUACLm10mxvYAAgjYf9nODFiz6tQWqiuUjl1SEtKXlW26kDTNYXTaxBF+xFwb7D293epPxHK+xDtOiyqXFkcWFMVHyTGVgrStkkCy2zcGxsQpCTrbWCeJkW6drryx9QYdxbWazKf+MtlC8vLozHMlQI1PoTobgkg+nYG0HdnPlYc96T6tFpzC0fClSmDws+mVCpLRUtlRPhzIIJIsR3ITQKTP5Bx2A8h+Uj4q2tFKyi+qgdQBpc2t312k4Fq1Udqkuje+1xc+bixepSNR3AvYdr2Oh+vnSv7prUotYmhN2zOI6o1yuLaJ9qIuRaVT2nQ/MjrSAOMl9rM4k5elWdKgSNEEkki2/igtUZ1x2e8t+UtpK4tRStpfvCGSeGsqQbmwTlJIKiU2IBuBxo8l3kF8KWhdbp2VbTrEpbSnLXHEbOikrHhNikkXGh02FUbzJ9Z5/3zXFolPrU07HkWWjMb3C0ugpWQe6tFg9lAk7XIhcmJaqu8V1zlXV8P5Mycqvz/g7Q4D3xeFwfBlV4PTa4qNFlUue+078ivFl6Velu/wDmdPM7WNEwvP4Uesz4nAhLkJazZfU+vkbagG1/K9jag9wBXcZaPyaNVOHVIsRdPfyITIa4WeO4vUEpKLqQo6XSUWv567bc/k/t33vSe/Xnci4UJaeXy9Sc4HUB5Cx0IBPobWGyFw3uer0Dhu4SeizYtRyOqgT4oUvuOph9tQSoW1KT5jQanb0X3RYXpe6/AbDrVPYivrYQt/IjJxFeZ/HZ6s7UzK2/7ZA384iawu1+hWvjoV4Pl79/p6d/y77Ym3iYynypXCa6GM/zJ6u+o01/DT17i22md7+OoGI5TkBrIvxLT+t5j8h+zy2yjiuJKqk9yBAa+OvoaakKCUuK8hm9fTzG2fZtsbMvXWF9yqgYlwbFgT6XXs+fxrQ61lUlOmqXGrOIV3PWhxIFtDewGIDmF6zVGPsbjFc1yKtXFpNWWEvtoVoSw8nocFwOgkEXJCQSRtHxVhrG8+fEi4owmugvsZ4vOTGitDjWoSQQRchR7XJAsTYbUNK3W+66y5zWJ4TE2E/1JyFSfUG6SSEn1ANrXsbaEsq8JJBaTXsKNSqy/wDCirzrVxWpjXMIy3se5JUnyAvb6312N8CtwMB1luL7jiohPuoXxYbpR5ju0vS2vkbgaXIsADVPB+KHZ78+BUKdKi+NGSUeKyoWHbRSfPUXB732FZeIapRqo3FqjL/wF9KkKKk9/ra59bgE32GiC0bGkWKNmDPTmHVefpcR1rwLaQtC/wCP+PltT12fwv8A3bYf3WYpar27mk1Tx54qev5cw/HW346jaixVitpp1ziy0IRl6e//AF/1/dtsb1qq5njnRu7sWQsbY2gUGA5z9R4C1oUlrKjMpKz2OW9ze9v37Zcer29rFFUnyqNW6ivgZlOx4qlZWUC/UWb3y97qKbX7kaAFuNV1mvT+a4Of+yT15UfgT2BtfU3Hll0BANVGsb4clMSsOS3GJtOzykrX8J1tJGUrbfbOXKRoUkovcgjsCmlgv5E9DotOlKbm9xtS8QOu8SqReGiV1Zlo8TnoCPU/tPe/nsvMU0b7ZT23YFOX70X1v8u0U9I73SB38vLy2mVNNU9/N0aKzKzrUla8jRyZb6HTQfj3GmmzKp8el4No3NVRphb6/i8VPjVa2g1IUPp2/ffHQFDC2ZrYY9RL1fE0/BEBuBFe4/H6UtO9Ssl9TYa6m4vrY377fdAx3PwlKYqnGXFWvLnRnzZkk3yE6XBFrjb4xVC+2VZcxQ7E4D/yJaWUpyDt0q0Bt6AXNyb32Aa7Manu+65XRFY/tWupSVC4sQNfz7H02dUbo9XZxGJvxq8WvOwMW+9lr53K0trwpb6Li31017d9NLbLWlIi80xKgVBaMi0r6F5VZh/kfQg7S3uL7h+zmKGpSEdPJysmZKVDUZtQQLX11AuLi2u1Uqhz4H9VZXKQhacjrSOlV7HyvtzV+MFYN3qaEh4uiu0th2qVbO/kT8V1R6raWubG9vX9umwnjt6LiiLxaM89FqkJfxUZsyVWPdKh2PexubWGwHUcS81S2IrsTwfI70qT+Z+g/D/PYowAXZ/6L/yVI6s34jT8fqb6eed2uyC7TOXTirNjCR61gt2swG6y1EX7xQn7whFk8xYdwDohz1ANlakAE22ohhZ2A63Kdp6+hfRKYXwpDKvRQIHn3GoNrg7OJ1qqRWvkQjqz/L9fpfy8iCL+m1fEpdZqjrjX6iPCpHTrp37a/hcefmSqeo9oefqRXq1z6gP/ADq43oMVuLFra38nyymArMnTRSex/EWte/4mmC97E/Frsulz6IhHSlWdh05VX01CgcvfvcjXy7bcpe7ulyviz4nAf+fhLKfobCxGpv6H8O20/DmH2t309yfKlrXFWj/vCAnhp7+JIF7nWxAIPnbay6ym8ePuSXrt9CL5VLgOuy6XS6hNi/FXnhSmvisqKyqySCEuIuTYaHsCL32uaXuWw5P4jsrG8VhfSvKtooWlX5EhXloQDa+nqT1x6g1SU/PpcT463c2R9IX3FhqCLK7d7+hve+3On4WrM/hu83FQjq+ElJy+QGiSO3lb6AW8jG3Ak9wLKYbnnaNWWHYtblPxXFpy1KgzEImR7galtZCii5ynKdR520JFP3H4opdd+1sCuUutsyk/FU7aFKcsLBRzXbf01N1JVobAkgCPUGKphJ1x33i/yq19MhGVfBdsCEKAsQm3a9zb1uTt9RPaXrOHIrlLqlJhVthxGVLqbtPq6vApCrosB2IJFvU3tyrZcvuHaruJuWGyqzi3C8XhQJa8mRKlRZ/V0nupC+5Tcdjfve484M2u1mvcCfWaJ9yQjIuVCUX0M66KUDqi/Ygeg077Lt7EWF8Rym59Lw9VKDKzKzogSlJYygk5+ADwwT3JCddSTc32YeDTQcRtORftDK4+VX3hhXClMq8j2yuJBOqVggmwIJtsbtGoCVNf04FgHMmVCke9IvIO0mFNYy/pWrOpUm3cG+axGovqL9tLbKvGO7yLRoD89prj5PEhrqy621FrixNiToPTQjZnfZfFtGlOSmnWavwP0T8J0IdlNWUT0ADI6ki5bVYEeAqJANPU6nKn/emnVryJ6c6Tmyi5NwVXvr2vodg2XHTnIMFblGDg+4ksLsbvsR1RyjY8qHuHjtZY89+OVMKV8ocUkdibDMe1/PybWFfa13x7r8+A3cTU7GVFi5Y8P3j94fZRbpDcoELLdjcJXmIvoQBbYaxJu6gV6B75gROA+hauLHR1MOK11y3+Go+diAT5dyV7X93jtGabqkXmmEIX1IW0FcNd7aKQQFA97WBt3Hnto13JcmZo1lmTIjbxfvLrO8aly69WWeVWjN8JpWdP/lAAnTS5APYG4G0bd7M4WCK1FdeXwOtbS1/4cun179rkD89gDDTs+fAlwOF18JSGltLKVZSO5F+4uNRYfTZk4eU7F3Ny4rr2R/KvhZ05uomx6gNfSw7lXmduEjLNExSVz3eJ90i5+rMvLmT+Q1vfysdrWJiSl0v4Upph/P0raW1xUZfQg3tp+J9PpTjClei/ooi5SEePLfN+RTor8tdrosRZ8VvmqdnfYRkQ7rxfwVbxAHtfUdr7GWcYV4S3rOtSnKM1UURYr6MiGn1Kda/80bpV5d7WAuDtNXjnFDtUcw467F93LV0R3UjhPKNgUIKrC+l9LG+ot3CcmI4U/i8o+hHTlU7Hyp/b4VfiD+Q265sWu8PkGl8DP0L+TT8dNO1v3bUIl0sbGIz1QWncUMReUz9OZKkvjI5rrropJBHZQvfUEi+3zvLxNijlY/C476IWVTTspBU6lKB/tEGxTfXWygBc/TlgZeI2uJPlRIr/AML4sdS/En9dAJulemtiARoRtUTariPEdZkQKCzKQvOn4SepOnzpKjYKHbt+fltWF9y0xjV/f2EqFXpUTjsSlIYlLjrClZi3r+JFrdgSLX2oI+HaNVKo3AlYmqL9EWhSuFIQUvx1X6SBYkp8tAPQZtDtIrtFqlG4DUqJKhLfWhbqEoKGnFjwrKbZSrzuPXv3vMwnSZ7tUbn1R1eRebItHUrN6HTsfMXHbv6QPGUM+KlCwlAa4VB/TwlZHZDXWlSh55blVu1x3BuO+gFmKtPgYoiT+KhC0Po62FBTStbZ0k6i47pOn0GxDV4tBlYofiz8Q8rkd/SrazJ8vGRdQH1IsBcEiwvZsYBoNU4bv3Waj5lNOhSFX8jY+f5aenfaO4oiVurWluY/qxHr1L904ygU9E2LKY4Upp3wqSRcA97An5tQDoRc3ByqgUus0Zx2VhjgZ09fFSnMlXaxNiCL9ObUeWltF1gTFdZpcCJhzEcv3jRGF/NZbrKCR0hWhULXtcm3+bQqu9vdLS6X7maq0pa0NJVkydTfY3SPPzCkkJ2Da+71M3W2DVc1xEV3CNUadcgRZb8JGZXQlZR1A3Fik6kf52NrC2xZUqW7PwvwsZYhfYfQhHCm5jx2VC2UpWBn8gNL3F/TYfxXvJ3c15pyjT5bkKdnTyshr4TT1zpZSramwBSSQb6FdyNqasY3xG1Qfsa7EYqMKUrK0qa6r4awE3OYEKSSbi4I9CCCBsvWjZ8oLT9Pa3BcwDVWaXS5T7U/lavkdUt3I6UpcSTcuIWhRNx376kEHTXY7wfgifWeA7gioxapCqLSVxfi51OJB8KknhrDguAU2CgVXAIAOwI5uxxHRnW5VZZ4CGPCvTMry+gVe/caa/ltYRt6cXC7vIUvIw/kzL6MnUBpoTbKfIgDW/4bMrVtm9Ro0qnTGlErOA3eV5SdRJq+h1p1a0pUk/OhRsogg9iCLA2JA2Nt1HtPVTdzQW6Xjek1Go0Fh3hIfhyg6tlR0As8rIQdSLLRc6EKOm1tgX2n8G1l1ijb5OGunZ8vMPw+aQ2k21KLFXqSU3Omo7DZzzMO7h/c3F3fU7D1UhVFjLlpDrS4c5oeJopBy5xqkJIBB0A8tmQd00u2u3gwAo3ti4NpeKOV3ctNwm5qOubUuLFgZjbxnhqUzYXuSnIDrnANtmRV99WLefbgYodfpC1pU791mJmwHmif6wAjMQk3sQLgA3KRe5zRvBoe7SlxXPsRu9q8KqMZuKpp1akJ17qCyoo18rAeVhsLboo+I6ziOW006iE+w18JEh1aGP0iLt6eAEkXUND5gm1qWV7hiL7d3E3Huz3g4IgT/fLUuUw2tHxV051L6GV3GuUE5mvRSRcaDKQNHTgmn7oN93Exb9t6vNRS+LHdgIlJYXFWdDIypSFKQR2JBTbyvoMSbs92E+sz59ZqlQpdLm5lyGlv2Q+lB7+C6H0Eg2WhYVY2KSNdq3EU1rBGKG59BxPFqMpC/vDUCRmfUki5sg2JBH9mTfsQSNka6rKbDsHjBW1up49TSlc3byoGLatgjDjMXFeHpUVcynSkraVxEf2sZ9BGULBt4gUqBHhAICoQ5QaNPcw5wn4TcV1cd2LKhFKo6BccJeSwUlIskKssWA1F77MDc3vs3V1mswYMXePQaDV1p5dqK+04xIUv5m1xnTlktqNj8NYWkjRRsUjviTBuHKziiuyoGMcPVeozn1TckCbn6iMgUlhfxGVEJKTlJuQTYa7PZl62JfbM+46wC1AivyvvT/JZlxegP8NpVzlKelamhcEKbJIFrjyP77MlZ3jbqsR1LEeF63RItLqnRUaJV86Is6ydHUPoSVMODUcQpVbKkFIAuHtDmT4EBuA7Q1rQj5XUJfaeSDqG1aggeSSQQdbC9zCiRKX70ba4VIhMSs2RHKnLlAOdBbILhULkFIBBB7G9hMI6BuDJOJaxvGxbw8W0ansYlpy8yZFLiyo3OcJRAztrzpQ8W/JSFg28ibA8l1GBKr0B12oyqdKfYXwos1haOMk+NCmHEixvYEDU9xewUBRqNi2g15+l0HlYr6FolR0R1pdh1CPc6tuBQ1toWyQRe4AJA2ZWLKphfG+HIHvlmFh6ah1jmkOuhXKyBo2424UoUoE9syG79rr0B6WRNo4lFNiUuVKYn0vFk2D/ALWAh3xdrKbzApcHpcAgECxGuzo3Z4do0qlsRXfjwprWdqZHyoWrQa9OiF38gPW/fZPw3MOT+PS8RxFr4GXiyEpK2sxPiVp0gi90nUX0UBptJwriHG+6Wvcq08vEOCaj8ViL4pVJf/2kdxWr7JvmLbigU2JSVXAEicRKPepgaqYcxbLo3vFx/oU7HdV0okIJ0csQeG4DooWU0bghSCSkBGEt92I93Mr3DXsPQqi+vKmLKjxcuVJc/RPBBCrKuSHATY9yQCC7Mb4mxHjee3KixKQtC0Zoq2nXGn3E2OpQRlCxYjuNNTr2Vdaw1Pnxefi09aKow7klNSkcVClX1BbOVS05b2U24kkWOtgdoPiZUJP2Lh+suynKzRuVoKKu6qUhpp3IqOtXUW02KUrQMpOZHcEgpBGtzh3GNepcB+LVIiKpFlLS1K4SnGkyLaBfSkJQ75hYAUbAKCwAR94cjVn3W47AahIYYzdK5BdVFdBIGYOpCnGjYglROXTUkXMZVdrODaXLnysGrfz51ux4q0Zkpv1OM/K4gCyikC4GuQE7VMKIVYdhwJXHrNBxZNpb7Cc0piYlCJCUH/z47okIOqQ6DmBFypJNtrFCaXKw43RmsQsPzaW6lfTw+LIYPk42sEPJOugJN/IkaK/DO8ms+9G59ZahQsjqkx3Vo/rDCh0gghSHApOhAICuq2vZmYaRu+diuVRrD0WbQX3csylyFrQqC6O7kRZVnYKb3CUnLbRIAAvG6TtnxhKhUGjOz4tL91v0uqKVxWmuhTbpPUU5glaT2+E4Ba5KCoEHbnVt2sCVK5ql0776wj4S6ckJfkJIIGVKgbKHiI1zAW7kWssT4M4uHHHcBy5VRyeFqY0hUplQ1CL3CivXQKuFdw4DYbVOEa407FcitNUtdb6eK1FnqjrU6Ac14r4SkOW7qbIJOhSALqnM6cafMxRAdlz6DLfyIWpTrSEDNnFwXG8xKVkAkKSbrSSU2ULX4v1PFrTXK0auLYX+lXFlRTkT2u42UqICTYlSekDUjUHYj96UbGTT9GxbRIVOq82Pkdf/AKu+8nQJcQ+i5UoEC4WADlAJsQTRO0h2jRY8DBuN+O/TsrTsWstZlt6dF7ggDQgFv8RxAMgiWkZNO5r/ALRyv6QRFR94i6SkNq/2icoOUX9QAdb+m0qfiSgyv6LrOHpVOlIXkiyELcaRIR3BbcBubXsRckXuBqQSzDeMKpheK/PlYOqMqUhH3rkICZS0qAJUW2w7zC7AXKEhy4Iy+YC39oHfY07g1EXBuGIteizVI4rTUBxp1lJvZ4MOJs6kKTbLZJAKusEWUdAsGTL2ktDEc+fhfC+GftRUYsdTsih9MWqNtApBXaQUIdtmuFBQX2BSdDsI0fGGPNzeMpdGpe6fEU33jHVIa+4PQ6jFUMwQuyklLiQoDN4kka3B6tuXsabwK87vpw01VKsuosPU6RFirfzcxD6SosrKytZRmT4VLXlNgFG9htX2na9i3CW7mXjyg0OkVf7PLTPW1K4iXW46QeMtspuVHL5CwIuCNL7E2eMAXKtiea2KN6PtD4cxlAxbP9/UhDa0tTeajlqK8sWJKXBdKUqBJN1Epsnq0FrGtb2PaRxvK4WDa5KYzpQ6v4Da8yCLnVSSFpPdKrJBGpvcWdOEvaurG9/DkvDm8vda5RaW+pLTFZgSuYi62IOtnI6h4rEKGoGYDTZhO4S3cysON4Iap6ItbW0qVS6lDQGEpVoTmCcoCb6nLcK8gTcbBxG0s2xAYBxzvz+JS59cpdUyfCn0ut0jLIbX2uh5CsmU9xmRa1gbXB2t6VjrBFBdn0HG+LH8IP1FSl8hNacTSXlAW4ba1gtJJt0glJJ0sLAHtvJwFXqXKiNNY3hMTelpS1urafbWBa5KSFJBOgVcoOoOQE7QI+7t3HmHHIG8Z5c16L43UcNHESCbcVKQQEnQhQslRFySRp2dss7bxCqkY8wvQYEt1qt06rws6FcVUgZ3Fapbzp0W2702CibKKTbMLoCk3nb6mnWm5VLocpC31/Cn0m7TrybqChdAKVKHYp0JVqAfMM324JxvFgN+4cM1GVhCK1ndkRXWnXY9idCBqtFkpUCLkAEKIABBtgdzDmEt3NNwljfDyMQ0591MpqowuFx4a1i4eQlyySlKbBSc9z2BIOxQhZYDPlKCv0TdzjfBDkqqYyqj65Sc3CqjSo60pIHxLqCbmwsSTdJFj5EqHdngHfnQcUS6pum/7rITlflL+B6jMskXGUjQm9iCBqDt6A4YwfF3qxW6Nhd2nTcNcXLPdyZVqQU3S5HKkqSVi+oukpJubkWDA3r4DpeDd1UvDm75lhE1iKpLHFT1uZU+Aqvdaja1yQfO40tArxKu8QlE9p7eVhKjoa3s/Zel1djNkdYdU81MaTqUrSvI6lw2NnGyseZQoagVp3tvxceY8ibvqXg6VVPeEpUXmmmijhptdw8ToUU2BsQgDUXJBA2Cf/Rb94O8afEr0Whrw1V8+SVxZ7ikOKB0dZKsymyf1FKUk2sSk6ls7mNwde3QbwYmPKozTqpFWlbVUhRWkMPqzAEuJBslTgUkE3Um4JOpuDc1Fl9RKzW1L4lxCfemzFwlhf7UYIlylyqIppNRpc+KJDSmlkAZjmCg3a90uFKSASFgArC9r+C8UUbEdJ3q4DokrDVOqjTU12VRKkuRTZycl3I77DgTIYJv+iUFhBIIOl9n5vmxZRnZTFewvT4tU5XM06ppQYkcqq2ZK0LtnbHe1iRqbW1FTg6twJ+A26XRuapc2FK5imrkOtoT1EhUNZUChSClR4ZXdINknhkXINkA9lTfdgic294FGr2DYFUaq0WqU6V935qFNHFp8wDMpl9JAUysXNw4hJBNyPm2H8LM43pbtZdxHjGK/QX18WGtMVDEplOQEpWCooUsqNgsKKCLEgHMDBwZudwljzeN75xbiH3XS31Z2oaUBpLj9jxG1LBJRYA2TfXObKB7vBND3S/01hLBERDyKcwh99rmi+lu2oKCq6gBYkkm5Ve9+5ixN4xAP26BvqiJxJLw5iOjfZeVLlImozxZD7TrkJ1SzYC5SRdZBvnQSBoQFAWCBxxQJ+Da9ScEYN94wpyPiwqlCdKZmQWSlHwVAuquSTltmAuASdtpNYTozTXNT+VWhCcis6cvRe41VcaE3sSR667B1fwRu+w405XqXSV1StsIzwHXVjMyopSChlxVkst2R1A9SjexIIsRayiydD1FdY3bccwFwJgqVFisYy3yVaE/iFhpSESGrIVISm9i5awddCVWNgkAeIrsVbUG8nfpiOvSm6DFiMUulozozyFjO52udAbX8wm+UakDU7WFWg4o3g0GJXp/Q+tWRhpDR+CpK+lssqIzuEglK0WOqSAsXBDDhOe1PiUt2nMc1UVtZGpUptiK8vMAkIeWkda1ds5NjoMpIBoTNhKK8eovMQ1aqQJTlZa+9QlryZc4lNMqJNkApOdtspFwCCASQAQMovd0eEotUxRExvXpfJU59hfws3wpiBYnjDwuIbN1JSAVHUi4uCxW/ZkxvPqi57WJnHqQwpCJtGmsIYqkF0i3BVkUUOoUTdLzZAAVYi6RaPvkwbjf3NHdgRH6DTqXKQxKmtcLLzAJyx5DZz8JtR8CnE5FqPc9IN1ITylynws/N8g4spyVKxlTn6dFiolUaVS55yymnM6C8ooNwtZSpABIyhJGouCtKDgfe1i2LysB1deYfayux5EVxUqPlFrpUyg5gB8q0XUBeybX2hVuoYXdiwKXAqMVFUQ6rnGGkLQ+zZN7cO54zZUpQCu90nQkEbP/ANlPGOI8G4jRXsRurXQYudCnY6OttPqspIDiLWsCgqT9b2AzYWbJlxUNsV2Bt0bVBrMRqqclFmwkK5WQiQFR3E2sUEKuppWbN0kCxv1EgAljuHXYHPtO9C1yH15PGjJnOUjyUnXTsQLanUjT+/qu7g95cWe7S6jRXMSMU5U9EppZadUlBKbOhJCje2VKgQpKsoIUDlOLKRv7peF3Z2HN6GDqijklrQxW6W1zDDzXyqdbRYocAtmIsDYnKkkJNf5pK+IloxQ3YDr7splD6F9GRpedCk+YKFaZTppcjZQV/dR7vrzGI8GvfoJjEpqKpBS7Fdbc4ieGnstAUhPTorWwBuLaAwhVmsUfemomdjN0qQjMiQ0QCHBcBQNtCkgEEHQXsJOIk4SgfFnxP0Ckodyxy6lTV83UjQ9069iRoDqLM0wNq7hNJYqFZxvgPdz7Q+CHfd1ew8hDFRQlIfRkW3kfZcSbKLebLmGhsm4FwDtmn2kdzNZ3g15ze/u+l54tRd4FegJkHi02Rc9YTfMto3sBfQEFOhVtpL2e61A+y8vC8CoofpeIYquSV15OOBkUgBd1fMDYkkC5uewz7hTeLK5p+fWcESkIRIU1Kd1Qh7ISFIBF1DKoA6BfnYHvsw0XWJafunr0XlGuCh/ItKXeSWOcU0fGOCoAOKsVdKbkgWyG5vbVXCkXAe77+i62hlEqU01xXY5dh5XlAKaeSbFtJGZsk2CSSSBY2Nt92OsJSp7c/CVJmzac/lU1KUkLQ2qw0KkkggHzsdSBYEA7XmGq/Kn0tuvUvjvvoQlb64udaU5SLhaQQvh+SlDQX1Um4uhq7NuAIC8tuAES0uj4X96OUbGWCH+BFgIdiykSnEqUlRUoBl2/URYgpCli1hYXA2KN2+8fd9hKluVTd9iGbh6l50IqKZsVa6W4u6upwmyG3STYOAgnQEmwAdtL3tO7uao5Wa98ekLj9cCRHaRKbQrKnIlzKlC031bU4haFjRSSADtZtb7pVLntz6XEomKMISpClRcjTkB9xg94xKVLyuN6pVxA4k5SQACMtdLfZjxGR/Wd+p8SBux3mUGVXn6zVPd2JelSIVSo1eLEhtShdTamXLtlBSEDKq4tdQIuNnTgfeFAaxbAnz6tSGGH1cJCKpKCXc3kLWsSewUCRewta5Ss972/rBu8HCX2NoOApVEYW1yrqpSWFpcY4ZydKSspU2ohSFpWlSVpCgQAUlBUqg7wYEX/AOqFQcS0TioRKgYhhhpabDMlYe6m1nOCRcNW7jsNn8I673GP7yHXevnPQrfTAn1Sje9HcTUSFFYRxWo7spCEPXA7LVZIV2tZRBuPXbGmLN4cp2Atqgy3231qUhEyPZaMtz8Qg6gJNklJBsLquADsMYmxngiluxK9jzD1bRKhMOx0SmmlOxVR7jNxswKLdhxHM1wbG4BKeFExVu+rPNtYcxvTn1v5nYSJ7QyuJGhQSFHKTrZYKwexAuCMa2my5z2/USbRV6h+Bj95+7njPxliOrfaOJUYtRhdDseUrM09oCHEG9loN9FEAg3F7bPSsxaNhefAdlYmpaISGlO5VoDvEtYHOgkBSQoapBJtft3I9uro/wB1cnyuAh+U1nd5fw5ie4FyLjUaG1r69jtm3FDmMv5xsSxapEqjEJibliv8LM02hKbE+mQqzEkAgE2IGti16b4mx9PStQTHE2FP3wV7FEpt2jPRYUVhpEdUiApaOYtcFfcKQk2tlsD2uTsuN4eK4uF2l81UEMSl5l5HbJzXB1udLkg3voQNDfQolVdo26WKxFaxPV6JXqi6lK5EpGeOlax0lxtRylBvdQBSVJ1BuUgDtcr892A/P3lvLQ/TpSuhDWdhKb20QTnCFEmykklQsbG4us3T338niYR6Mbb8lvGaAwBvD9/QG+fpL8Xj9bEppoqakKT3yqFwpQFrgHMBqQRqI+P8Hyt40Ck1lqrLYfpbv3d3wqeaTdPDNxqgElQWCAdQVWIIUu6upSqDRq1Wd2mN33oq08xPgR5/NR21gFQUqO6Lo8heySbWJBFgz69MdwvRsPYyoz0KqYKx4067Fiz4WdhMoC0iEtSFJU24nqWlbZbcHUMxSgjaH0na5Qx3/ThRzWZxx6/QaXgiI1XsTop0qluqfzoQEqcSgoSSSLAJKbgqNvFqQe60jb0YtBxux9l6SibRKvF5hMibfLl4dim6k3Kkq7HQEFIIOhM7HcSdjfEbEDC9WQsxWOL7mlIHPx9VFLkdeUJlN5fEgBLicoulwG4CsK4Wd5puK1Uf/Oevipp3C4XDSSf0Oe6VNi3hzAAWASABetXlX5GErryMEz9qO+LG9UxlUnXa2+ulsSOEhGfMlKE2GUgWKkgg2BJt2HYXNEP0afQYjTsta6Qt1Mh9pqUUISsn9I2sEFu56VJKiD9bXFExX6NPivwKWyj3iheTOhAUtSrC4eSAFJzeIGxTrYW1AhQGHXfusXDCH1vqyTYqUlPNNE2XdAUlK7DU2sqwvcgW2Y06BTgQraIN6hlVd6+6rCUByBQaHV/eNLkfFYmu58umuRzXQ5r69xoQL3AHhveU7Wd6tCnusrlYUXK5KqRV3ypaf+HdQSrRCFLbWVi1igkkAWLcc3GYco2I2Is+Wh+bRIvOsUOqWXKqVLSLrbZUshbq2eycyL5SkXJKV7E++z2b8G4N+zWMt2lJfp9Bry0cCFNiuNJjyLZgG1jpUhQzEBJBTlNwCblljvBQxFtBTUGciEftAbn8LxcB4Pqm755FOxDherppc9aX1qfcpy4zjsdx9KiQ6vI22kO9lEqBJIttlbGFHoMqvOT59JYfXwkJXwlFHh89PDcm+htfUWG2nWYztLozbrUtD8ViKmH0OnOy0kW4RQq4y+idO5IAsLKWpYGw5VMOfaPm3+O/I5VfFQtC219R8PhSbJuUnXLrYjXZKxhSAJhG5y3h6ibjcL39xcORF0hD+ZiUiOs/GQdFAjtqBrbvYGwIvtNxgJWI3eQ94rRySGmOE6hSeIjhg3BylGcLUAUEoNgSCbGxxT8JuwJTnwlvrYaV0KV0OKIsg5hbuSBY2IJHkdv3fl7P+KMB7uaF7Q+7TeExijCmK32oc/hQCw7TZqrp5Z9GdZuHUqazXBC8oIBUCXdKptBLTa6dabQd8UeHN3M+s1n3DzaOvr4qUlOVItc2N+1wO5t317bMjE0TFFelRN0u6XD1UxDNipQ7Ph0uK6+6ppGUWu0DlA6cxF7AgnS4IvWI+Ld2lLgYjqjyFvzcyuh3MpKxlKwrsrurU3INlem0ncJ7QuPN1+LWMR4cw9CqiGJCX3UurWiRmOYqs4CbEgq6SkgjQ2GxETccGPWEj1D7exu/r0B2kyqC1iiiV5FLzPx5DTsWZ8HJmbcQQlRsDmC02JF7pBBO1DjDeli2VuRptGxHLRVEVGopzcxCbdQlQacWHkgAFDtxfO3lUe5vck+k38/Ps4e0Pu1428WoxcNzYsfj5prqWpUF4JuXI7mtyCPDre1ikjv5x77nYtUwHQqpQaTxKXKqipTUpDSms2dpwJOQ3yBzVQSSQCbdyNiX6NAN+3Bh05HIinpLzvutx2U1kWtX+FSu+p/Zb8xptcUioxZ7rlBrzK/dz6eEmQ00Vuw3bmzyQD1p7XTcG2YWN9q8tu8qw1xVoXkV+lvmTa418z2/12rUSZUBqfwnV8fNl6L+fbS/bubdr7K1HDQaRgT95VUgOt4Nn1Zjjwo6mkuw3ShMpKrkEgmxuDoo+RtYG4AnVGcJSorkql8dt/mPGtZzJWbXbcF+hXmLCx8hfUj9HH2oi8hKzrrdLzOw3fmeRcEtqHna2YHuPIWuNrCNV4DvEntNI477SGn0ZypKtAL9/Ow7W/aTdhobM6NVyU1FbgO/HlMLzx1L6syfrfysfO4I/Pb+peM69z7dLalvMQs39VznI2s9ygKulBPY2FvUGw2iyqHWYrr8pp5jlcubO6gLQlGtgbA9I0BuLgan12/qBEgc+/A4WSrvdLSXelp5VtEJe1Si47Xsk6ArBIuMFZWMCZhuqQJXvml1aVFf4XyMFCm7jUEAnpuQDbS2oA1AVlUq0qjOuOuy+dW+vr4vWrN6gnUd/wAb/hrPNexu1WW6W1zsKdFXkTHyLQrKLWIB7pGllDSx0IB2tJlEapcVyfi2IiU+t1LvTZKs18x0sApXnc6HvYk7FAlWkDBC8UNV5jFDryEQsquYSvwZCLEZbjy7Ea38/Pa9xDibC9LntysL07Ih93hOvp6sqr6ZSRdRGv8Al9SE4gxRPlcOLAZyMLRxeEhHWlNu4I8Sf8u1htSU6vO0Zri9b6H+l1hd8jifqL2uPI9wdpUqsqI0cHRa9S8UPmVLeXFrDC3YUp1JUiRYq8J1BWnUKAsU6XAuBtPqOEIFegMVmLElRX1pySuS605gPFwzrci17Eg2uADcbFu7bHf842HG8JOxGIVQi/emH2mOmYhAHw3kpsOIEiwcAKiAL3AsKTcXiWfS8ZP8J37q+jlZEdSQtpxIuLqBF0qB+buCNbC+1Hj9YG2B8nB9ZalN0Z2rRZXE/qruYoSpPkjqGh/G2umnfbo3Od91+6+ha4q1JdazDNoepKtbEA2sLkXFwddmnW6dhKvbxpdLr1JQxFWjJki/CUlXizjWxt3JBAIubEjUJq+793C8piU0y/KYlLVy8j5nNNertmta4IFswttNaeUEU2x0exxEi4t3l02L7uqLCIXxVoUpSmkqv2ubgi/YXuLaW0G3o/jyS1Fo3INf2iMiu3p9dNss+w5BdwvhyrSp9JfRzT6nWs7WVPkAbeRI1uCb9+2zT3g7w4DvHalOoQhvL/r9dPqbADZq1lRMRI5d+Jl3eu1KwliN+VFdXk8aUfq6jQa9ram3caa3GyPxLV5WI2n2veHj+R1QSrL5kXPceQ/ffXZvb38QwMRu+64H3p/PlaX/AHiOx7C2oF76ak9htnuqNe6699nMZUPoXlXFkIaKHW82mjiLZk2OYpUFAHtbuM+uvcciPZxLSRvAxRRoDeF8R4hqNXpzGXIxKd+8M28K23HAUrtqClRsQrQiwtbRsK4o3yT23d2mDl1GosNKSvhLaYdzADKFJUoIUkk6WsQSb31JhYvoUCfheDVMOU99+VS0JTNShPVwlXsVW0Um40UAk3uLHvtA3V7169ulxlExRAiVSlykO9OVXwnkaXbWk9K0nQWOo07E7MhvLBlXBUcQpibt979Lac9/buKvFfYVwpCXaa4rKryBKcwTe+irlJHY67C9UnQOK5FrNOYz5siVZMqtO4PooG4uNR5+Y29Cd0/teYD3ltMUasvIolbfaShCXeliVcD9GSTlJJ8CjcHQXttX7xtyW6/e+7PlT2kImzUcuuZFyZ8ybAcRPhcsABcgLA0CgABsV6k9iZ/1ezhxEzusqECBugY91sr5XqSwpXUnMDlISoAX1H5dvPYWxBHgV5pjlas8xVIsjO7F+VxFzYp1FlDKLg/sPfYti7m9426rCVSoPvZFRoj8pMjK1nStNlaLyKuL66kEXFwQQTsK4bwB9sq827yj9OXFUvirX0pcTqbi3YjsdTcX7E3CessITb8RCpEa42QQbGKKXVG3cONIlLz8J1GTM08knUKSdCSL9xobgE21bFE3Y/ajh1SfQ2KdKWvN8K6OH2uAe+ttRe1tLkbWg+xG7n+tO87KWlKl9lfmcosB+Ntv6RvarztUYpbURiFClfoJTCxIRltoSlJCjqDcAkga28ti6BkrQCRc11vFfqL3GuPqDheLz7USKuoL8Sk/2lrC500BHkNPpbZRTsUVTFspyqVRlDCP7KO1fJl7aa+nf1v5dtpNcw+1K4brr0paH8q1r/L0I1IvY9tfx2j8rRuV5CBLRx/FkVdPnYd9PyB0ttldzem5Y9/3U3ynmSHXf6g7nyJ6k5fF6WOpGve49NguqsQKzPbdi8djJl4vzJ+tj6X8j29dj6DCi8Jx1qXwH2M3R/wP8fltXlrkPv7WR9C1q4vCslae+ttLj1uQdRoe+19Nqd3jK6a0k7TINfDXuZiLza1/Pkd+W1/CfNP4dr+W1fh2tu0F3hcaF1r/AEUpo5HE/RQvYkeo7+e1bWjVGp/Cpbq30Sv+6tNFX7E66/gLnuDrtZUeHKlUtzi588X+yfSc3kMh0CgfpfyO2n9yzRSEk2NRqzFbnu0+Kxny5kR5SFozX11sNR6WH5d9o1HQ7hd3n6DkqkHqSprwrZUP1j6W+lh6i42+JWFYs+K3KlRFxVrRn4Xh6fMp8u2ttND66bDceQ1QZX/n0xnUlD675m/Ig9iP33179thPXuGJDhW4jTRiaVWYrjXul+K+hKepLvU5p8trA+ljfX8do2EMQu0uvfenVvxX8vMNO9Kk69/xB7/h+Gw7S5kWqNONQPgSv7JrNlzJ01SfCoegIB+m32rD2KJ/3+A1nQjxoWrKtP0173/EDTQnZHUdPrtrKke4BtPWowBGc7Jw5VK9ysWo8PPlWl1fUhSR2upPhP4i19L32tahTnXYDcCU6xKiozZ8ygpXb/LUam1/rsssM0ee1XvtG01kfYSlqU06jLw7keIA2sfMi4I09NmZA3owJ9Z9zO4eQxKz5OOxw3UKSBoUi6FefhNrC+2OmhOn4SYt9T58JSM0GjQOI7Fp6GOJl62nSnL31snS5uL30uNALk7WNOw/KlSm2qXUIqELUrolOlr8s1j9ALkfj5bMlOAKzVIDlUi0mFKirSlbqo6ilWoHy3Ckqt5Egg3sTbb9oG6iqVnicJnr/UWvOr62Itmt+0X77RvZPcWS11PPMFU0KLFlOUbGVDWvjqShK0yOpKPMhSSQpB9CCfwtbZJ71N0UqjSm3aM0ubT3/wBBKSoKT6cNeoUlX1IsT29Ntcr3TNUvhu1mWiKx0oQ6tWVCdAOsG6UnuLmw7EnS20PF26V2BQXJ8r71TltfpWms+VFtScpIKdL5tL2HbTZjT6tq39cR3T6pw23HEyHu8Zo0B3kMW0morR4WMj60L9SUnsR30JBHlfY7hUbAbU9yqYI3jyqc+/l4UKrtIzcX0Q4Ol4C3hJChckE6DauqFKi8++178i1Fj9F8C3FUgEi2oNyLHy/aRsH4s3cVT4krC+RefLmaXdhar9hlX0LP1zAnQAGw239wdZufcsbEDFtepbrbsrlZS0dC3WJBRmtaxB+YXFyDY3v6W2icu1Wao/VIEtxjjq6GkJGVN7XGn1vbQ6AXN9dlBGGI8ONe65/NUSd4muKjM09YgnoVYediUkEad+x+nceT2v8Azl1ZiFKR1JzIOT8NQCR5G50/btmajTF+BErKy2BGFileLcOff6XEXwP7VSXRmcTax6Vd9NdCT29dqFjebhyVF9zVmnPoW/mQpXC9RYXRoCCb9ib62sbbCVaxpjKqRW/ekvIhfQhUV3MjuflVfLfzsbnTXz2FpU+U0621K61oX41oyqT2vY+nnbZqrTitMR6vwXEdFHq8Cg8SLKoiMi8y4TqkdClEE+dj21sbHTQ2AOxDjmXQXd3L8WVQ5UXmmktLXCkI8Z6iUix72NxYjWxBvsvaZ9o4ECBVGpfwH0Jzx1q4rDyCfPS6VC2lr9+99Ni/eVMi+4YHIRFrzutZuFl6VWvcp1SodhpY69jtfG0yDFxSqbVJXEpbWIX5TDiPgLdWEOpUPJKhqCLnQehttxVgjFECstu+/FvocV1qXZK8wPqCbG+utj9PPaVy1eqk9DUCk50dPxeEUJSrSxzDpGoNr27aa7S8cUOvUbgT6z1xX0pS6uPIC+o9s1tLm3rb8De5cy+0QWxFElUuqONNYh+AtPxY62sqcw/A2N9P9fp0kQIsWA3VML43g9fQ/FzrYV+Flpso/XT6HW5ulYg3fOwOFXqTUaivJ0TIszJIZVYaLQu6FD8dbfhqIpxlheg8Rql0NyV4mvvXVxk+qtelQ76WF/pptx8pUwkg1p13htO5/ClP6uXt2PfTtcH89u9OmO4SrPvlp7Owh1XQlXiT5oI8tOwOn4WBEvCG8nBDsD3XVN2TD/iSiQ06c34KJVnHpcEHTS3lW1HCLuI5UuVhzIwwjMpEJczOtKPMgqsVD0BJPcX2ridmNSZvCw5XqNzVLiP1FhfQ6h1GbLf1Sb5bW0N7fiDbYaoNP5qVxebQjoVwmtE5rn19fQag2/YKbtK7S2uPRqzUeSzr6JC+hKde4UNfIGx9dL67W0bDNUarLlGlVHOxKyqi5kZkvKJ+VY6SdLEXBHextoJ8xZ7XzxKCTBo0XFs+VXqJUV5HUrztLKumwvdBI/aDqNQD22P6dVNzc+K27S5aIspj5uEtC0+eRVgCR6g/6WAm5FrLTrkV15fQrIrP1fS5Oht+Y2+2d3ztUnt8KIxx1+D44a/K67JIPkCbntsLfumPe/dbyjIgS8OSorjUDEMX4/wltcwWsyjcgaganytpcDztsGNV3kKpPgT4kpb7GZbTuYKzJv2NrajSxvrfXaupdKao2KH6NKiSornU061KaKfkPku9ibXsDbzAtY7Xy8OQPiT4Dy5THgUhFk8FXkhepse1lWF/IbVd/iMVVJtny5hivT8GsbwWqJx8PSn1R3ZSEBXLqDmT4g0skki5B0vrbb9xacURWm6XVN1j9Upy0ZWpCGnE5UqICRmTok9rG9gdbi+0PCcjFtG5uLQajysV9H32Et0oRKaF7hXy6eK6rAeovto7c1vLwHXnW8OSpbFBmsI4sNUh37u9pZTYPyg6WSrpOlrbWU4aP19unmIyNuR3l4tw5Eai4Zq7FIQrxqrn9XsLW7OADsNUpA11NwNr3EvsgbwML4SYxHFpK8SsI634qmOKpOguUKbVxELAHdIsrqBQNDtsSvb0t1+F/iz8QwaXW+EtWRpaFpkJsCcyCQl5NjqUHMAe+oGyroHtHYyxbPrWF8GtURiLn5dDsxbzDSXTchBOQqSgi1iRoTa/c7OqZrV1pau4TIrOAWoH3+fRH0L6vnzZVefopNgDe4t6ga7EEHCNZlfcIry4XOtcVK0K4C1It3CVWDiANTYEgWNxs8JG4Te1iOfL+2WIYtLqL61rYdi5XWFKJtmU4L/DIsL2FvMi9wtf/RXd7XP/AGcx5iaVS3OfU7AadkBqK8tJNnGVrSoC9ioZSBrrlJ27+acV2cTph3DX2Sd+9VZ+rvzf0TuYq4i9RlSqxObQjMATpaxGmzR3TYXi0us/aOLQ6oh9tC86FR2XUqaJTfMASlaSdCoCw0BAJ2kQ91EDC8BdLn0Or0vFDGVUhMdZWqQm2biiO6taHdO6o79yCSEAi23en4YxvS3XKpAq0rJCQpS5sWOvis2KTZ5lICynsSSCUkDMLXIvtnDbIn84WA/tbUsLwMPMU7iP9UVccoajyjdQsLnhFYynKm+h0002pN4WFqXVGnKpKojCJTDX9YQxlWm91del9L5SSVA6aJNttExo2A8eYS/7eU5DE3hcquqNRULSldrgHJZdhr0m4trY3B2VdWxjWd17TlLqjyKpTkLVy82PZaZDWlljy9BlWM6SdD2vBnZipwnu0i16ew1WajFhP5OLHfiunxWsXELOqFAjVFlkjQkgnZhMYfrzs/hYtokKtMMddOrcNQaUlWtkApupo6C6bFOtwANvunUmBvVozmI8G0n3XUaW7xZTSJ7bUhmxKUucNzpWhZNgFE31sRYEENFwzWeK401idfx05JsNfTlWNLqSTooG4CkKAPmkE7DaVwPiQZlHr0B1t2K7VGGH15OajzRnbWBcXSRlUoE2BIJNgDtfIreMqXF5XG7LFXpa8vCqMWOFKZXYavISCsG/zIAIOoNhoP1XCNeo0/mqXiGahfS1NgK648xq3SuxAUlY1HdQPa/p8rxy7S4D8V1p+nSkI6s90ZriwJQq+ht4gR2uAdq+pGIbMxKXPixJVea5pfStqQ1fjq6NHEqF7q01uNbfUnaonvRWneVrNOYxDQV5087xW3X4aTa4Wy7clJNsySbaaEHb4oqIFUoLc+sy334r/U1KiujLnvfUpOVSbggE2NhbWxtWYvwdWZUV+qRXl1iEhr4rXAzrSkaXGUEqBGpHcHsALAWlhOD+H2sG1nhUuIhilr6ovKpcQwrTtlVcN37WSSnQAE6E8YeOvv7dLaeqk2F80Wb1PxVA6qbkJs4UA9VjdaSblVtNuWCqzQXf+y/vao0SVlztQJS86Ved0BZIV9UgAk3877C2Nq/yFZ98+9l/0c7l94xYDmeGtJNhIS1rlF7cTKspuq5SLjapnEQ3plZ3gyp8ujVTCcqbS0OoW1MalNc4lFtF2zBKwO4Ug5x5hWh2t5Qr1BrLDTVQbqKH+lKKihbDqb2KdcoUCNLKIsRrrqQK7vceysZV5uK79nn4UpH3rOrhNOK81oUkZULI1ucgvckgjZ54vwq1RsL02ltYhqL9LqK+VQh11qbDcWsgJbBcBWwrUAJSoIOljfXafunCLuZUa9KxG/hyVh6o0SvMIU6hCFBbUxNtCgqsFKIBJSlRJGtiNT3TAoOMqM5QazRJq1sL/StPqivx30duI2BYpCtQrUeoT585eKKpS5/2I+02d+kKU00h9rrZSPlVlBNgOxWi4OtyOo/aGcWu1RyvRXmELyIW7lTkdVfsVFKlJUCAbKBF9bnSwq0uJ9YSoFLda9wuxJqIq1KafpzrqOpKtS4lKyUkEHWxUCPMGx2M6hBao1Bfw5S3luZ0JSlcpfXkum2a98tgMoTcWt3A12k4KrHNO8hxuuV0cKQtCUOLNwoFKrpzkaBQI8xfUDaHDp7rsqW77x5Xr+LAkJClN20ICVahSQOoXvcG/wBB5kyrgRqpFdY5rP8AEaUjio/V7EeaVJPmCLeoIOk1dNlOuuVR2nMSl5Eo+LHCH0p8glxJAUgX8JsRewvtIFRgO0tyBKp0KooYX8KbAzoWz30eQbqTa9goEgaEggC/FM+fRmmIsWtri80j4CZ7HMNOdyUZ0nOr6EFYHzJAsD2YTEg1Shxcb8TC9ZpKGFray8vzSGuIkm2dBcsps6gZgoA6A+e0bDSGsLz/AHM06uE/FdVHV7yhBPESbfDeCco4gFrKJJULXzjTaLUIlexa05A5SVCrdLQpeeG0h1pxpRNn0ti6FtjstOQkj9XsLzBlWlVlpzDm8HD2F31oj8L3vAmLYfeasD1xgCUqCSDclYsLqABGxIJ/GHjG7qfi2K5FpcvJx2sjSWnQljQ6IV0j8AQLp8gQbDlC9krFtUqjbtUelUtC+p11qqGZmXlykjOAfDoSQMw7pB12KcK7wd1+HKXHpdLx7RH5TPRyUeUlL6bdkhCiFaDtYWI7HYA3w+0zvGwbWeQo1Jq9Oiykfc5sqB8BxVgRlcuArvY5bnQ2BA2PXM973ZsCM7BfsZ4N3c4yY3jNYxrz9UipVwuYWzwG7gBVkhu+oFiSon1J77Hm+qDQcebtK1g2fixFB97wnYSKjqlLalptcEEWUO4F9sOVTEftD43gN4jxHjeqMRVuoWhqBKCIqlIcuWVcJQHWAbhYzW11Gmzw3x+1I1Rt1WGv5tKcio1TEr7VIYkSopVFhu2IWqQVJKRbKbJNgolIvY3DAdZHbf7jAJ3dDu5pcBhrG+MaDKlIRysh+jSCwmoNZ9CQ2oKSVAi6CCEqJsALAj+Nt7dUapbeDfZ4wmxN93NKy8xKCVJUkdmsygVrsCVZlBVvIm+yy9o7dcMT4o+3mPMV/YNDDUeY7RobQ+6yGzdMph9SylxtRt8IJCswTl8rkle3lYDxbu5bqlLxZRKpiGbF5VE2BTuAqdIT5qjuKS606ekWLgUCAQTsM8RpN0G8OY93fUvEcSvb+N2VRpdbm52lVxNU52G2sWvdClBbAIIKgCUd+o6Xf+6jeXuCxbjJ/dpPaixZs3qpEyPNzQqkso/RMrCiGZYTqEXBWnVJJCkpRGHPZuxHjeltz6zLfmrfQnM7NYUw/l7hV1pKXF665gfDYkkEm6qW4P2ed2kFuLvZdYfqNUytR1Kn+71uOhRW2lDqVIQ25nAyqATqACbC5FuWFzLvfBuIn7ucbzqpS8eLXgavNKaVTpiOKqHIIy/DcTZQVYkgOAKBBsojQUWCd1+A6zPgRaNztRRFW7HR94WpLKlrTnbRlVlJ0GbNe1hYgjY2q9VwbvQpfuGl4yrbC6Rli1JirJzymVIAyF0OgO59UlLhJCgQoLUDbbhhjfjhLd9jem0vHjUVEXi8m7WUpUtCbqSGwUJTmtcgqcAVl7npuoM1/bKON3M1RunwTF3fUFzlXm0QlozZE2UplQ/vfNe2uYaeVhpsIYuxe1Xp7jTX6BaUoXl8Dlj3sb9/Xv5XtbY/m4jwvK4btdablUtCOOh2G+FokMWvnFlfETbva9tquZvc9kyLAci1TE2GqWhHyykqhOtqHYpUUpWk66KB8+/fa2dpzM7WUXXDahwPmL+J+i4TTK8iOjKn/K21JXt4GDaDKbpdZrcWE+vKlKXVZc3bT6/v2vanvuoNU4krdLE+2tOioVxVokIadzAX+CtwJbUo9gHCgE65u+wfUcM7tN+dLgY8aZpz9RRmTklQ1x+G+kgELNlFpxCgUmxyk2I73Nzd+JlHo/a8nOYOV7GFGgV5yl17DD+ThcVUphbUqPwFdpCcnWWyQRnAISQq9rKtVUis0ufPfdaiIXREZ/v8DryqF7oeSFWKQO4IKSL3yixN/X8C/ZyVHdn0N9haEK5V1LqV8NXmsKBOUnuSSEquLgntUUyJAwa7Ln4ciZJU34r8dpBShx0XJcypNkq9SLafQaqu+7gwTVrV9inP7wn3avbvqphytUGVx0MPzXXYVRas7HbmjVTTiD1x1rIvlOigQoKvZZGPtBXsL4ol+5pfJPraQmRWYCPjsrKVISpaFAJduASpFiTYXSRe3DDT1UxRXn3WqdVKDFqLS0SEoQ06lLoJAdSFpCkOBZ1SDkUAexJJsMXyMZYcwl7ra90LlQmlNJlcutKHmOrXIonLn0KrkqBvlJuCc82OlnjAd3F4V+P2hDK3hwIrvCpdbhVSV1O/oixw1WzBuyRlz9zYAAADTaJT8V1Rp2pT930SKio9PNQJiVLYUoi+VSepGUgG6QADe6Sk3JSNAoNZad988pnyJSnknYqHUuIFrpuVFK0EgkXAIsLBJGxnDxVApbXv6VRKpRKj1NIYdgOcrIaz/wBnJVZKkAptZahYXIUCLHRWzjzj40b9wWafGY9cAyMEY3pcvC+8vDFOoiFo4qmmMjsWQsEWfbNgUrSNC2QCfEASCSbUj2bNxuMqDEdo0uahebmGltOuNIcVe/U04SFE9iQQfqLbK9yB/wBkm8USsQ4XWw51LYaqwS6lHa6S4lAXax8KlEAeYuQV4J3vVTCUVugymfeNIzJUlpdkux1E3uhXmPPKSQfIja5VW5EMNfbU+zUDB/I9QJ3o4c+xE9tqg1tcWE+hFOfamwxKQ4pIK1xHgFpus6gKN1FIOUkagFptV9nOvYNrWF8b49qkWvRWFwER3abNUlKAAUtNqQFFbV7AJcF0nTLbQsHedhaBvBqk/GW6WI/S18JTtSYdX9zkOgZkupAUOEsqsFaCxFwQblWHt7OMN42F578pp1dIi1RpS5GallSY76TlS5k0UgjQBSSoG6ipCgAUgIm4l6ugafkulUtqvRHaNTpUWa+tPCRMd4rSlgXDZzAKGmoB87gnS5ceCKVvQxa1L96UldIYp36JcNGZp5IGt8pKCD5hdyDlsdNlFgmXP3q4DYlYoqL9RfhL4HHzhD7a9criFpSLpNgopWgiwFikgE3qcUb1aNVGIFLqNRpz62ulXHzJey3sMwI4gINsxBUO17WIrs2y4eFeK8ANVmvU2stVGlsLitLizGJF8ykrdaN1j9UkEK7WGpGmy+ODceUaK5VKy9FhRW3VOw56GuYjqSVm2bshbZFhlNrDsQRs1cB1XDlegT5+I2WKJiSKtKJTUzioYkLsLrDgAABGWyrEa2uNTtVN0HG7tUn0vd9jJhEphK+PSFutJkfS7LiRHlsrGZOdJSpOlwSbiu0/EsfKAuFN52/eLWERaNh7Cj9PY6MvCcaSpRNwphepQST4FFQIBtY6iTjdys4jqjFUqktiFOR1yGISinNZXy9QKrrOqQSCdACbbWFDxFvBr0r7JYjolBlck7k48BDkKe3bQNqQVE2B7ElQ8gT5FBoeF8JT/f1Zdf8AejHWw0tpfUhA8YCSc3exSQPM2sdGqQVHMC82Pud3ftYI3I4XdxQywvI0w+6p11DqVLcOYuBYASq17hQAIHob7ebftAe0nPn4trsDdzEXTqC/PfWt3VSZTRdWbj+6bgjQkA2JI0Gkt5O/msyt2jG76g1ZcWVKRwoqWkj4aMoBKSelRCbkJF7K11F7ZpY3Vyp8VyVWa3S6cthGd1C8mXL2GZObp9NLA9tNoe74EGK2hd7PO/jdA1AcwljyXK93VdeSpR3YpUqnrVZAmR3mxlKRmutCwklOthl6tMQMLYowbKfaoPuGov0uAp+U1Kj/AAqxTSLiW1lIUCAOrKQoGxSpYGXbKm7ahbuYsqtUvFuGVv1FEdUdHutJUiRFUNVosMwJJIKToLAEgi22mqNFr3uamtYNxv70m0GOubFgcXlapBdIcVwrgDK2pJbOUpyqACSOpBOHrS1mUX38Rco2/Bi09pbezFo1AoW7XGVJhPtykuuw5EdaMyY6bHh3ILakpUprKW1pBOYpCDcbJbdxi37OO1ag1l6nP0haOKuHMWWHXsuocjvIUOG6CBpqFAWNrgmfvbn4S3tV6BU6D/QOIYS5DEWBUkJiwKhIWsOPNIcsERJBcBAS5lbUVJSeESAVS9THfv8AS6y9NomIYS1/0TVo648hlaRcgZrJdQbjscwBHSQQS501Dp9OEPv5lymBNSxsR7lsW4ScnxcWUuo06FlRMzvmLUqaryKxYK4ZOmYXQfPsRsuq/UWuV9w4cxNTpUVeVqQt1aUcxHOt0EHJmA0Kha51sLkDOjEyqQKo3z8RjPkUlDvC8KSRcH87d9ik0+U1S3IvKIfYWvwZOlKfIpPp9AdPpa2zO45xFFqZT7jslY3qns517Dzu7neFK911tKnZUdakSIql3t1NrKkoWbEAtkXsSLG4UXV/ehuC3g/09jfdbg2VUZSkomTKC05SKlmsAp4stnK/YDq4ZC1JBASojJtkRNA5CLzVUdYWx/ZOtWWjKSNClVjc38ja/nrs7oO6WVAw4xi2LLolbirj5+ErpdykE9JVdDgsNUmxHppcs1mHTKzVG76k0HBG7SXVMOOyptBy8WLxX+OpTBuoZVgFKxltZQAJAFxcG+YqLJqmI58t3BG8eqTVyluzGo7rTb6VX6uhKFJJtftc3AsLHbQ8nFdBpfsyORa9/Ra0RVtLXHdWlLdk20KTdJItpr+N9sd1fFuHOVgyoFJYlVen5VNVmHP4UhSQDo5lsH7WCgXElaCL51Am1KrMEmNP9ojEps/GWLZTeHKzTqXiWLC6l5bIW2hKrKKWXOxBNikHuT31tw3uYhwlVGmMG16JKpfuhCEoWuKVNKsCAyu1s6Ep6bAgpJsO1tp+B8YV6g4cn4trLSJVXmpS6mBKQ2iQ4nKMqc+mdQTmWdL6WItY7KvEmInZUqpNcpW2GH1qXwpFn0pzAKtre4CjlNtbix0GhS+6B+2HdK3ebvvgVTdzj2qYenLRkU1FlCQ1mPdNnLkoJPY2OhGnmxvZrkVlqLiXcPjKoc1hStPofhrlJ6aPVEFRZmMgi5bcOUOICgAkEjMVKJyxTUQPenKz3vd2dCXWl9SFfUBQUDbzF72vbXXZl7nK3WXcRvwGsbrz074sVcprjx5CLKBbU4khbatQUqyrA7EJuCF9QVVCTJ38Rm1Sj17DmN6s7iPB1XR7ryR5UqLFXIaivotkJCbrCDcKSsCwGVWYd9u+PKtKr2F5dUoMSbKqjC0p4qIqkPpdNkgu5kC9wTdRFlA6k32J6fvuxRS4rkCfyrC1rTFp09dpDCkjXlZBHUG7nKlYBU2VWKS2Lo6VTGW8GjcCfAwzV2JSGlKdahQDNQ4hRF86EBQUgEWChprdCrEbK16dXVWEhNpERtI3f4jan4eqlZwHUUP1SUqPwpCFJjyr5vhmxKkKsDYhRBsNEk22a9W3Oe5qpLlQPfdEpy2kJXTnZodXDdv5JPZPZIUnsbfUiBvA33z8ZRImCZUTlXqfPjvyoa0Ljyo9gVIzNq6gCAFC4vYmxItsx8SvV6stQKpPl86vhcDrWVOt2N7a6keY7gdiQQL31Fi0nAEDq9Z9OuE9wZ3u7vd7WI8JYM3ySq3FxXRMLupYlJkLQubDu6cnFykZ0HOUgEFSQtVlAXBq8Tb3sW0Zp/Dm6DG7a8G1uO1KfwrXGuYaproczONpTmzj4qUrbW2tIAWQAQkAfFf3e1nEbT8CfLrdOi9EpaGHyhqQkG4Kkg2UEkkjOCAbWN7WGanudwvS4rc+fiybFXFQpf8AXep5AupQss2zWAJSe17gHQEHeRnD859Y+In/AKgli4Yc/MnOY+n15pEBpmKw++pLSsj54GU6X6rWsTpqLDtsyd4ns048wHu5YxRA3g0vHODaopiQ0njqps+kyFZClpl4LzkBQWEqzggrylCgo3SdEkxaDi1uqbvv6UoMqOpEyHWYoU6lV9Q2+1ZTgJAUCU2AulSDYHaxqdddaabi/ekRUKzpiqU5kb+qQrpN7WJAubC5vsWwjHAidltNHFQ9yRhmDP8AcLk+vVVc1+Kxk46kZXciRpdaLBaSoi4IA07W72m7DfVK3Xxalg2vUn7Q4NraeBWaTx8vMJskJfZWbcN9sJBQuwvYBR0SU0tVcn0bC8R1p7IiorQtrOrMlV08TyPS4EhPoDmAIuBsF1OZz7X3ppGdHjyJ8Xl5/hY+YO0V2sgwIHvPpyGH+JcbysPSp8pisxaivFGF6p93pFRQkNKSi6jy0hsax5CBotJACicyCQSErmPutrLs9yl0vkmJXUrLKdyLy2v3sE66WJIH1HfZhO1CBg3d8/iOL0LfdSwtDqBwJXXlDbib/LdSknyN7FJVYzdz/tYz8Buvz2t3FExlTunn6TPTklR0J/tWH0pOZI8xkuM2oANwWkM3M9PTstUN6idrFRqkWe/Qa86/Ffi9DqEu9KlXBACibLuOxv5kAnXZuUKfS2txlFlSpfHpHvZcWVCdQVIUlwSAo5R1NqJbHUAbEk63J2d2Ht83sjYyacrNZ3LzaWxW0qVHlRaa2pbajqtN2SUrINroKSCLkdzeVvS3I7jJ+5urfzVYsYoK4rqao1TpTTqWM7d1LZAWAtvOlZy2BAJ0Ta4Dbs+zBMua/wATJ7RadnuOtS30MI/ROu9S9DcXNhcgD8/TXaBCrkWfxIs/ks76eEp3JlUpVjoq2oVmt1eibWJ2NMGbmcb71aNWncOYeqL8KLmjqnxWkPoivkXSHGgrOUG6QVBNgDe4tYrpzdjvBoM/kKphmawtH6VSo5+H65h3NibXF76HzB2TROMwQTbIEht2BKblQIn3ph1PCdQsK6vQ/XuDe3na+15PoEWqNfbKltcq+t1LVUi5sqospXqg65XNCCNASbgXBNBX1NUaqcX47D6Ep4qPGltdgRYkAkHU5SLDXTtYkb3uc01EgVmnRZsVaOVdShGR1UdRHSFEg2HdNjYEfQbEH4nSdRMUSvejcWAywvlelSPlcR5ga97dz+Fr3NrRqk0uVjJuVS2lsQlqzyEOsFKG1CxISR0kX9CPWxvc1tJ3YyqXPcnz6tkpbH3qPIQtOeQwLdRBIKSCcqkFIIIIAIIJlysd0HmnKXS3uAjwZ1JzIkJ87fq39Bb/AI0KbZ0IMQ1bhRXKXRmedQwvP1upWptOgPDKge3fL5Hy72UeJ6dWXXZc+VLWviNKUlSvEm3e6bkWH0Nra6XA2MKQxRorUufAq3x8qnUpd6E5SD0qSokKTa9u5GmnYbS0qoOMqXyrUvklrWlK2n0Z2G3U6iyrZkoUNAAbgnUEaCoslym6CVNpkXG+EojtGiIYrcJ1KGlodCFcXy8Vh1W0sRrplPfbjScCfbyK+1RqdyOKKclSp9Iy5UTkju9GBJyugdS2uyh1I1BCizDuA/dbvFaob78V/NFrNLfdClJTfVba9A4nspOoUBaxJ0EvE9Ii4Nr0SfA5pFUir+6z2nVJUlSTmSHCPCR5KBuexvYWgPtOIufeDKTds5WcL1lyLF46JsVPFztdKkpvfiWNiEkAWVaxsTe+xLT58+qf9vIEuEio8xmlcJIaXmJAClIsBrfUi4PoOwJlSGt6FGn1mLEmwsZU5hS5EBMdKUzvFmeYAIWlwXSpaGysLy5gi5UdlnQ4EXi8g1x33305uXadDD6k6HpzDKVaaJUADoD67FzujFdu3iH+GE1nEcqpVTlGELlO/Cdz5EpdA0RaxAvrbQXPa/babHmVnFuI6bhKfwHskxDSustPs9xZZABUCOyrq1uL9gOW6ulYya4krCVWi1SFn4SsyzHlMpOYEPNm6SRa9gT2BFwQQ/KFuulVTerRcRz2acuahCnZTsNBRxklACeIggZVBN7KF7+osLlqO2De1vUftCT9g8EN0vg51xUdCVr69NAAfW3qNswb2cZT3Z7kroY4+XoVfMlNzr3sb2sNNO+z53rTJXKvympaMngX0+FVtCfO2lr+W2TsX1GVXneF4/1svV+Xa+nnfZPUXh2wIWlNoyYPTcURYs+I7Kaff5p1LWVp/IvU90X0zX1AIIJsLHttdYnThys4SrU+g1GoypsJCXWnXbLdir1s04jzQfJQAKfoBfZPbzqdyvKRZXHQuUrO0vhLyuJFzdJHdQ0NhqBrsRYFrMWjNT4tZrb7HvFjIqUtri9QuAVXGvkCCfXQ7HqO3EHZYd/EvqLXXXaC3iNqW/ztOaUp9ce3xGlaKuk+NOguSCPpex241ytwKzQW4FZZi1FiVm5WVIdCX46x+o8NVW7lCwQe9xYXq8J7xaDhevN4cxHToVRpE1CmufaRl4aV2ScwNgANeryuCQRchgjda1xZdGge7uBwkuoSteZDyTolWW/SryKgBqfz2Ztw3kIdSNvlEvAalRXeFFq2RaFp4Tqmirsb2NtR9D3H18y6ZvsxlRuBKi4nmolRUoaUrOFK0sO5AuNNASRb00O1PIw+7S6y5F4XRFR8dCepTKdTc21ta/cafUWOxP7spcWlsSmmoU3P8VHFQFpUm2uVQ7Gw7Ei50tssdxMEaEtMbWDva3xRKwk5FxvSWKvk6USoS0IfSo6JK0a3SddbC1vPyDcT77Ys+vU2vUHmoTEpHCnw+LlTn0HEAHSq6b3Ata1x5kqeNi2l4cqj8Bqk8enP5loQr5UanpWoXAAvoSNBbtt9tNNNOv8ANMrYQhWZTUpjKnL5HUXHfxdu3fYd+50KmR9JWo4EY28vF0qjUtuqNNIfWhedPUU5kqt5j17WII2iYC3ryp8B+V7uRS+VzKQrRSHFfn0g/lrr2ttyxxT2sW4Nov2XyP5FJ5jJ1ZUgXN9QbHyHlofrsvMTz3aM17hpbLaGM/3hafDnuLAHz8vx2D06spXh/wAyK0WuODD6J7UV+jV6JzrCFKQ06vpXlPooA9hYgWuDe977AOLolLgVlxql1Hjof6Gs6PisqHqLWWAfMEEA6g62YLWMIDrvK1RldOfzK/S9Kcw+o0B7D0O1RiXB1GrP3pp5bE1CP6w0sqSr6FB6VfsB9CO+y4XtcGKIfp/ExcwqXWfj800+x1ePxNPJ9QQdD207jUWv241SLKagOOxWUL/2uW3le1/P8T2v5DYxoUOe1x4FZiLQ34EutJKkqT6i99b9wb2v377Q38NxZTrkXm1oQvx5k5VZTpoOxsNb+g2SJNV2REXcJZkRYuNSmuBP8bCFpUvK0c7Oo1slQJt3uCPLXTayxHvDqjrUR1qt80hCMqXVW4rdr9JUoXNtbA3sNPMHapr9Gdw5WXGvtN9yfzZHUtFSU97hSBdVr/MAq/cA9tpTFEqkV3hSpbGd9GdpS2g/FkJ7XStNh+AIB+mljvo+5czTrO5cicpuPZVUitwKo6+jIvPxWrJUrzuQQQe/0BHc6C1xSn4E+BwmqjCW/lyL46eApST5KNykkeugOtyO+1jRcE++ZTcB3D1Bm80pKEZV5FZjb5TZSbWNreuhsduOL8B0vAdUbgV6h1GiPr/RZnS604n1SokpI8rXv9PLae7t+ITB+4zi067hxpxr3Gh/9RGYL/DIoa/XT9pB2M91W8KV754UqifARlTIakJ+UnS6bZh6hVh+J2FKfSKM7Fb914xixc/WlqVHypcV+I7Hvcd7+W06bhrFEDgT/jzUReuPIgO51Mp7mwHUEkf8wBe3GwMJBbdHHj6kUuLKiYtoLvJIfSniraX0a2OuU2CSdTe+voRtTbt8EUus70IDVUalMPrWrPkWFIcvY57dtLdzcG5ve1iEw3ufgcrAl1HO/wBa0tO5VJVoOwHkbAiwtcDZk7s01RqqRK9AlrXNpEhKHWH7ZkpII4liQVAdjYgjz87KmvgwbUYQzYUvd1Kwbw+QeYlRX0pyLdXwnW9ALE6pUNe9x21A77JXfrvVo2CKNyFBlymK942ktJ+9JV6psSh1CbglQNxfue20vfR7YMWjUZiltUnPKQ1lkJ4pR5J7XBOijqCCB5jS22XYRlYoqjmKKzLlZH1q6JCgpDP91I0CRoLgfjqdkqNC9tm9/UzadHvbJ9QtpXtx70KXF9zbxsJ0TEsVaUoWt9Bjvq9buJQUq8x1IufM7VNP3wboHXXBRvt5gBcrNmRSas4/FTfv92Xmb1Po2T+AuAtMeGLiOqcg08whH66ulP7fXW2vn67UkbBNZi/Ci1FjI54FOrzIzfs0/j67afZpq9CaddCp8Rj1zAO73FDvP4Y32voqP6V1qqQEKakOEjrSpnhqZOuoLahfLaw0NtRKzWaNF9zV6osPrYQpOeLK46HEixBAUlKx5XSpItYWJuBsopGGJ7rTjU/gIlMf7BXUrWxtrY37jsfqdpkVdB5DlWpc3jr6Minc6UqBHkbFOn0/P0rGPtmjaYvBGLaX7rn1GkVdhaOiLKR1pUR2scq0OAXJTpa9rd7LneR7MbVU4lU3aS+BKRmW7RpjvS55/AfUdFeWVwm5sAoa3XMB/EcBpx12hrlPsdbTrTRX0+V7XHnbS/cjY5w5v6diym4FZodUiysqkZHcyMyr9wSD+HY208ht2wryJU2IfGI6oU7EdGdkUaTEmxn4q1IlQ30ZVtqGmo1/Ii4PcEi2xDusqUB3FDEDFHA5J9aWluyEdLaSQL3HUPxF7d7WBIY2JcZ4Ex5O92V6oP0GrsJ+E7VGMikp8gHE9K0E9sxB9ASCNqRzc5VOVcn8oiUx0/fYFnUpuTbishRWEk2GYWt6622vOxLjG+Gfs5Pbi0GrMVGkVFaH2FMPhfYnuLC9joCe40voQIdcjT58+msuvPo8KV5PCrQ9x5aG/kfr5Gno9Pn0uexFlRFrbfdSiQ1kzL9bp7E9u4IP11sSnehS58V2ByGdfwlfF4pQpP0PkoaCw0t5m42pL7Z+NR6pRp7cqg4sQ3KR8J1ppQ4uuoBBSQ4i97pGo00PY0MmU1WZ7nvmorWt/M610ZWs36h72ItYE2sdLHXYfY3fYtr1U4vKe9F5M6GOO2l3J2OULIKreYFzbsDsUQ+LPdciymX87HQ7HkNZJDdtLjNYqT/eBIt3Oupp0E61hzlXf0WSK/4FrR06eV9Va37i47XIvsJSaY61K4TrXGYQv/F+VxqP9PMeRbsCpSqXxGv61F/2T8UOoUnyFlWy6AdiPzFwftxFBd4jsXjQkOeH4XQ3p2NwQBobXNvL67D3zim6DlHpFBiwG4rryIr8pOeK74kOK06VWAsQO4JFx5g7Xc3Cs/3DIdapPHlIXnzx1Zun11Pb08/p5bf1Nw9FlVltpp5h+E47naStI6VZAk2/ae3mb6XvsW4oqUqjNcWAzx+B+lShAUpKfM5fMd/+Z24mdjaItVYZdaisO1SXF+PlSl1DXWys3uCAo5wBe+l9LaGwBNR48CA041KqGRCOvqzKaVa1iAU6EaXVYHTTTaj96u4orLbrTMVC/FkT05rdrgm2by0PlbTQbHkV+Vwm/unx2EpUl3MFZkgep1v+P/VPUWFZlay3b9s50aXRmnfutRYXn8CEKPiPoTr9RoRb8hsTxEVSBPbdlURFRYy/on+jMkkajKNSPQgAk99ANl7iukRfc0uswKfF47CFLdTrHW3pqu40P5kC/ci21zgqt4oxRhduLVKiiEiKn4UpSsqXkXB4b1iCNLgKBN7eR2BWGxumX2zjMJ8XT4HF98tNIW2wtOVpahnTceC5USmxPkbdvLUj1TZ5+UxPgfdWJSUtLaUlKEqUTc3OhBJANgSCQOkeVirClG4vNcVc3wtSEtSM6W1gfqi2hAFja/Tqo9tvvD2FJ7sr3NKZ5qlrWrlVKazLSrUdDgAV+KSQfUnTYjeUKT205gyul8KVxWpb7fAX4dU9IuQMpGgJ1FrX0sDsFYpxdGpnDdp8pyE/n/701l4lvFYquFC+h797WBGr6VhLi1R9p1pa4TfRwldWVQBstPcXvroAodiTcbTsO0/lYD7sWWuE5nTnUu0iLKsdM7boWEqt03TcmwIJvYWr8eWltNahOGMT+7es43qk9yVFwbTqo3NXm4sr9A27buhfjQRa5Bzp+g7ncPs+UjBruHHPekSE5XmEpRPgcfmEpuLZ0qUApSSUm1wLW7DsFJTKlS4rT9LqmHmKWwv4vO05ptLWUC13GbhKRe5CkFuxt0EjYdxBhyA7XoNe3fY3+z1eirzNT0NPMLcQbXRmSQXGybXQcw7Eg2BDQs3Ta0+v7b7COJrDGbNLw5FgVSly1xUQl52sjRkLbQSBltqvLcdiFC9yLbdV4lgY8wvXsOVl3PFfY4UqE60MikkdJSl5JIIOoUBcEaEW1B92eDt6FegP/aPG8Wt07KlXFWtmRlUSOpLjaEKbTpbKpKhe2pNyaqt0XEeCK8xiOg7zZqOV/TwpDSFRZCD4m1A2Fu1iDp3sdjBhGrdWmYHiPKpdGYw5XsWVitwYrSuXlTEFMiCgGyfiKUQVoNiLlIsDYXJGx9gTe9vuwQ7AoO8Gie9GFuoj4fxk6iPMi1KOUjJFkuNlDqFgkhKXiFlVwk26VjNVbgY8a5+jYh9wws6eK1y+dpl29rtm6VJB7FN1pIsQBreggbg4FBdci/ayqSqdNXxVU2HHUqO4tS81xHQq7t7klIzAK1KCRcXlj5eUYdI3h4tdxlUqNi3CbGEJvFXHjtOxeYhSmlnMOGpxASrQk8M2UCLApINwjehuNlNcfFDstiFh6avOtdLdcXDirOXR5lxK3WmyQVA3UEg6hVxZwbqaF7Q8rgUaVg77UYDlMJYju1fKiZFRpdtZeuHmyLWSpCSm2itNiCswouA8ZRMEV6n1Snxa20rkGn0dClJvmYD+cpc06kjiZwM3odrD1I3TL2HMLRd30X3W7ElSqXUU/d3+Ky7Hyr80vM3yhYFwo2SbWJB6dvmiUCVgjGXNQHqpKYlfFhtTZTa0JWoatMrJzZwATkUFXBsBYgBpY23UYIiu8Wg0+txcilf1WO6lTOdZKizluVt5wCpoXsRewIN6HC7jUWqcKBiykP1H9E7AnsBr3g0m4ulIskuAkAFIuCdQDoRlIRDJhxc07A+/4eWx4kRZUKQeE4oC6mVJQFKZWLEkFKkepIFh1iTcL4tozbUr71F6muvodiq7KNiC24gi4sU6jKQbG+1lR8BfaivT6pS8ZIio6WptG4RQrOB4ybkLNvO17Jv3uTewtzNGpc/4tWisTZWbl3Y7vTK0zEFsjL37kE3tqPPbu2ZJMWGBsENYIrM+BhyI9XqDVFZH6Qq6uXuOoAJUbtm1wEFdibAhIALDw4ndfQZ7HvTCdUixZX3Xjw57yJUNV+ylpIOUH5VoJBFrAkgyaW7hyjT3OFTqciqRVJaWtpYQ64oa5FskAhwWNjYk90nyAZX/AGiaC7jeJQZWHqvXpS8zXNUuLzDraUHLlcCdXE3NtL2trbUjghWSDL/GMXcZWeHQcW4Tr1efYXxYdSkRULXHzWss2DaCm+hUggqIuMpIGw1ArsXBuI+QqlDhQor8VTS5jTRWtxCQAFlPSC0BlBUM1rJAQPO8xHu738VTEcDGWEqdFlUhaEofpMriQpDijYHKsoUlKgm5HZV/LvY7Q01PgQIE+hzWH2MuePV+ElKso6sshtJQV+QzhIV3IFtuKScyp3ZYj9zY8iRZVOpb8V/Pwn4qBlkINiOjVQOUeMAaaWAuBA3qYUnxcZVOVAwbS6jhSopyLdYf6W1HVbMiMQUZSTfNa2oJPpasSaXAdbi1nCcqLToshLsJ+VFbdRHWdAGJLCyUXVpYEJI0KPS1xVvBn0HFDfKxIq2H2m0TFuoz9kgDhuAZ1HWxBufIE9hSVghQH8B803VMURKi/kSmFwmnSlLemic2qlWuSEheYXsM4sBbTaNAnwOVpeIX2GFu56c7PWGndf7Mk3ABNxlGUGwIIOm0iZOarzrlUo1WhNv1FhTS47SQpDyQCFITdIz21u04kL+htcU2GVUaqV5yBPxDS4sJa08xFm3a4boOimXtQU+WUgkEWsRbYZhBKFVQpdGqnuGqUnJXovxY81p0sKUrzK06pVaxIcSSB2UbgKBMMZQJTXFrNJXVJXRwuEtClvJT0p8wQ4EjyKgbGyQbBVvjjd3jKBPY4uHptUoLjXFj1SlxxI4arkkKDWZKbpHkE30uCdDGxju+ixaNEr2HGVxX8yFux58UojyO1xld/RKOmgUki1wCL5RlGlwVlThXEeEq9KcqmDahyT61dUCpZmszqe/D4li2vvcBRB10Gtp1diYoqnEpcVl/JxULU00tpKlKvoeA9bONdMhBFrpJ6QYFeokCBxJTtJfg1F9HFkRZSCpqUnzsdbOW0tYFQsQTbaxpEefRnW57rU1+nPtK+5c1+kQoeEcRJSFp8goEKBFyb3EiSTIMbAlZadgVT7bzact9ClsOqijM26nVTaHm7ZClOYFLzaSe9yBfa8rTHCdYpeLaI3VGJq0q5x2AJEV5X65WnobcJA0QO9zYHUQZ0Ggz3XPs5VkRVr/SxZmaEp7L28fwysWBJBIBAsQCL0siqbwcOYobpcCXUX2F9S2sgUpSTpY9BSq2llZACdCdTtcwf3SZU8C0aK1/2c52kIYy/Ca4yUs6X/uvsgd+oOixugpAttKTvQx5hKjOQKzLfxRSJSMiGKswJTcjueGJCUpUhZN7cRZbVa5STdAsai5S/h1ms1CrypSEKzqp0rgSo/r8MEpWL+JIBFgCARqCKXX8LwMLuVmVVq3ySGlLdXKgNvoUkI/tEoSlRIt3BCgASCANCIWgrKlMot3FZw5ijiSqX/QLC1fFaYQZkPpIzNPM5RwvQ/CABJKUgG5Y9B3Oe5pT9Zw49KYZnL4rqovLzKdISbXS+ybh1PpmDZSexJFthjddIai0uRjel0SK/S30fCqVNdVmcaFxZxtQOVSD5gm/YkWvsLY536b5MJY3iO4Xdon2XlJ465TqglbyVIunhlCilKgNbrNlA2BHnfG6Q6wm3wboHcURWIGI3orDEVXMUufTUFKoqrFK2n4q8yFoKScqm7a5QtC7BQGKL7Me7mlxZ8pqoxaJVH0Kdiv8JK4cxBKU2eYKhdwqsFZVpPYoCbZRW7w/aAgY8wu/S5+IapTpqGsy59Ipap6WVXAQ65FADyRmUk5o60npvlcFwVdhBzGVLacqG+TE6MUUjj/davAlOqhPJTqlqSkJQtlxOW54wQoE+FQGw3DTkUtLfGWOMb4NozbtG3hcCKtGZqPlEhiQm3UzZfW2sJBCXmnVAHVQJFgHQqfS/abaiUGs43WjENOiomNR57CEpUghSeM3NQkJKQSBYtMkFKS6CSDsOb8t41LrLTmHMG0lFLp2brQpaHWnFm4JbUBdAI7mwKja/rs/vZpxvhf+bSm0v+hH34SEtSo7shtqYyq2qgXEk5vNIUAg9iQNdrVEZjD17UzB7eDiLAe5HBrGDWvvWK+VRzDUqKESFJsQJDiGxw0gjMlstgtKyk3Iudvz2Y8HbnN6mI0Vmfh6n1amRWvvEd9jPEcWpQWl9sKUotOotYKbIHXcEHQFGMsJ7ucbynMJfbGLjKUw6p2PCfSiLXKStd1hyOlRAeQLHMhJyrAsUAgK2d+5ndnQd1+6/wB8u1al059aVuyp8e3CcXc3WoG4zAakEkjUG/YNbovmUu9LeVvQ3f8ADgbqt3GG8f4XiryT4apiEOxVa5G1tJSVNaWs5lIHYoNwrbI28vd7jffJPbrNB3eowVnaVxYEOeJSU/M4AVISk2KdBYHxAjttonfBg3BE+lv7xqpSaRiiLwuur4Nq5p1SZQdeMgtuFK7DukKBIubdwUA9i+fS/wClN31WqPHojSZXNVRrmHeAB0PLRfMthYulyxKrXIJ2Gcw+VVeJor2f8H1TAe6CJS6o6wiooaUl3ioLXE0/JaVAXOml9CNbjKI3Jby/5ysX1jdX7SdOwpNXUXZSoDUpxsPXy+NAWWwsBISUrQlRABsUm5beJpTXtGbvvtvhzENewuuguodxbhynP8V2lqV2qEG4HNQVE5igKbCRnAyqTkEbHe4SVS4FJa3ofZSqLfaV7rreVSGqk0rKTwFuBRS5YZiw4QbgklQBXtOYsdre4J4Pwzv9lT26pjLeOjEj8LiZmo62VpczCxIyIA1BtluAR5G19mTg6iwJ8CXPgUmqIXTpSl8vAjyX1tp0s2UIJUyACQEBSlKAsCm4Gy3w17PWF8EV5vHjtWrfu7iqW7SHZ7jHJrU4MkhPWpDySe7S1kHuQki2zAwLiXe/gjez9t8J1aLOoNRYTAnxV3VIcCSsIecsopNs2ibgpFxdQJuKxsxLV6iipcWf2l1Xt7rsD3LKoOGG6oxziI7rUd9uE7nUsJIU1J4fLlA/s3MhubEjuC/enSK69RfddLwdKqM2UpLCqc+lDS03I0cC1AJ7myrlOl8xBB2F94R98u1LGWMqeiqMSkpakJVdhSUDKBlygFJAOirEj0IuNqWhbyIG7SjQJWMqtVKvh6LlTTZXKqmu09rXhpBbSp5KAFEFKD0gG1hpskLhW+wzz9aprLw5hjhz2bcZYXpcufPxCwtfCSuPhzlSh1mwuWy5nVxVkAkZWkEDQZjckmxdunxvijAblGwljyVQYU1r7xHkUtqQtlQBF0XsG3Ab2UpBUAACTpaBVq5gPeC0xWaXiHELFRQ0p2OhLS5SUp7kNcO5yjS1wCnsbHYB/wDRycR0Gs/Zd2rIxQ/CdU014ErnZSQqPxNMjqSkpIcN72FzrZ5fOepRVXlYkad7ILuEsUN4jqlWXXmKd+laqTBRKUsEhI4hXZxPzFICCMoTZdzs6NwtToOMmpcX3jNm0tEpTEda3yp1P6ykqVc+Iki99LA9rbW2Jd8OHN7TXuFp2LQZs1jI7S6tK5V9xKh1lt4aJUEEJBsRfvYWJCPZ89zUHGWJcG0aoIlIiqRIazWSrKbmxy6X7ai17fhco8OJa1F1CYYR+4rwdjLdA6/iOg1aLVIT7WVfNJWlOQ/K+ATmQfDmGove3YHK+8nCruN6DExRRuai0hfFYqmGpUziqo80dzDmZCl1s2BTxUCwABAz5RvCuJaxbu0+K0tfAj/FRn6uEoZXLEX7aK0uOjtrtl3AODYtGlPxXa4xClPyuQTKlfChVC+rbElQBEeQEkJQ5YoUbCw7qIEEU09DU8D1EZuG3VNVmfiWg0rE0Ka3wuaiwmk8utxoXXxEpzKSlxJ8aAdNFAEKyhw4D3wYDoOF6tu53tYem1frVIhIqNOFRTxQQm6EkcYLCiTmSSoAWBJABj4x3VY3wbij7b4Swa/KXS5SXX1R0IakQ302zR3+HcgltWZKiCysapUgKB2LcWU3DmMnabz+AotUYrcVUyjVZK+BIhqJQHI7yQk8VvMkX7EGwINswGUGY6DtWQ92mHtxm99qXKxbQ2MLvrzwFsQJsmLxLdSHG1JyhpwjpWy4BnsQQoXGy/3obutxm6rEbdLardblVdCOLCjxZGZbiSenLlAVYq7lB4ZFgU21OxN39Kw5Awb9o6pgiFCxCw0lqY61k+9ZOlJX5KVYG2cZhewJ2Sm9reDhevVSBWazSYsKr05K2osCpJQp9KCtOkd+xUAVAkNKNr2Iy67EAVZQOYr3azRsL0FyqVSkr97vpTwuLdUhSiLXHbsP29rHyG6HFxG7XolelVyFTkVFfLoRUorqYTyrn4d150tEm9lAgAgggA5gS1bd9ijEc9jG9GqLFO4HTyshYfacYIByZT0qF+97LBKrKGoLqwjU2sL4Slz3aexkitJdkR03UlOXXpzXujTVKwQBoT3JBZd+IdF/mMzzLwFKxHVPutWiuSkLSw7CaWEPsrIzAWKjmSR2LRcUbi7YtmIXi3dVS6XVOar1PfXVGEqQ60/KMNau1+ykpIPcLCkEmwKSSAda4qpe5vfdAiOuxItIrc2LlUxDS2h1xaWyUllVjdHTcJBLZJSSUkgmRuR3L4DxbhKpUGqYTxDKYpEpLHvSqPurVKzWWUZH1ECwUbkIbWkkpBsADQbWl38VzMsbucNxZVUgT6Dg5+LFivqjtOx3RFUzIBFmRIAEclVgAFpQ2sqsbg2Gj8O7qseVTHlFx5VIkpiLCdVCm+8orPNN5kHxLZK0gZr2CQlu7irJSe7dj+zrgjct7yxHhKWuiUGoMff3YrTeZLWQjK7mSpD7QJunjIcKbkBQBsOm7CVUK9FfozWPItbztK+z+I2EtqYnJBLi2HWwo5XGxlSpFwpISSiwuBJRPcCBv5mUN/u5qjYN3q1rFEqkofoNRmqadaVldj84ptL62VC54ZWlaXU3IUOsoNuwNiqtYNlYXban5OVpzH3fPZTsdAuAG81ylKdQEi6QNDcXBb1RnUHehvaxZhLFsSqRYWOYDVIqK2HRwocyGlPAks5khBdaWhRKSFXKUlKgNFYoxjgXG8Cs1PC+I3ZTdQokqRFfUlpWRxbK1IUpOpFiQFAE3sQfrsuwOciMYULKqu4XqlZiv4yoLrlbw7x1NIqUVjI7DdBvwpTYJLDg7jUoWLKQbHKLDBeJZ8V33NiN7jwn1pyyouTjsr7BZbN0uDXUDKLXsL2uX7oKNi3BvHlYcq1OXKW0ppUN2yUTmvEplaFggggaoWCDclJJBG1Li2g4Xqk9yfS6G/SGHs3MQPGwy7c5uCVEqSnsQhRuNbFQsRY+UTarIkN7BeEqXWX3YG82o0jnergSKI4uLnKSdUAkqbPoLi6iAbkJI2MXT/slVsG1SosoRmUlprhF+G54grhvCy2bk3AWCi1wQgm4PcJw4s9r3XiN5HAb64ch9IVl/uKBPcjS5IBtYm9r/OOqHAo1eY5qncZc7Ktqaw10vKsAbi+YKAtdJJuCCCdQe3sspXp9vOYe74KpKd9nimxWmci1xUNdVs+XihIBOtxp6m4vp6Kbdjusi484eI3WuA/RJSFyIuimpnZSRY6XCtVJIIyga+Wz0xZAi4owRQsGxWeI8vI6lC0HpSFEqKikZgARfMQR4RZV7EVxxibCW6DDjGF6XEzyprXxZDXzNG+pKdELcI17aDQa32tTDWRY4xW7jzEb/IUl9+kURK2oqYvUtzXreAUoEZst06myQB5kAMbpEqLF5qlvSvgO5FtP5kr07BaFgKQrvaxPa1+42L1b2cUOuvyqDSVoyNZXcyArKrtxCBZWo6SexGhF7WIcEUx2vO/aOfVkTZvFy5Wmsi2XzckLSPUdlHQ6699jF9sCwi+k0v39F4TvwJTCuKwpfSnMUjM2rzANr3GoOtjqNu+71DtLxk21+gWjMnqt0qP11Sq/nc2IubnzlbwmZ+F8ZSPejM5EKrozpadayJS6kA3ZURY6aEA+VjcWI4bu6rxcZMcrwM60qQtP+0SexsSQFX/EG3YEAhXVtvqJH4gN68iXFFmT69vGfwv7w+5SpiUZ3bLabuMpcuoEiydLEHT5T223du3w37SO4J2JKpcSViikLUp+PnW3MYU0sqKm1g5VggaBQCCdCSQCNvPCqVr7OYjqU+l1D465Cs2TxpUf36/Tt6nbWm5L2u8Rxd1T9GxbXKu/FY6I89KUrfgugnIs2T1oHkCbAakHU7B7rpSpHriLsHb0Y6/aB31YD3vysNUHEe6FdEq9FlJke8Z7RXIix1t2faZCUB/IVZFWFswaSQkmwDE3TbosB4tgMSuLRKpFfSlTUqmz1SGnEKF0OpuQpCgT5gg2INiARhn2i9/0rfJVKFKgMwqdVKdF+9Ox2s0eqKLiglbjPhZXlACgk3JNwU9hYbratjzn6L7mpzFIm053iu1uLKXHf5c3zoz2LEg2y2bcXnNkkEEXF+0dR5QlmmDrz7m5q7g9rC7tSpdZpK4vAzNR5/OlTDyVDpWA4RZRKhdKVAGxSb+IeSS8T16qVmutVSXx4qJ7yWGl5kobSl5eTIlQFkhOgBA0PYHbZ+/7fPvLr0VvBrWMl1SncJKJEhDTWdu5CgypaQCXEkXKtCCbd77ZRh7v3fiSuUWwhfVx8ubhuhQvdNxmSToQfUkEHUWo0r1EkwKaPgyspWK8R0Z3ixZfwPna1y69yNek/gNfPYsn7xa9WeUixXYuea6hp/4XUlJWLkEAZja5ub2IvfaqovuuVxKNVInJTWMqXc/Wwq46XEKSblB7hVgB2NiCBeYeokCl15uLK4edCfu7viQ5m0AKhoCRm6ToQLgnWxCIiNO2/kRgbwfvXu2l83x0MQ1SMq05VNuvEWBAvYpbQ2NSQQpQNzfYCqK2ov8AWmsn7E5te4H7b30NiNPOvkb8apAr3NO0SLW8PPvuw5DX6J+OkaJU24L6hI0CwUqIANgdFdXd5NYrPN0GTUHFxWJ/NQFupGZnKpYGqdUlxCutIu2VWUEggHaqVwn0Jufc54jCxqzWcRwG8L0uJKlRcvPymo8cr6EahZyg5QLlROg1v2OofMwjjLdVWYlUr2HqvS32FJkR1Px3IuZKhotClJyuJIPbqSexBB2NHN9W8bBMChOYNd4EpxpKo7rUMPyG1fO2nQlaFi4UlYUANUZTrsZb6vaUZ3v7gqTu0xlT63SMUUiZzDXQJEKQgXJLa1/EYSVApLZUrIVAC6LhLNY2rNysKq4WVGF51BqlGl48wRQ0IhIfSnE1IRNUlVNkKPRKQiyrsOG+oSMirg2AUQ9cJs4S3q7lsdwJ7y4tRpH3qjVJKs0dtdg4Yq3kkpKFqSuyVpFiSQbjbGW7mutUavNxeEhaJqFQpSNE8SO5otCvVPYkHQ2F+22k9wGN69uWn4owvwUVSnPxVR58V9r+sRVNOBBUD0r0czagi/bU7WaFB3CD+6XHW8vdpPbxRu5xYxS1yk5X4sroRMa1OTqSUXBt3IF73I2beN9+7u9BpiLiOht06vIztP8AKqQpLyrCzrZTrchOqQCCNbqFjtnbENYiuysQ4Xo3HYYiu81Ca4HFW3HdAcbKEWJXlBCVJsSQCLEkjavo9DqkVpx11n3WtiQl1PCdWprS11s3JUhJJJCCVDXQi4SBj8SudsqW0tVTG9Ww469FcXx1Ijuvo6XEpsLdiUqA0JIANj5G21yxgCl4clc1XoiH1/JCaurq01Tb007mw9L2BPPt5giBFclQIjD9RqmVMh11SVJU6LlVld0qAPSdCBoD22VNPxFz8+XS688h9ebInPdpbiLkXSoEZVga9iFC4VfQ7VPjBQspkOViiK/Rqy0xCYYWnkHWHf0axa7TyO9ilVrkAdiL2NhCo4FaiynGmuO+hClIVkR1x3U9xYWI+gNwdbE9hNdLsCUxKaxCth9CuXWuV0sPNEfMq3SsaC5JBNj2NwTYihSqpAl1747FboKEe8uEv4siEbBuWADlXlFkr7GycwNhY0LbpdYtoM9qLKbdlS+hHwsrrRyuJ80q+ZI9DYgdjtJhS2sOO81FpPQvwLVIKkqSbXSb5swI0v2I8wdAappGCMRwPhVDlZS82V9buZhL9uytCtKFWAza5T6jXYWqUGfAacgQKdx1xVfHYadQtXcfESDfv2BQbEWuADoP7ZxMLsI4i+0dUcgUZ6UiEiKp12Kw6OK2lI1CSbgEG9jY2B1v5yaIqjYspcigRa49VOVSpTUrKWpCmDqoKbscrjZ1sQCeoC/cjmEsTwIFZiSmqTNYqjGVDUpqOGlZdRkUsAA27Em9/M7GFZZpcWvRMUNVbJN+ZLSMq8979wL631JuO+1bBvgrV3idocKVAgMUZqWtdUYdShhUhbaOIoWUgocBAsTYpJNrW1GgAHjPDWKGuJXvdK0IhdU/IjNwVX/SkA5gjUEqF0JI8SbgbFG9fDmN/czGMoGR+FFSlS+VX+jaXl+ICDayVkJUkjQG/YEgMpu8iqNRfv7S5UphSUdaihSkWKVIVlF8pSSLi9ge1gNipISMXcRjR2BiiJKdifdW1/f5TDQddSgdipIUFGwSTmAJNrZVi9t6YHfoMqjfaOjRKI+hbSUNVGm3Qh5CrGymyAEKBOtgknuQTY7edS6O1g3EdFxbhyW+uiV5pTsCR0usOJzpC4z4F7ONnQnQkFJ0Ou28sN1ag0bdzTaXA6F8JOdrwrbV6ehHorQ20IuNmWICS2NzRVb0qw775lxZUt9C33VIdy9SfL620BGpN7aW8tgCejlXW+E8h/O0nP8AKlSbWHr/AJ7MutyqpP5v4MVb68yM8hj8AFA99O9r2/0UsisuxXX2p7WdjqS6hCM35pHykDTQjUA99dspBueON4rBLG1ZgbweUo1ByUur0t1TUppDo4E5FhYrjKAQl1KrEOtkAi4KCcqgBYharNBxG3Qa9EfR4EdCxlcTYXIB7HU9yBpcXGu1+7RcOUaf7+aqC5qJWd2PKazqzJB1QWz2UmxBAN7a6g6jOKnapi2e3XnYj64UX4SprDS1pSk6grA6021F7XFyDc221UWKEQv+wUWA1Ale8X6Q+/ldyyGM2bUWebUNFW7lJF/x7F/4fov2SqlFxlVKjS36c+0iKqVC+FHldyWnGFApZesEqS4hSEq6gUi42QMXFM+qUZjBDsth+UiQn3c+qy0uKKrWIsNTfRWl+xOznwdjWlxWqtu+3jUNGdcVMeQlLpRm0GUlJQFNrHcLA1ISRcakxKqsk/biPl3C27l1pjFDsSnVunPpypfiutokR03srRQzJIIsQSO3ZQ716/ZB3D4jiuT4FQxLhSbKzrTPgSOLDVe5+PHSS330KkAnsfwzZhTfRWd0uI3IDWHs7fS60uRl+Ikq6XQUk9JykC1tQQdrHEftS7wcUVRyBQcMRYVRW6lfHirycZI7oKBYOaAgXAIvoSdCAu/3ARdA6fZIu8ncdWd1WI/c1eqzFUfYyyIcqE70ymDmyvt2vl8JBF9D5kWJoqJvHdnu8hKwzTpsVa+E0td2H460k9lpBCidbggAm5sL2BXVcUysWtU2qYoafhLi/Cdd5UvqbQu2ZVhZeS4TewNhc+R2oafTIEV33972hLgodUl11rwZk9yLp6kny0BB/AbAqL2jNgwfxHELuIYVrEWA6Ng33NAp7DEqV1+EKVHV+tcdWUdgNBexsNgKkRcOOxXJUDJKQt1SVLdWhalKJFwdAdSe5ve/re7rpXs2UHeM1TcRtYhzxZSOpXUjo8xpobW8ra31ttM3/YYwRhKg0LC+HKcxzsWUjx+JSEkLspy/mU5bEg69wbEMbFgLtE1wwTMwb8q21KdcnxWuV5pSMyWllScw8gbDT0HkANiDdVWp+I6DytZiZ+V6ET2unp9HANPTq0I7XsdJ9c3Z/ajFDcWVE/qruSRFf/tLeZ8iPQ6g9wTs/t3G7HDmA4v9AxFsIfQnNHWsray+gKiVAHS9zbtYbZmotRuBM/V6tPSxOS5PutpyL40L8C/1ddCL6g9x+eumwLU+adlfCZ6P1/8ALv8A6HuNmVvfagYNn81KicrTpS/6wx1cNV9btkg29ctzronz2Bi170gc/AdQtjx8VrrT9LkJun8DY27gG9lu3kbosArjcYtMY4apfF96fEQ/87XiQr/dN7fW2w5ScRuxWvdcXjsZ1+BSejMbageug12N8Vc000467kX+qtC837CDssY7tZnz3OE7nyL+dH17mwts9prNw2zQ0toYbRGW8rEcDgT+Cyh9hSX2n2kdKkjt0ixCh3ChYj8NmljvGn85eA4lLx5Ei9DSMk1pIztqt3AVoPM+V7a281hT48rFuF3KW68/Fmwsi0fq5tNR3ChY2JAGlzfsTExkeQoPuaqS1sI8HFaRmUlX1HmPoDftrsePNLSg02l4SgONO1yLUYS+lqQlHQq9vE2oEpUDpYkj6nateqMV2fzWHKs/CWhavu7DRWhSbk3yg9JOtwAAO4GttlzFXi3DnElUuXz0X5lRc7qMpuBnQRdNxe4KQPLXa5wrPwvWao3K5RdOqP68N3IlStQLJGg9NLX1udpxAGMLDlSlT6y27zaFvv5WlOtIyq9Lkette57bH9YV7mrMCfPlrhVFGXgOtdPG0F1ZfnTl0Ku4v567T8FYNdlUb7ZT4jD68qfvTHTmRdQJcRl6VWFyogWN9TcHaCd5VLxbFcwli2iPyorK1e7ZnCSt2L3OgVotBtfKSNL2sbESBCQcxxIa5qI7VGWH0cJOV1a+jU3ulR08+xIvqPO+0adKalUtyLFiIYRk8bSCpKtPmTrb8j+zbrUpzTTTnuaoMIWwlPFakIGR5BB0N/DqBa4IN7W1FqKDBw46791yUGUvryNSDyaljsUlJsi516NNSSkntTumqUY7DKBiJ7rdcdn/AHXP05FpDrDyfxUCBr+fcX2qX5UWK7Ia5taFr8OVK8rlvXsSPzNj+GxvU26zhx3i16k81Tn8vCqMOyvwSoi2cD0ULnTQE32tW2apKgMe6/dy4qF8LNKihaG1A+E5epFyR3FgSRbUbQHDy4fMW9FdqjUpuU7E47PiQtd8zenlaxIuTpf9trbWcmDA5rn+EhGdHxUaq6h5/TuPTYkxQrG9LgcVqh0jI4vrXCdy9Q+ikgnQa2OnlcXIVuJKviP/AL+7k+TO1837LXGvp+Z2uEkmMzCe89rBrvK1SnrmxcqsjsVYUttOuhQuyVC+pIINvW9tm5hfGe6rHbTkSLLiykLR0xXWCh1KrkkcJaQoWIvdN9bW77ZYgUZ1qB70dl9fiQpCv87/AJX7W0/DaypVBrLrrdZ5SLKY8edK8juYeZIA1HqbjzBuLAT17eZl6jSBm3qcGP7enuparMBvlYkKUwjNyshd0Os37JJAIKfME9xb1JAPhTdNi2lxXPc2IURVsfoEJWUKbVqCErTqn0IIUk+gIuGPFj0bFuCOf5uUtEVr4uR0okR1jQElJ6hoLKPl2t5pKo4wntSn6N9sZqH2F/CnqazLyi2jyCAFo/voOYHLdC76ir7zmBqt1Fh259TviCmbwYuLabFxG8j48hKGlLXlzJJuQi/isNTYkkC9h2DS3kz/AHXS4jUqkom9ObheLMoHQoPe4/I699krCmbweajxa9VkVGnIfTnU06HUNq0+IEqSFoPnmCQfI+hc+KuK7KpLs+oMQs8fO1KdaC2HtUnquCAnQC9ja/YnZjH5mxVvx5wdl0rhUFt2eyuLx/ix+Y/XB8lDW4Kew1HfYFU/KlSnHXXUSutKvvCgtSU6m6b2JGp1F++o2Z2NsV1Ss4c+wdep1IRKYazxXUO5o8pN+xCkktq1uFagC3UNli7Bo0VrkJWeL15Gn0LKktrGhSpCtVAjzBCh5kjQWs9cSyTtFrrX9q0hiUj52nc6FfXW5IPlfUXt9dp6PitcVp59EXPmVy6/Ck2BUE3OUEW0At6jz2oJGDZ/C5+l1aEvJm+K06c3bW6DoD52JBI9fP6hvVmU1wneBK5VXWuP0rSm3mk2VoO5Fj+OwMQmZ1qcR2VF5+lvPv8AA6kux7JX+BB1uDcaHvrp5XtCxPFn0tyLVGuO+joWuR0q/i1h59u2wnEcdadfgc3KYiudTWVWdKVH1KuqxsPMHvtbR47rXDddez/r9P0/jXW/57DtsZF4iOp1DVjxl9TqHQXWnOE0hC15cqshV1DzHl+Wl/TaxpkDGUWexzT0KVC4qs6OXCHVJPl5C/odPLXudvkNRWqM41PifAypTxeXKkpUdOojw2v3JA89O+36ZsqjNN/Zyo+8V5M6WJCuKhSTa+Uq679rEKIHYp8ts93ZvcxDYWbmXtQThyLWW2oFWqMJ/wDWQ1l6j5G5NwO1/Q6g2sb3C2B2otUcai4hlMcdedbXIIWhz5TmQEhNgbk5Mpv2t22qqZBn4tlNyvsxFYXl6kurzrTbQEpykKSCQQSb3ta/k3cAYc3jOu8hFq1OXFR1sZIQU+z2sCM11geZBHmMvnsVH+JxsYyHUt2VZpcX3pS6JS15E52JsCQUJUm4+GU2KknQgpN9RY2B2X9JxNKpe8Zij4oaehPVFpSoTsiLwkSFAkEJdQAhZscxBNwFDte50xCqmKMLtNxZWHkVTjL/AO7yAxxFEgGwWCADewSQewuoC52HJmOt2lU4+HKzh7EuGpvQt2nT6alaGXzlKSkhS0ODt1tKsSNFXBGzS17odau6hzA1iBKntPuu059D6F/RSHkeSkKzdQGl0g2B0sNbguKKxAgUthqqZ4qH1/FdQkrypNrEhIzed/XS2U7MNxUVrjxaXiFDEV9SlrjpUWlNqt3IWTmuPwNtCRoNqeZhOjVTI1XqS/OhPqTwqkwocJSgB0XSoqSoEC6SLEWFiRtH2+MzzQUeVrD7sDlHeMw+whHwn0OhScvmQoX7ajQ3I0IHnJpcZp1pyU6yhCFu50OsLWhWY+vnfTzuB9BcbWjNEwkOBhyLVuSmvpW01zDoyPad72B8u4ubeV7XgQcPz8OReQnu/o5GXMl0Oo76WUO4J9bG/cDaj+MLi1YfU7F0DC8Di/bJ+E+hC1RXcg+Gog3bKk2Ckk6HQAi9zc6h1bcd3jRW2mqtFoM2a7kaySB7mqyhqTHfKRyMjzLLtm1nRKgAVbcDSZUqU5xYi32EfpU8LPlT59Nu2psQDbuRpt9yt0cVqLz9Glri51pdQniraTnSNBmAIBJuBmuDexJFwDU2bxN/px7qZYeppD2XMC0ZqBPwRVKe/TsSsQ0/Clf2zRP6QJJKHEjTqTmHmFW2jwd3HtD16qS58Xd7RKW3S6k7FaXAmhDsiK24pKS6wsFtalJ6i42pC9bFKgASA4Acr2A2qbXqzzXuthfFdpapWZUWwOaVEt1IXY3Ulk3I0ykXG2iJntF0bCUqmz2mpU2nV5pS2qi0oLQ8pIByKUgEB0JudUkm1yNdnayJoOD8SZP3uT8LtNwJUuLS6uy0ldRps9XLym2h0h1pJuiQgnTMlVx2IBBABcYe1VuMw5Ffa3l4hRUWGVcVTSovNcqrvpZKv8vz0GwVvPxM7vBqj9Zi43c52lrUultNNN51IPdpUdwlDtwcriCsJUBmASQAiNgTDe7TeNu5xC01EXh7GtEzyFMMRTwlIAzJU024laFNG1ykjpIULgAHatmWbiWQBRG1us9on2M979U/7L4ho6KvlShTVUgLhOvellPISly2liCTa3psxcYbkNy28ZpyLPp1BfW+nI6060zIQ4k6gLbcuT9LEEDsRt51L3CbtK9KYxRPdeoj7nU7MoiOT5d3X4yUKJOhGqVBSDqApfbZr0Sdu5gUtvBuPMWQsXsRVqXTpTHwpsXzBbsErRceJKBkJzWRY5ARPUG33cRp4o9mTGWDWpf831OhVtjNnaa59bb7N9MiUvFVmwNUhLhIOgAAG1qzuKxvVMORIsDew/TpqMq+XqkBuajN3UElSkr01sSSrsSSb3S9Yr8qfQZ7u4yre+5rDWR+O1VjDnt9ussn4agNepoXPaw8lfuo3le0FRpVaaxRVqpKfY++RWpWV1TKhe/U3dCknVKrG4FgQDcmS8ug3TYWI/Zfr2Mov/bfGVOff4SWlz6dTeXdVa9lqStS0FVrAmwvYGwOuxhgvcngjdpS+LRsPU6a/k+OtaQl17yKkr1N/MAkjyt6f24Lf5Qd7WCGK806/FlZuVmxZS+lmUk2UgKUApN1ahK7XBBGne+kY3wQ1VHItUrfuGahKlZHV5WHkXsTZXSbaAlJ0uLkabTndKkNIycY0GLWW2pVR5VhfgU6rJ/uODsCO4V5/vPDFFCwbKqjleqktjJKQlSF6ZFLT2WFAaL6raEgjuPMrbfNhTd9iOfEqn23isPvL4TTUeajJIdPZJSogoWRe1iPwOypp0mfhKLP3X1nebV6Dx8yqbCrjTaE5j1fdluJKVdxZSSoXBBT4gKF9sIqSDvs3u16sz5dG3XxEIRCWtEiqQ+lLy0AXbfRfKV9rggaWOYWsQzePjhrHkDC8p3BtXYmsNOtSnYvVy6bJ+My8g5XWyQBwnBxEk3tax2hbtpztBxlXcGyojfNcXioyJDXGatrkUFZVm91aKN73sDdIJ4sLFtGd5+Bhmn4roi1qW6w+rlZkdZWLuBQI6vRRQQe1wSCBuZYCdd3sSLi1riz637klIy5pSEtuwpWUjKt1OUBtwiwzHpOguDbbjvFbditONVRp9yUwv8ASxUZ0vIzWLjKupLg7Zm1FJsTqoXuRYWwO1VGn69hzmqJN4q0SIs+VnW3cnxKUoBYNrEH8Qojvb0Xd+1AdcaxvyqELUp1pEJZaSpAv1NuZQEE+aba63F7KA5bbFrgjdBvGgYogT9yO9JeHqdV2MzUBqousRVPp04bbFihvQpukJsDcADSzNwhF38RXZcDG+N5sqEhaotSptSaZkR3tAVEZUZjm9ASB30IIAxj7eHS8ERZ9Bw5uRxRUV05CZqFrXkaUoiwcYezGyrXzWvYHq0uTRsbxN5dU4GMp7y4q1oaT7tnsJmZkpFy2omyl9zZQNyMovaw26dHTSUwIFLl0vCVOW+/S0dMNalqRl7rbFsyUEWJFwAbpuQddq1vH0CVw6M1XItR5rr9zT2FxX0pFioMPAWWsXFg4Eq+pGwvi3eXKrLtJlQJfuGqIdyZHYDsdGW2ofPjiXOoWE5SLa2UFbBe+XeZvGpeHHMOYowbUWH+Kh2HKQhuahS+6bKbzL6rgpdbzWudARpGZ0bTiItZ/ob3JXoq0dDT7SC0+36tL4qCysE3spdgQNFG9th2DuExQ7WeVoNcqLGRPwJspLsV+Oqx6SkaFPbpyEa3AtYbfm7f2tMeO4S+Lg5dU91tZX/eSg1PbQlPiChfip07KAUm4usgaX+Gv5QLcjVJTlGxl73oNUYy/FagOyoTiTaxS42CpPexSQQD2UR2LtErkyxrO7PGTvu2VXqdClVRhSWp/wAULakJvq42tISUnzsW7kC1knYiqmAGuQ5CLW21xVtZOE7bOlJvdBBtnT272Pqex2oqn7Wvs8Vn+hv5zYS3l9HCaumQm/YhOih5HQXHp2uOYi9oHAcql/8AZfGVOq8pHSpP6JarjQ9spHlmBAOpvcHa3Cyu/HuCtPw1ijc3Pl4NwRERCpFbzKztSlqYS/fpcykmyydCSQryuoE2A8KogUtr3zjzd7iWo1SnO/eIC88iO26DYOR5TSAlKLnNw3kWObW+g27t73932Lap7haxZKpdXcf5VcWpJKGOPe1kvAFABVoCbC/mb32Z2C8Gu0uf70x5jevQuA6pKs6UPxXEkkJClt9aVBOgUStChqFC9jJP4ksNw4jgws/S942DYleo1JhRVxUfCaUltMhtrpFlJypS605oCAqw6Tl7EBu8CLzUB+gtU5uF0ZVZlBSHEC9xcpChYDQEqNvPveTWsR7lsONOc1vCyZ/GuPP4D6VAD8OJplNrXIsCLG+2ft/O+OgxYD9LwHjyt1eVKQrKjleaU2k+eUpukW1I72GgvYEbSawE5MRO9OJAi48puDaNkXzspLXCj5FZUnUnUhJskX7j/LbRmB8P4IlRfsRFpMV+vRWEOpzzTHW4lRtmQsoUkKBGrZBJJTaxIvnfcTg+fErsjGNUw9h7HkVz9Lkdzyobvc5FXS/GcCVapcaTclOqTqdX4PnYtoMCXjeLh6FUYS8v3V3JzTbQTqjMnRVrWCnEk9iVG+t665d79/jBrFO5WvT6M47Pw8w/FX/VeKj4uUdy3JirztLHcqR0HzSk6mBUKbjzFFBbwHvVwRiFEJ9OX7R0apBqo8IHRElkpQiYE6AcRpLqQkXBvn2fdJ340GlusO1moMURiatKOFKyqYUvys4CRcdtQkemguG3Sd6mF6pS23XYjFUpy+hLsdTb7SvwBOU2+hP09NirEXvFQy8ybux3H4tlUup4cw5RMNrq8JpTtGxCpox2qtlHQ1OQ3dLbgULcZGcgnqSjS9nV9y1ewu1ErOI6Sig1SVHS1MgKmtcBTpuDkJshViV3IAChlOp12d9Toe6CLi37b0HE+IcNTVozux2IDj8JTutnFMpQpQIvra6bXvbuMje1Fvo3oVmfLwRjLCkGUiFmm4XxDRliVTq4pJJSUuqGRF05m1sEqWglV1EAFUEloSu+u37DmFWFcAxaNvLbxRhyoVGg1qKtbqn4chuO+3xLcYqbBLT7LmQBxLiFJVoQQQDtrHCG9zDkCA3g7FtJRKirQHYr8WKJEJPkAGzdTNgdBYoAuAE6I2xb7NVDgSov2ylYepzD6PBTsgfYZ0sQ0lVwgeZyBIvcgC+zRxBj/wB1uy6pFeRRIrCErW1Cih1CVa65XDkQm+uqkixtmAOy51G1tky9VrgLhUnuNHGC93zrrnP0SEiEhSlwktI+E2qxHSL5kqNza2ljawFwERgCLPlb1alKpeCH4UVhCU80xKbUiUgefAKgoZSbEhNgSO17C8wrvMqm8uB70qlWwvivDq18JSqCh+PIlJKUqDb8VVnYUpIUFJICrkoINlFBO96OFYGCN18B3BtRfm0tGVbUh1BTNh5RqrLoc2tl2yXBVbyQT4LCFtpNtZV/mDG8moUt3BFeaqjT60RYq5X3VWVXQOIe+h8AFiRY/hsmcGbyMB43o0vDmEqhiuLVEZeXWqnFGVWmiswUy83cakFteXUHXZlxMdNNYX96Yjp/HWtamo8qPICoU65sQy+AeG6CClTToQpKrkgg3Cew17S+5vdfzcV3c5iGl1phampUV2E2lTKr3SvMhVrKT1Ag2V3BsQSI6ZHfeYv03RdpD3RzniMrBeB95eHJTden1ZFOfYXx4UrhF9jNpmaeSAE2PcJKioC+UkgEDG9CG1P3oQMb7wcPU6ne8VIRz8Bpa4syUm3BWspUQhY/vALBTYqNgSWbtPbu3D4toM57FGMqvgCrwmnc0WVDD7MhgeF5hxpObPa12VBahYlKXANs/wC9vGOA941efpcvexV4r8WapppcrD+ZGYBSgovx8iH2NdEuNpWCcyVIJy7H4TgTYQTSW4Tclu59qCqbwqXvZpU3PhSqIpdJlMOmK62xyrK+ItJBusqUSMyR0lItYm43I3L0b2bt90TDmHK37wpE6Op1p/hZV5dRw3MoNl3TqQAk3SQAbgctwntCb2t31Lco3umkYoqCGkx2uA/wOeighA63NEPJJHw3AEkKSErNxt3rKapXpUiqYow9VKdV4VU95NKWrKl6Go3LRRci7eiVJVYmyVJJFtqgsxkBGVpoLDG8+l4NaYpc/mn6dKlJjoWqOczKnCRYqF0lJJ8yLX012SHtBNVSg4olu0GoRYTlXj8u6iZH4sOqITZRafZWgpcDjSk3FibZlApIzDTmCqdFxHQYjTUSLnW0n4qmulSj387i9vXvqb31YrODKfS4DkrFESK+z0LW6uOhSo606JXcDNoOkk3sBbQEjYxOItfqRp+ZkfBm8feXubwvRd432OqOMqDKjpiyoFLlOKmRY9lKAjKcUUvNosSG3ilaEaBellGuFsf7pd6E/n8L1xErC9UdVISlFmpFNqKR8Rpbei2XQDmKQRmGozAi+gIOJqDQZTcr7ryq1ZVuxcikKWAq11J7G1yAqxNza+wg1up9nSqYnq1eo9OhRZ1ayrlKipDSVLFzbLaxF1KUUKBTdaiACok1EUTqtbcPxE7jzEFLwG0/FoOJ369CqiVR1QpCs+Veg4awQFJRmKgUq1BuNQbBbU7cTvGi1n7eYypMJyluIU7FaTKzOt/RTarJuABlUDe2l+2xXvPpsrdfvB96RYiKvS1tK5WamV1RXz/YvMuqsgOaZHCpwfLZNgdlDTN8G8GqY89/YolxZVBlIU1FozU0JabuLg2cyh5d+6k2KQCAkak1tO4YE09OyW+a+o48G0aVjfFETCdLdRx6irOh3IU5UJ8Rct3ASLZrA6gG5124+0Fg3eLTHJe77BlPW/V0Ul2QhcNGZ1SMpQhBSOlztmSrx2zXTcaaO9nXdq1gjDk/eDiKI3T6hV0rfS0tITyMK+YIJue4AUddBYdwbqD2ld49L+0dCnxaSxNYreaK/NYdcQtlIbQtkZ2xxGnQVhSTawKDexIsEpsH7wgs3OfwInvZI3OtVmly58rGL6JVOd+8UarwFtcNQR1WuQlJ0SQoIJubggGx2tjbFVP3fbsG22vjvzckXK0vKvr/AEjg76hN7HtfLrtnHDYrMWK3Kn4sm1d+UhKlz5GXiyLgWWopATmPmRoSb9ySZdegu16BEi1R1/gRV8WP1/o1XvZKtbAnU2BB8wdiLUdswreuUdzY2cfmPHGSt6HKwIG6v3dKRNgcf3bWXXGGHLaqaMhpKlNGxSMyQSDrZQNwpMFfzTYE3qRMBu4Dp1BxDiuZxajAiym2ltyglSxMSpASCsWVd0BlxQtfObBVfC3k77sJ1SBWaW9CxLS6I6nmIEpBhPyI7gs4FOICmw4LjISlCFKQm+QKNvl+g7pZO/x/flQcJyqfNxDCQqsrlNNpWmRwQlRICiCnK2hKwNAoLUM2Yna4TaOY9X1HTv4ow5jhxvhTdLhzGUus8WkU7F8qKmY66t1tCpzX6O8hlfwnCooCc5CVGwAUkgE5E9pzFmDcOb0FwPszkfr0WPUpUhq6lsqU3lLmU3UpIUm5V5AknS426b+cJQKpvFn796NLq9Lq9OafoNUgPvmbRK9TWsyVcqo34TraVKDkZeXTMpIBPxKreRBpeI6XgzeDyk2a5S4/u1K3UhfGaBKmepSVBRCWykpcF+4uNFARWaVZ8YnBhus803ytJQua/wAWZS3Up4UeqNdKlFCVHKl1IKQoAlp0EKQUkkDlNnQKpS36NKwajrdSl1LrS2n4qwqygLgFJ0NtRYWPWLWbNU9oWLjLCTm76Lg2FFQh1C1pylrK7cqS+wRq0rurNnOuoURYkHq9Ziuz/cNe46Kpwk8rMWkKTOasehS0DIpQ1CVWBPZQFyo12QmBAuj7u6NXnX4rWJn2ERUdDT6czreguhWXKsWBudCSkaWOm1hjWgSoFLptGrzT9UQwpK4s+LZEhKvJdkHI6k30IGYXAy3JUCSBu0oPNS+LVmGJXCUhDSs3FbsDZwAnPcG+gVYW721DJwHuwawHhdzG+POdWuKtbrCGkFXLpVcBSRYhS1XtmHSEqNjYk7UxBwcdxPAoODYnvShyn8UMR+FDQ+gI5pAumyVi44YUCtaQSdBoNLZ4xHQ6zz8+vYje4nPOqlSvmSp0gdZFyU6ZQD2AAAOh2f8AjY8V1us/AlU6V/V0Lzo5O4uEJJAVY3JIcRe5ve2gB6lhL3zKiVSf10hGbix3WuBIZUNLFSSpK2yCSFJuSLiwOomc4gZu+wG7jKe/Fi059fAQpaeE0Vd7XCL6rPclIJ0ub2025VnC8/CVe4tBw9UZT8VaXXXY90qS0deGpOpWkg3FwbnyNrgoj736XgjEbdLwvkRSIqUZGvC6pNgbIGoZKfK97kX0vYGA3x4Nxa7E4VWW/Nf6UNOxyl9K1WuNR1C9rkEgdzbXYN1joOBMXqGoup4Rcj8yVPYgYyw4xAqjSJtOlNI+E/19rEC/cKSsaG4IKbaWsBKl7usOUaluQGoiFrhO8eLIdtx2Um4OVQANjfKU6hQAuCQSTaZQ5VLlc1WZa6WiVkVxWulLySAM5sNddCsagXOtrEdp9IntV6XS3cQofivrTwnZSQrhpOoyvoslxIOoVZCiLA6g7Y1uoKoZ52hrd/BmWd5+G5VGxbLddyZJXxU5VZsvkfwI0uPL12J90uNHcOUauutRH+PwuFIR42pTR73SdSRe2UdwT52ta+0HheqUHG8CLKq2dfLqWvlUl3M0qyg4EpBP0JFwO+ljeC5gX3Nhx+e1LlL5pH9qxk9FEpWkBBtb0BsfMg2frvQ0Lk+xPUadHdBmDNcxFVKW6xPgPcfOj4qJCcyXE+WYGxvb11B9djbc/vmxbugoM/FECoc9TpuViZRpqythy68qSlK7oDiRdYVYG47gXI6Y/gUaBheiwJTTHOvpXkStoJdirDeZVjbqaW4uytQQoJIJ7CiosOje5oEWqdC33cvK6qzKAUSEkg6i+iSSe5F7aaunIKZEZuUocS1iSp+F6pExHg2rVGo4axDKW67IW6VpcfJKnGpKCFFqQCVEkI6gAQCAQJe+fFdUgNR4tLeWw/NaQ/AmNLDSZTRWQU9KspWgWCrWHhNgCNivCY3fRePhygy389XSlE+nSEhKkqP6OQjUpdAPTnBuNRYagBeIU0Gg0HkIuLItXQxP4qYEpgpXHvcKb4a+kEm2qLE5EgE9zbfugkb+UyrwHLr2LeG7iNlhcpDvKrkSsjDEhpfQUPqBTwyCbh0EAHU3tq7a5uPr27nCUufAdqlRlSorqnYersxtKEpCnEJF+YbAJUHG7mwuexVtn5WJazKqjdGqjT7EXioQpqK0tK3EEgCyTlUbdiARqLHS4OxZuHa9g3AdCxlhKuLr1IiqYVFr1LdcW0y62ghLMttQC4jozWyuADWwKybBTVXjTpvI4lLbu0ORmZWw/gNqs4JrtdaxBF4NLaVVGlLtmVFQ2VqsUk3UE5iEKAKjoCSNgTEEzhUtugyqGwiqQn0/f2khKXkG/dNgW1EFHqFDuEmxO0Rg/C+PItZxljynsU6qTUOx3apSUhpLjqkgETow1UVEJzSGwFhQSHLpuTmTFuGJ9UlcrPp8Jc6lyHaW+pfwkyGgbMuhZAsojQHouSL5bW2V6frU1RbaZ2mbvDIl1VaBRndw9JxbKqL7FXpEpKcrSh8Rpx0IHSOtJAVmuLgm4NtDsp69iOqV53i1R5+atCUpS/ItnygWAJHe31ufrtp1vdVvV3g7vqLgOjYeRFo7EhLqapUWHEpipStRWhsAZn73JOQEdIBUnvtKrG5zc3ub5dqqOysa4lfy5YfCStpKjYHpJDTKQqx+IpbyfK476YMbKfiZ+wDuuxvjJpiqUbDMpcVasrVRd+7xUq8jxlABYuLHIFEaaEX21Phzc5Fgf0pjzEK0TX6alqVCpts2ROax0utSSFgGyU6Dy0O02bPrODcOMV6s4spcKK+lKE4ehOnOlCrlI45Oda7EC4CUkaAqtbZYsVeqT2n6o1npaIr6uFmaKst7pIKhZSSCdNCTYgi20mETCiFUjDeF+QfxvugiVGr1TC8fl6vTnf6+mGhRIkx0gEyG0AqK0XK0pGayha2fsYVufPqjlGqlWzxZUdqVS5jHSlLRvbtotsm4NiSLJIPlsYYXm1mBPq2I8G4mXSMQwpqalTZ8V0Id47a86SFKuhZKApJSQAoOEEEEjYt3yYMo29rdpL357vsPe6K9hF/mMb4Xjw1JRFQ4bLqMJAv9ydUOKtIKgysKuQkkpiDaJimO+5pTlLxRE5qLNTwpSUJzcSwJS62dLOp0UP1gL9wQebtGn0uve63ZbC2JSEv02etWaPMYPhWk2Hc6FPdJ09CZmGqpS58Vug1Rr7qtrOh1HVwU3ukgAElINjdJum1x3Kdi6Dh+l8qvC+I3lrpcpSnYsp1QzU2YeziHE3SG3ARc3yLGhAIttOA3BkYgpAxPVItBc4sRhaIq+XfW71J72FzqLX0BIBBUNTcAfWFd4s+l1RufS4jCH4SlcJa75FNKtnjq8i0pOhHa9iLHXarpcWVS59WoLrK0TutiRDf8SlJt4SBr5KGhBTYi4I2m0DB2KP7JpcWE/mzJd+X6FPex8j+2502WxtaV3S5x/hilRaXExlgiJwKJXsy4qEdPLyBcuRFWNrpsVJ7XSNbkEmuw3h6vSnW6zWZb8VhCOh/5tBbKT3taw87Dy7bHmDYNLwvRpdBlVBEqi1d3JKTIY4seLIAu27cWLS0kfUlJNwRcgO3mRMW0avOYNrLrEVhGV+K+w6XY7zCvC4lel0kEa2BHULDa+zdIPlPnEmN2ov3Cl8NeRfU6hXX3N9CdDfzIue9yDtNZxU1Fpbbs9phb60cJDuQoW5fsD3Hb8B289TUYTgQJTrEDFsSK/Bc/70tY4rOtzlWmywCQOm5ST3Gt9pG8B/DkCsxIDUTOwxmXHlR1BPMJPcHSxsBqoXIPltXE5Ttmidw1fo2MsJT930qWjjxWnXUtO2Ul6O4LSGlBWigoZjlPnlIva2ysg7t4tBxbPwu7LiyuVzIjrU7lWpIWAkg+pQUqFx2OuhB2o92eLnaDjym16ls5H4q80dSlBK3Enxt+aVggWsSFX1Fu2xHvypFLpeI4m9DC8R9/D1bQlDqGkn7m+QVZDYAJGigDYCwSBfvtGdpxBiwI+PzDjBFDwvFrLeEpUSUtiapM9qE6kLTFfAPxWyBZTagbG5IB1BB2cceJFalcXm0I4HhaVfKpIvoR6eelu99kTuExh9ra827K6/d2dSHU2z5LHrsb6gWBta47jQHZxYoxHS6M04066t9D/VxWkBSU/sINxck2vf8AVFrmrnxjKic6/i+LK4jUWIhDCM2ZTS8yVK0F06DT9h+nqpMUutUviVTlH5sVbuR1CVZHW1G9lgkEH/CRY2ABHcfmIqi666466yxnWpXxY6z8ROljrcnTyNiNbgdthfEWOWouHH6M7zSHF9cWU14cwtdCx2AOnYH6jsdqVAs/Eu54gJGxZRoFefalS5TFOf62lJaHj887Kjl9b2IJHY3FyOz5jrs+XKoNWlRUdObklOIaUoC17XCkgkHpJIsSNdqSvyPvTjsplDnH686EhGZd9TYaG5NyRb0sNq2JXpUB1xqK0vIvx/q/wfrtqxQmW0Ko1R2fxeNnfYUnK6jp7dr2sNDsdVaXjzGTsSU0yuoykNNRUfeAlSUJFgE51BKQTrYEAf5rJsuu8PkGV51q+Rfzfx+P47GNNoE+ltN1SVVn+OjqTHSsp8j+AV9RqPKx77AIzK8tGGMH48qnA5/D1XfRkQhaOA47w1W7Z0JKkk6GxJBuTY6WIHN3c/DnKSsUUOqUth/K0xIlQlIQ4oagIcyhN9D3IXYEWvsHYF3w1nDlUbnysQzaWtGVDEiKsqWlFwShSfnSdbptbXt3O2lIvtTbxvcLkWg4nhYrpz+RMqmyktL6bC60pIvl9O1iO3kKHu/AGJK2NnAEGc8V3BrkCqRGKu+y6haszvxYbpJHFBsFkEXAX3N1A+ewhUadFlQF0blM7CFZldZzJV5W7Hw973vcj67MZ9ufXmnMRwMGzX1voShaYtNU+lm/kS0CAbdrkE9yPIV8igxYsDitO80+w7llRWmlc0ysgmzjJAUjsTmIykefltO7Z7gbtZZpxwJW7u94mLd17XuujVHj0Ra87sB1Z+Go6FbS7ktqt3FiDbUHuBbeJWsUY3alu8JvjZ18ujilObQkdR879vK/p32LDFaitN8/SeSz5cnMJKPwspVkm/buT5d7Axag/Aiu/FpyFoWtXWhZyp1/A3uNe+h8/WQYBNZq7eQOP6RkbwmfddZbr3KdbHi+VTiRbuexNkgC507bM7CWLKNiigtz6XLYXkQlD6NEqbV/eHcX8vI9vLatxLT6DiOluNe8GFoX1pWnqS52t6H9hB2zTjOfXt1Ve5ql05/9dDuVWR5F/ACmwHbzOl+3ltgfzTHVd33Q09plt2vUb3XQeHKf6ckdCBnVqPCCR6eRBAJ/Aj25PdtRpUD/ALR0mqRZqMvxY8pSFepzova/lexvpp3IuMDbzN329p33NiOnrpFb6kJizFhKXFerDxGVZ00SQT/dIsdg3fDgvFu77+maDjddRpyOpUdb/CmQ+wsOwWm+uhBBNgk30MmX8BG6qyw2CO87hN19Zac4VJXzX+1Q6Upc/wAaBYE/UW11t32Aap7JWA+acdpb02nLXm8L+fqJ06Vjw/S/p22R1M9pDeNhz+q4mlPoR/tbLzedtdf2n8NiOse0rvGxRQeagS4Wf5vhdadPx/f2/fenavqbgy/09lXIMNY/s1z8L1T39hzE+dGTKuLMRmR3PZQ7A2GliAR212AN+O5/eBKHvSgxItRjI6lRY7uWQnS90IIAWO97G48gddvrAu8/eNKiuOz8Qyn2F9fCXZXD7jsR56fUHzPfb8h4/rNUrLlBn1aUjOtXAyO5VMq8ik97XHrs/SLvkiP1i/b7mbEuVSlz23fjxX2FKTmTdCkqBsUnsR9Qfw2YmEJMrGVeiRZVDizZWdK1P8IJW4keSykDNpoCRcHW+xNjvCU+qcR2qNMe8ULTmmtNZeYTawLiQPF26h38wbDYx3V7tp+F8OP1me9F5p9C15VKyp4SRcFJPre3bT1Hm2ftjdaN/NDLGmKKDQcGuUugxJqH32kx5CITpS+ygg5lkd1JIvc6gW8rg7JvB3KyqoxFaq0qnSlrVwnfHHetc5Vjum4JsR2P42MGRTMW4txQ/VIufmkKyx0Idy5U9hkV+A9Rr56bfq3qpAqi4s+nZJWbItpaMilK79ra3vofO977VJ2iWdgvMNqpS/ddZ5p3lX86EIkISgKV27KGgOljqfXUaEjrOE4EWqPuyuPyspPFY4vEQ1lvqkLBIuOwCvyI2N8NLo0+Ut2vcdE1hGTgO9K8ov4CRc3GUAEai1iL6/1V3jYXpbXIQInHz5krRopKV63BA1uTe+nqPxQ7rxL6gseBAcYnn4Sdc91u54q/7CQvO0pP53uDbzJ76W8yHDGMcBuuuc/EXRFvIV8WOvPFcvqUONkAW76ggjuSbAbV7NOo1ZlOSvcjGReZa2mroSnTyA0+thY+mw1NoVGanuUvgvsMfIpKM+X6i+hH429L7RXaHbiWRxb6jBxHQp/Kvz6DEXW4S8y+LTn0yEs+dlIsHkkHtYKsNCQBfZLvKdrMrleU8Cs+V1K0ut665x5fUkX+g12aeC8Az4spyVAxZNheLhLj9KVefUDcJHqCT5jW+11XqnWYDTn2o9w4lQjLzHFa5WYlN8oKHBbiakHQg6WI11crd/6xxUKjmCq6fRoFBb5qWxky5smXoVppqLk2+g18tb7DFOqrTUp+BA47EXLm4SVZkK9VpTe4P5X8u1tmVOqm77FFLbgQJaMPVRC/hc+0FI0ubBabXA7G4P07nYOxXR8W0aLz9ewzFrEFjr970u0pDaBf4hUgBbYCU5jxEpAPcnYvuUsZWkqhtz3Yr7tBxZwF5MqM6FZFXuCheU5hb0Itc6202raKmfxeQr1OYmscx1fOtWupTdOtxqPMACw12q6VMozsrn2peTjtfpUrOZSfLUWI8vMjQWO0uiYtwRhyfL5qrSospa+KjM0FtKV63ucpH61rkEXvbawlFKLJOJ6PFnwHHcL1BtfK+Jp10ZmfUZVDMU6agaDzSLk7aGwpyuMt0sRqfTmJr8VOdeRfWnQAG9yLWJsrv3se9kxRsLSt40/3zRqeiUjNwuLHUqOp78TYi4sQCAR+Wg0ruR3WwKNS36N725V+VmdaadWjitqIBsbWS4Pw8vMbBufYMw+8KuZmqs1uvYIlMRapEXKpEpafu9UiodSpFzey0HUWGYEG3Y2Go2hVyv0Hmm3YDMJcKV1qyXT1A2yKQdQdAQbXI8++2uncNe5ubwvjeJTpVIlZs63YokQ+/dSVgBsnsb2B75u2yt36ey5ghrDjmMsB1Z+LKR8VTDSS/TpWtrI7rjrCRexJQdTqSNrV2B1iY1od9kTjS6NVOI7hx1DE1hrMtri5uIjysO5HfsSB+8wKLS6pAlOSp/AXCWtSESGLpWyrXQ6DsCnS5vfzG3Kj4D4TrDtUlvsTUKTy/AWFZvobpKrd7kAW73I2N5+KHcOUZyLS6dysrr5hK2srTyld7JIOZXnc2N7G+m1iI7AefgmfFa4vvBHH/voKFK8tB56/nodPX4omG5Up1t2fLWx/4Xizf699NrsRMUSuHVKpk5VfQt1h0Ka0HUgkXKFjS6TYnW4OoEms1Gl4caYlO0Oav5+LwjkUjQixGhA8zfS9jrsnqPwJnazc3AEIoSZUWVHiwJbEphbqUKQ6op4flopPceRHe50NjswKVhmA66267EYYf6l/oitOut72B+mtyL9+wAxgakVTFHArNGpyIvSnLwlIWlxOg1SAVHvrcEk3sSQNnDQqTVOE375Zzo6v6g7lXp55FEA9j2ANjsiEmL+0jRKPFgNcVrgIWjL8eO1m4arnxDXQHuogADQkAbGGFMGz6zK4VUrlOir6sjrDQRxvrZNrH62+tzbUUlONV7PKwnjZynVClr4XNIQl1DLuUqDM6I4kKSk3B7IVaxCwLAiad72PHZXuH3fTqDXqW6lM9p1Cn4TySb8xHWAl2xHUAAQNQbkDZlFVZYLNGS6G1Fi8KViddRfRlS60uzqXO+vXdaVAHtmIJ8++y63rUiBXqN/T1DXV6WwnI6hrPzTKNNWyCFXFgSkEk2BGbtta4ZdxHWeHVMWy4UV9HQmfAlZ4byD5PXSA1bWxNwCfFcgbXuLjyEVzn2pT7HLqUlDWRM9lI1uyofDlN9lFJubeRNgHM+MOLNkzJVxgPDkBvFEWoysQ4U4vJVHhK5p+C6Db4iFDiot2N03BI02kYSxtu+ozTjuEq4+uKt348XhLVm1BBCSLptm8SbpOY6XJ2OZ2At2m8t2Jjegy0UutLRy8yVFYHK1qOEW4ctg93AOxUEqBSBqDbYPpvs3u0HEbc/C9WpEqDmT91yfoU21RkUPiItfSwIFgCe4HsDRynRh/ImCmI0u7wZ8+VQZaHoSMq8yEDP03KglR1KQfK6gDqLA7WdCw1iigtc17pmzYs1CczudxbSrAWF0EhNvLX/Wz8wpgN3d9WW8R4NiRUZ0K940tKXeApRvdxtN1LbBJ8JzAGxBAuNgrGtRlNT6lXsJe7kMML4s2jKUhC4qVaEhHQhxJJsVIUFDuUg3G09ualaVOm2U1Mq2I6C03XpVPhMZE/CdkKzsKUNAFFohSSQfFYHXXU7M2kY2wvVMOOT3WWKW4+1klNOqMqApVgTdxAuGz+sUJI721BK3h0XerP47uCMJyn4T7SlyIE/4qU6GxGYh8pIByrNwOk3IGsHDmE8btSnJVBwRVKDV4rqkSoUxr7u5cEqbkM2uptXdLjdr6Eg22kV7YausVcLCuBgOViPj0aVUUOUh+RzEeEp3mmGXxY5kWv6eQUSCLgW2NsKUl2BKl4XlS6RUaRNQhbsCQkcVt9N8sltxNgFJ0ucqbC4KgQRsL4apO9CBzcCs7rFsUWbmRy6nRlb0BHLyW1EaWUQhYBIANwQTsv8bRXcONe9HajiWLVIWbhIqTvHdyajpfTZbybXTmWVXGYFSjcEo8YSP/AA9iXC9Gr0uL9oaLKQhSotUomIIoXHe8KkJ18KikhQdAv5ErIG13PpWHGsRt1TDjz9Opz3hYad51htZvnDL5uUAa2BLaiPLWxyTh1TW/jjjeDEfpFUipVFhYlpzWaQygZSlqayCkSmDckBVlpCjkUCTtr/c5uhoMWjMRaNj2K+tf3V1DUht2HOUntlzAKQ6B2SbLHYgd9rZnRX7492+KKpFcn4Ix5S10uV8KUmQwpOVZsU3UnqYWOxug6WIJIIIVgT2PeE6xiOVvIioqKFcV2BVrux1KT5CTlCloPm6ATcC6QbjbT1Mw3Ki4jfw5iOnsLXFSj7+6whC1NEkJOdNwUaWuQACojOdRsQ4+Ru+oNG4ruN6dh6qRWlOxZkrpa0A1WdUqR2BVqQD4gNNpkYgLjXd9gjG+F2JTuDZWGsX0RSVpnw7K4yR34clnRSFJ1ClJF7gmx2BsZ7m6DXqN9qKNiyoxa8whSotZiyOBMZdGnDeGqH0ECxCgQoaWtptozd5R5+LMJQcUYNqNBRKlISqVAiyEuw3FeZbKbp11JFgL65r3O02RhifKivwMW4eixc+VSUSHeLHUq+uR8C6CT2uSQbXvt07/AOswhSqNVMJc/KxlhjGtLr1UjqjqlYezIhVRBR0qWy3dtS7aAkpWLqISQSB1wRRN6uN2n6NK3kYspFOQvMuFiOncV1KUmwu+hSw2QF5SgISsgkgkXvvmlU+BS8OchAd93LY6kNSkNzYqu5spNwba90FJB1tpYrqqQ6pS8UN16KzRJUKU1kdaRKWprIDY8HOCpIzWBTcgGwIGm0kNiWDROVT2fOVo3utquQl8dPFkNPo4vDULFL0dTRRxWib5kLCj1aKSQQbah7jJWI4DDVex6ucxTkLaaiuynX4SVaW4bhzKbSdRkWDY6ApGgLt49RdaaYa+zMqFKWpXK1GA6JUNTpBIbUoWWAfILAIPhJGm0XCWF5WI6W5ijC/HoNUy/f4sJTaXUqJ8S4+csvoNtQCFWJKFA6ARllldTfZkoLtUcn/Z6bTqjTsv3ql1JpCnE3JKloJykaaqBsextYHYqY3a0uLzbsWo81KfR8ViVHLXEUB3UkC4vYJKk5gPMnsJWD94v2Snt0beDLYiysnCjz08RTGoFgsOJDjRKRookosLE6bWtP5WU1L980niRVvu8rKps8KTkurKbEdKwkAhSCQf1TbWs5Yt8IYioMDEb+Eqoytj3ipTSIVUS40rOCMzceVlKCsdwkqJINjYG4oZQr2CKpLagMoqlOivoWuBKih1TadQOlN1JuLXKQUk6gm5OxTiinwK9FXArMuVUYsp3K1IlMNqmRXT4CFJUEOIzAA2UFADsQbACn4WnwJ/C+9P1GF+liuqUpMhjQkoQq3FT2JSAlQt2v2gsF+6cX2xwV+gSsRwIFeoLqGELi8dEBCil1xNrkNrKgXALaZSSntbXQJwpCo0Wstuu8eVwGlZl80Wn1agXXHXYLtfxJJSSDcE7cqpiCBhzDjcqLiabFpz68y0Z+YjtyLEEqQ6M7KzoNSCQQMyr32+cIIi4jd4v2mpDFRZ+KhEyRwsumYrYWqwv5KaKwbalKgdpXykZk7EeKKXKiy6DRnos5hCl8Jrl0KS2pOhAtfKolJsBYDtlSQQVpXcRT6NFcdw5SclUR0KYnvlqGpBJJPGAWlkAagOAIUQkZkakOaRT6NQZ7bUCX7ulPq5ebClNJShx/pyuMvpQEKUQR0qAUQTa9r7C2IsLO4trLFegYTQ/V6c0tMpMWfwFSGtPiqb6SHBa2YAm2hOgvfbKtMe1Nvf7jfFHKyt278XO0pHAaWFISjXrSUKIWgkWulShr20JAniTcZjKl1RiLjyrU/ADD61chVn2HHYTjvm0uS0oBhZ0IDiQVXsCbEbbLn0/HlBoP2tw40wxTkPqTIddSh9LLucJUHSAFtOWvfMBmOhUTbZbYzxlFlOuUvEeIWJsKa0nixZjRShKSTa5JKQCoGxNrFOiiTpeVKbpnKVuy397vqciqULFlBxRTEO5slOnNVFtSfUNOoCspBupKNe9x2Ozf3SJwvvGr1SoOMqfChVSowlO9bQaakNWCbgKAvYpOhKjokm9gQWYY3T0Fp1t2vRKjSKc+tKuYipWngpBuHkKbBSu1tLFQJ0IUddgLe7haVQd4zdZwayut8rFS6ioxWjwJiVOLUUuFCQlDhT6i97C4zAGMMywVlTEYhdjHdvXd1VBq0XDuA8NYklIyyGmpH3Oa81ckqQo5kvrSDcIBbIAUQFk5QX7sN/mI8ebvnKDhKnwvtzFpy5VJgVS6Wq1FTophK9MryQRYHve3bVKgm7yt6rTtJiwKHKfpbEpCo78qE593TcDhK6SE3FxqQSD2OxxXaPhJrFsSfS8G+61ylJrMNqFnyR54KgtyOkA5VLPypIBNyO6r3rH5hU3KkyfjitYx3oV6RWcRUmVh6Uh1KGoqWlpQ2tJsUqzgKSQq9xaw87WNygYw5DBC6NPaqNPqkVaVplQkh+O926xrmbVoCpGqTe4N7jbRFYp7W8vh72sL0mowqjT0pj4vw1PYU062q6AiptJcAJQQClwAlN9QQQoH5p/s+4I98v4yr1ORkmpztMZClGYrUUp00IynRJ0t52G0su0wbHxiKwhut38b33WHYGGYr/AEfd6tkMOQ8kfqK0u4NbEKHre5udK4Wwz7ZuEvdLUDEKIMKLmamR5VXMzNYgIGd5pS/CTcqKyDlsLXJ0ZgPElGw5g1iK18BDCUoR2UlNkG4B1IH0PbyNrbA28DethdqqONSqs+uUtpK2kR08VSrnQptckeuht6AWuJrscJ7nm36ne1uykTOu/HdTjfehPcgYtxlS4LGZpSoqoqI6tBewyEpUrzzAa20SBcbQd1mGd5e7Se5F3VY3XXpS+iVCmdUV5A8nCBa48lAFfexANwx8U4IwbjyBSa9VMJ1eqVdcjknYrExUdWT4ig6pC1BK7lKMxBKPiJBSk6ns/vIa3I8CjRd1r9EfXH+FHqLBaW5YC4QpClIVYanITbvqLWKu5hzNLUd5qcBQTHzh6PiOs0th2vRIsKUtCeK0hWdLatL2Ohtf124VrdTVKo65Po1RQxNX1KW0oJW8rQDOCCh3TtmBIt9QQi5XthT2oDFZawch+LK6UKhv9bax4m1JXoVD9UEEjUAakDDftc43qkrmosTlUIzcWElefmE6HoTorObnpFzoCL3sBOrfEwquna3fuHj/AHjZk0SqYXnuNNclFiyvhSvhBpTbt9PD0G50zC1+xGmqY3hb1q1g3GTdHoNQhVFiUtLVWo0pAUpTTiFhLqDfxAg5SCDpbXWzCqtTxlvBwu5jzdLif7QvU7O7UcK1mOed4Q8bbagkKfSANAQlaSLkqsdjPCeFN2m8vCUDG/2ZhP8A3VKFc1FDqkosk8u9axWkK1SoEFJ7KOuyNens7/cf1DnTvpLxdfz/AE/MqPZmw9uqgY8ouLWsJr5p5p2Kmam6VJSL9CkHpAFjcBVj1WuSbvH2p8ZYIi4cj0aVyry5S0rjqQooWlSCPCtPYnsB2IuDfZImgUHBvEn7tJdbpCEKVIVFamuT4Sk6BSgHQVsqGvUFKSbnMLm+31W26XiOlsY3oNcp2Mpsp9pNUpEBB96QXSCLssXKnmxY3Wixv2uTYaRtHoTc+oD+ojamnG9L3g0mLhfB0pikYvWl919bSZVGxBDFuIFJClMOOtkZc10vIIBsEnq4b3N18XHmPIkXBD3DxDS6dmdw06+Wk1SMSpY5GQs5S+AACwsgkKSQok5TrXBFDo2HKC41zcX3DUV8w7DdXkQmVcpTLj57KZkoJyqtYrsoLBOu2Xt9u6TGX84NWr09pa0LlJdivo+E6lKelt9LgUL9ITlUgiyyQpKCQFSLFxGaz3IsKNhr2fcUU9/DEqJifDeLqctSmkLYLUrit2z5EO2Q4oEHMweG4UgkJuLibu+Xu/xZPgQMO4gp8mtQ30sKadp3AVI8WqUrACiQkXQBnRm7AA5mtBwv/PS03Wayy/Fx5REJ5iY00hKq5Hb/ALUpKSlUlsBIVYArTbU2FmriIbufsHHi4ywRFq9eWhPCmLpaESHlC6r5kpSpKxqRrra1wduJhE9xe7xsCfZeLRcW0aJChSuYa4U+K7y6or404bxRZDzSkgjK4gW+hNyUbw5PPtRJ/wBoX2FrioU/TosjKrLbLnZJuhZtcgLBukWBAAAWeHvaK4tZcwljfDFUi0SqReXanymhNQ26AEpKyk53mibhSrBQABte9mfTJuCMR4XbpbTNOlIi58kXRL7Kb5bJWmygRbMldhmAvcG525UhZoDcVXIEDC8CK1LfWtDSF/erZ+wsToCUkedtO2uz0e3n4c5VuBUJfu6Uvo+KjMhy3ex7HTUg2JHa+2WsA46oPIU2LAdlP5EKaaiyvireTe3QrVRJOovoToSDY7F+M6tAlNNxXePTp2fiw2pSS0t5SO/BVfK4QCQtKCVJBuU2IJKdvzM+3TC33PveLVOLKc4TMVhaMqVOwvCpI1BBGi0GwOoJBte9rjthYRZVL4s9599bmZbS2lBPV527gm/kR/nt0XSWqpS25TUSUjjo+K1lyutrI809swJuD2I0uBrtwouCKW1Rn2qXW5UWqIWpaYspaeXeUPJBJCm1EkkAkgdj5HZc2beJ5TW6F6bODmHeE8KYcrMVzlajFlLfR8eE+gKQ5+sCyq479xYjzB7Wyxv/APZ+/m0rMt11mEjClXVzEdC2vgZ7kuMk6qQu3ULhVxcgKCSA4cPypUWqMOz2cj7EhPFXnyrbUO5PY3A18iNb+m1/7XGEpW9DcFWsG0vE0KnV5aGpVJlSpAaSmQ2sKAKylWUKTmQVEWIWRmTe5hXX3HOk6vtPtbgfMutzntfbiN7NCYoNLxNBpdXp6Wos+iVF0IdjqSABlJ6XWwqyc6CQDobEEbJv2isO/bKVSazhKlcSKuYtqVDaUhHLvgi7zCyA40rMgXQpJZX0qBzFQGKJvs2YoqmI6TU4GCPdb7Gb3pKw5KCWFKHZ1tjNnaVkBSpLaShROawBN9pbnMONbr6WxwqjNmvoyrzzHS+pKunQLVdSSCPEDoSdpRha3E19T1PT6ReOc/ifdOXWfdcR2vUmVClIShLqnWilLirH5uxVpcgHt2uNQQRJ0DhN8XgI/VX4sqfQjUfsH/HYhrePK9ijiQJ7MJcJaMuRbGVbibEeNJNj53sQbXHe2wrS8LwGovPtVBbCEL+b4rX4m1lAX/K+hI0uyGPozxeoKWWl6+B+J9OJpfNcWLkYX1Z8t09JvftrlOtwNLeR24OJad+F8nh8lf8AEH8xb6bdZVbi8XlXYkJ/J+ifYX4kk20Nr/ikgEW722pph91tOT3XeAjIla+KrKlOuh/A+vb67E3LBru3eMonWqNhKBiWg1SkolYXxRmXV0NMBC1XQE8dJz247QSClWW9gElVgAErDxpijdfPq2752n+8aJwmnZEKU19yqEVYzImxniAGl+iiUpStCklSCAvbQeCt5LXv5yA6zS5UJ/7vKpNRQFolXCrFlZsUqOmUkKSfCdCFpPat/MtWWolLgU+icB+O+ilutJDD8F0gByOpsgFAOYhTLiQM1ukk2Kk+g9PssNI7vuY+q9AiypT+KN0tbRihCMzs+gzYoYr1JfA8kKI4rZScxBAzJKSFgWUoWfxd70nuQOU++to4TSeXW0tKhpl4KwFouQMtiU6jIkggl3Y29lmfXpTde3VYhXQa9QXfhQl5kKhrJvkRIuSYqraJWLtqCgAtKgkHeBMLUGgyqa1vf+zSMcvrS006mQGkTF2JGRt3Qu5QSFAJKrHQgXF1j2eYMYAwO7AwuxjLehEQxNpbSnYCtEOsptYNuAkJWv8AVuRl+lydl7vI351ms8eK7EXS2ESFJjradyqbULpBJtYk5rlK0AKGWyzoDK9pLEG8aBiNyU1Uac/h6nLU0iA1Ky5VADNmNipt0BROqVoUnuUgAhFUeVVKziPkIETmoq8y3ac7HCsqc5zBC05kBJso2JtcggHttUicTNG7mcW4N3l4NfwlvVqNLi1eFniod4vLuuJuQm/ZK9ASbiwOtrg3S+MoeLaNPn4c4v8AQsKQtrjv2WmQ1cFLgKPASLdQKQe4JFhsQ7zd28WVQabFlRGJTErK6hK08KRmANgbgocFyoZhkWDY5bd0JjTlaXFbo0CuYhQxCUlHJSF50x/o28kDKg98twbjte5PYDCD3STibBeHGnWHYFQlIRN/QLd+8MKdsFFriaXOXqGoOhve1zV+6p9BeYntOoYfYd4rTqPlWnt4gRftoQUkaHTaVgnFsWlH3FWWffFIqmWLMhSLjiIvdKkKBCkOIsFNuiy0qANyLgtSpbnazFdbnwKj77w7KR0tOqCJmQiwCgoZVLA73076drBYrKsqt90EMQ73qpvLdbdr1WpdEWxHSxI6VJYedRpe9yqOD30um/YgGxMd0saqYt4eHItPQ++hrI0/HdD7UhoDQpKLqQsajKoA3T2IvsIt7sMOVSqT6NAqD7D7C/BIShMhKRfVPdKxYC9rEeYIIOzh9kTd3QcG7y3HcUNRZTC4rrSJDq3GlpUopyuMvtEKbAGbqUCUm2gCirbH6p2xp2C+4kw0qvs4BkCkDBFGqjmHKy0+itsKSlDT7rbSVKGpZUpd0KWoEWUQBY2yoIyEcxhT6xXsT+66W1Uaph6UvradgFifTXQoB1iShJKFlA7ONEhQVoARYk+/Ddg7jLHldqkqWvP7yVwpHw1uqSAkIWFoulYypy5hoba+mxLuzYdwlFcitcdcpa+ta1o6lHusXtY6XuRY+g2V0FKqoJPOIld1mvT5RByDj9ok99e7neXPnxJUXDC5UWFFRndioCuGt5xTiitI6h0lAJIsMhBItsmcW0ivUajNxK9Tn6fKiupWnjtZFKSRlTbQX1KQD3v9b7bjrrdZxHKbqjtR93f2S3XUFKG1AdnCkHh380kAG+gIvYfq2Fq/XYz9MnU9FTjNpUl9h9pMgZCL3ym6VIPcEAg6a7bS6zYNoWCPVi/mVmZKBIalY8wvi1qWwtiop5WVlX+jkJ7hbarKAUD3BKSQSFA327b/AHCkBql/aOB0L51UWZlQQ6ys5rJdHlbTKrS5IBJNtnxhLCkXdpVG8R4YwmxF5V9L/Kux0PxeoZVlKSStrMg26CEgm9gSSf3e5iqjY2axJFnYIi+66inPHaTbOz1lRbacACg4CnMM2pUm4HSSLjUIx4j+l1VWpPiefxAOs7ycL70N02CMW0/CcWnYrwg77mxLyaShqpJ4CUxZVkaJduggkgE8QAkgADQXsX7wKXS9y283GWI5cVaEOzJTEWQ1wH+VYjNhKmXFdCwXL3ZJvcqIvcAY/o7eHMG0ue1S5b1QYqjCor8d9HAdUhXcKKSEk+SVpsUkA5dNT3dphfeDVMG1LCXxKDSKjISmQ1KXwpDyQUnRtScqHcuocORJASQFp6TLlbFKt6jtbI52NG3iL2iMUbwWqK7u+w7QcQwqwlMWVS1U5xVSps1N+JdwqC22FIUkpUVuNoIWMwGUDlXd227ndzPY3jbwXeOxN4SfczS1vsN6jRDHdwJUQMxIaSLGw7ilwrvHwHgN2pYSwHSf6bcYU/KmSGApEh1CFEFS9OYc87izeqQEkE2TWMcT4tlY3cdrztRle9HUO55Ss7DiOGk/DIJyZVKKcunbt3Gymj09NDkJITtVPtWN3fX7RmN58WPRsL1abhqEw0l1DUVaOLKYA6c7gBKLA2KUgJIGtxcbKhnEGKMbwH8Rypa4SIrvMNcukIY44v1lIukEkkBIABNyALk7V+Nm2sUVlzDjTziJsVhL8LhLCuYsOtq361rqAAF7/s/cArixcJYhgSnpTOTrWlF1NPJuMwI1CHALlKgBe1iT2GoBDEywpGEvtvPclUvEK2KpkV/R0rOqOrLa6G3E34ahc2SoansSNAZqlz4DrFL4T62JrSUv8LItTa0oIRmCvCq/bVFxYXtsuN3Nb5WvNtQJa6dnUrJK+XXsLG9zm1FgTcWsRe7Br2OqW1iPlazERKlTVJWmpR+lOt9CQABYkAoy2IsSAbHapMgRQQo/uHGT7Xvb7lN6lsIQvLlIClI1BtYhQBPYG302vt1u+rGW5zFsCs4XqK1zaW6thfFspqUjwvMvJN7tLCbKHew01A2pMRUlqjYtltSnc7/FUpOdHUlJTmA7kaXsCCRoO2oFZRajAaxu3PrL2SFz6lyHUL/RpUSCdb6C9zf0O1klTxNA75sJ4Eo2HIm/3c5h5H2HqLqU1aiZxxcK1F024WoNojiieEsEBJs3oCAFxAx9AaisSvs9FQt9aUJa8SVJve1r2sbZibaHbR+EcNtYDoOIcR8oivUGE0pqqUhKOKxVqM8gFbduytFKUlQsQQnyJui9+e6Gg7q6ph6oYNxMuVgqvtKq+GqoqOXkSIgyAx3VAkcVvNlXfUghQGpA4iTiQH8b1SfRpdZi4ehf0JlRIzNFTrLCSRe/iCEH62SDcgA3AvJxi1Xmm+K9wFrT+i4o5dSu/Sq3SD5Akj1V6EeHcZ/Y2vPz6zE5qnTWkLddh5VqbUdOK2laQFIOoUggEi4v22G8QU6jOu+9cHS2XKK4vOnlU5eTXoSypHibIuCEkWsQATY7TsEricaNX+QlS6NVGZVOizWuE7k6lKRcFLrXyqt4gLkEiwsb3ZdGpMXGVBgYIqlbiyq3CTxcOT84SiYx/wCepuNUqsSjsUqSQQLKSAurVaA1/bQpSH0JddiurHCevopSVJsUr8gpNiCNQSLEgwnU6NAgMRazhl+qUh9/PmauibDtY8xHUE2WoDKSQL9rpAsrbhIxFhMfiwJ78B3JF4DqmnUr8TLqSQpKha4IIII7ggjyOxpglyA7QZ8Ce8xKYfzISl9AW0pYN7KHiQodwQLiw7XuDzGdIo1ar0TG1BqLDmKIKUrdlNIQtivQ0ghLziB4ZaAAFjQqSARfSws4cOV6f9/pzFElTl+OAlKYcxJI72sW3QL9QsD5gnXbrBmSBOc3d9yrtJrNGqMJEV9KVLWlWdCu4UO1swHZJANx9DdrbtcKT5UCrbvp9WhSoVehLkUGpR3cy2ZSetLbyF3yLQoCwNwQO9r7Xm5h7dpS8eN4N3oYT96YaipTxVrdcafZdtqqyClQy2F7m5uLDy21rUPY43QY3dpO9DcPiZEWdBdS+01x+LFldJBbcsMyFFKrZiCQbXFhtwoyNxil7KWx8zLe53BzsCgz8Rz6TChVTqalIQjhKU6nQhSNQDYeIHX1IN9hvEeJOE641yjeT5M/U0q+hBHkDr2uO48htpLH2BXcLyp8WVT34XNOqddY/wBmtWpt5Zc17EXBvptlTHdP5B2XF4OTr8H6qb2769vLXZLUeB2zQo5TMBqlGlVme466zwFrWnN1ZkKV6/Ui+W51Om3SuYrgYcacw5jzDCH4r7XQt1rL1fKUuXF+2hubXPlcCwwxKnxZ7lLi/emJWbNHkIC069ikKBsq3Yj089l/WcT4jgYtl0ajNPsMIUlK6bNVxWFJ9AhwFTZI9CQemwABGzWlOJRxJNNw/hzeDKc+zlJfixWEKVKX40JTmGUupHkNbLSAbaE3OwliLA7sB1jlZbD8V9a2kSmLKSpIJuFCwUlQ7jQgjsTY21Bh6g4XgUFjFFGiLhTVpyTeaihpUdRGVQU4hOrenjPTY9RSdqHfTL3QYNwlEapcTmqpUVrzIaRmUytNyQux0BPhVcg3OmlzfPnK9sYiNo0VqlxeVi5H8/jWtOdKfQkWJGvzfkO+06lYfrMCU375d49OqPQl9rqQlZ1y5tQD3Nib6XIFtqOj1SfK/pmlxEMSmP73i9dP+oOunltYPV6VzTbrrvRKkJ4qGulKVepTpYlN9RcbFMqElPSsFSvtRyDtQR41K+OnN0eXT+YPbtr221cMObpYGEm5TVJisVGK10TYCsmZSR2B1SUaXy62GgIAOyMrWG2oDsCs+8X+aXk5JWiu4JyEeY0sSQCL99rKruz5+HG6DAeyPyv0qWulPoSB3SToPwv32gQ9SBeZ1wh7SG8HAePG69gjE8ql8qpLCHWlZUvNX1QtKuhQJtYKSQO41121Zhbf5jfeDiNjeDvL3AOYhisRUNNV6kwDAmxVi/xUPJvnUQrsbJIuL2Nts47vN0sXDk+JXpWR9eRK1IdWMuYWPzXSkjsbgjvbtfZ41Lfnva9wuUbCTLFLioTwlKitFC8v925J1tYkWt6DaWRW4MUtqNp5jmruHJ+PMLuSqXu3q82FUWlL4VUpYYWn0KUgAKUDf9GSSRcd9shSKTAi16fhzG9RforEJTqFtIazdSb97pB8rWsCdfSxZ9E9u/ehgh2m4XrNbYlIYWhC88VKlPJOgzE3va+trX/fs8a7EwR7SNBbn4twxTkVSa1wo8qKjLm06b3682uliSDoLjTZaxnp4A4gw/0nDRXNTmmmm+FkyZPk/wBLafjtGkYow5/VcR09jJ8/TnQr8QRp+w/lsvKdPqlBi8hVIi8+VPAmtK68osAHCdHBYBIUeoWAB9ZLz8CV/wCdT4+fwr8SfI38tbjz1H12xXsrv+w8zA3h/tl7IwTuWr0rmmnoUWU/l4SkvhHVe+l7C59PXy2At+G5vEc+ltz6XUX6wxCRnU06j4uW1tFJuFAW7EAad9LbVuJG6XFiuNNZ32H05crqQtH7CCO9vz9PJUor+MqDXm2oFclIhZulKHV5Uo/UspRsBpoDYDse42tRU6vwY3pa338GC7U6BFd/857CH2MyFtO9P59+49LDtqPX4iYp4UptpqkxWF5/Fws3+VtPxvp+WxHjyiu4t4c+L11HJ8XspSvrpr5DyvtT4ZwVWefbddyL4fzZj0q8gdNDc+ev7NtbHHM2MZ4hPiLEMWjUFt2A63FfcQlH66VW1I8za9hqDr5i+gnhxms1l1uqNM5+ArOhbSOtNvMJBufy2Jsa4YlSnWGp7LDCEdXQrpV3P4X72/ZtX4HS7FrLcWLLYQwteVa8/h8tO4v/AMb7SPGXQfEf2HsPNYypcCs9C5rGVL8eQ1mSqx7g9xqDa9vw7HYvxNuj+1FBbagS5UJC/EhpHVl9PMfnY6aEbW+7+hxcJUtufiNlb0J/9K7Fd62/1dLakeYJ1HpswlQosX71Aqy1xX/ixXXWsyFJIB6st+3YkA2OtiNTG6NHCzNUb2e+Q4nCxNK8acyko60+pGXTTvrYfv2XeM92lUoLvNNVyVV1o+fJnV/of2Afna+2rsRUqsz3W3aW8hC1u9a0LCkqT5en52It9b7WWH9ytUrLXF+686v/AMX9mlgb/T9+wid0UsZG4mUt1Mvn2uVxRTpUql58iEOsHMnzsFFIUjvYEEaAW9djiXut3fe9G69K96IisLz8VTQf6RpZWgWtGnZYUQCSFDTY1xnuSxHgist16BnhdWeVDdShceUkd120IWE62BsTqOwJ7TadRq9AQ01XF09C+l1DTviuR56WH1A1B8r7Z9z9vAzE3XYIaYT3abgqzRmGqzToSESsqItShVJ2KpSzoMqnSU3/ALqgR5WsLbVFa9imjUGe5XqXXKpXov6VqLUltp7kEBLjKQlduwBBv+t3Oxhuy3JUavUt+BS2eOwteeRwpQy5we5Te9x30A8tR32u5W4zFGDaXwsJS6pFYi+BqLK+E2m4Ng2slGtvQHU2OuxaCuMiBrdkbOJibH8p2Ljd/BvKTsNoz5EOymMqc/ZJAC7KQVaaLP09AHYl3ebxqDKcdlNe9GEZskiG+FJUi+nS7YpNr3Gth2JNr6N3tVGqVl37L7xqSuFUevlazAhZstxqVxyorIA8RQsXPdJGpCaT7+pdL9zVmWxNioTl5qPfIlPlbpzJ72yrSkgg3Btto1WbRNWt+77meJVZgNcSBWaJV4spjx/KpKu2qDawP+vc2160HHs+gz25+HKhUWH2PkQs9Xl4b6m2mtvL0GzhxdQ3ZTrcWfT6dKX/AGD7qEpXlNj0uJ8SbDVIuD3t6r/FO66qQIDeI4rKIrHTzCc/QlZGpBsNP7psRrodL2zukvXCteHN3O/ilufZyXBwhjzNnUlaOFTqovuQ4hIIYdUTfOlOp8V9NlI+9XsB15/C+N8J8rVIq08WLKSFdJ7KSdQpJHZSSQfX0jxqPVKXVOfaqzDHTnQtLoV3+oukj8dnVScaYN3g0uDgjfJytUbZ6IFbiqSipU1Rv1IWe7d7XQoFs27aA7TjHuAxt5hDu23x4Xo1G+FToUVHzpyZFJ/ME2BGUWym+vfTY9w/7RO6pqfxa9SUVGKjLmfYUFSqeo9nEHTLbzuQbdiDtmDepujx5giTHb4TdYos1OanVunIPKyk/qqAvwnfIoUTcglJUAbPvdb7MuF69g1jEfvurxZS0dUhpWVbOhFlJtlIBGhFrXFybEbQQrCRZqFT745a37QmA69S34sCt06VNypaYd4WbiJ8s9gbOXuDci2lwdCcqYtx3jKfKfgQJaKdx3Vodhou0rN5EE9C0W6gSQb6WJFtjjEvsn7z6MF17DlQRiiFlUvgSGBDnpt+qf0Lqr+hbI8gb22r5+7HEePKWxiOVLYw1VISltTIteYdhoesLE8bKS2UqB6ikgJJB7E7DQhCFgqhWx3JF1hzC+KKpXmOFzUqqeJKHVhXGt3yLKgALaEkgDyJ7bXGI6DWaXihh3G+HsQxeAhSIqkW4WupCFfNqLlIJOouBps0MF+zFvLrMpyVKqFOfYQn4Ufmm30q1uFh5BBAAOliAe4PlsYUbAe9+g1RyLKpPvFDCk8JqRWW8ybAghAeUApNvlOnc99djPHQVi/pkV3FrXKu0SVKi5fhSlRSxIcsLWS4myekEgpWbjXtexFqqYGF57kCl1bFFIflKXzEJ1pp+KpZtdRSQE2JBupJBuRdJ7h51CHjyg0uXKd3T1RhHTxY8JGdH1IS3mKLdwACO5sAb7XG7rc61iOUxjfFFOQuExmdiw5rRUtSr3+IFdrEXCTe9xe3bYUltuOIHbpcEYjaab96Ncq+vK6hSUcBKkEggqQQoE2PcAAki4FyNrjedvKpe7lqBFxlT6hFYm5Wmp7UASGs3hHEaStOpIVqy5cakhJsnYG3we0/WaNi1yg7vuVYi0tamJqXWj8SRfUACykAaWsbG4PYagdU34Yy3jYckYXxvEpcph9SltK5dxKm16FLicqjlIVa5IAIuCCdQotW5plHTbn9SLvj3sULG7rAgU9h+rwkfcMR0Z9xp9TVzZp0KSh4JItdC7gEghS73Hzuj3l4ogT2KXWcWVRhjpSxzUJyYlu6xc5grMgC9zcFI87DaLS8HwPdblZi8N/g51KaRkkMPIFu2UlSVd7EaAnUA9qZdJd988/g2WuLwEplcB2Qvit6jw5wF2udLXt9RrsY1DGIf6IbMTa8bEMCLQYGI3cTsUvj5eSrkXJyeZRsAt5JycNWgs4rhqNhmSSLRajCxlVKow7AiQqQ+xl5iPFdMikTk3N3URwpC4q1eL4edJJNyvQnMSd9dZi8OBiP4GfKmauK7kS526wU2KVgDub6jUjttpLd/i6lwMLse9HaouLwvhSspdQ4hVrEkpyhXYWJSDpqPMW7adjRO3SMPtkys7t6NPd4sDgQZUpfHdjodLXxQq/EaWiyFEm4VfQ3uQSbGJW6XiPDlUptUlU6VkYQpLrqbZ1X11BAKtdTZIBIIyjQ7MGn/YPFtGfaap1b94rWp1Mp26FZ7aHMq+X8OtJ9B3FhTYuN4EBtp2n++2EZc8V2yJCUkjotmCTfUgpNtewOoIGVfmPJXaleIB1vflgijNRJ/RUfiojyGkIKZCUk6qSkpKjbuSARYKFxbYgpeH8L4ynt4jw49NWiUhHCkNO9TNwCLlas2oIvYkEaG402H97O57DmPKM47RqHNolUWni8utgo4ix2QrLnShd9QoJAUD4tb7StwFex5u5w4xRsUbuKwil5snvdaMqI67WSHg5Y5b/MM4sL3ve1jYslKnQbllFiCvby9zeLWKXvLicfAdRVwqdVo6HGPd76rBOR9NuGL5czRASTY2NgNv3EmMMR4cntuu43Rx2MiofOrDS5DS7FJ4yCUutEXAWApJOYEXBGzpRvzwRWYs7d9vG5WnLlNKaRzTrSoVQRlAKClYGmtgoFRGpKSAdsk4o3cNbucbuNYXqMr3IhPMMUt1oTI6Y6iSttDSro4XlZskkdgDZIvlW9Ruq3ecNGrUfaDxRRmm4sWItcKotKQpCEJfSlYB0yNqC3LgEgtk2PcCxsmsY1PFG8uLyEWJK51hXjayIW8jUDNfKgi+thkUSEg3IJJvShhzG7VJdi4nisIYlMKRxYRjuxUgkWQtSV5mgQUltwApFwLA22ud6dJi4Nnt81TkLrbDCH4vutaoshxKTbis5VFqQLd0jIRmsQQoDaYxF7hCbWcOUt+BVKfV5VRipzJ5COUzeBn7hpVlKIFr2JFrEnUDYqw5T940qjzsZbpsWUVcp/+se+aW5DRKSLJ4coIStjQgglxNs4IBR5QTvKrNUw4xijCWHmH5Tn3d2FKXmVxRmT8M2BbcPm2SNexN7FfYe3pYtpeKH6zVJa6WxVHeFKXnVHS3ZdsoeuQFdxmdChbQ2Haok4j4ptX3g4jpbGLcW4eYoNeiu5UVLDlZeaUpaSQoLSStlaSALgk3F+wtaDu036Uul1mpYI3yU9dewhVHcsxp2Ovj0t0myZLPDupoDvmFrdwu5ttnedvaxbgOqVKLXqTNrdO/tZCHTFfbRdRQFqRdlwBJBzEFJOqSkEAEmG95sDFuI4DXu9+kVFjO196UjOpCvDwXAQqwsUqSTocpSQRfYivImrqxg93c3i1h2g1b3pRK2lUqA/KaS/Dq0W3hU/HU24lxsFN1EOqAylJVcjaPV96rsDFHNNS6uxSH/6xxZSp7UdQtdPEJDiba2S6BY+PKRbau3nY8+xGCKbhyvYhhVGiVRS2pDE9g5c3DRkdC2yFsOC4KX2yFAgEqBB2BKPvXa4tNddafWtGeLIqnJZkzEC6UrTKaUoFaFXzBxJBBSAPMFyqyvk0eDWL6XVIrkqjY9RKheJp1p1xp1tXzIdBStCVDz4gRY6EpNgaiBVXcbz2/s49TqothalzGoEqM0+pQsFOcBSgHFaWPDBVci4udgpNLlYcoz+I8JYeoOJYSHVOrXA4SXYqzc2LQAU0o62IJB1um9ztYYc3kbqos+I7jfgSosrpRmkORXWVXtkOdWWw8j021soCw24tvkgbY4KVCoMX7/Al1enOf2qWmChWa91NrYfCkqF/Eggai4KDYikxDh+U6770da483hcWHNhx3oS3uwyKTqFX87lQGlybAiMzj7CUrG7GHIFRqK4UpCuFM5gJdbsALP2slwJ0CXOqw8RBBOwxvD9pFql4j/m0lYemzX86HeYaaC2nE3CQ7ZCg6051FRU2CCBe5uEkJXEkPKaTgufXpUTFEp2bFyLTmgVSZmaZdOl2XCeIyokXuslu+UJKSde9OoFUi1SXxag/CpdRQpp1php1CHmibJNk6R5AJIzAAKIuATYG6xJWsG48n02lxd4TEKqPpUtph9ZStxJ0DZc0AucwsoWPoSdZK93FegRfs47LYXFyJQ1wGpDC20aAAhslCwSLnJkNiOkak1MvCag7pP6LnV6jVxcqowsyH2nUBbEhGUFKFhNrLt2JuLkEWuAFHVt4FZpeN2KDvapMpGHqipTECfkcRyroFggPG3WbqykZFjKb3sCWJSKviPC/N0bgrRNipXHQ61KzsSGtfksFNLTc2ulYIsQQTl2qqpWKpVOG1iNqEjmsrEqBVGnEIkKAJ6HcoN7DMlQSoCwvkOyupXemIK2tnXiSYuFqNVIrjruJvelLldDqpCy06lJ78YBICxb5k27qJA1Igw/5r8G1T3NiiiN1GlsZcrrUdedu+oKH2sq20jub3ABJzKAN7fB+BKDVKDLdoOIacuVFWri02RUuBmQrVIQ8pJQTlIGa4CT31vtxa3UYjlcR2gxJsLgI4UiLUsjq46CnVC+Cq4BNjxAktkWOX5gpprLFwDAUl/RhNTGsG1lqrYcwlElMU96OrK0+1m6DdalsqTdPfvxEJB7lQJJC7wJhD2h8JY3Yr32hlTaDUV8Jp+E0iUwnuMuYZlZkgapcJNr6rAuGAnAsrC7UTEdZpz/AA2HeprhOfDSe/LvtXWhfzDIQb3ABJB2Ko+NN32DWn8Wu1aqPomoQ666xPjLTIT4TlKgguO6AKzFSxa5sRtsLGjA3Fa4GCK9zUDE8Ko1HF+ZipU3istIlWSEl0MK6CoApBuSDrcfLtZe7tzc93lazEp1OmsIzIa4TbS3NL3T+8lJvp2PayQ37b7t1+MpTcrC9RhIqj7qEpRXqM5y8hH6qFJVo4lQTZV7E9rnUWe7fHOCMR8OBvBxDuyxDyuWOpitpXFns2FynO6kKBFx0rIGoIOouXxk1lZEoWNMUbwftZgjd9iF+lv0ta3aDVGoS0tSMoOYWANwCLXAtbUA2uUNL3xe1BWXX4FLxDTpVRirUxKVAgBa3lAlJKwgBKlXveykm4PTYWG1JNK9m6K03XqXEpdOmwszrTtNrmbqGtjZZBHoTqDax2n4N3k7kcUUaXi2g1Clyn8ykSk/D5rip0ObwqXr2uL2tYet/HEgzIWHN2W+nEbrFex5iydhCKvrdVTpRWw5qkklC0FQB8w4okaWUb7PGm7od0FUnwJ+I97FXq8qEn4SnZ4ioUsEmxDYQ25oRdKwoWAuNBsaY2enY8wu/FwI1T26o+0rk01tDjUeQqxskOISq4Nu4Bt3I77YB3oYT9qTC1QlxcWRKpRYkpfCEikoL0JxPisiQgKCL2sCQlVx+Fx2K2ODiJaqh7RwxH9J6aIo1LrLUCVRq4uK/TulqfD4a1KQRZSCbHQ6XF7E9wSQRn/2hcJY8lYtpMCBUYq6c+/zDE2lxeTfcUL5oy8pKA8BZQUU3UAbGwJ2y3uaxFi3cO6xi2LW6pUMFYhXyFWlNKeYm0WZclKpCc2W1wSHSFNrHiykAHS27DEmMsWypdGxbVn5tXhfHiz4qG0JnI1IcQDdCjbXKq2uZObso5mpstQYXnMxymppBXfuzxzOGAN3+/LFGI5+HMW0SnLw9wkJW7PdLExy4V8RDrIUgLTfVRGVZJuBYHZO+0B7L2KMB1livQHaohhDqkwnVyglKc1rlDwWEJuLlQCgvS5SARtoug72940XFDdB/wCymIci1LafhuvQJikJ0VxIbl1oUD0nKSAbG1jcGmJt8NB5Byg7waJko9RaUh12R1w1aeFxywyEE6KNiCAQbjRjTh0TzHMX076jSN5oMf8AMVu4GqynaDUsL4yw9iJiaxHanw0TFolcN9LaQl1taVKKm3FIbGdtSgAognuAPY6xRhzfJKl0bFG8eLCgoipnw6XV6aUrc7hLjCyoJWUaXU2SQFJzZQQT+UOsbvsB4obrOEseMSqWwhaGqc++pfwlEHhJUbhC0qykWuhdk3CDe60xNgjBtU57lcQ4lmxV1SRPpEWUjKmHncWQ2wFJBCAheXKDYi3Y7GW2eiSxHXMscLHC9ZlS4EDDEVdOQ7wlSIs3O08tCgAtji5V8RIsMpPcmwJAJKN3O5zC++SVUmpVD/8AOO6pGbMqG/kB6TbQFJBJKSSbgjQ6ADpFQxRQaW3AoPHpyG1I4vFjp4SrWIKfxN7pVm9CVDUF2Cqu61PbqkXHtXolRYa4WeFKbWiU1f8ARrCswXoLC4IGoBGl6tqB6g7CWGBDbEOGKXuli+9KDUX6c/FVn5hcrKhtYHzOEhKLgAEqUAfUaWXsn2nJ9BqnKtYNyLrcpSZSmouRCpWl3sgOUFQBKrAJWLqvoVCDiKre+cRvu0HE9UQh/wCFzCHRwHFG9xY+vmkWSR29Nmfug9nhrFGF5bs+n0+VNW6iQnlVIaU4oLCwVRzdpSh3CkhJuQCD2MIGeBp6fv8A+4Sf6wDxdiKvQIr+LcB4yr2F1o+KqG7HKV0986JdQXUEORHLAJcsRdRCibAC/pmI5+9XDlNrNZwdTotbQ6mPKq9OShpp5aQkgPBslTJJUtSSBYGxGpO1rj6Lhel0tiVAeqNI5VXClQpEMyKc8lWVJbACguOpSVAZQXEggjINCQ/dFR6Dgisv17C9RXUafxfvVNdkLRMj+aQpKjZxKVXyqVfy0BJ2rnYcGNBOy2yP/fDjJ2Lu5osWezS61TqjKTSJlSqnFdRHf0yCRIjgvsKWtOVLhGRRyg3JCSlMYbs8ZVR2I1QcTsU7lUI+5SKonlXml5rFuYyQ0RYICUuNMotay1EgbMnDO8fAe9CfiWjOvLhMTXU4fqmaOMrmdUdLEt9mwPFbcfCg4hQuUghaSmxHd48hrDjv2IdqKKdvDpCktQlqS0/FmJWFFAUHEhdn0pQlTRC0lKiUkkAbX3qY2E/mnLcduo3g4t3qsYId940iVTkc1PlPpyOxeGtButBQQpasyALkEhROoBO2h96e4mlV9z+avEVRRCm1RLkzD1SWhTbSpTQzZUrBtnF7lsi5TmI7XAp7CGNnouNpeDcRREUtD9G/oaGpbikR1NOgvxGQ/d2OhvMkojk5Ep8AsDbQftW7q6xvf3S1bCNGL7NRCOcpMyG+tiVDntdTLiFoIUAdUm1jZRBuCRtYCJG7Fn7TAtTw9QcEVSfQd4FJm/aWkOpS+xMdQ+iVYiziFXAeBCblSylVr6A67dYG9jdLPiyK9AwzNwvUYSfvqNFIbXb5knNa5t1EkWsSbDZWw8X0bFFU96YyxDVKdithC4E1VSUp1iYtlzIpLzboOR9CgpKyDlOUeYyhf4ipU+sz2GsOcdiat1LXFp0ovxZjSgQQ2dS3bXpBTbqBSe+1t+2NFlaaP3Me0pg3Ac+tT6zhOlrisK+7qQ7wOHcDVheqElSjYpJSnU6kX2FsZbwsb75MT/aOl4ZxIjDz7rSl0uY62uAylOYJcQlBKm30m5KgooWhYsSUgiZhHddu+doLH2tocp+bCyKQ006ppCVA3A4ZIBSO4BBB73BGzJg12A1A910ak8lFR4OnP20OZIOv4Xv9bixRt1AXkyhcLCLdjvhn4Niv0vGUuVUaWwn7nxUrXIjp+ZtSjfOnNdQ7kXIPYKLWoW8PDnvliLKlvxVykKlU2pKdCkqSMvQtB6r3VYKBULAXA7bZyxHRJTrTbUWowloleBbS+Fw1aXuSQUWOmth6gagFVfRFdwbTGqo8iLUaJ8KUxIdyupu0LOBV+lJKQc1iFBWhsb7ZGq6r2bFx6JwYpbWl2MiHm9Teu1Qa83S5WDoT7leazoqkBOaPIQyvKZGZHRxEkgKUkpUNAQRYGVDpe7SVS4ErG72JGOajp4EqLkkRVJAPWAWlLCSdDbMEn0Gmya3f7w6zPqjeHKo77xomdLsXmEZ3WXwAMyXAM3hGUnzGpF7bPB1yLA4bXGWunLXxXY6FZkKXr1WtY9yRprpfUC2poWe/JAwIn9Mr5XH94L4gqmCOapruEsTvyviqad5+KIrragbArcGVBF7WN7gEeYsJyGp7U/3M6196W1njozDNIt8ic1kqVbskElXYAnTZX7yqRWXZ9S+zjP8AR0pasqZFlLy9h5WzAXse9hrcgnYMolQdaw5LoNeqy1yoTWZiQ0vpUkXIStJsM40CV2JIskmwA2OznT5aCfolFi7iTHfU8UYcgRX2na3F+BmXkzFK+nxDKRmCh5pIBBtcA22Xtb9pvd9RmnGqNLXVF5lNTWI7ozfLcKNiEHUeOwvYG177J2rJnu1lufxpT6686qK7zV1tOOqKfCsgDOST0kknuFg3BjObsJUWlz6pAoi38iVtVSFkK1s6pJNikKSpJIJva4A0F9W6CXTe8Wq6HWvJJhBWfbRwRArzlGaw9NfYWjK+1IdMeRHXoFAKCilfc2sAQQb3FrkWBsYYNnz+LPx5jyl0ioKUtPONRJ8WGojMMwShLimwPEQrPfUKUBbZfNezVFxRS3IsB2Eia+lU1MPEMUsLkNH+1iyDdLih13Zc6idUK6SNnHu99n3C8CgsVSvY8WhinJ4UqgoR0srATZGqS8SB3yEJUCQbgaAsB3jaY/p9HpdO2Bj+8pahhOBAxQxhxrD1IxRS15alCm4PfSiotsOah56nlSVLYcXmIejLdQoAkrUApCW1R8A4crMWpYjrNQlSmIWR12Q1fnWcgvZ5WUqKRYXbUFKHmRoT3hYswlQaM3RsGxKcxCYzLaQ1CKeGsm6lpSlRUhRN1EnMCfElXcLPEeMqM7KqVeoOLKoxiiKlErn3ZimnY6QACVoAA4RbukZEBKToSe21txm7WFKx0Q/adwRVKW41FrcVhEVpOSqKWMshNu4RmK0rQBmIcAVbqsRc7CG8Pfd7KuPIrdB3yRKdiRaGko5qLAEriJJItxGycqsyRdKikpKQoWIBGSMaYTlVSKxi1qXRK9FXmQtEqK26jN8yErbCVtqHV2XcWINxZJ5bvd2kDFs9iVKwHV6dSH+ldUhTwng30QoB++YEi4Nsp06gNCbuccy3ZH5jjiYRwtUMW8jgjHjGJ8D1FrKiBiWO+3XKSvTh8N1YC5UdJNgvMtxsFPdIJMmgbkZWCMRt48iy1oi0uQuPIgVFa1R3khYzgvtZVZTa6FgAEFJKSSQbKl4Wn0Fr7G1ne9SKvSFoVyceqU1tMhKr9IS+pZWHSO5BcCjqAAcoJMObw4GKMJVbBGHKgxKlMIWhfvFalMPJT05HSiziSM2XOPUXK7C3FtwlNm3iB+8XEO6WjVRis1TG9UrbCM01qiOymecZRex0CG1ONg3CVElZsdCRoIzf/RaceVSPPn7sqohEpORisoxBJaiKd0+CstPktKHch5CAk6lRFyFu5hGBvGn1qLVMGrhVvDspbEp9FUfyZkOKQoFZTawKOk5AnLY3HbadScFYNi0t/wBzU+qe90dbsVipFS5Ghu4lKV3WBrcpuoHXQHbgNqyuFWTsRUv2bnTPoMt3HG6muwpC0NTVRTiShzrkX4rSVKksq0KRw15CdQlQ6Aw4+G95Vd3cuO7v/cm8n3W1xVfZKqNzXktBOZJ5UhEzqSUkJDKiCQBe4JWNOxJgPCTXCgVBFUpc1XFkUmuIKnYr4SE8RlYJ7oSE9CgD8ySbjZi7ud6UWvcel0HD0WFS5Tqlc1HlPMLhyrAB+M4kkMOhPSchSFBRSQRYbCYBoO3ZWu9ost1e7H7RYjl1jEdPqlOqkXom0urMPMriujySh1IWg2UCDcKBIJJFr6ZboOCIsWI7F48WaxmySGl9aVH5CSClY10SRr1DTW5TUaxiOvUuI7Wai9V5TEfgNTX+G6+pruEmQEBSwDqMxNiSb6m/WhUGK6196pK0L/X0UlX5jT93l22F9IL+GnhtdqPqLiU9QKawe1WZ7crjLzr+dKClLmgIWBcgE9zYmxvYk7E8TdVS2pUT3pLzsP8AT8VJ6l97XPSL6WBuTa2tzs2KVhiBAityuCjwpWv+6r6en0t5bV9XqzUp3lYvyfxp6EfTXYteiSoRRKPlonN8tVrOF4reHMJYNqlRflZUIkcDMwlPYXPbS507AeRFjsQbssPYjpeEokreC1FhTcvxWmncym+9iNNLjTuR9RcbFs2DVJ/DaaqEpaPmSheX8wdSD5D/AC9IMjAlGa+9VSoPo6FZ0uyMyk+tjf8ADz09AdidtVht+BtEHaondzKlORYDPOzepWRppTqdT5oFxr9AT5gDvsLtzYGA577rWDYteolba5Wr05pYUlLBJs8hLysotm1SVk2SbDTZhOpgUuA5KdluIpzHzPoClZfqo/TzNzp2vtZN7vf5wd0FdxHS5fu5/kJD8VNUiuQ0qShC8jzEgE3aUAklwAgXsQRcED0b/tml0nR2NcLDwBMnUPDW77CTrFerLXvSosZeE0tDauGsdnENkABXotYvoSkDUAe3iy8W4txHEn0viRachCEtQ46F8LKFFVzrdSxcnMLWvcZe+3Zh7CTWGHHcZYexDgPHFLmtR8UUao8VceUpXSZsUOlTjZF0qW2TkKSpxFwCVG7WG4Hw3aNVmJzD6UrTy7oVmzDpOhIynulQNiRYdrbJ2Vuhjuv+pps8PX7RWrojsCsuVSV1rfdzoTqrhq7BANtLagJIBsOx7Dnj+jO8KhRZ8R6KuUtMynKlMKaanI1CxFfUAhSxY5mwrNbvqRdt4gw3RqXgiXjevVaLKRC6FNNNOPJbfAvyrzaSHULXbK2CCCSO/ko5vtRby2qW5hyg06l1TAeIUJW7Q69F5xNPmAniORyClTDoCvlunp1STmvbTpubMr0+l3u7lkBd6MWvUbFsSVKZXFztJ5WVkPktQzBXzAdiLm3mANSb7pqpQZVZflV7gLi1eOqLPj5elmUB0LTmN1IXc+hBFr3sNh/GUnC9Uagc1Vn6d8LI6iVnXHSrQgtkWKbk2KR5kED1oimqUZ1ufQclRpaEqTKXFVx2tfJZQbhBBJSogHQ6gggaS/bN8+M+JFcge9KlApdOpz7DEpbTTrrXiSk2BCgcxBtcEm9rXt2DHwpVcG4ogN4cxHgh/jvLTys+LIyKbf0Ab4iyMxIuU5ySCCATcgqGXS4EDh16jVZ5uFUVKVHRKSFo4uqixxBbI4EjpS4BmFiFkg2IaHvRlUaA5FddlRWJSEtLyZFtZTa6ClaSCDrbMDY2tbuRuhkodsst40SVRmolUlRJq1sZoErMj4rK0aoDidMiiCL6AHpAGouoqnG4Tv6/EzdeT5vO9rA/iP2bPSoVOViPDjcD34uVVMqUMIddKVvIB0a6ulehNk3t6AEAbJepNfCcda8CHVIdR4VN2NiCmwtY3BFhYgi2m1qzt8ZW3y5j09mD2gsObtGpdB3guzfs9UWuVXKYu6qCq5yqLepU3ewITci97EXAbdNwJVK9Fn7m6zUIqMNYldVUcEVmVH+5xatlUttxtwXSG3W1Ft1CQlQSFG1lAjElFi8WU/A8aH0Z09GZKVd/47ban9nP2kXcG1NjcjvG4M3ClU4XuuQ+sf0fLNsrVyCnhLIBSoi6HOxsQAWQj/EqW/Zw3tV6gt4Ir1O9w16nLVnYdQh9OQrN8ikKF8hAAUCUn19bWX7JW8uLFbdi06kTaihrK/wFuR1yLegWgp17kFY1189NkYpq1B/oXeDFzszYshMKVkRkWpRABbcTqCSkXBNwSnudRswYtSgfDdadQtCOtK0J6sp7G3p6gajyB7bEAhJ5WYw3N70MENP1TEe6evN05fifTA51hKbdypnMpuwBIUQQAADrYGoXhuqUHC8TEdLlrXSKi6lLTsJ8q5eUL6CxPkNbEkG9wAm59m2I7UqA3PiuofYX+qrMlSfT0P8Ax77ZM9rrdhhejUtzHlLwm2iU+6lqox4vwkzknRK3EeBbgUBZwgLAzC9ib22iUmOsJolYynsNRWZXv5bqWmnacw46+47a4Ko7YK1G1znbBSQVZ0jzL95+5vFrTXNVSiVSiVdbSpUqByBS1KQASqTFFkh2yRmW2kFabklINxtHpWKcR4IxRScRxcG1GgyoT6JUCZwm09jmHUk+G6fCRcD11O22sbe1pu+3vbr/AHC1ElU7Ek6Oh1DrsXi02LI0yuvvBJ4TZUCA7YFJFyQATtU7V8mk4mNcKY7oNZwk3S95dPYfqNPj8Cg40o1lupa1LcGoJSAXWcxHDWsBbRVoVAqSTjcTvZxvg3FDDWHHZULj/CfRkcyKT3IUFaAjuNfTTW+0Gr7ncRz8US4ru7iVFq77quKhhKlcZNrqICLIeSblQIuCkpIOoOzF3ROYjpc+fgPFFP4/Kx/uUp2zuZq5+EsqSFhxs9swuAE6kEE5mr1uo0+Pp13ZPIz6H5ieq025w4jYxnjV3FDvNVR7jvuIShWTxJUPK1z/AMzc7Zh3lvRef/QvryJ6egpTlN9Rca6gk2sDbS3k5alBdpfNuuy18debp0+vqP8AL/LZKY/rzv8A8K5Fr8fhX30Nuw10uO4799U7bHfyaaCDaksN2u5DG+8qBLjYXw9NelZOYhymnY6C2ofrIUsKUgnQlIuLj8BtOnbmN1WBN13I4xwzS6xV6i03zXvmGh1b0pKLm+YZkJQddCDZNtTbbDDXtIO4DagYIgS0UGo50LVPdU41y98oS70gkaXN9NO2lyGJ7RW9GVPwlRZVZ3pIqlUXFTk5eUFqeaNviJU2bJIuLqIBUNCSSbqafrJrfsWoQWOBgEgj+vxM5rS7kSFvRp7UqluT8EPU5dIQ6qLUosV0r5daUlKwCLqQkXJCVEkDuLanItahUv7ZORapLQ+tCk8JfVkeQflWNFIWBpmAsddLWO0SLWsUYcrz9ewbieVCmrdSl9rmCjiJGovrqPLXS6vrtPxZXaXXmm6z0IqK/wCtJyBLrbvmRlskpJv2ABtcWJIPoUHjG0+2Fe63d61ijGUR1qJnpD686USFNr4ikmxSEqSEuWOuUkEgG17HZtb38V4IwRRqthKs4ToPXFS7AXDaCUyo/T/ZmxbdSvMAUHvlAJN7ofAG8GVRpTlLdocWqQpqku8q6grYU+jVCsuliDY6EEEAjW1rCr0lqvYobn1nPFhdK48N2VzHDSdShKj3AJuBpYW07na0OmMTjh+ie+aXErM+o8Dgf93f+W2XsbALGoGuvnoDbY6wrhB349U4yJT8r9F1eHL6E6D8Bfse19q6p13BsWL7hlNcBhDXFaa4WZjP2CL6lHbuLEeovrywLjClxYEuLyj6GOYz5c+Xh/4DcEfuJtexvckE79pcuuVlr4XG/wAK0IKkpV9RoQR9bfTTayxFvClYSwk5FlZ+a/v9P7L6Aa/Xy7d9hjEONWorTlUdd+VKFLR08RXqfz17flstahjaLvGqnuuqS8kXwtLWsJ/M3uL9vp6nTaCZ2QslULDv841ZcrMXE8Jc3Mp12Pmyvp17hs2JT9QSLnbUmEcS4oo1GYpbUtHAQjrStHSnz09CPU3J+p7p7d/uowvQZ7FZi1B9/Pl6XVpUnL5lJFhpe1+/4bN6PT3Wv0XWjP4f26/s2CbGBxPNdVsdDgxtt0jDlZ4jXCR1/wBkvwq7agG30vbTZfYwwdAoMptprIhD/wCiQvpSpX6o9De1v9dj/fFTcOReUdwk8hb73UhprpT6dNhYH8CAb+eyLx5I3jYow45F5R+qRYvhRITmdbUP1Toq9+4uRby89sW3TpQ/hFhRsPED8c4cqkCU540ZOlaNU8P1uPQfUX8/PYEEb3DWYjuI4iKjCW6nwSMink+drWAVY30/z2ZuF94NenwG6DjdpFXhMdLUhaguRFRe1klRCigD5SSLdrG1yWpezz75o3v6g4hQth/4sdSEF1h6wvZSF2UhY1uk5SDmt5Xa096J7E09O2yVmMsKbh5WEvtlu5xO+xUWEp5imvygtWfzAz2UDb5QQCRYAX2VkOfxWuaae6P7lvD5dKtPyPb6HaDW8O8hVHIEqnRYr6Ffp2kFSHLaX0vrprpcdtpmJqc1QcOc/wA2xnWn+yyutKuPUXuO+ovY99tDIb7ZoodwlPidrFFe4cWBEYX8/X8LMk+SkqOhGnYkG2mh2uty26yvVTFqOfpz7DEX4rq02Un6W8jr5emwOzPr0qBzVGdRKYQtWeOt3qb07psQQO2gI07+m2jNxrrVLwa5Pn/AlLQt3rUVZrDSyh9f3+vlzyw+6FlcxU7Rqyxhx1lEpHS7IW0vKrL2yFJ0PmdD+exVhJ6s805QaDiGnI46OKw1K/RZ/wBVaFA5L6gkAi9uxGyhpdX5qfUq9VPjvSlqdQrxJUodhY/Qj087bL9ut7xq9jxuVS/ur8J34XCX1N+ZuSdE69r+evewFhTC7N/uNvF29jG+F8by8Gz6IinPxcnNRXUFCm0q8LjS7lDjZsSkgjsQQCCBY1P2h3aDRuVi/wBIvo6mmlpOdlPckAEL1+hIFgbbVu8LGVUr1LiO48lwVyoqMsebwipKVduGFBN1EmxCSSL9rAnZIVSn0GvT/utWm0uchaurijMpXkQAT+VlAW0sO55AkjtoJpfAe+H+eSluUHEeJkU5ef4Ud93OlxAF+lSrKT+3ztfvtbYfqMXcji1hqqNIqOEKvmQtTtnfd7t7DU2IbVc972tqbG4zhQd0mMpTv9Kbx6RFz5VpdqVLcaUrS9lKQop8PckEkEaHUBi1zDVBapbFLrO9Kl0utymsvJSqpkhVJRNkmM47dsqJGgKmzcgZQLE0bTozSjuiHBE05MxnuboLrFUi4holIz5XUSIruRDiSL6FBAFxrcWJta+31H9ojBEB3iu4sp1XhLQlK59NqTa1srUQkB5ly3SbgXNiSoCxO3nnjTdf7+iuT2pcql1GkLU1NYdY47Dml9ChWVKwO2gChc3ItsuqbhV2jVSJKgYsw8t5lafu8ha468hI0yrTcpJ7gEbGGmRZVgr+hPT3e7iWBVMG8Ks4eomJcNSsvLyHWnGHWV3FnG13Vw1i+ic6e+gOoABuu3d0GvReVr1Oz/I1IS6WpDKdLWcRa6SbmxBSSdQe23LcZvO3fYX3fOUGfElP0t9CkyGmJnONMqsCVoFyrh2+W1h5Ek2Ixin2lKDu+afi0HBFRr0VEjJHmxXcqkq8kuapLZ7CykjX8htKVleDK0J2icxi17cr7m4/NNIrdIWpS3fgIdfSkAdTkcgcQ+rjBC//AAza4CZe7GjQID/K1xt+g1dpKcjTqZDSU9jbMc2TsD3INwSLbcMPb+97W8GVEdi7uH6CwjL8eovhhLiNdB2KvQEJA1GuhAL5Mzd9xZFUxRVmKXNfWlUhphbfClPjUlaFXzr00WgJcIAAUACNoPj9sObUmR5+5WVAqj+HIrS3/FwmpDWXiJtcLZV5qsRex9L2uNj/AAV7N9ZqmHHGqzRGGOtOSRMaKVZTfVJF1psLXsACex9SjH+/OluymMOYN/pHgO5nYSk5H8t8pVGK75yNSE2zgdr9tvul4ixv+igYmXKp0prO0paC0+yvX4b2VRIWAfMII1BSk3vXLucQD+XIlG1Ma3DwH6XXt49LqlLm/wBapE1A8Otjwyor0sQFaC/mDYbaE9lyt4cr0BxqjPRX4q/itLhvlSo+Ym4cbNlFIJ0UBe17g6k5vqeId4OHJ/Fa+9Rf9q6xlSlXa2dxJR66FRBN9QDtM3f79apgPG7dUdwxhfmv7fJCXFdeQdblTKgnN26spHnY3ue7bpzE7a1YczduMa/AwvQX3eExKyJzuscUJ4iLjw99b21tbvqNkXXMU/bKVEgUtrhxZrWR+HPaGZSTl6VEEpVbyUCSBaxGu1mr2hN0uN3eaxbhh+kLX1tTcyVpbUdO4yqUD2uACRa/0/k7s8JT58TFGHHkSqXxVLjyoEpfAzG98oBGXS+gAGv0vtbuAxBi1Q8YbYNwzQaDF5Cl09iKjhdOVIT06adP+f077C2MsF16Vx3aNW5SEeLl5EdMqKpJAHYgKBHl1+fbY6oVBgSnXOalzUPoQlafilKVfW3r3sb2OuxRAbwlFiv/ANIymJrGZC48iykOWBJyqsCFWvoSR6XJGzS+Szq77F+Zlus7pd4PFYn0GoVGnSs+dPu6a8wiQkDqSUBYCgdDoQRYeV9iepxMb483cz8OO4xlYaxDFzKadlRecjvIRZRCkgpcSolJSCFqtfwm2ztRUYrsVx2jPceCtXxY+cIdbX6FCgAfOytNlzjrHTtBlMQHd2VeqKH3fhTIVlR//kiwcrR9CsgEiwJ86muSmptU5zMx7190TVZn0nFE+XSFvyovKyFx5+TiKBC2TlcAuQFOJOpPhBAtYdcJbssOSmlxa9W38NTYq1Kiz1RwuPKRfRtSkLKQdbA3QonyPbZr+0lguLXt2iJU/dxV63S1uodQ7Adb95Ut+2USEkqClpAUpJTZSVAm5QBtlqk7pK9FwQ3iOVErcWKwlXF6S18JIJU4EKUFFBFipN1FJJuSNqqk2tPeLRnEddY3FT6pxJ+Dcb4am1eK10tOoMNTiO+VR1ST2GbpA1NtlJU4eLWuPRt5eE2IU1h3NFmw3SnjJAudQQNLkG1iLA2sQTaYB3ORcUVRhprePXsPMPoShUiLMC2mVHstKXQboN7qQVJF7AKTqC7a97Ju8rC+HOLU96WF8VwUfFiuzc1NcUkXyhlSlOt5ybmxeSPQE3G04ENmYoq+EK970prTUvOiatGTNZWVSjbqAtmF+/Y2/bt62+zh7LMrBuA6bAqEtjI40l3I0px1CVHW6eKVFF73sDb0Pa2Bsaeznvur0+JiPAeHotRhRXU55VLrLK1Mug+YSriNrGgIKRpexNiDtTcZ7Rm+ndzu091b1tyOIaiKDFTlrNJU0+qQhIP6ZpS03cNgCpsm5JJSLHZHUoW9SrJNLo3I4N4X3qJx3PmV4c31NtSfrtK/mu3aUv4ruHoXQnqU7ZXT9b+W2BcV/wApzvKxs6iBuv3esYeYfd4HNVl0OPt9eXVlNk3HcpKrixHcGzM3XjHm9Vrn96GMpVU4+XPTlLRy7avVGQJIP906+Sr6WzeyztiVyccmNLH3tB7gt2k/kGuVXUerhIhISrKsfITcJST+P47Acn2hftvQZzuKMMTaJCyLTzUB1t91trUcRSeoFNrElBJHmnYwVufo1G4kqA9TkRV9HIVG3KuK18K1JzMOFRFtSgmwygm+wjJpeF2oD7VUiSsDPrd5dDvwlNJdJ7WOZtSSQdCDcG4te2zdGl28mWrtzM01vCVGadfqkWoe8aRxV8dTrR5hKBrdwWJsSB8ROdIIBKUEbXIwRu+r1LiQKDixikVhj71S3X1lLDibC6UuNqtc6WUADewIBuCy8UYPo2F4vvSjOvsVRas6ENI4tNqiTb4aQo5Uk9gkEHSwNjbYHl4RwHiPjyvs9UaXUcnxXYtnWlKHSePGN03Fhd0pSsiwCidS3t2xoKvuLzF9ddpdLltT2XItUYWlTq4+XKp0XIOvQpwgKBAIKu/rtf7wq7/OXuHpuKKDERKr1BSrLwkfFb7Zxl1ULAJUU6+Aga2O399meQdcdlZ5sJbGR1qOsPtONEkpLau4sb3QoEXOhFhsR7ksP7vnao5RmsZPwUVFXC5KVDKOJY3BDzaiAsAqSOgE3IBUbE1F6KdnzIJXdE5gpiVXoDfP/wBELmoSnirUOFxRYgofBKf9xy69DbKTtIxHu9xHF47VZxlCqLD6P0WXK+rrGXKrNdSgQDYk3Hla22pqh7Ju8uA65KgNMVenSl5nZFJmIStxPYOrjupQkuEDqAuSSTr22FMUbjMJSuPRsR8dio8LMpPFMWUlP61lArQR2JCii9gdAQDYkh1aInA0yK7xKDVOaizYsfhNSmmkKzMWGbM2pPUoG5KSLEdgDc7dXsA0ZqqRKzFrdLqjGbP8JgISlJ1BIuHBcjRKgct7C41264zwLVMLyqLPo1bmzZsL4rC5vwH5SUoOX4jQCHE6WzIAI1GpA2tY7TuLXX6zAoj7E1jM1KaS+3nbdJOd1C0EcRtdvMAg3JBvcQOJDT6xtR2qzRnGor0KtsMNcf3St0pfTqLpRe6TdPhGgJ0I8xSMYgrOI5UCfuviPrirzJm02t00Z46tAUlZISUAXISVEDyVaw2Oo+67mp9NrMrGS8NVF/OiK7Ii5GnFAABpRAIdSRqO1u9rAnaoxlimVg11uLWYnJcdamnZUJCHWIroAsR3zIUrukXIuSU9yLGcsbuBty+A4vAx5KaqOGq3kySosOU4/FcRfUISVFWQdwjMq3la1tmfN3eYXlOsSvs9S8Q06V1JdasrMs6XsrQKvYEAi5OoB2yzAkT6XA+2UXwI4SpSEqWtpnMelwBKwnhHTqQolJPhAudmrhze1i34DvNsOUublRKQhoupj3HS8lRyqt5EEBYJNgQLbRmcRGDiTDMWgym8W7ucPe66jF+FMhNR0J4iNDZ9g2Dg9FaqRYkEAkFdfzf8/jeBiivRItOi1dSWlx12S0l8hWQpUOpklYAIBIufW42iY5Rv44rbuDd5vNRepTSVNNrfTcdOqiOkAkWAGmUFQIN1riBve1A4f84zNXq+daXWJVNaKeIq5PBeYyEhQ6criSpRN7osCdrbuJUI0M8TYNo1G3oT3YstcWvUtbTU2E+htalR1DM24DYENm6sqiFhRSRfQjY8h7x8R4S4GI6pg1ir0jLl4+RaEZgeoB1o2aUPNJQUdj8PQH6rsGl48awnvQwuyiqIRF5CY066GpsFQb4paebsV2SrOCGwopuDlIBIu6njevYRoLGMsOS2Mi1oalRXVpUxIVfSzyUlKlAA2zgLAJIQRmGwC0ZSvjyhJur3p4c3j16XyuDqXBffjpTKhz1rXISq50zKSEqbNiUraK7k9gNTA3hUfeDQZ77UWWwvCk3N8J2OZiqfmWO3ZSm02BKdVJBBF7XFm7ialtQIFU90wmKDW052pEPKqKy+SQoKCbcFXmVAIF0klN7kWOHMdUbCUr3NXsTwqjFfzOxVKdCJreYfI5e0hJ1JGqrG9iO9cQXcG7biKbdhhOqUvFDjWKGaWtiU6vPKgKcW1KYOqHAhBAXZN+oIBBJKkix2dcxlqjcP7JPRaiiE6lrI1MyOs9rNK16Tl1ABANtO1tg+oz4s/wB7OwMMRZUVjNwp8NHKutuixAW3YJBJ81BAJ+a5Gw1Raw7Xp78r3TNRiWKhTS2uAp/jIbJTc5SFrbOU9yUpuCDax2GihW4liAp4hTV65vuqc/3Xu6aYmtraUtcOpRynMrS7alpKbAakKCFKGgIOh2Uu9HcdiPfn8XEeHsUbua1Cy5eEqPIhTl2UFJUUEOBWmi0AixAINjtoXBcHFErgO1mo0SlsLyq4WTmkq1vbiDItoj0soX7HS5t8UVfBDVUcwlXsTsTcSriqlR6c7KCJ7zA04jbKrF5AzDWytO50JDw9QRPlMDYa9jCl4y5+BWcQv05DH9dd4BzMrOqVuIUtKkEjzF0KFj37XK/ZQlRZTmHMeVCiYo5VCE06ucWTTaiqOL8NDjyV5ZBRewJBIHdSrkBoYp3m4ogVl+BKobEWLCaVy8iPKLUhMVaim7iCLNIOuVSSu58joCsqtjD2gsGutz93OLKjXsPPuqd5eUwy+6yojOkFxN0rTra5NxZJ7EWmVi7xl7DM+fWeFQcTUt9a0KdaTPYbfU4gk5Wg82EX17KKb2/M7L+o+zPvBwu641S5bFOqPF4CFIkOMKeX3DdyAh0kA2FwSQBr3Djp/tz4ooOLWIu8bdbQX+GtTXvJiPysrMLd0ZbEDW5BsTra2uzlZ3x7vt41L96SsPTYTFU+E+xxWeFISk5QeE9dlSgoWChkWCkgLCrA806ZXwBvt357lmvcNUpMqvQvnjrStS2Vp10CgSlQIJsBc66Dy0Vu+9s/Bu8t37G16iTaDXqi0trgSI60JkKAtmbvdJUPMA3t2ubA1dWx97PFUdbwu7jyFzXFTFWmqJ4EqG7cBsEuEuJurQpJOpuCDptZUrdlPpdebd+yfHz/AB2pEd3pcVbR1rIkhV9LkEX7Ek3sK21kWJ6zV9lMAQtwRhiqcWpO15qKtiUvhNfACc1rWCrgEkgi5I8gNfPpiPCdGozrFZixF0uownVLS+wgJQ4k9SgpIIBvr5XOnoNpk3edS4rrEB2Iwh/JwpClOn7uoDTMEKNgfJRFrm173Gyd3x7x2pUCXS8URJuSEr701Rs6n20FFuMlKEkrasQCoDMk3JAAO2UQH+z3PIVVam+3dz7jGWl3Ec9+VS+VmoiqYddUjqdgvlHgUfGlJsCAsWB7KOo2/n8ZcJ2XRp8RD8pbS/gOuhCpCbHMEE2GbsCCQO4J8jmLchjiqYSx570ivVeqU55rlVTJjWV2RDJP3Z5YslQRmKkXF0nMAddti0pndpvLozkWvRKdUX2Mq/vDAUpSbWFyAOoWsFCxNgb3120kzjbPTDRpbzYTEDQsdbh4spx3gwqXNYkKYmJ5fhKS6CbpWi1kODW4HfvY7ELntLboKzWWMEYciU6qVRaMiUvoKeodWVJIsVgdgQL9gL7Lvft7Mm7jDmLYGKME72KpRGKo61DnwqokzxFKrJQ4l5xSVONA2BQ4suAK0WAAksynewru04USfvBxDUK9KZQh1qRFlKhrb7FJaU3bpsbi9z6EW2qawvuM16UJwuf7wGxEuvbxmp7vNoi0unu8KQim01b/AA1CxsVoScpFwCkgCxTZQJsRCj4FpdZabdwHiFGImH1ZVO0uKVqbV3PzAKsMva5F0nW9hrLd8xg3dLjJzDlLl1SUxW09bUr4qnFAWCw8kApcAAAKgcwBF77F+N8R0vDn9M0anrlLfQpGdUdtClK7BClG3c6gqJuRYG5sZCJCY28TP9H3RYodwk27KiUibFYzMLmKQpLqUgWSlzhhJAzXBUL2PmCADKobu+lqje65VJ53gdECqUt0IfcaKAQ2FOp4Ey9jlJW25YC5NiorHFHtGyqXiiutT6TUULqjvAdUl9bC3FgAAuI0yuC2UaEEfqk2DA3Be0Tuqw5gitbtMR0nENEfqPFdjzXZ4mIeWu+qkuLKM2axGYA5iLKBsdrq22OVmWGEN1e9/HnvmLjLleBNjqan1FpoIRMTplefY4i+A6C2EqCgtlYyqSsG42MFez1FpcWiz6y6ulzWPuE2pQ2sq20kAB3KSMzY75SVgg6X0OySq+/jDjTVGr1LxZiinVF9Koq3Y7RXHnKSAQq7agG3QUrKkgoKwokoOW+xruv3xT6pAfoPvCvTaXXmFLRFlRwtGn/eIhsFIVaxCAbEWISe+0E7vcHqEPDiHODdyE/dzjKfiOvYhhVeLwltLlU1htbD0NQJC32D8VlXUdUrUknS4JI2Xm/jEzsDGTFUi/8AaGkMZUwJXwn10vRIMWShag4GiCMrgBIKlBSBlC1B+8mrYor2HH8WwHauil0SU7DrM2nVFxpUV1Cx8RQNllvKsJUlaipNkgpCb2DqdU3a9S+Qi1uqVGoxVq4UqawUrUkgHguOWyki44aiVA2ORdrp27EI7ixds1XhaZArNLgY8pcRC0Ly54/ifivp7oBFzmHkpJ1A7HZ+YO9oCfFirbkn38whKsrqHRx2VdgHBftmsDfUa9zptj32epUXCTsuVjeoIirmpSn3bUmvutQQnMoIQ8LBTotopN1A3Scmqtk/vgwjjwb82MUbvsWVGkMcBHCkRZjiXGX+IouB1JtnSTlAuFBSSElRIBK6WMH2CeYu0T6SwuHwP3jfx3BgSt6uKMR4owyh+l41lKmvtLs61FlWAUkKF0i6UtquAkkqVcXudg7D1HoNBxHytLiLY4HUtMhB87agn5bEWJuT2JNxsysBYAr1UaYxlvQdWurvsJiz005/PFmWWcklIKUlLvbpIBBAIUOw+nsBypU+W00yjlWFq4S12QrIfroAfWwt5HY9wzXNGnX0umMjMoapVKpPlc1wm0ZPC6j9UWsDe+n8a7fyqs018XwPr/2SMycw/afO9yLDzIGu1jiiBKwvRuK7SZWTwc0tHRr2CiAQm/lfv5egA4OJeansNNcBD61fpVrCUp7lNyfCD2vY6ntodsd1yMQyWK8Lahjqg+5uK1LYRUWc2SOpARxk3OiQSAl0dgM2RQ0sDa8zC2E2t7+6V+vOy4rFXpc12O0h1RShtGdGRp1QBIaJWLE3CSLgWvcaw5Q3XeI7S8GyuahKS1IlO2dS2ooSrpcCdQEqCiEgCygb6jZ7bkKPKxRFxLu5rMtiLKq8BXISmkhLralILZy31ICihWVVwQDobXOD1DSvRjUAH2M/0lLFdxx6iX3cGs0v3k1KZXFlQpCkIYmo8KhnCghSdbW1sSQbAhQPdpQ8euutNu1SnZEP9KH2FcVrN6K7KQfxA/PW0WgwXcW0Fv3pSeBitGRNUaaXl5hQzJJyaXNja6AlXRqk30+pWGOQ+68ZC2H0KyKSvPlufI6K07agfie59LpbTSnhCaeviW6GqDvGqjFG93PoqORXQ0nJzCU+aMpsFjTpABtrlNiNlfizBMWLXn8ORafKffR4uLdClIJIICkpUlfpmAIuPXYzFGnxeHWYuRa2MuZWYpW26nsQfFe9rEXN/pt/YTr0CfjeXPxa9x1vpUlPHXnU4pJClEX7jMrU6G9ibHYj3nUMEMvb48SgwxF3fUugz4rUT3oxFWrmos+a4+xobrSpIvZP0KCEkC9trqjbycUT+H/N9h6kIWw0iOt2K6H18C5CE3QBnSkk2CgbAqHYgbfG9iPgPC9Ll17DmE32KpVEf1yA6U8RQGpI1SSfCpJBuO4Jsds0x5G8HDkpvFFLxN99RmUjK6U/ThnW1gRYpULGw1N7bGutsUBa5i9Q1jJ4VnmbQp+DGqNhf7R4yxYxNXxVyFxWrIQ2vUDhpKQeJqbg+tx5HYOnYrwu00587C0ZESEW+GrsQVpuNPO4A8r7LXCO9h3G8rhT6e/77/7xCUtampiANeAkEm/0bIVfMcuUE7HqqdQcW8NrDmHke9EZVOtQ5BRIV6nhrsV30v5j1I02JV5DdPOWPa77s8yhwTgiBVJ8ue1VpXQ6p1pUWQvpzDXM3chSe+h/IjyCt83s1uyp/wBqIuIZWGqutSUUuuUuQ69CU6EXLEhjMFsqVrcgk6i4WgEbMSZRYrsVxqqUSvQqgwheSfD6XW1W7lJIS4PVOhA7KFtqmkY6xHFdcar2SqRUI5dT8yOeA8gHpzLSNFX7FRJHle2hidsdXqOpXALRb4V3OYyi4D5WqfZteeVxZHu7MEKWTfOppICmlG+VSm8zagTqNRt94mxhKnuubvqXiFdBWxHzOx+Qc5jMW8vFZKFAuMpGXwhSPJShYpDjqqorvDdpdDfi1HpXyq3W1JkJPYsPBRbcWQSAQsEm6SR22LsO4Bqm8aA21i3BzC2EOpdYlOtZVJUD/aR3BxWHAQepJKdAQoXGxEr7s26Osuq+azLu63DeI6DVHPenu7ENE8fvSkKPFiqvcCRFcvxGgTcg5st7jLYKD23Hbk6M7vLiYtwHh56UiK+v3zAhzUoYlNOApcWnirSpKirqygm6gQQbk7HLHswxaDXvtQ1TpTEpCcqpUCetPERe/WAs5te5IufMm+1zTIk/dzKcrOEqdCfqOXrUr7vzibpJakFsZHEkA2UUFaCQUKAukk7BWOJ1Wqz9oO+0p7OdLizola3X1GDQcQoQteeqLVFjvRybLYlLQDlAB0WQdLXuLWRuLvYvxG1w6p9t8G0teTi5Hay46nijUZFltBbAIuDZQFgb9htpyJT90u+SfEqlZreMqRUadKzLjzKo4tdNd0HBUUqzKaI7KBULdRJScxsq37NPso4cg/zjVmIuo8ORn5qBIbzKVfNlswErcAKSSkFRAzEiwVZd0sZsZ4mgjoy/mYOg+zhVP6/XneazupQua194Q4n9cOJUUFR8jfX1udtKbodyuCMOUF/lWua53qdddYyKzA/MD2sABbzt599m3jTFfs84XwbIawwzUaWuqZslJaiyUJSlVip5CcqkNtg6qUk5AbggG42RmCd8DsqU/Aw5UGK8wwlKltLfSlamCOh9hRJS42qxAIuDbQjZW259MRkEj8iZPVBY1fiOI2YuFWqDKb4URCEfrIvl/Yb2/C+nbtteSnYFGio4ryGELVladUnoSr0V6f8AHQbBVM3nz+L7mlYeWh/hJdaadWUqyjTpUNBbyBB/E3sB7FuK59Uaciz+aisIX1NOoy/XIbpF79xcjTUdxsGzqoRMoJ5Ow9oeoxXMQO1njwIARx2EePihKFdja57XHbyvoSNg1eO3YEXlXaSjjoWrJId6Ft97oX+sATp30sQbXBGWH3eF9wdfyP5UrWlXr/nY6evrpc7IfeLiLGUqqMUbDlQW/CQ6rmorSXFylKSbksZepQ8SSlKVKvayewK1HUNRrHwBD6Ki7WnCTRb2NMWyuJAi8DoRxckXJnSmxvdJNza9yQP9dgPeJvhwlgOl+/qpiGbV5X9lFad8SuwCUaA62GZRsCL373UzG8d2VF5/AdWR73pbquBNfzpdbfTcKaWgm6je4BNj5FIHYUxBEi70JTmN8GxGKdih9OTEuF+LlanKAsuTAzHMlYN1OMKAIN1JB1z6XmPuM26ujighrDmH2EvaRn71ay3F9yVFCKWpKn4rDqFLVFVdC8yFBbD41PSpAUPMgHMN74+3rbo6V7Nc+jUyosU9TNB5OBS1OrQ+pam8qEo1K1IOt1AkWuCe+3k7g6oysEYjgVmLLQhcWUjPxejiNG4N1XBQU3IJJBSLg2FwddjEuF69umpu76vYeQuoYeQw1RKywjLIchq6lRpI0V0BSeG4CT0pBABWVvVumMTYrVFwqxAY798433Xt1mVUK3NXh5hqkPpmrEppyOkqyLjyQQ4kpUolTT4Jsq7S1BOTYK3bYiawlhefArOCMSvxZXTFq0VK8jKlm6g4hYCOH82YAEk3BJuNmlExC7hfC9dwbPpLCIuJVvoRISwhMqPKUUpU4ghSM1yAFIzAK0zJKzch2EN5le3cxfs5iPJiGiQnVJanw3y1IT1foJCHEhSXAMpLbiUkg9JWOorakPjwGYS92TlRkxzbuqjjzFuDXGt3OHpWJauuA6iVAytrXIYASjiBSyFhwBSL2KswTrqARmnePhrHmDd4zlB3l4Nq+FH6vlmxYs+GWMrqBb4ZtkeT2SpSSrU6kHUtOLv4GDcZQcZbqmX4S4q+OlqQgdK0kHIrW2U2tcE6G+nbbVG+X2kdxntR+z77gx5LcwviRhbE+A61FMgR5jepW2AoLUixKXGbpWUKUEkqAG06aoBMn3F0DDyxj/1POrGCnYsrhOuoyPtJRkyfT93a+1HRBKiz+LAlyqc/wlZZUV3ItOo0I1CkkX0I72OxDi2LFddbdlM5+A6pPNMOn4a+wCkkWyKAukkJJF+x02hutcrA5qL8f+5pmy6ag63+o8vTvY26GzLOLXqy1AflV6kwq3TpX3ebwvgLUnxDPlI6wbqSsAkG5BvoelDmYXlfdYtbfYX4Go9UYRmyqPg4gGVSfIEi4+vcUIplUa4bvBWhDyM6GnUlPEQdTYg+Wh0v+AttBqtId5piVAaX8NSc+TqT9Qbi31GuovptBMviOugUKlxaX8LO+vPwloU1+hXewSpP9mQBcWJSQbgnWwVjwtT5T7sCno5rKlqV0dak5CErXYnMR5KF7nv20ZNGw3Ar1BptUoOIZVLqLDGSQ0vrjyLJSEtkjtcBQAINjcAi5UafeGlqlwKbiiBT0LQtao8jM6th+K/2TZxJ6UKANrgi+lzcWr4yTFZgukQJTrnCeWioxVIWtP8AtGie6ddfIH0PfY8qm7SBiiU3yHjW0lpSPlSsfQ9vLUW/DudgSoOUafVG6972nUio+P7xHSpCu/8AaMkA3GhuCT31Fhsb4R32z8B8Rqs4TXW6cvKhqbAdHUnt1BV8qgNQMwB0GmxlgftmhNzWJazVKNO3N48eWit+7U+6Z6llSZ3DQMhVmBJcQcoVe5ULG5GY7dcL+0BKgcpAr1RlMLYSlpebxJUNLKBGtrZTfX92wLh32k90FZlRGnWqvCfQ6l1rnYGbhrvc2KCbKGuoJuCbE67U2+bDEXDm8aRwqtnp1eyVSArL0t8UkLA8inOkq9RmtYaA8waGR5rrAHtEUtqfxebbfiv5eKlPhc+qQTcL9LAg2sfIg49o2FXsebkZ9e3fMsVvPFU7HQj+0SO4I730IIGoN9DY7YMoMDlfhNRF80h1rKlKSjMk3yrSTYKB87WKe9rAnbRW5PeRiijVn+b6e17ubraeEhE2UqOjmCLIWnOCnqJAOYi5IsomwVwLfMJs3TLW7nHX2orz9B3q4h90UteZppTqlcJlRPTny3KU6arAIBGotrsxt2lN3q4NxlU/5h8TxX69QVcw1HW6h+POiqKSpIKSEutLTopJuknUBCwFbTN+Psxz8Gz52KMWxG4rEpakZ1pKmG1m6uG8pu6mwdbFSCk3BuNTtleo1OVFrLdUwRVn4sqLl+LFWUPx1C9gFDy8gb2PY312q43riQ/ivM9eKFvNxvXt2k/EcDAdBwjjWnMLdfw/Xn1R4UpAAs8hYBU21m8xdOpvlPURDCeJJ+PMGt48r1JRCq85CVuoW6l3g/8AhocQBdsa2FvPue5zTu3hb1d7WDcPYcxHjdeIaWuQtcqHz6uOm9itC73WEhV9DmQfI62G06hg+jUHBESBAa4CGGk9CPD5f6f6bDp0taeUzHtJPEQmP3vfMXi0uXkmo8CM+XqA0Gun7dsp173zPqj7s9p+EhnNxVou6hnL5qtchN7XUdALnt2e+Pltc++014EK/g9tAPI+ZvoACdk7TsfysEYybqn2YYrbEVX3qK6hzK9Hv19SepogapcBFiBrYkEXa3niM1WFhiA86n0HFFZgUveXiGrxYsLMiFIjxeYRkUOwVlKii4uBchJ7AAnZxYT9njdLVMOPysEb3kMYhYzOwEynW0MPK0IacQsAC4FswISL6jQjYJ31YGwu1KgbxsEYmqMrBWIpTqoTrUcrfpchRzqhykN2F06htwaKQP1gc1JS8FYcddbdr1R51HizQn1oWpP1SQFfkQO5JFtrV6ZVbLSx025t0roVC96Yyciz8J+6K9TpCmJ8CP0p4oHZLK7pyqTrYEpKVJKSQQSUxtyDWI3XKpFyIQh34sXlylabXuAbnW48NrC4A8hsZbpqrS4uKGKNRsBIm0tCEtOvyL5ktAZRmvcLA8iq5Glh5HUlf+xEWlt+CnLypTxVKyqTfyJ0/YdPPZ3t7hlYb7ZhPFGJYFBnv0al4eRFXFRwlPyI+VSlfUaG9/Ua/hY7DMdmVFal4jqjq5SMmbhL+tyLDyvcDTZzb391OLftQ3iPC9P96Uib1Pux30LzKukAKSTmuQdAB5fXYbreG+agOUuezNpa2GkqzKyZFK6fEkgGwHzA6HuDramxpdIFbt2IuI6821WWeaYlL60SEepFwCDpbW1j2FvPYwx7gml4Id4tGZyRX/Ej9VdtCPx8x287egnHE+jNMO0HJzUJ3MlWUeR1vfVSP7psdbj02Ip+Mcbz6W5jeLEp0qFFdSmVAfurKnS7jJ8SfqR2FyQq1trlPGV+Ypq09VK9KYiuxH0dH+65bS6RpcdybdtLnYbThhqLK+K8tj5vB+4+h20FhqFRsR0GXPayIzq5hcPTI2r1bUNDbzAAUALkAbB9ZofNVRuA07n+dDvizXGmvf6fiNpCSrp8xbGrVSB91i1aUhvxpyurT/kdPyHntoncxvdi1ngYXxa8v3jlS01NWgp41zpmIuM2lwoAA6k27FGV3Dcpqe5xWeBwOnq+by7g2/AgnZj7taI01S23XYi0SmFq4S/1k6n6ka28rWJ2ntK/BmPrlV18/wC0L93NSlUusxHazLqiKCw+hcx2Oha0toOt8twknTU3BtcDU7b5/miwbjfBHvnd9iaLUUSmPGwsdVxey0nqSoehtr38tnBhjdRhKg0b3XApMVtjhZcvCSpOW1rWIsR9Dt/YY3NYXwlKflUbD0Wncd3Pmh9CfM6jy7nQaDy2ybED+5RDumCsaeyrjLiuNYciP8deb9PbIlWupvqPyJHmNlHiTD2/3cPK4rtWQiF0qmtR5BS1l8gUr6VEE+IdibjzO3qXvAqjVBoz8rhZ8iVfL9NvNLfVQ96u9rGXP0vDFblUuK6pKGkNZUJV+uUrIvr2A0F7nvtRdPgcQSWbXgt9r4GI/i8FC5q0JztIayZu/YeR8rjv9ddlvi1GKK8641AwxKlRcyuOtbQQvy6CRrca2Uf2202I8R7pN8mF57c93DNUisePitNLyptrfTwkfu76abT6JijFs+UxS5VRhVHO7y6VO/AmJvpYvIPWkXPiCvW/kbDfTNRL02xbYKwbKlV5iBS3pTGdfxY6kdTab69J0P5X77aErbnuGlt0aA10P/C4S05VKsLW8rn1tp+22z53Wbq8OYcge/naStEp/K7Iz9aFXAAtfVI88oNh9NdiLEe6HC+8uew67np0phaOFwupp5F7lBGhH4gi347CfXDOMSterRn2TEU+v8q796qy4Tbf6VrTqSfTuBp5gX7efatqW99qBFcgUFpErrV6dKrnuoaqt+fc9rbbN3k+xbuvr2HHItLZfpdU6lp+KVtZ+4KSLGxN+km1tDcabZopXsE7y5Up+K1T4UJxCVcKV70WpL30WjKcgOnUMxuT0gC5JVbXb7MKdSPWYo8J45qmI68/RsR1ZeSo5ksdkpZWbgDKfIA201t59zsL15OI6NiN/DmI+I4hhSckhprKpSDqlQvoR+BHb102ZON/Zm3jbuXXPtvhOqUtbHVHnos/DctaxS+3dGp7JUQo2N0jawm0es7wcLsSqXTl1Gr0j4S0IRndeR52P1IGnYkep2PuRfUKr7xB2DWsZe6/s5Fqz81heXgOx1HN2HdtV1AjySL3N9Ds45OBpVU3It4y93L96URCVymltDLIShZSvTslWUZh5aWsNRsI4G9nre1jf4UCiMQpqMq1xZ8xtpf5BGck6X/LuDYHTe6XAG9XBtGl4SxvTouSooU0l1crjpVcW4bwKTcaiyrG3mRYbBtvCYMHYqfdmIfddvEoLtej8rSUI46eFKhLYbUw8nTQBJGUDU5bHzAPcEjr+CtyMrn4sWnxWJSFZ+TTdXDvqCE3CinyvY2AF9NnJg/2WMEUuqfajeXLisLYd4vKxXywlKQNMz2Y5gfQeWhUdr3ehv33LYXpbeEsJbrPf0p9OVp3kOBHSq36RTxAUs6+JBOvY7MJcG9Se+izPGC92uHJTvCxHVpVBivuqdhymmkqSrQAZXE9SCQTcWIPmNTsWSYm7ndBFclUunLmyunOpSypL3fstw5UKt2IAHlcDYGqmIa9xX6XijDNU5Wb/YMX9blaVIF9L2zAEaEEXJ2gsVPkKM/FlUnEM2EjNnanpTIRodCSkhWXt1BFh3IuCdmTWXhfG2d8W43xliilsVnBFWXKpb/S7AitBqU2okDhuKzXFriy0rSPKxubriqYSx5QZTderNJfiolf94lIKlK9WydBe1jqb6XsLX2JIVYxlS4Dk/CWHotEpbHU66lZSlKRre4sEC2oJsbXFyQNnluZ9o73y03gjerSaXNYlZWOaTHGRxPYJeQLpJ9FCwvexGg2gBU9QViBPUw9VmKXKxGxP+0L8JCFda2ElSkp7nLbU6jUG47jXz29uLOF/svEdi48pGL1sZOA6p9CZDKraMvaZmyCTdJSAD8oFhsM+0V7OWDXXXMW7tKTChSm2uLIh5fgSPMnt0EfrAi1ze4GmYoMaU1KcddicrKYVlyZglabEgi+pI7i+o027Kn1AON/E9QMP8We1wpVO5JeVOdHQtKk+RSsXChp5ajzA2WG9X2WN32PJ7dei0+bRap87sBHCalfRbYskK7WcSAbgA3Fxtlndd7WG9/d9KbpbTrFepDPTyFXazLSkaWQ+my0X+pUBp07b/w1veiz93P2yxHhl+lscLiux1yEupZTbzWALafMAR5EjTaHsihrcepiTe5uVd3S0tye7W5q6QtfiW0MsdR758mgBN+oJB9b2vspN128vFu76qS/sHjJ+EiVmU7CXZcOoW81trunOQBZWih5EAHbVO+H2ot1WPKXLwRAp06VFfaU1zWVKkKzAWsVHuLmxB0PmLW2yBivd3VIEBuqYcp0qqRUIStb8BGd2Oq3zNoJJSSCQoCwAuSAdg/dG6k3DzmzfZ09oiqVRr3NvLlwlscXhRZ+qFMrJADaysm47AEm+oGoAvoXHdUi0ZpifiN5iFCWvImfwjkTcaZ8gNk6aKsQO9wAbeePsqYca3l1l9rEedFOpeTO6hRaU475NqTbKoDQm4vr67bFxVXao61E3fOxOawg+0pr3pHdH3eQNEtA3sLEeAgAgaHy2YR/5YK3RK32Q/w07QZUX7R0uXCmoW1nRMiqRKYcaP0RcKSdCSO9vIjT8axVg3iv1Sl1ynIyKVnRHkFeVQ0N06qBGosRcdiTtkGi0Pe1gjGT9GpdPhTaCj4sfEDTvKpT3sFZbKKxYXSoKB7ZgCEi7xfiLDmEpXvnFGGaR9oVryc/FkD7xpf4wOYoV02CgSD5gW257NvEunS+NzGaSxFvUgUGK3K5SVKhTkqXxUxfgKSPW4sR+06dvIrTeJvE+1GF59BgRJXJLazoQ1DD6em5CG8tllQsbpSCe1gSCdk7D9rTeNQZTDVLl05ilv5EyqXIaKkuXUPEkghxJQAMySCb+Wm31jX2g6zgiexWcG7t6XVKPiVK0TKXPaQtEOUkgkMvBIWhCgpVkuAlJToTcEByY7RQlPqRncb4XdqlJagZ4VR8Xx4bjCnkpAPEKLFPDOgzJUQCrqCCRsxcaYxpcCjUmfiOXKi4Xqi0x1T4Si+wp1RyhLmVQKTr6LSo6BR0Gyd3cb3K9QcRuSsW7rKjNwbV5HMSoC3VzFwXT2ejrcSvIoa6HQ3F7W21XRd2u6re1AqUCLXEIi4hi8uqHyBhPuKUmyVrSlWTigjxpJJPYi2XaCWhyA3M+tyu+zcFhdpylxatRMQwv9kxZTrah3yocAP0KbAg3vrcbWtY9qzcPPxH9jd2lJ911eVmaalIRySOKNcuY2zKsD0gXOoB77JPDXsyO7qsRuV6sxKXiGnU6Y7F48VLsWQ20oG6VpKjldym4UbBXScpBsAr23d1uCMGyqTXortXci4lQpdORKitvx3FJSCsB9Fk5gCFBKgCQpRA0IEHylHG6VWLImEvtdiTDm8yt1HD1elOrlRazApYlU1S13KUSY4s43cnqUCDcElQFzsyfZu9oTC+A4DlGxvUJT8qLIdhoVHd5hp7IsgLsTcA3ukDXUG5vtkjCq8R4jnucXFj6+B8JCZsp13N/cK1kkADsDoBYXAGzQwVjf8Am5nv0HEeCGKpTn82dTsXOlX6zkd9Kc6SLE5VdBOUAm5G0bM8Snb3JzN70fHjWPJ7cr70iiykZHYc2PlUlKhfW+uUjQk62PfWwnYlwG1WaW5FgYhqlLQtORpbVpkdxNiEoWlZUFD+6SCfMntsgMM1HmoHFo0uosRZSM3CaX+h0snKhVrEHukkH01vtVYH3x7y932PGMG48di1ig1FaE+9kLchzIaLnU2SpLrd1eFQJSQTm1uCY2rL16f5EvZ2Nq9hef8Azc173dTlrVmafir5dEhAI6+G4m2hypKSEkDQKIsdiKpYpqlB5CqSqet/wZ57SApGUCxKtAtBI0IIIA+a1rO2sYcn16lxIFZiRcQ0Rf3qBV0NMrdhqV4TdJKXEEEgqASbXBzg3Cwr1UpeDePhKs0OLTmEKStr4RVDUk+acqSUpWbjLqLhQBPbYRh88QZ53DlUn8KBhOqYeryF801MaUVIZWo+JSDdDzS7E9OqQRYC19qDfDhbEdBabxbAp8pbOZKpTtLazMNujr4jiCClFyCQ4LdVhck7MReI3YHu2qNYIhLpz7SUKlRak2phtZXZIGcIHUSCL2HcXubbNKgVejVSLwubRFfR0Ox3bodbv3BBA7g+moINjtXxWZuq1p05+2WW5b2nML1mg4eaxRLXCRVEoYi1Z1rIwp23S1J8mnTYgKPQoiwIJALVx7gCl48gcrVKfT5rOZLsfmGAvgrto42rRSFeikkHZMLwTg2fFfiu0SKtiUvO61l6FKve4AsEm5Pa3fXz2D8bUTFGF4DH82m9itYNYY/skvh2O2nXs28FpSDoDYJHn63NXYp4MXo1yXPgDBMt8Z+ynKitOSsOPLnRUda6W6tPFSu5N2HFkBWp8KyCTrmJ1CZhU93BFef96YefhTUdXCkQC0tywGdKiNHD6KCSknuQdSypW/H2hsL0aJ75qGHsVxciV81FihD8hI8WrZKAoDXRANzbLbUWi9+eKMR0tj/snS6iw/lWhqZFStDigLWTZQUFg6XSCfoNuJ5mugaVihg3FrTFBlYelIhVRpKms10sOKC9Q2qxyLCsvSVEX7X12Ft4m4iLyHFwbVpSFrTldhVGzrTnldKtFA28iSLiwyjZhSahAw5FcxRgh5EVD/XUsJVlTjTDjttXIzygCw7fzOh7HuCK3+dTC9epb7rTzHAYVkdhTLKdZUPEnjIBAUOwzIbB0IX57VkxG4JxrvV3aUtzDlZwwio0SnKSlKvgyEwUWsQkmykIANikhSTbVSfOlmYmi0bJKdaRSGOLnYXHYysJT3JGXRoHXMg3SO2W/dr1zCmEt4LXvSBzUKowk8JNSjoUw+pj/ZPLT0PoI8KlIUQLXJGhIndwO6WBgiJKaqE1h/io4CJrWZDb47N5SAl0Ei1wSQLHLbTbpeDdHoNZxa7Edi1Z+KichGd2GwMmYp6M41SD2FwUAd7iw2feBKTytBYwvvBd56qUtKv61DQpEpANg80dRqACUnUEq12W1chUv3zTZWCGX6DXloWmZDgSBwpCrJAcbzdKgbkFpafO9rg3613DO8afS3K9g3E/u6qRUqRIhVRDjSY67aKQpCVqQm5BKVIUmw0CL6DYbYRIQ4x3d0ZqvOT4FPRQVykfFdUlXLyshuHDYEJULgA6WtrtXxoe7SjUZ+jV6X70XKQliVC47qJWtzdC0kFSDplSoEi+hAvYk3bYv3vN0uPA3jyqW5V4vWiZTpTao9QY9FNG19LXcSQL+QvbaRiKr7vpWeBiLCdbWh5SpkKfTmuqOoEDI0pFiEg6kAKSNQQNNqASxdvmKSFK3fbtP6Lddq9Rok1auLFqMNzixVg9l5UpUR3OY5reILN9fmZjDdzPlcq7h5+r05C8rExEUrfiq73UUgKW2fCQRfzKT4trzeJNgVSK/QeL70i8JfJSnU8nPZT1C2UpySE2IscpI7Ea3OeYFR3g4XdntUvDE2vRUJU6793PFZR2utKL3F+kqToL6gAaSfKDIHuaTFdgRYDDtLp9UZX+ijyoqs6m0KJuhaSSp1q5I0z5L2ykXtSYxx5PwHFiUuK0ilyqjmVFdUj7nIWcy1IBylCCNLJOUkjxabKLCOLJVLo0is4todapzD+ZS2Fv81HzXvxEC5U2u3YoVdQuCg+V5UMQUbfJQW6puvxPKRVKc7yFUoNUWGk9+l1Di7JCVagoJubpIGh2jECTuMMcLby8eV7hxWqdTl1tD6edU+nOmVFJsXo2pKVpFszZ0HcA2APLGWGKDijEcCjby5dbXKp2SowJUVBlIguqKvicupWdNrAgtkgZuwA2BKRuZ3jNT28RxZa8NPwV/f6XIVm4lhplBsCAdQoC5HYpuRs8E4aqjrVFqlUqyF1FhrK1N1SxKTpYPAglJvmssEnUggg3DdYlYEYjrn23lfzaYopL9OlQvvVNrKIrnAUqwsqO4sIdbcP9o0QQoZgQRqLKl7ksW4Sw4/KarjCFozLdahxQlKmiR4EqScoGqig6E63B12bmFp/P0t+BKqL83gLV8J+zqmVDXpIuSBe41VodDa211XMRQIGF2Kzxm+Vyfp2urLbzuPTzHf6d9jbJQmYrp2AJ9Un1qLjKJS6o+wrmGKjFgBhTzBIAvlURmGoJBAAABSO+0XHeB8JNbqpGF2sTMUubzSFwpmfImPKDhWc6T1cOx4alJIJDiuxIUGjjSBVHa99rcJVbgPsJSvKlhxTEjW+bM2ApBsbXse3bvspapyu9rEb/AL+3b0SqLYa5J2Q6ooU4uxJbv4XVAeiRoQDa4Jr4/Musmbu9xuDcUUtvFEXebh7FFXlR+FKpzvCSuQ18zRBUVE6GxWDfS9j2O92eEKzuqaq0X7e0hzDXHW61Rqk65zFLdUskhKlKGS40ygWGgtYABKV/E2F8G0apUvC+DcKe8YTWbLwgl1NgfGUAFBHkkenl32T0beO7VKCjFG8GJiGoQpquExNa+K1HdUBlbUCSpFz2JJJNh37U1BVhgQNtXc9zSOM8YYNn4olxZ7MWVKXlXmaSUSI7vykODUoIAKkkKBsAADrtVUiA07AcdxbjeFTlsO8WLVHelSdBo/HWgBI8ipCyfKxF9s+boMRxYu9puVVPv1Imr5XNNUE8NSzdJQvQXubWWLE9iL6643p4JozuA57XCYYWhpS2kSEJUtKraXbUQVC17pNtNb+eyFVIRuZkWXtpbhXjx/MCo0rBtUrLGF/tlhqVUZqPuvITQnmPXIkkk+fSBcfUW2N8ObvqphKe/PgVGUwucnhP9Gdp5IvYKBuFWJzBQAUDaxFrbYIgwMOY2dci0BpinVdDv3qA66jgKdST1Nqygg3GgVe1gQRbVq4U3y7+N19UgUbEeN5sKEhWRpiorbfRKQNAjiHOlaQLHMheYW1tqCx2QpyJ1vTru53qXx+xhVjrez/NpjJzC+N6tUZr8LKtUWewjKpCgpIcSptIBSbEBJ0IvcaAl+bvN8lGxbhKBKo1RyMIayNNKsvL307eXkLWtpfyOa94G7if7SNZRihqorYXTmOE6pCkLaTmsTdNs6blNwe2nrcqHsJN1TdA0/Addz5FqR8JWZCk50oDgSSSmxUAT2HnYjaX5m1TvC/qe5q9yqVSfjeJPpfQ4w6nOhpAdQ5mINgFG+W3UUgkg6ixGxjvXqO8ufQX59LlrYRwlLW1qxMbfumzjTn9ogahSHBYi46TqU5uziY3xlhzFEqfSUU6qQkrdgOtPhaFMFKCHUqQbEWSqxtcEkeV9mQ3vUx5PdptLxHTkPo5XhVSnSGMyZTFrh1l9ChlcGZBKiL/AF1uISVb7pmjeTgGvbxnYFTr1cwPTsQo6Ez1THIXPJGWyZIS2AVglOV0ICgBYkg6XmCPZ1xZVK8xKxFMwpVGH46mnWGqs1IQ8vMqxCilCswSbE5UKvoc6bnbVdPwNuRgUuBKn4e97oYXmhLqTQfdi3AGRKnASkAdIsQDY7Wjg3Suym2pWGMKQkLQlaXXYrSEq8tCBYH1vbuNdmtiY5l0O2Iqj+xjWffLkqfEm06ic1zTXJz+KtuQPDmyKVZJKldRFyFWJN7AtxHgqA7WaLVPs9KoM1h3l5EylvhdJqzoaKUqeZUeLGfABsQC2q6yQdFi+xTvjwbRnXML4Dep3vHwIaiyOnyGcWNld7hIP7b22gjF0+fFbdqjr630IS660+0FKzAdwoHX66A9ySTstdsT1KajUMqbZN3Zbj6y1/ONVIEuLKhVvNKRHaXmanKWzlcbeTmKmnwW05HMqQoKSMxy2Mxn2TcZT4ETGUXeFSMJxeVS6pMNguryFKSA8lRbQg982W4ve2mycxp7QFU3fSmKo1h6bys11cVqow3XWmHrXJZLwBSFgJBCb9Vj0ixOwRjn2r8JT92j7VBxNN5qnvqzUR9a0KS+oaJAuAtKiSMwBTcWsO+yxZgRMzuPW4fBhtIpUWjT5+HKzXPfdOW6rO7FUFMZv1gnRBVawKhY2AFyQDsQ4dhxZUptqL/SORKUL+Zakd+q4BB+puCb+uyCwXVapvVgPtOvLizWPio5WQErSg2tobg3/AgEH8dtD7ucFyqDFbaqnOzV9OVSF5X9QNBewNvKxsRpY9tr0A7yTPOdRvussIsMc0Go4IpdB5V2WtC30+CQgpyquRn73FjobEgjUC9xsJYyxPgiltNxapiGVCz5uE6houoSoehSCQkka30IFx6bClSrUWfiNyjQPvrCMvNNSElKmVBZ0KVDMhQuq1gbH6WAJ6Pu2/pTi82t+LmS67FUjrUnXt3uRe+lj5geRM/mIgrsvIl9huoUbEeCG3YHK1GnLaV0Oo6XkeY1+oNtbjZFY4xlu0o1eYge6WGH4q1NO987aTZSgq9yo+G1wQQPPXa630q3g4Xefd3X48i0ijvJSt1EqKHYqV2NwtIF0aFOoIPTe3cbZ1rmHcZbxqM465VqJUcVwl5+E1W22FSkE5uEvMkIcslxakOghRBSladCrZSqhw5noOkFnyTHqxv7wRA4/uuWxTn5TXClSISgjmEiwupHhKxbpVodNCO2zaw77Yu5GVhiJgis0+l81kSiHUeiO0272Q6tdiptwK7rSTrrqCdsZ4J3QVSJLYqle3cVuE3zCESlylw5kaKlRtxXA2o5mQTqoJUQNSAAVBw+0Nu5w5hzFGG59U3e0inVd5KlR59GjpaTUEWRZZS0eA6sC2VQQFAaXtazdtO5DuHE9GzoqcmNupY0apdZntVSuPsVSgo97R5sVJdd5dTeddlIIDjRBzFIJ8SSACQdqymbwP5y5UvFGF65CxKhC0tP8vla+LrYkiwCyOokjUWJJOw1Sqbu0i0tusz2ZqJSGEtdMotLj2QSkKTmIzpKvEknRXexI2Nd0mFWqXRuLQaiw/C8CVZ21qbR2AzJ/G9iL3Pmdds9K4Kq9W+2T2afWXWnItUdYpza8qkdQWvyuL6JJ9LE39DbUnoVPwG1S/utDXVH0ZV5alHS6hxQNyFIUABfsdCTft6BuIseYS3fcxWWq5Fm1RhOfhLdSpSbd7anhkDXuTp29M21729qW7PiT2sHSqitbv3pqH8DoBNlDN8+WxJP4HQ2Baq/LdLE7pqrefTqpvBlRGqNg2nYaWx0SFtXSiR6DILITbuFAXNyCoi91Hib2eq9WZXFn1FaJS/E7FSE8by8wRmA9TqNNb2AJij2+6XFiwPsbT5vO9KlNVRjK1qDorukgHuUm5tcEDZu7s/appeMorf2jwHW8L1FDSFrfda48B5J+dns9l01uggG4udCdSvtzzmr0dxct7/pP6l7jN32F6M5PrPNLlIXnSqQvpz+trgJUPIi1j+wTGZVZgcCfQZaMiMqfHmUlI0srS9xYEHv5XtbbpivedgOe170lYspz8XxurhOhaFWF9QCSkW11OptpqAVJij2yt0tLz0ajcd99hCU8ww1mSq1wbK7X7WSbad7bRYV/lmedPd8CaEYiSqzF96YtxC/FlI61oda6HvpmSTrp3sfrca7DdZn4XqlBnxcOYhRS6ojriz9ciXQdMxtbKVCygb3BN/MbIR32qcEVR1tr7Q1GVx+pUN+KUZU6XsRcA+Vr/gToRfx9+G4d1r+hnuSlP5WpEWUt1jMrWxACjcjyUkn0N9Nl96txOXT3bshTGvgViA1WaFFxRRKW+tanUIkR0FKW1FN1NLyGyUmyVJJDiDa2VFgRpdyc1Adbi/oGPAhXy5vQ+V/T12x1SKxFlT4DsB73dUaWtEj4TpdRIig3BWkajTXMBa5OgBsdcO12A7RmK9zbHAlR0qWhXUhzTWx8iPQj8ragy2pShdzgD5k2G1fvGJdw6o7xuF+psN43gReLxWmf0+bPk6ev1/P8vz2pYmOsJNSnOFXGEN/IlSvD9CD2+ltPT02/cX17hOsNNPIWhbXF8Q8PqNeodxcXGv12ppuqaXWttocN/QyKyzcQN+z8D3zArLrz8J+K+jizIvj5fiArQpJ0WnLchJ1BsQQe/D2qMY7r6XWcJ4S3tYslYbp1Uy1mFXocVK6dVuBpwpbBBUkgqSogFAIKSV6EDhi7FMClxeK7+t8Vri5FKTfUBVjYkX1tcd/LaXvex/uM3jboG6Xhyk0er15hpUik0HEsBuRHckDTluYIyNFYFgvMU6pKhroyXTOJ6PpNzjhvUW2NJvsrUGU3X8L+0ohtcXhOv0ul1x91beYJJfhlK1KavYKIUCQE2N7JO37v03vbqsR0FvCXvabiHEqIqFwKyiLHTKjpUE2dW+hLfEaVlupIQcxCgSCDZIUzH9Bddf917kcAU6oxf0rXugNPtpzpKuIjKCASba2JIvqRrEqu8ivT4rkCfuyolOhdSWnUwFfdVqJ8FyCGyNR2t3sL6htdSs27rdieUZODcVVSBS4FZiusTUQnWorqX3Srh5nciVpJOlvEEnTQCxttb70978DdzVOFjKnImrXCS/F4V0OqaKyBmSboXewJULAZtRrqIV7COKKDuHYxlA5qVQX5GZSul9LaQrKkKscykLV0gC1h2INrqz2lE4dpcXBFZlOyqXS5UJDDrS5Qm8j2IMTiEcVASMxQTYghIAHSExp1cciZI0mm1A84bj2yN0HKxJTuHqpCnUuqQ31QtH4syPx057LPSktpBKkuDIQBYqF0jRO/rB+6+VPpNUwbhlhmFXqcifwEoCY7lyUjglJKEmwFgkkXsU97DF29rcOzS6PTcZM4Yfbo81hDrVboTvNUirIWAUvxHiVmOu5suLIAyE5W3FJABn7uN42N8B7vmMGtVDPTkOr9wuzYocYShaiHWVoQpYbXfUAEBRuClJsvY1FCUDCCO6PRppBiv1G7WsOT4sVyqT6TCqkJaMvMSnRzCU21b4xHxB3GR4kg2AWkADZIPvu4XqjdZlU5+r0t9SeE6tZS7HVrlAkDrSoHsFEgnQEXG3B/fNi3HkBzC+MqjFpb6/hJlRVZmlakcJwpUVJSCdFAuADSwHa3wlVqXz8TCVUd93VRf6BfFCo8xB7qQoXQ4k5hcagGx0N07EdMxp8ONphVTMA0HEc9ystPP8AHWrO7FfUE8RVh2VoCuwIyr1JtYnQG4g4bawvK4UVqUinLVnTwmipcdYtrw1K0SRqUJUBfUJuDfrSqHXsL1Rjn4kVcJD/AC+d1Y4WRR/RuH5L90rBIBAGYXALjxHhRqltQJXGRNhVRpXLurQUSI67JUWnCFXJsbpWCQoJJuCDeqVj1PNaum/R2d5DFX7QWNN3MqfQoEAsP0utNKd97Ut3OqHPYdWhIXGcTxErQAAoaKSQApKkEKT91bCOF96GEoGI6ziZHOriop0ipRaalaUuoN2XVvJWpxHSNStYbWk5SodI2oMXYCrM/GT8WfTkSmJqUK5hCAl1xItlUq1gXEWHUBe1job7Q52B8ZYIr3vTAfD+9R/6UhOocyOJsbSGwSpSXB3WkZgTdQSbkiLC6e5sdL6imtypGCItsT7r5+HJT8/3sxzUJed1hbWVEyOCLuJyqyqsNbgJNlAmxugwasxKgOse65a+BkRKYU1dTTySNQofKodgdQUm9+4DbXiSU1xKXiiiMRavwlPoa8UWc0QfiMFV05vMgEKFyFDUDarrmCvfLvFoMRCESszqIrS8iuLfrASuwtcjpBIB7EAgEQsmlZWuJ+06t4NrOEpfFwxCfXKaRHqVNkRevNfoeiuJtlWDclNwSQCDoCFcnAzVLlNxXeJNhP8AXHXH8SmtAFZF+QGhBIUCDcki5OaNgifxXHXWpX6LKppaXEcTKopIvawUD66juAdq/Ea5WDXYkWqMylwpXxUolWztrAvmZcFrOiwsR4k3BSbAi+/8RAKiHgwVi0GqUF3kGnuPCYWqRy76CtKvXTv2N8w1BA7eUR9MWfn5B3gIX0KRr/1P4n8e+zaisUGs0tuVS6hx319LTqFDxnQJWDcAm2gNr3ulR77UTGEYGKGnIsD4E1hal9eZPUPkUkElJH6ybjW5KSTtHc3Q1bboWUNqgtYc5V159jjxerO0XeH9U/OULIAISSBbpSOoEckYyi+5peEqpE4/E/snepiQjQgg+oVpqQQRe/exfgfDG8H7LvxYEtDmdb6UwJUhC+I7axQ24U2Ssi5yKsFEA9RsQDTcINe9GJXvb3dN4qXeSlIytSL36A6bpQqxuLkAnS+p25JL4xEjVsKT6pPbao0Reda8mRf6xvof3C/faNDp+MsLz3IrueLkWnO14kKuL6hQtax7kag7ObFFNlQJ/P0aIwjwu9VmlpWCL3vZJF+40JGhJvt+42iSsWwI+8Gg5EIfSmm1amyLJVDlIB87kKacTlKFAnU2IBsNi79sGoVoqX8Q0GfF4s+k8rUWMq+LHQUoUod8ySLa+dgLXNvXZzbya+7i32bsCbwYrUWVNw9MVRp7rSylTLToyA69QBcZb9RdV7+eysi053muLKiIyPoUr7wjpUnta4vrby1F/TZ+eyLu+/nGpddwG6zFXFhVmLVuFIspDiGHmngkpJBUlZZKSOxSog+exw+6WCbYAwMYYyi4XYxk09FlUvJk4TqcuZKdSUnMErASCVBKgu2oB8huo+0DiOqSm/dbq2OAnIhiUsSGk3GoGYC6D5AgaaelvQbfFuM3fb8ufwHu+aw9gPHFLYaW7FR8KFXElAUWlNpISlSNMqiCtJVYG2YbeZuKN1lZwbi2pYSxRhmr0ur06Qtp2Pwi72JsQR3SRZQsTcEEXBBJCOJxYr6jed3/AO8veNhxjBFZxCw+hj4XJIlZEuI0KW0B1RKACL5c2UdgAOnZKPMVnCWLXJTVPfQjmFJdadQUZkm5yqB7EXvr5gEWuCPmNh/7/wAJ2rMcRHyO9LqfprbN6gE67fsOHPaqjdLlPLXkytI6itGTTLodQntYWFvS2wx7lC+fc2L7IE2qYjxG/ihppcWFC+EtOXKlxfdRtbxeEEi17X07HXGNd4MWVS3OK9nzo60+FSfX8PT0/wAtkzuIwe1gPdow1KiIiypXUvr6XFEZtPTT62sLA6W2pcR1ue00/FlO/IpbS19OZI/zN+/mL+Wm3Wvs9RAjLmAG8fEsVqe+61nWvKr4XzZe3kQTpr5f5XVNLTi2VWf6GrfJLm/Cjx3UBSXlZNEZXCEpc7gGxN9AOxEvGE6K7P4srx5syfmQ52JTfv8Au/02N92G9LBGKK8xQZVEisIRC4WdbQd4yQsEx3mSPithIzIdaKXmykWS4LpAKzg5jlIwMxd4G3mQMG4oqWA8bxKj7krylxa5HduwtSVHqWG1pHxUHqSSAUlOmgsLneZuVrO7mvUVrDlQ+0sKtqVKw9Xn0nl5UXTMHshHCdbz5VpSUm4zDKCANG4Hxfu0xk7iGBKw9SMf1GkNLaqlGmwss96O2T1tqWMynWxYhQUCtOVWirbcsJYfdo2CHMUbtJf2r3czXUypWEKpKHvGmqSSA9Ckg/EUEgWBsvKCFBy+2miKwzGYL0rA2Ld3OHHHaNUWEVGb1R47qOYyqUL8MK0URfztobDXQ7K6v7z96FLlf0zToVbYXmzR3ULYWlXpqoG17mx/K3bZo7xqFhKVuvbxvg2rV6owZWZDWZ/OllZF+EtJ1Qoam2gIBKdLpGS3oNUxRjJuBVKjUJSH8vFyOlS2/JJN76gWFvQWFtNqnKGUxHKzvgqnuF+L9iOSW4hTqIqZSFtSPoFaJJPla3oQe5CsUY8xbXorEV3d7V4qGPhNSEqWtCkk9lZbgAm5BuLagd7bS5FEwvKiv4Xr1WqNIfYSp2FUmmOLH44BCEOJBCkgXvcH8COxWFdGPML1RyLFxDNyI8Ehp9amlaeO3mPxANrmw127O6WJ28RyMSsGwML8hiPj0iorRndiyEZVPJIADjDhsFEEfTvYpFwCMbrq1ihqfPwlynNQpSl8J3L1NqvcL1uBcDW1wbn63EIE/fTKaQ661UZUJCc62lo46cg1zpFjcW1JHobi4I2vKJiDFrUpuVS/db7yOvl0oCH9BrYaFVvoCfp22o0rv5jBfwNPpcr4X3Vh9HxcqwnKr11GX+Pw2q6c9Ao1U/TU6bwP7J9OXMnS/fUH1IP1t5mH/O7PlNcLFER9hDnRxWur/wAyq1vrY9/LbhTsMtYjd96cWFKhfOpCFpUrTQFCvCT5qBIv62ttYCC1GoWpMmFeIabhyvNNyoETgZ053WF9SUq01SoalB10PYj66QZD7VLi8KA1/H1P1tbvtZUijuu/0XRomfInwp/V/j8NoVdn4Dwa6xFxQ7KfW+tTTqI/TIjr168puhxHrqki5sTfaxdap5tzZqGzPZaPJi8L4TyNolVrzUBr/wBY6v3bL6NJdaac8fX/ABpskcabzMZYXxvEgRcTU6bTn3Uofp1USlh9tPqyvTN+ZsfIjz88uoDDML3JqSEYtei810PsL/jz1B/ft9e5oDX6KIhH+6P+GwRhuvyuVbdi9CH0pXl/H9o2I2cQO8XhSnmEZ/BnunN+eo/bbY6WbpwO6SZlCiymuE6yhaF/JkGyV3g+yjugxRVG8UT8MsMVRhaV87DWWlqUOxUEkBVvQgj8rgu6TIn/APdci1/qL8P5HYUxTJxHwvusRHX82fw/uN/L0vteSYJU2gQIED3W07x0MIy8VaB4fRQ1/Mm35abUFXxVQcLutxfuvHyKWhCFhK0p+nr30H/Lamx0xWZTXNSsQzcPVRhX9fpKx8RA1KHmXkrSpJ0uRb6EHtnPGG66ViivMO1THs2VnfzIkR2kIzJ89QoJF++nfQWN9s20puxLoVQzT9J324Sn8NqvU5+Kjq+9NIDqE/VSU2WL+dgrazbxPS6o7/2cqEKVF/spTT4yqVfwaAp080kgg6Gx2B8G7jsOe6/6UefmrW119bqF5rWuCCCSe+oOvrtWzNxk9p1+VgPFnu5/Ir+sRQpbdzey+FkBTY2ClJB8ypXbavaUw2A3kIYbxN8NL3fUZ92qU99jpyuo4SXY7ySCLBV8igdQQb2vYj1QGAcUboN41eflRd2XuFxa1ZpVIdVCSpZvqUNkJvYnUC1zcAHburdvvaaxHyGKKtS36W/8J1fFOZSSepB0F79hcHzvfZ1YP3T0HCUBt2l8q+vL40tBL6dOxyGyrdgqwNu477ARWL4zF3ucHiCtH9nujVmqf09jfFE1jMp2G/zTbUiKrMVZVLbSkOgCwTnQSbakkXJBU8DYowk021Frj9bY8KHZHUpxP1SSQCLC9jbU9tiR5/4XFdZWttH/AJX8fXbiKg1+la46H0eBaV9Wn7v23GzhRnGJBvyvMBKzu0r2N3Ynv6JK4EWQl1CGlqSlKk+EEE6j6AgHzG0qoez7z7TEqK9V6cuLkWpaFIyqUm5Av2AuT31v5kaGXV9+mPMJVRuB/NPV63CXmRzUB1tXYDy8vwsNrxneDvfxRFYlYIofK8fwQK5lYfSo+SSoBJH0J89DptydysftLVl39GYz37b0Iu77eNEixasvnYqs0prKUKSjUAm4zJJIJGhHncDUldP9o6fi3CT7VGodOry+EtPAatx3LHUJTYBzQapSCodrWBOxhUfYG357+MbuYo3jNUTAD+bI7KhKMhTyQbpUlhDxQq9yPEgDzCrAbOxX8mvubpeCInPYxxJFxFTmkrlYggLSwqQtJvdTCUkWB1BBzJ7hQttq16msJtzma+nPaUAzBcHeZjyl0uXKoOE1vsTUOpWlpYyJ01aus5DbvlPfUAk2BSFKxlyFZfarOGJVOlOZ3UJi5ob7ff5ctlgfUHUXvfUeruK98e4LAdL4WN8T0uqVenNKT73RwuKpR0CJIShJOt+h5twXSSVFVtsnb0t//s+48pdWoMDdDFRKlNdE+AlDCFTBpxVsg8PySQtsIcFk3AFgBJZzwI1Z5cyl3de1DS+VgYcr1RmzVsJ4TEp9jK+2kjsuwKVel7gi/c2sPrfvu0wbVIrmI8OOwqRNmoQtav0DDl9RnR2SDc9aQkkgXJAttnWk4ExHVJ7lZo0R9aIq+Ln4WbpB08N+/Yjy9e+3oruM3Y4S9oLdBTXcWxEc1CytOpaUhbSnUdJF03U2ojQpuO3bsdsrqXf01i2oePmBRN0864NIxQ1PbgVllcWVFdyKaXZf0GVSfEPMEEi3b6acn+0ViOl7qnN3NUobEph9hbUWY0oNLSopNibDL5jVQBI8za20n2lPZ2dwljek0vBFb5WnTUqSqHKSFtZ7eNKyczZve4GhBGoNyVDvpwnWd3NGjxZ/AQvw/Ad6FXOul+9u5Gh+vcOUajvgNIesRHOYh+zjXuZpnjsIRk80pT5Gx0Vm8yfXa9wPUcRu1Rt3BGIaix1fFS7dK2fwUjRd7aGyToAQbXMKFQpVZrMClxaTzT9UXlaQ0vNmV5m47AdyfIX21CN0GDd0uA/fzVRYXNyZXWsnU47lvYtqHbTQ9jZIsfNonHjKLBKs77pWDYrbUV3nautr47Smm1LUntciwN7k31voe1xbnu89oNrC8qXKawzUYvvH+vxVuuLiyL2Buy4opuO4sUKBFwSe9xhfCNGiyn6y67FQ+tPiWwh1rysRlI4SxpfQC2gsSbLHHWPJUWvS4spqnSmM+TMxHKMvnnB0UD6gkgdgPMmQYh8bY34e/rBE9qfF9+VSLS5yFfdX3StVPXcEmPIylaDceF3P5jUWsqavhqLVDIi0HfExU233VcuirQwl7KT0hTjajnSbjqCbDvlFwnYSkvxZ7XvRppC+jM6ppodSSTcLAtfv37jabgOBhys15iBArlLhcdSUvx58XmGMt7WyaOJAzHVJNu50uNpJlt5bic28F4to0p+Bi0vwuBlXDkNKD8V5F1DMhwHLluO2ih2KQSBtWt43xa7w4v3p9j5OF1IV+y479iD5m1r7a3nezdvLqmDWJTVWp0qEhCVRZ9OmpXDVfQhTizdkEWATxAgEJACbEFIzsB1nAbrkDeDucqjDC3VR1z6dKciuqsrpUgLu0skEGwUkKHYm4vEgiRsOY5x467yDstcVeX4DTqSnjWGqArKdRYCxBNyNe2xfgr2gKzS5TbtUxCuEuK7n6mippViLX4d1aKANwCANbbDjdMwvz8Sl1nGNRXS5qsjCqpDUhTLqekJWFpC0i2mYBaQNQLEWuaDuhozWI23cUe8YsKL8Va87akSED5kqBIUgH5gUqFiCkWvtLepZDtnqnumj4S3v4Npu8Gl8CV70ipYlZV5syU3uysDvlUVWuLi4ItoSvt+25NqfgOfu04XNRX1+8cLrlIDqI81u6hGUoglNwVJCgLlCyADlJ2zx7P3tPQNxG9BeEubZqGCqvk52VqngvqvZ4E6HKMqVXsSDqTlA227vUrcCu0G3N5GHkIkQpTDvzDqQ6kg2VbvYGxFx2OwVljuDTzWYwDxYDk+Vh5dLlRcyHYvC5d/QEAZHCE3zdOXOCTexvciFu3o/2o3gwKDXoj66XTlc7KjvwC0pWUApOVyykpV2IGpF9T321ni6jwK9A9/Rfd1RQta2pkV1KuFxwCFAjRSSrvcaX1sR3X0QutNNxaDQ0NoQjoiyl8d1m2igyvRbyR4gOoj0JuSUDHlCS0xdXsLu4t9zUbCcrPFY5iY142pilWymLIulVx8yHDoTYKB2HajXN3Ne5vDlZafizYvU01PdPw7HvZ3I43Yg6oXlPYLINhdbv2IGEqo/XnfgTZrqnZkd2Ut1h7tdbalpCkkWtkJSBcEggi1zvFrbter0BprD1IXTpSOEt2Uhp+OpRIORxtaSULsbhR1GllEbVsdYRDt8ZN3K439zUaRhLFESa+xTv0DspLiXWU62+M2kKCCm3i0FtVLtc/G8venP5pvkIjE2ndbUhpaG1vt57eFWqVoNiQsAg3sbWB2FsQQ6zg3iNQKs/SFxc78drOX0M+vBWoqWhBuOgKt2sk30Uze9KqT577uI6GxKixVp5ifTkBXD1ALzzKTmSDqStIKO5UAQVbZ+psZR4RLUu6glPc1z7PkTdfvLdl0Z15aH+ElaIWZyOvINCFNhRSoggHNa9jYi1tnFO3E4Np7TnuvDzMrpycB91aVKSO3BeJKm1DyBJB0HYADD27XHcrdzjyBXsLy1vwl5V8LJ05Ta5TnHbyKRqNCDfTbfW7/fTg3eM03Aiy0Qqvws3ISFBKlaals9nE/hYjzA027TajvJ5e5k2l70y0G6dhOlxYrkX4/QvLwnXSpTf0N9dBa+pB7jQ7Bu9/drWapQeawvW34T7CuK6xwhIalIGuQoUQrt5JWnXXvs8GsPu8/z7ry21r6Fo/WT/rbZb7/VtYcwRLlUGo56p4Y8XmP0iyQLCygRoe4Nx+7ZgLgxXSUstwI/MzFU6dS6DRv6UpLC2H19fCQuK+ladc7bqAFZhqrKpBUL+fcj1XYa5ViLKxZkizl9SpEgR1qXlADnHTZOYfrGwJtci52Kpu9ag17gRcUU+tofWjJIjofKupPdeYJuq2vSQCPUXsY9Yw5FxlRpcCAyxUfGiKvIEKeUB4VhJuhX1IAOlwbkbGE9Yslvxd8m76gsOu7x18Doye+aWl2HITk8YVdSVouNUhaVpJuLgAmuVvmxvg2fyG+TctSKvClIzsVGgsNJWpGhzoCipLiLEqylRItYZSSNoW7reBFpcB/C7USvUh9h3lZtGnqdTHSsf2kZZ0TZVj0kiw0QnW5rW65Rp9LcoPunlX5TSnUIaUnhOOjVN0AWCwbHOBqLk2N78ZBn85jPBu9Cje9N0uN4tIlQnVJmwn80WY3Y91R13VqbkOAKSoEkKOm1nG3s1mLS26XXonHfYTllVSgpD8OYkW1kxQAuO5/eKQCSb2NhsmqRhqBjLn59LwRCnSkfpYteS3HmJd1ujqIUNOygsJULWSk3O13SaHFagchP/oR9ClNNNNSPixX9NULNlgg9klavUeR2jdJ2x0bvcOYXrNU/nLpdEbmoXFTFdTIQt2O4i+ZRCDcJUCSCO1wAT22Hd6WI8ZOz3P5ueSYYR/ZLlOP8G2ng8YbJ8iAkXslQ7bfNP3pYywlA9zSqtFqmdGREiV8CUnvdwvoGVegIPEaUok3zWBGwa1R5+N4tSnyqihuah9S2mkvtofbv4cpFm1mwJDZIWR4dLnYZaWXxk+n0uBiOAxWYGN2KJXqcriuxUZJTHFy2IShZCk375SSR21IvsOU2r4Sdqkul/wA5s2ne8V8V2KxQZLUVuQCfvAKVkIJGZJIIJF7mwJNXT8GSqXWearOIajnzqdiuur4qGV2sVAuWdiq014TqQbXN7nY6m137RxXGpURa30NK5yVDaGdVvnfRYpcTYaqAv2JOhO3ZkmVk+kY8pcWRFdxuuqU5fV8WP8lh1DVQUgi1iTca6qvYVEfFNUaozf2cxl99py0upaQhKV5f/DWLJuQcoTcAg2ym+3zQWcOUuU/FdqNRmsPu9Drsp11GtxqlSiSDcWIUlVrEK7ja1g07AcCVxWoiGPipUmaxKcQpl2/zWAObMdUuE9/M67cJEnU2g0HeD8X3j7umzWs0iLKaKY8hR6v0Ol7qN1EAkdz3A2jU/AUql15yfAwmxS69CzR1P0uV+kQcx1QQFPNKFrt2uLGw7g3b7tU5rlZ+MuPS0JStcWQ1HfQpN+pegCkmx7WAuNbnqC03gplOz2GsEYsRSELyoRkdWpGUeJtTYIvca3SbjSx0tswqLjJi7fdH7Cl4S3fYccxHvLeXF8WRK3TwkpGoSjslN9Lp8gbW8gqsW+0ViPDk9uV/NxKfwUt9C1utdD7OY6OgC6Sk66ucMK1soGwUEJcxlPgNtSseyquiKpHOwmnUSmme4zJQpIcSjvqcwB7kak2ldxvAwRS4E+qS11uLFR0cLodShQstJAOWwtqLdQFrbEWcsd2B8S4SxG05WYrKEcdCc6JV0Zkm4spQsUnXQggjyJ1BKJDTTuHJ8CLSai/FfV4Vula0r7AE68UHSxNyfQEXCc9njefhyvQKlVMOUNjjrzJ5CRkUxOa7cMEjKVeQSTbyJBOpJUt4OKKpVH4FLpNIoLDHS1mQv4lhctLSACgX0Crm1tCPBtdvUgytRi37EUuQ00yulrQrpWiQhPVYkgXBGpsCnpPob7Zs9o/Ge+TETXLYcpzzMJbGWRVICG2luINyW2AlQLaT5rGqrmxABOzvxFUsR16fzUVmiMSn4/CdjvyAriKHcWUkoc0BuLgkC4JsTtGpyaXRqNysXgQn8+bkFNLSxIQb5ihJKkodBsRYEKta2hIVJlsTDdaiVmLS2JUqkzVsZeFzX6dKcoyhGfVTYAHhVYaD67XOAJUCLhepReUW/wAdKlT4eQrTIYIylxJBuki4vawNrkgC+zV3or5WUxWcL1yExkdyyktKbU0lBvqq4OTzTlIAJ0BBNgBzK9S8L4yiV52kop1OfT/SjUfrjuNLBUp1IPU2oCyikEptYjvbav3SpgxiBWHKpA914SzvoWnK6jTix1dlZkKsSCbJJFx9fUjoGIoH2Xbw5jerVutopCM0OLPWv7ulNyW0ONlK1N/qpWVhIyiwGuxRi7clVZ/Axju+iQqo8wlp2FNgOhSpkNSAoNPtjRaQm6QoAKBTcE+E/wBuqrGF5WLeQdpKIspcf4sKosBScwuS2tJBzWsQDcDU3AO1iNsoFVvulBVVuu4cYdoOGIsWLNWlphSWhxW3ToEG3b1GhB9RrY5pG53fTu0wvLr2NolIxXhWU0pcqk1FoKf5bIVKcQFkJWpIAAF0g9817HZk7yd39Ba3QVaqYcobEJHLqXwIqyhUd9I1W2U2ygkAi1gPQA22zJB3r75MUYN+xFexZKq+HuFwPjtJUv6DPluVAAag5iLEgnU3xJysiYqxFQcJV+DWdwT033fNyokRY8h1SG/7oz2djrJNi2SpAGtkgWJLXaDVKo1Sf+9PynUqdadQjPlPiQSLJNlWJUADYG4Nrnhu6wXFlT33ao6tcLOledKvCq2hX9BbS4Hre41Ysn3XheLLxHQadx5UJrl8kiRm6gDYpQo208RFwfMXvbae3xOzxGju5rzu6+BAdlS+V46UxUJ8TSkKWct0kEoIBOoJBBBJBvdi0jEFLqmHJ9Zr1ORCqMLPFqLUXqyrPgfZB+RaUpVlBUPK4NwMZwqtvfx5iOBjd2XFi0iE7zCI7qgvKk6JKk6Ksb6KNiDaxHfbT2BcRVSqNe+aDyVRRwFRavS/CpSddU5r2UnxJJ7gmxBNyuv3SrTIeKd6m8afVKlFi4xlSoTD6ksOsWSh5gm7eb50qymxB7EEEHQkbh1es1mssUavYsXTmZq0tNTXbuoZdUQE58qha5IFiQD20020LjPDeDZTrkWfhOo06bFlLS1I5UrS40VXADmoKQNQlJJ8ik6bC/LUbDmMmJ8CrN8qtrKtUqHxY+XTRTlg4yTfQErAsQEgWuTO6XWNbBW5ei4Ngo+0VOhVeocDmIlZpbXBUpNyS5wvAm903QCACvRSrKOxM1MlSorkWVnY8PxdFZdO/c/s0P8AnsmKBvUxHAxR9l4ry6vh7MtTTSrpdgrsRdheireJWUHUKFkjUKL65jR1p1xr9Hx8vWnpy3tb0tY/gPW22VrrdjiZXUbGUiTYuB6pPlP4NpcuEtFXWhD7D7uWO8lSgokhRFgXEGxJ6DYggE2DN4m4zCWA2n6zijDCGJVOkLXNa1zMpVcqKVjVSFG4SoXGmlzY7NafgmvRaXEr0+Wt9iU0lDUhLWZbKjYoGYDKRcEjUG5BNyBtS47pO8HFtL5D7PQn88dDE2VIdKFOISSE3TlJJ1UpQ0F7HXWz9I8Q0L3akUFzBLdzC9mmltN7wcG0nGVPqEVrLNixZ4lIZSrRXwnFJzp1BJyKFySFEg7WtR9rXdzRp8imVT7Swm+rkJ66S7wJCcmgCVALB7kaEWF9QRsaSdw25zGW6Cs7xsB+693uNcKQn36lS4sjJSKglloLKrLUrlc47qQrKlV1KSSb7Ibd3uK3g76aW467T3/s8+6h1S1vhpeU2VoACELHiGYAm1xfU7TzniJa3TaVh3nMp8ee0Di111vEeCMQvsrQjJx1R+pMdJSSbLGqQkapGgB1vbTYODfaEwvAwRh6vYtrbC+dQnM6hpDS2VkeD9VSFFK1JUg20soJJFwmd7DOHPdcDkMb16kSmGlOxX46W86XQkC+UgpUm3iSQCe4UASNlVP9nvG8DBGJMEQKiurvodXMgMcuIq+KlzOAxchF1KQDlzAA6pUNQV8WVnIi+n/03UJ234PwY+9+WL8EYywlL+xtRYmyn46ltcJQ6lG4AN7JJF721IJFrXG2GaZR6z9rfslWYj8VaOhCuXORNxf0Nkkag+elrk6EmFkVmsxfdcpn3JW6W6qOie7CcU1It4mZKU2Dbl7JCyLkkXBOmxpR8I7wYtZbarMSFFleFpa1rUh639iqxBSSnqBBtrqb3A0dP58zR0+mq0SnYc5nRGBazQWoDsWoTWFvutIW+0+tSG1g2zrSFE5SemygB9Se7wxziOK1gijYXpdDYnVSK1wmELXm4aL3ugkFSStWpNtANL7VCd31U4XF4K1yn09TTqgrhq7FtKikBQHcqsCB2B2vKJuwaitf9o6sh7w5OEs5WcosBrrpbt2Pe+ttu1NqDgmZ+t16hCuYpXGZTWKKLPdlofmylpadhzGEJRwlEBYUb5QLgdeZJFrkjXZvVXD9epeI3KNRqHUadFWhTvR/3da7HpNr8MgjKRcAAnS4GxIKVhfit/dELlIWlaXcmZecC1/O+l/3egtctsT5TTfxX2EZcvi6kp8hrcj6AAem2R9RsJ2D/MxF6q9aFKx/eANW3HYNxRw5WKKJTpUpGVa+ai5lZkjuVpOvl387G2l9g+uex7ullxX/ALL05uiSn8z8X4rjrTLpUCpsJKgrhnyAWQnySQbF8oiRWmvvVWz9fgT4vz79ux0/02+FValxWv6pn/WW66FJ0+hP7jbz/A82vsb8QNXUdUh8D/7mbML+yBK5WXFxRieDCQtHwnYrAVluBopC7Zh59we1iPMUxv7K2/ajMttYE3kUyr09hS3Y8NqU5T3m+3QjVSFm3kVpHfQ3NtcP4xoMD9L7oYydK1qtmT30uLWIIOh7D8NvhO9vBEXh8XE1E60+DIF5vzsfx76DYdeqszn/ANRlOpa0t+f7TCeFt2+8ulVqQ1jfAdUjLmpVH6Gkp4ywQskPNlbRV0XCVHKo6Wub7KjFFOoMmvNtUGJwHOO6t1GQtLbKVEZXGdQF3vmBCVJIIIIsT6l07e3u0qjvC97YaleJGTioR/w73t+F76X2+aruq3D75HXKzWcEUuoyvCufAmBT/kL8QHPe1tcwJGnnq8mpZh5CaC9VbbixZ5c06kOwHZ9ZlZ0ORWsiEZf1f+KiB9LbU1LfdiutypWfJmTmV8qVKPme1z5C+p7dtt57yf5P/wB6RZH8ze8JHxFZkUmvJLSsupDSJOoAuSQTm7AW1JGNN4W6ne1uaxQumY8wzVsPSpSChLrrQXFmNG4ORxOZp1JAJyk3IFykbHpRW8iY/o9VU/ow4wjSZVGqlFxH9t2OSffSmBITPKOXdITmZWkkhp0ZlApFwRqbElI2AccYo+yX2IrzPAm0t9OfIjpUhQukkDsCCk66EG4FtBgHCtKlVSK/S59PQ8jLnzutZkKQBpmOvYHudQCRcDbcO66c1jLdVEoNeyLxDhSEmPSKlkPFlQEkkRnjqVtpNwhRuUk3BAUoHD/iih7OnOqGT1Ub6DIsORPlT24rWfjr6EdeXKq/bMTYDsLkgAeYGzromDd49B9p/Au7WqMxXqO9Dn15qetpEyBKixm0NutqbKkONvIXIjggpKSHUEKNjZQ4aVytUYlfcs/Twkz5BjsKV3CFO6cPNokKJsCRcgXO229ziLV5EbFrTyMQwYTqaSuavPI5Jzg8w1nsA6W3W205iAsoLZOhG3nf4I6adOW1Djk8CKdJ0g7Zsb+0zB7fe7GjYSabxlQXUURh9KWpkBpWVp5ZKUpcjjQJXlBzN63CbhIBUvbLW5LeFi3dpWfcOLcJysV4eq8hL8CbHuthKwUguILuZuO5l6VNOgJIJSFEEKOt/a/3T4j3l7y6rQXpVRhYbqnKrkIS+nI4601ZL6ApC+E4DmFygpXZJubECr3fboN325GjcrFqC35SPFIlLyqeSBclQBKO2p7gjzItt7fUXJUT+ZqPraNHwo5+cTnvV9m6s152m48wRkp0J9phcijLS2tMV8gX5d5CiAjMDdF1tXFkLHgRIoW4Vpp192fUZS0SmlJdYfdzISk+IZUi1iD2uQPUm5N1J3jxZUBzlasxwGE/C7qT38KSdATbw6djodkHW/bOw5S6o/S3aTV1vsKUjOleZDmgsBft56nT6jZXuWP6Ey9ZrNVruK1IE1dhzAsXC9Bcw5AepaKc/kWqGtZS10KzA5ctrhQuO5077XjOG2qzFbpbtPw1Ni9S0pXlWnX0GUC+nl5277Kz2fJkX2h91Va3g0F2VS6jSJ78VUB/xK4KEOd0KNlKCwQASbEaG9thX+eN3DlZbpeKMPSm331/d5TDra0SEqClDItNgsEC+tyL+l7NVvcn3CJfS6tVyQZoFzBNBpdGfo1UwbCRS3/6xwmihrMfNWTpHoFG1/Xy2Rm8D2NN0uN3XJWDatNwpNWvPlQrmobjoCQHOGSChYSMoKVAakqQ4QNjihb4oHKt+5sQvwl+Ll5qlxVpSNbpWQUn8xY+hBB2IGsRRcRxefnxIr6F5kc/As0+2ryLiUXSr63B8yFW2Y7jQtOu1Om9E/0Mwxvr9nfFGEqo3KxbUMNYhXmS1IlQF8KUpB0Q49HcCVrygBHFbUs3tmASAQqIuF8b4cnse+cPU6qYdW6l/qkZuC72S62vRTToukFRF+wOm3pHibDTU+K41XokWvU7pycwjKptRFgCCSWyb6KBKTp1Httn7fBuDpeMqW21heXNwvW2M3CkNJK2JHqzIjjRVwbBSQVXsClY6DIsmppuom98NxCfEm+zd9jfdfTYGI8Mzl1thCYTsqEpCXXmgkm5cHQ6Qqx1soHS1yVAPh7zsJYyw4xhx3gUuvQkZ2o+QsIqCAFqQ9HZJyIfBFlIbICjdQSOs7AmAt12I8JRXPfMuEjmkqalNMOh1pxfktA1ABCDYkX0tlIBy1m8HA8/leVlU9H67Cmun4vmQoHS4tp2FgdCASFrTu4lepamyk7HHifRjgFYn1SBEqlGlsc7Fyu9XUxKRYnW9ilRGg8vIi+ojYaxg7iOe/S6o97uq9OSpKMviSm4JQtKrcRCiLggi1iQQoHZabsarjLkG4FZicdhhXChVRLoWplV/wBBKT4031yuKBsdCTcEEted5CvRMWtMoQxmRCqMfJl5dSjqrKbKCSoi5FylRNwQRYz276/3mEl509gsrhbj7DkXEdBci+8VsPtrVIYWw0hXDdtaykKGUg+qchI8wQTtX4KpEqLQWIuI62ib1JyZEFCkrGhBBJ7DQXJOtrq7m5Q98LhOvNvo8PUgKV6+ouPWwt56EAign4wrNB4dGdw8hb+TJFWtS1xZif8AZtv3ORd9MjgAB0FhYlNVabadUfVps+YYVNVLpcXmpTyMiEeLJl8tCSRZN+wNiPL6bIvHr1GxlP8AvVWyIYzNcJ1aVtK8JAcTY3SSNFJNtdQCRZgQsfu1l1il0vIw/KdQ07Fftx4+ZYSsrQQCptNwVW1y3IBtbZhbw/Yx3l1mjMT3cb4QnIW0l2PkjutO+EZS3IClJUki/iRcgg3BBveuts5jemBrO55k/D2Da9AnufZx7gSmEqypQsvocTa/DUhV+I0oW0JJSSCCRtcVB2fPdYxHFiTcNVFtaUyouTNHeUNM7ZVdaFA90rBSR2ULBOzwwpug/mqabd4r8p9bWR1qQ62pDagblGZICVt36hoLXuQDptSYyw7i2vT258B2C+whXUhC8mZVrBJsLHW/UQPIXGt1dTfs8RKXdR89iCAFRq0CfXm6pS64uEt+OlqqQ+EtKXFFZLdxnCXADmUFAdiQCCNrOPPaozTcWs1BcrrUlXHSX1Zk9JKQuzqgQArXQDUjUk1GIsO0bhOVmfElRVt/Cd4DqXeVUG73dbc6g0SADa5SXEGy0E2FYlN+1u8GBhye1Fp0WUpEPi1KU4mLFUqw/TIBWlsaAAjT5ipOuzFG5hzNKvyTmNSJheBiNpyA66iVTpS05e6EpWBbQmxQsDTuARbuLbUOOcE0bAcBzhS8kWa1ys9Mi6ei/S6bEm6F2UVEG1gdBfY3wYxiP2bseP7ucZYYi1GLVGk8KO66HYcxo5i24lY6U38nEqCgbgEElIZB9m93HmF8Q/a2iLpcVeeVRJvPmU0lOQ3ZfITZPDUCkKNi4CEqRfqHYdH98SlensSzIPEx7iWjysJOuYcxHSZUWbFyIlRZTWRfV4XRYkFCvlWk5VaEbaN9lObgiBu+xC1S4kpGJfiqYlJf621L6W23EE3DQPZwXBOYEpUANkdioYtxG7ScOVmrVeb9nmpUWAxUU8V2K0txJU0JGofaCkZmlFVglSgEpBI2aO5egwML1mJPns5H+pGbMepByk3TYi5UkX1AtpsSy8VcS+o1aU8H3BrCFCxvFxRLrO8GnRavUX5Sn5DvHLU2K+SApxKlEKNgDZBKhoNNAdiyl7uq99o3MUNS4tXpz+WOhK5S0yG2tQ2ClZyrIvY6m1tDte4kmSmqo+01n+6urjtfrJaDhIQNCqwPYeQsBpa3fDdH98z3GpTL7C0ZVq6CjiJ1NxcFJsb2ToT30B1ybeo3598TEbqNjMfxBjefu4o29WlsUGVT/cNRhdXMLgCRmRbTKppQOptdVjqDrsP4H9lHG9BrNBlYoonvSgvyE8vVI7odYT3s2SLKb1vo4mxJNiSLjYO7XBm6qfP9w1mtzZspCFKiodlcB+OrzLK0BOYeYSoEXvcGwt2Rhmvbvq9Li/axdUpGbixVymm0SG02sULKAMx/xAk+trAa+j1DvyYevUvZOmPqbApeHGIDrWTgI8aLdKrXN+2h7aW76ee2Ut4c134/CyLRk6Ml0rSkW0/jy8vPZ674cUQJVLb+KtC8nX+rlt+25NvxI7A98n4vnOyuJ8XJ1+Pwq/zP+t+/psxa+4xhIB4igxa9Fcadq3K/MhSkf8NTf6f8NqnC2GOFP+K9n4GTmFfNlJADiDcnvbvqde9tWbTMA0Gf7t+0fvSLx19DsNjjqUnU34eRRI7XIBsPIDUGkXBmA4spyLS3UVeE+0pHPsLOeKrQpC0m6MpVexCgTa4NxbbqxNJKvGA1A3jNUbEVNqm8anzZ0KlvpRScc0NQRUoKrn4K1pumRYqvwH0k6qyG+o0di7CMXFtBYxvu5xDFlRavkfqztOS5FYkO36X1JSSuKpSsyVIWgjObBayTbJVHwpi3BFUq0CLVs6EZos1pV1JcSTezzei7HxJVYpPcaXs1d1ePq9hJ1h2A7KhSkO5Vuw5CVMSL3GZQN1Mu2sFXBQ4LAlQNwwlhSd9s63xHgOqVKfS8PLreGqjmTiOktdLuXVReCEHpUFC4W2FHMCoXuSLvEz25afgNjFuDci6iw0hLE91oIdeY0u24pIIUoXuFE2JuQbGwjyd+2A6piOXRqozCwnijxQ6llXHpcxSreJTeddPXplNipgka5QobD2LGK9gOLUsSYow9wOd4UiZTpjTTsOoNOWzaIuw+0saFTd0qN7EG+xVs3jmWA5ixnSIHCcqmI2apQX38yWqzFY5yO9exySYpUhStEmy2lpUPNC7GxJg7EG6+BP8AelerlOqi2GunpcRluOo5Vi9hrpcWuCQe+zboWGtw+8Hd/IOEqJ7vQ4199oyZDjrDagfkSVFbNjYp4ZAAykWNtkLjvcTFw403iOjVZFRoMpSeE7HstbKiLhty1lXFu9gbEXGpO1n4XEGfKd97O/8Anuym4GA2mITCE9Co6R1J1sb9rG5IAuCO/wBVZVhWapAbr3FWuat3ir+FwlZ/IpygBJvqCPx+uxpTqfxWuV93UubFYQrNmu1Ib1sPFlWlQ9QSD+FtiCPRXazF5V2nPwn0I6J6EngSED5HCnoCvW/4m+m1MbRKEbou0M4jqkqI1WafKRKfTnzuo63vPOnKMro/vDU31JI2vKjiGVhyByEVpefweEqSlX+Xca7GcDEsrCTvuGVVpS6chaXWmnU50s2XfQG9gdbkWB0vqb7Q95GLaDWWm3eUirff6OK0kNOpTpa9hYjvoQb6n8E21LIfUTvpGcv6gAxjrG9Li/dZfWvNn4XUlSbelgfqfLarrzFZr0CBVKo8+uVnWla3VZvT8bAeVj9LbGWD6S7P4fCp6H0fOtbuVSfzFyO/mCD202uKjh6LA4jrsvhsZ8nSpCkpV2AuPXsL9z2vtdH7p3wJI9Vieo2FJVZ5VhqstMNykdC+EoqSr6i4vsPb5d11LxlFYqjsT71Cd46ekKV27eRsfOxB+u0B7GNegNSKpFpK5sVjrQ7As+nL3va+a58gEn8dL7BVO9sFrE9Blz6Nh6VXoUJSmpjUDK7IZUk2VdsErSRre6QBbUixt5upt0zu0xjwwOtr3Mw186Ede31vAl1SBRnJ9L4HNMJUtCXVZUqsCbE9v22/EbZvwn7S2Ep+N4kWjYn5Via7kVDnx8iUr73DgspJt8pBSfI22aO+jeDS6XQeE7XEU5b/AEJXory00OhH+fl9XazK4K8Qh3Z732sUUviymV06UjofhurzoSoaHKf4P02ZLVXalNf3/wBT+O+2LtzsGjcV+s0vELFU5pSlyOF0rSs27gW0Go7ny12N8a782t17XFrMTnYSMufhO5XUp/X172t2ve/n5bW7hkjcx2xsY/wQ7WWnKphfIio/O1Id+A521OhUDpa4t9b2tsk0ezZi2VWXMUYj3p0vDzDalOpiwutCVeheWpJA76AWGnfXY83S+0fgPer9wo1WQubkz8u70SFIv+oqylWvYkA6+Z2+t+G5al7y6NzVLd5WrsIUuO6l1SEOK75V5TqDpqQSNPTa3Z3nMv8Aa3lCTDy2morcVquRauhhCU8wwsKSq2l/4A2vlSpTTrfCyZF9akqXlV6XBsbH62Pby2S+5qv1SBAcwviik8lV6crI+nw5tLBabgZ0EC4UCR5XuDZg1OrVRprixYjD+TLnStZ6k37pUkFSSP8ACQfPL32IyKstVwZZVqDS3ayw1xmH3+nMldkLUnTuUnKr8R38wO5/a5QKXF4cVrjxXF5ltZUFXUNdLam1r6AEeh2Re9DHztLxbRaz1yoXFSh2Oxk5hlRUBnKSoBSR3JBuBfQX20dQqrAr1LiSuiUwtGdOdHVr+OoPrsIJK53NkxKVPHkBqe5heViFDFRQpKeFK60PeVkr8jc6A66g27DY0wlRefpfCd6HEf8Ai5vxH+mh+vntNx5uNwRvBqjder2HlsTUI/rUdeRTiB5Od0rHnc6+V++1jRU4Nwa7Hw5S5fAf6ckKUrNmTbUtlfcaapuSBtTcyNO7Y+ZZwcJNOtfFZ/8ANna9pFMqlGdcaa+9RV+KO71JVbtqdQfwO1vQJkV34XR1/J/w9Ni5im/C5qK1nybH+8QiVfIMgNxpU+LwmnpTCF5k5EOlKk/gRrsid4FB9ozC+KG5WEsWfaHC6/0sN9hCpUf9YKSmynkEDRSOoE6gjUO3GOM5WF6X70gUlio8DrXH4vCWpPnlVYgKt2zWHkSO4mUSswMZQGKpAZ+A/wBfxcqlNq8wSklNx2NiRtVKAhzD72UyioOGMESqXElVSh0hC0IT+lQl3grsM2RawFIF79Jtb0vfZU72txnsl7xpT7tZZw1SMQrTlXV6XKbhT9LgFZT0PAd7OJUP89nbiPBkCe0570iImxV9eR35VW7gghQI9QQdl5hndhubgT5bVL3cUGLUYuXmOFCbStSb6OGw6gf1iL3OvfWS+w8cQj3cRF4Z9lv7G5+Vl/augrz5J9GlNJkZfILSoKGmg0Kge109jT06gbwdwWKJ9e3IxIWKMOylceuYeq7Rhz4dwNUKbQVuItpmGZAI7gEEbRpdJoMX4UWnMQUL8ORAQn8Ae35bUGLcMtNSmKpS3ethedC2vGlX087W76/S1tNrWt3kw8LXqWQepk7H32o3v1Si4oi4TqMJEXNx4uUcdlQI0StaQladDZVrgWJHmBLE+4GhYxe94YiwpWJT7C0u8Cenjx/qcilZSSNDoQQbXA22lJqTrUBt34D6PmUhoJUr9lgT+Gv79gHFtQ4sV92lu5/9q0jxp/LvYedr7Vq0wX7TB2a8+8QEwBu53VUug81RsB0GiVFhpSUx2kZGkoC818i0pCD3uRrfzN9sX+02nG+MsW+9IGCMSxaXFWqLHa92urQ4m+judCSkg+VyCkG5AvtrqTUeL+idyf8Amv2f8CPTa3jYmi0uB9/disNr8HFQEpVpfQnQ3F9Bra57a7NV1BDn3F/rXZvUwdV2Ysrdf+m5Wr07Kh1pd2nU27rANtcuvkDl1B12Gd3+5evby683AoMvmkLQp/n1o6G0g/MbEEkkdIJOt76Hb0Yo+K8G4tle5uUpdbfQhSuFy7bqk9zoSAdLeG/oBrsRK3QyuVYr26pmkSoqFff6Ty5hS21ZLHIT0rN7KKTl0tYnTY++atNjWrkiedWKt0MXdzK9116IwiawhLquAsLzJ7Fdk+ZJsNBc3OUdgzaP7MVU3tbm3MUYDxDgZiaxmd90VaOWuI0ki5ElskNuWBUCpBF7AlIuSZ4xwxu0w5vkcd3oYOXNW+lpa58qQWFqzkpLTjagGypFul3O24AUAhwWOzoxB7He77GWF5crdzvClYXWvrdaU6HWEp/2clBObKfDmBUk6GyhoakFoy649TH26Herva3QNP8AuurSmGOrjx5XxWkqSCk5nmwtHkAVElJHckaB0U3ftg3EcBuLi3DDGF5VUSmOuVHWF0GrLVYdbfhZdNvEkg6G47Wh7o/ZZ9zb35eA8btIRCXTeajzGEZ2HMzmVLraxdJQU+ba7+SktmwLw3LewnRt2mMqtXqzVve9EW6l2BTeLxY6U9yopWkqTftlCrAgkXvtx8ZbEA8J+xs1i3m69WWZVLoMrMqPF4/MMSNe/DUVZWja4GhsrQpFhtnv2g8Qz4E9/AeCGUSl0h3lZ7sVYUhVteGk9hosXGt9RcEAHWntP+0DKozre6/d97xpzFRadjyKzSWgtdPSkAWQ2UnMASM1gCB2I77Zxj4PoLsB/wDnLok2FKm5uFi3Cq+AiZfu6+2EqbDt7KKltXGtzYE7TWw3cyjpMzRIM+l83XqXx1wmFo5yKrMmRT3QbLKkKFw2dFBWoOa+gAJ1p7NHtHtVmg/zQY8qzHKuf+cGU/bKyryZUSAAk6WVp9RpcpLE+G4HPuRapixb9RhdEKs8qI77zCr5QrKShSgkgm10qIvZNyAPVehtUvh8+0whjOrJVKcgKVm7pW434T3sSAk6Ai+0W1/Ik1n4aa5rU+VFny6W1LlIW+rhPx2pGVSVCxzJSelf01v3IOxDSpEDmmMLz6e/K5pSXWuKpDrCrAFJKVeFwaEKBBGmuyLw7vDi1mgttSnoU2t0uPy6pEdWbjMEEArRYKQfwBBsRcG19CbhcJUvG9LYxRKZqkKV0pdhPyA6luw/sVA+G+hBuRc2NrbUVm24hcQ+kbtoDtL5+BW5VIlZE5GtH0pXaw6VnX0NiCR57KWg12fiPHlW3aT2mIr8VpK1ZGihDl7hLjOZIISbXKDcAnQkWJZ+PMB1RqK+1FxjyudPws7WdKtO2U9RJ+moPrslfZylVmVjerRcW1FFRlUuUtLTqEFOVBsLakqvoL3I0tYeQS1z7Ki0pYeIpt7VF3vwMWy8LtVDgP05OdpOXMxIaXfKU3F0Xy2KEnKSLlI0sMUCFKnz+alPMIfY+E661KLEplV+oBQJzJNrFJuD59xtqr2oKZKan0XFtL/TxVqYkfCKkPMLFrLASRYKsRcjubkC+y53ibjYH2I+2UqnIYfQhMhbsVZQ6ykE2VbzFjYpFxqLAjstU3fTfBnyXMXcydPixWItBqMpcpH/AHKQ0EKe1JJbUjuoJtf0BJAOg2K6Ni91rgOz6dwJTC0IXKjyChSk+qmzbMQbE2Fxe4SCBssMNwKy1PiNUt7jtysv3J1oKS4o31TfQk9+kn8Li+zgpm5ms16Lz+N657oioQlbrTSsj6de2ZYNz5Xt5aKFri1ACNL10LjMZkTfFvaagMUt2tyn6LKR91nom52FWtZpTgJWw4flukA6AOWGv9U8dRazWW2q9L94860mO6qYtPNMqA8Cidbi2YKuQQk9jfbOc3Em6XBFefoMXeFiGbTn80eRKjsNvqj3WcwfbAQHmxfMEpAcA1uq9tiTFkqqbuWqTWZVcomK8PSlJdptXp0dzNkz3LbjC7Lb6dNSbknQDTbQQ7oXYqfEbclqByH9KRGH20LSmPNYQtDrahe3qF9tCk6gHQd9v2j16VKlchS/e8WU+vhImJdyMZtLJcLnRYnyVlUNQFG4Al4H3o4NgRfdbuE0crXmuYjqyJVFqHk4jVQIcSLKIJuCoEag7Nej0HdzXsOS6pRqtFoNaYaU6pqV1tONW0Djei1A2sVIJN/I9trzi+2Ajs7FHvT/ALZMrpcpGRqYqVFbUhxI7EFNwUkdikkWGnmNrOXTGp7TDtBlrYlI+KwthaJDCteyFAnLfW6QNPmSe4kpVAnwG58rPSJT6Uoz51yKdI9DxgFJQL9lAmw7puCNql/EEDAcrmsW4CfYmsZXYU2K1nanJANgVsZgo6ABwpOlgbdtqSMz9qtD98wG6piOJyUqFlQ7KjoyoyjTK8kXBSRpeySLeelh+l1Xc3FlPwK9jLgP5lNLjyHQpLar2yKy90k9lEaaWB82FV/aAwRjfC7dUw5Q5UWr5UoXFqkAoXkIIF1gFDqbC4uQq1tBe+y0xAYuI6C/FdwnQV1GUlS2lcqM+YgXzgg5gRoU217KI0O3blkjyhBV8ObqsRymGoEtCKvCWnJCVIKI85FgQhKwPhrt2JACtQR3IiYj3btNcOqYXelRX22lJTxVIUvyzRnEKspSLi4IUpJsCDfumcO1+s4Dd5qfSUVFEJalcmjO1wUnUBPiUG02vl1AFxYC527yfbRw5WcURKXK3e1thhb6YqmJDXU9rfMwttRKXAkE2JSCAoE2BOwV9yfthRUJ1e5Vxp2JKlZMqsiVFDvb5VEDt9QD3vtWYbxRAi1Sm1l2k4ypFRir4seVwuK1roULCOpSSDYpULXFyRYWKl79aC1VG6NAiUhDEqOp+HKkZ0pyjRQUnKFgtkdQsbAg6g6c4lfrM/hz6zT4UqiSlq+/0Oa0+hPncG+Qg9yk5VD0N7bHRZQvO0quUuVWftHRsJsLpy8vvGBl4C0rNypxCV2CbnTLZIBNrjS1ZjTHWCKDPbqlLqMqKw+lCVtOtBp/TQtjMMqlDySVXUBooG21viCh0aK170i4mRFQv4HFlXS05cE5OIElKVG1jqb3toSBsJU1GF69Rn4uKGWEPwnU5ZCVhcWYkEeRJSPQqBB8iBqNrmSDBLfliDAeI6XQqpzdRi1HpdgVGPdPobK0Soki90GxA1uQNrzd0nDlZgN81x4tXQ0l9h9CeLxEpCfiNrGp73yXuARYG2pJA3h4XwbFl4N+z3PUh9pPMUmfFzsdIUCA2u4NiBldaWlQOXW1iRHDU+jOu/0DToqGHEKWw7AXkfTqSpqSwu3xBoM2uaxsSb7cDIhxuvc4uMp/vlnJNR0JU00OA4kI7j/Eb6EAg3BAvsR4ywzQYvEnwKShcKcpLTsdbR4DL5OhC72YzHSwslXoDe6FVVN4OEsUN4ooNRf4C5TvCmoT0d+tiSy4S2pJ7JvYiw1BNy+aZXt43IfajC9JizfeKfjwnc3AcQpHibWASG/1kKQq9tDqdiiQYnqocR7r+PjfAeCIuRjN75ofFcj5sqQoOMpSk2uL2KQpJNrkXsP3DW/mvbxqo37mw8/SH2MufNw3WnFKPY9tB30tp5X20dWN2DTWF25TWHkVGnVGOpEqmolFK4qFN5VGNcHTTRsFIB1AvchC4sp2CN31UiUujPLXFqmXhZ7qdhur7Aka2tqFKt2IIPfYmZC+RxLqq7yHaDzEqfh6DFzryrkJQh1jiqsArKtJSMybpI6SLjv32GZ8h3EcBuve9qOuEt3Ny62lsLjrIJUM4USpOUEA5iQCoWsbbfy8N1n7W02LQa4hcJ/pqiX4XONNwyLLLjZ7pN8oOgBUkkjttfVDc5VGp79BoLMJdL6OYW1xFNJaIBAyOaA5rEm5yixzaEBOx1TyMvZtT3M8Y8q7VenuSouGKX7xY+6yF8XI7wl2PDKgCFE5goheQG9zc2sdbvd1sWs4X4s+k+6Kjwk54rvxWnlKNk5QLjLlN8oJF+xI2MpPs116gyolZdl05hbCuFIdiyFJXkP6IKGpWgmxHmkkDMQdRjecK9RqWijUHPnQ6vgcK/UoDKAMoIzAanQ9rkpBJ2lGV13LBnb90DWcGYorAmUuKPs3UaRMUqjSkrKESUW+Iw7lupLaiQQQCUlKCUkAgl1e3Z48o1UpuN6ziFib7uaS67HqUNtUhKhfs+m6HWyDcKsSbaqPcCVLxDjLDmF34GLZcqtoYQlEVSY6XZkNdunhquC8kaqKSSq9iki4Bst2+8+vcX7L16kv4hpz6vu7qY6loS0tw52XEKAWhSb317diLjY0HmNKT7SMrkG4EDDEWUwxlSqRD4iVqtZKjZNwoDzA7ettqp/ehS5Ur3pAwxC46E/FSiO06lxA7hTdkrUCBaxBKc17HtscYF9nLCWKHXKpg3eFVIUVDuZdLdQ3np7qtbAkXGvYm1x3B7g1k+xfgOqfFxRLmyqijqad51xhalA3uhbZTlIsLpNwfMAabBL7YnZraUO0g5iuwrRPZu3gz3GvdM3BVRlZWH1UuQpMJxWuqW13Q0T5pARcdwbaWGJPYjxG7QX2sEbzaDV6c51clVGC0tSToSHklaF6WABQLevqD7wN1ErDm8GBQcBvVGKw+tDTrrrodQ3fQdatbrVfQnJ3JAOu1VU8R7xt1VZ5DGWJuVi50tIqUJ1SEtqVYhDzDngVqALkpVcFJNwAZbOMxmtu6uRIuMt0W9rdLwJUrdZUa3h5HwpXutr3iwlB0z2jrLgQAbEAAix7Cx2DcJ40+xu8H3zgiuIfiylpTUsOTZ4jzWWjY8RtLiUKOQHMAQlRT6mxLeiY5xvzUSqUbFkGK+teZp/I5DalKNgCnIopJ7g5Okm4IBI2KoXtAT5UVuBvQ3Q0HF8VCER3XWorM9Kc2hzoUkLSSPUdR72JuRcSznb90Iq9AiyqWxXveMpCJWVTrTrXwpV/Cs2FkuJIvr5ldiL7JXek3u+nu+64v9CYryZmuA7k55F9SGXLZrgC6m+5sFCxuXFEx97PrspjC9BZ+y8KtrVHRS3XXGmorqha7DbnW0NQCkWTa9hqSbarUegu0t/CWKGcPVthGZDSnVFC0+Q73CVEdwLXOlux2qp2tFkc7854mRt3cOqRZTjsWnLlLfVwpScpTlWknVvWyhmNstgsdrXIAZ8bCtUlf09VKI/9yzP8LxJUgDXS1wdPMW/Zs0cGbusJUufxXeVRK4v9k6E8ZI8u5Nx6X1IOvc7OCa5S+FyvwOAtrraVZXl6fTyItsnqNOlz7zMfqWu3eCD1Bbd5V8OYjwkxPo2J6WuKvM061zSczb/Ytqt2JUCBp38tLkZ3l70PsRAfa4T9RyLyfCRmWm5sTaxNxfUHQkel9hCXugwvgjE+IcZUGooZYrWZ2VAdyqaedtcuJJAWleW48RSSQSBckiTdUdqnxaNLW+/1IUl1rIrpNiCPUEWJJvZPmNqtqG0/v1MTU2E4sAOPmKjEasR/0lPoPvTmqjHXnjx2iviRyLLQttCVBxFzqCDYnuCdtU+yv7Ru7TkIGA6y0vClXWjgNZ7uw1Oi5y5tFs3tmyuDKCSAewEjcjjTBDUVyLiiJytXhLz8KU0lSnk986NB27FJubWsSBYMt7CW4feq05P930ib4muYaTkdSr/0oghYI9bg6d7a7Oae5GWMP1GvUoKyvr1G0qk0uqUZyL0deZfwulSV9s6bafTTQ+Y2B5O6WLVOI7KlymP7yOn1602/9BNvodrPB+H2sLwG+QxDUX2M+RpqY6M2mgbCiMpUB2vZRAFxcE7X2I8ZxaXA5rir6FZHULSErbV55gCUm3roCLEaW2IWX2YicY5iAqO5OLg2qP1mK8uUuUnIt3RSlWA7K0P5G5FyLkdhR7BH9PN4jqlWff4CFIajo6Wm0kagpFgTp4iM3ax0B2Y2I8de+XeFAicNh/r6M2XNcagm9tfQj89qH7Oz5/3qVLWvJmzJ/Vv5nsB5nKSDpa3pn2Xtuwkp9TfYNiE4EjOT2p7vFi51oyJ/3VAf8/P6bfz8ThcPi50LX0qSv9x7dxof4G177o4UByK01wF5c6FIyO5vy07+djceY8im94OEcUNRXJ7WIc/A+KtLS15m+xJAVe6bjQXuPMC1yI1OzQI07O/lG9T2ovCcdaZQvgI6usZ9fS+pGhvbtsn94e/KVhd1xqBg6r1Fhj9K6wjqbSSAVJSbZgAbmxJA8u1xarb/APC9GwREn82ibiVDqYrsVrOh3i2OZCkGygCm4Kr5TfvcAkU+0uPMZV6ktYSdWxzuVqPS6klpSkum12c4shxChcDNYjtr3GiuhT5m/oOlIz7rBxBPeX7SuKJXDawlidcVC+l+E/F621WvnQo2sLaZVp09T22V8DeDvBnynGq9iGqVFEpHXwpmRTlz5AjKFjW1gR9CNdtg4u9kKVEi03FG8Hdv7uqLikpYlQJXwHMwuWlpbUU3PklQsT2GpGyE3lNYIpfP0HCVOYYr1OUpb8LgDjtq0zDKBfPY6pFwQq/Ygkx0lSjgTbGjqT7VlE/Li17Dkf8A7eLrvhj+68VNBqU2vybYmtdzbwpcKRcWB89hpyG7AabiwKdKpaJqlcKnSkBPGWAbuRnBZDthoQRmGuqgQNq52DPlReaadQ2/N8cKbHypeTfugm9yNTpY9zYdtiHD5x5hKgvs0aWitwsvMVHCtUhpnw5TA1UtDRupKh3JRYjQ3HmvsA9S/bVfUoIVKdqkpzn3uAvOlaUutHxa+RPiFrEDUHY33S4Oxb7+c911abS0IVmXKhrKc1s1glQIzpubm9yDcWB125UeXg3eWP8AsvLbwvW5rHVRKzIK4c5ZCQnlJq/A53ARIsok6OADZo7lcN17CLUuLWYj7C8y0utPtKYdbWLJBUg6EkJHUkqCkkKClDKdsXr/AFA6LRNYnDfGYj1F1q05Pz+8f1D3v43wvAYi+/Od4CUoWie0H8yQBcBRso9ri5JHa+x3TvaRwvXoHuHHmGM8J/8AS5WhIj5hqCWVAKSoHUKQQdBrfQZ/nOu/2TvQv5NP4/Darded/wDdP+H+fp/lt8y0f8Q6+htwcn9j6nivqnRtyzRs3AWCKz/TO7T3XN8X9HLsl3U3PDNhqf1TY3OhUSbruh1CfFrL9G5RbCJS1NOsLayLSvXUduodj6+my6h1yVAlc008tC/myqKf4/01ts2sBVL7eT4k+qOoXUWFp5eUu+ZxIFuG7awUQOyiLgADUaj1ek6yeq4rs4P4+DHq9XZf8/2ndrDfubhxZ8RiUw+haFtOtZ0qT599fQHt+8XNF4ti0ug02LPdyLojqZFJlIdWl2CoJy8NCgblGQqAQbgC1rAWNtiSFF91t1To48VamnUeFSUkA6j008vXv22ztXZDsqU5xXetDudCV/LfWwv3BHaxOnfz2Y6h1L/RawqfPoRh9Xdpl8DiaawpT8b+0C7KFLxZFpaKfm478povrzr16GgpINyOpWYAaaKvpkL2h91XtS0veDA3aQKJKry63PRS4FXpLTi6cl1wgDmXEpPLpAIUpK7KASo2UAFFq7nt6ru77FER334unIm5Y65HCStLdyLBaLfETcapSUqtchQI21furwNQaXi2pb1Ystx5E6KpDqkyi611WWp3OCBJTYZUqcSHmxmSb3Ntr+Hr/wDU9OL7Rz8z0HTaU1NIvccxAb+9weDfZk3QYelYSlzX6i+hFEq/FUC1VliK4tyUpP8AZOFbXyWFl2tcA7YBfpv86FLq1eaelRaph5S15uEFMVKKBmDSl92pA1SkLGReicwNrei3tYb26DvawHRqZgOJKrD6HZUyRCQ18VtCG8trZTmJSpSrA3ASoEXIG2O90zdBwvhLFGKPdy+PV1uxYcyQjhfeC2G24i3h4FqcWTZQBPYg2NvS7VBmtXVtnD2HvaXw5ur3n1fdzvBq7zG73HjCqdPd60KgVGwS3KzJOZtJ1aWoDpPDUcoQo7OP2l6jFwG79kouIeaq6JmSBMkNBSZSSyHG38ybAhxtWriTotS7pNjfGmL8CxYtZYr0WnZGJrqF1eA0oJdpsgqtnSEkgsuKScqwVICsybi4A1VRcF7ud5eEqThLFFcmzaWhpHLyErLUiCtK7pSr5sgN0mwsRqFW2i5uOIcVBvcyzjbGO8bFEB+LXmZUWbTl9Soa1NJeSB4soNymxHcmw7WsQfjdTvO3jYDqjbtBxDNivvryJ6z8RQGhKVXSsgaZSCFDQg6bXW8/D32I3gz8G0vENbXFRmfgKlLStTdz1pJsFFB7JV3ISQQbX2CJFKlSpTc/3jxIqFIVKShASplVxf6FJOoVYDWxsRrWtuOYC2hG4xN67pfbAo0rgUve/T2KRKzphOz49+TzEXzqTqW21i/YqAJGiQSC6sWYcpcqK3KgZJtOmo+A/HdCstx26bp/C3SQLi1iBgnDAitSm6z0LWhpLTq9Fd9EOHulQJGUq0y21va4P90O+7FGEqo5S3WWJWHn3+EqAu7TXldoi5DD/mkglCzqLknLFiBhkTN1PTRWN9cJt5sevYSn8Ks8rNi1FeSLMlNF1p7Uq4Ej1WFWKXQQu4v3uSum/aIan1SJhzehh5CKcxlYXPhJ4siLqQHLkAvNjMSUkZwBcEnQ6kxRScOY8oL8V1rmqXNaydS8qm1fqKKfCoG3UNQQCNsR70sBz8L15+lz2X15FfAfdSj4yNSCFJsCbEA2AJNzbUbJ78HMQu1T3J2rI9cW4EpfKxJ9LxD8OUhEhiVFupEiOeoLSpFlFv5iLHz1BNj80Nc9qe3FxQ0zUYtRaS0uR0OocSRpqBqDa9lD6g3Fhn1vF1U/m5b3fT2s8WFNTNgPpfKH4LoIzFBsekjMCnQdVxYk3JMJYrrM+lsYcdqKOOhauSfddyJVoTy6yRZN9VJWbWVoSL3BFtXfFxpq3TYPc03Q6U1Ant4c40V9heXl0OqyKyG2UdROgzJ1vpoB22J6vu9iwHeQqlJ4C19eXMPx/A+txf8AHttk+o47xk06x7+iPsLYzoSpaShSljQm9iF28yCR2PmLt/d/vHoOLWolLqmIVrqLDSVtcXP4LAdJtbQHVJsRroLbN13oxxFLKHo+4cwor+6fDlelInyqd96i/opGqXW/qlYsoeXc28iCNNl/jljerQZTbX28mrpDGTl2lu5UpUD4FixF/lBBF7nsbEN5uU7A/qstD7PyIV1ZU/j30/HaDVm4tU4jUrgIbWjItp22VXrqT+FgfPtsxYqFeJfTa2ypsMcj8QBxPvHrNZwvEntRJT62EfFQ1+lzXsSkDRZAAUEi1we/lsP1aou1TkJ9Lqy2FzV/dX8hyuKtq0rMDYkCxSQSCewIBFBjiI1u0d+9e9/da1O5+A7nypOqjrdIWLgZVpAUCADck7UbeK3fcMuByjFRpfFTknxejh3FxdKrhKgR4FEXsAlQtri2aYFgZ6avRV27blP7wPxbjN2fXm2q98enZ+AvPdL8WQElK0j5kgapKT3AUQD2JLutp1BdlNu1njrRxVse8Y8pGdtPUEuqzXSUgWIUCmw00IO19Eo2HN43EarLVORVJSU5pEpo8CUsAWLgTZxt3MALpuLk6kEbWlaomF8BtS4EDCc2gyoS0tVKLNdMqO2pZASUuXzqacScyVG1jpe4IDa4WaiVnELXMS16g7y6FAx49FlMUh1hrn+FwlSoRJUlDzJJQ5YKLiVAgKBUCCTfbYW9VDVGoMHFuA8TIhVThJfgKgPqQmoIFrpTqUOGwy8Ny5GgCwLIPmxU6y67K+zjtR48qnOoRTlO3SvgKWVpbWqxukFRy3Fhc6km2zJwVvixvhKqU2A01KfhOO5H6cnqUnMR8VkapWkgglJFwQggaDarjPqEWM7HWDceT8Ruc1gPkp05PNIVHjoYYlXy3Xds8ALJyg5bEk6i5AK2KsW4cxk3Rp9JlUuUxnW7HlNfpmrWKhexKb9lA2B0Nj21TXd5mA4ruHpVUxvFYp1UYUwxKlfCdgyLgltQuFNkp1UbGxSMyClQAzOvF2I8UYyn0uqYshV6LS5j8dPwgl1tOfR1FulSSgalIBIykgg32UasL5NFLOn1oTa5yZbYeer1UxQ/VK88tiLFkLQ0vhZeIgX1Kr2VoLdrnz87sGdUOfgP+62ZS1sNeGKjMrKBqQkdVja5AvbuLeSrxHi2qQIsujYS4819ClPusNJ4qkpvdRKQcxSCQDYEgEdtbSISvtHu+q2I/cdUhVuLmkQJUCYV8GYkDIypsWK2lKFwpBLib2tcApyvp31ducYWY66KzUPkDAje9mPGUB3FHv6l8rW6dK+71Rhf6eKrul3KRmKST4hcWtcDTY79orF8BqqRPdfRkRndyfqnQAgaK9fP92yz9m/evS59Zq1Zdp0KLi+K0hNcaW0jLVo9ul5WSw44F7OgAqAyrGYCwzvsxU1VK9LnxciOa/RNK8HlYhRNreenbTXQjb0darUmBHk0/aOIN4xxW07Afa5vOhfV0fhc2vqNdD6emyhRJ981liltfHzup6coX09+pJFiNCTrYgWvt3rAnu8d3isIWwhWdpS+pxHqL9ydb2189qXBlJdqk9yqRXYrGTqRx1nLmGtgbgZvQEj8RtXMdWse56R7qtwuCMebpabPap70KaxmVkYkOGOpabgKZCiS2CLEBJKb+o2Fsa+y775lS6zAraIVX4SmnVKaCEzEEBJbcy2BUR2Uex9dLXHsfY/nz6NLozWJovKoX1xUSBKTFfPUoAk52wQcwSu99SLi4DJ9oTHlB3VYDl4yrLsWbkUljhLQOFIWogBs6gJv+tdJGljew2Z+OIBnsV9qzCmNtwG8Hi8rPraKi/FSppiRIaySEtAghtwWCibk3NyCNRfsEJiDBeLcOVT+mWZUVcJfwl5OptI16VpAUU6DqsQSBe226MNY13X7xorEWg1uo0RcVCUJp090z4bd9ciHDaQ1qbC5cFgQNBcVe9PD9BlUZ/i/HfYXkWprrWy7bTXy0J1ICgDqCDc17nwZYWWIfMTJcfAOHMUcN3FGSkLlKSlqr68JK76pfAJKLgaLsUDzABBBxV8BV7Ae7mXu5r0RdbpCMrsWOxd2Pwl2+IwRfh2UAoFFrEdzcbfrblZdozlGqlOi1GEjMliVH6HW9NG3En01IFgLEWJsNi+lTYG7TDjc+sxJs2iMdXCS7mdbaNipbPlp4gnS/Y6m+xKzu4jfxvEReHaFS8ONN1TBFWryKjCTmd4UcOrSm9iHEJSEuov3KSlSR3B1BN8BfYjFDU+su4NlMV5CFe9KRFfdSiUm+cuCMehZ7KypSDe+UXNtniijYXxlFiYywlUGJTD6M0erU1QQ/wDgogXKge6Fg2I1Fu6I3y4Q3oYcnt43wlUUYliwutXCitsVFtHey0IAS+PEekAjQBBuTtoV1nGCYmNbW3xgyna3u4Xo0pygxd0/ARFX93ddiucVlJJ0IUgEJ8im4IIsL2GxXhH2lvdcpylxcGoWh9Ck8KP05vK2YpIBAta9/MEDTYTp+/6XjKjMT6XVuSxDFzZ8zSXWnlDvnBBWk5tLi4PpfXYnwfvKn4jnvxd6G72kLm9KI89cXlVZx2IkNXski9ri2t7jsBWEJ7jHcVlzKHFOBIuLeJiOBEXCzrzKi5Qhbd9M6SnpVcaGwSbd066rDF+HuQpbfCZ/QfPk6cx0/wBbDZ84wxlRmoDFGi0OqUiataVp46w6jKTayHBcKHeyQe9iAfJr7mNyFGrNL5/FtOYm5/0Tui069urUHQXI+vc3ucyxO9YMHiZeoPdcJMR4PbxRAacdpct//wBJJQV5fraxtcdwdCO477X8XA+I6pAfrLtJfi05bvFfdSjL53vl8tO9hYD08tk7wkbtNy33+VEixWP0TTSGgrMryGUak39ASNTtmDfPvnrOLYDlLwu1Fg06qL4SFx3Qtb2gBQSLFBGpKR3OXW2zWz4EdrRahHTvYxDFwlFYan4e3k4eisZl8/SVlbStLgrWgHptqAogG9vQjPbEag4txb9rcGxMa4rrcr/vsBp1qUpVrErDGRI+qtQRoT6vXd7uC9qCVihil7wcWIfpzDql8w1NLqZSNQLDIlSLjUg9rkWN9tz4S3UtUGBEdw5EhRZsVGRK1NDL9RdIBF/Ow767YdGmHyf8RerR9xN7n/E8wWKPvQoNeiO/zRYlpdQ/sHapAcQlSie+ewSo6XPVcefcXMscez57XO9+LA4uE4tOioQpSUOzS0hxXy+ELCdCbk277erNP5avRfdeIqS2xNQn4rC7LQr+8hVupN/oCPMDa5h0+LBZEZnoQj5dtemhK/QndmsTzF9mrdBvB3Xuy6DjzCdRpdRXmzcVrMhSe90uC6HAfUHS9jbtscbzdyuKMZNOOutU5dOX/ayuIrh/7gSbkeupsTbzB3hiisUag0Z+fP4HDYQpeVVvIX7bYB3k+2f9rcRuUHdpwIUVDrsV+atSFcSxy2S2rQ66A31toNoNCs2ZfT6ZA++Zv3xbncZbqqN9o6XLpD8VCvhO02aHcuUjtohaVg5bpKQR3vtd7iPbi3g4cpbcDG8ReKKcjo4rruSY2gXuAuxS7YaAOC5/X2WW8VNU+0cug1mWuosTXVPo6SpaVrJJsADkHoALDsNAAKFnA+MosB9qg0mVN4HypYzLSn6gdRtbUgfTTa21YS2hbfYnpJg7GW7TfTFj4jwbVke8WEJzxVq4Upm/dDjNwq17i9ikkXBNtjGqQGpVGfa5tDE5hCuld0KUkD17H6dx6kbeXe69jHmEsZQKpPiSoK0Oo6uXcQttOvqm6R5am3loe/oS7jJqVhJt3EcSVNRwk5nWHcj7ardwSD1d9DcG1jfvsC2sLMe2pqn2rPP32kMdYjpePG/c1blIQh3OtCFdKVpPkTcpIN72t3JN9tveyrvna3g4DicWoLfmwkJafzpCVZx3vl0P42BP+WX96ns/Uas15/GUDGS63ClLTxWp8Xl5jPckKCQW1+pUgpFz4R326bsI8DdLXmJ9BlrYz/CldZyq/wAQNr6du5t9RsBrEQYjP0rNTu+Z6VzsUyotL5WU8uEtaE8rKUnK0pR8sx6b/wB0nXtrfbMu82Q7KdfqjWGZq36cr4vKrK2s19HCm4U3p8yDp5ggXMLF3tGu0Gl8hzcXJUWuth1Z4TibXIFxYKGpHn6DaD7NmPqo1jyXVJWdFLmp68yyphKjbK2Qq6CRrZI1tcjZYndEMt8wj3Ye0Pi2g16BQd6GGajCp01CXYtUdXmUlJHTmUBZaD5K7jQEG9xtWgVhp2KxKiy0PsPoStDqFBSVJP1Gh2ROOKhuHgRXIs+XREMLUl33XPQtUJxfcZAm6oyjqczdhe5KTrslGN9krBuI3P5qnn4tLQtXMQJ8puU1oR+jWlRC0WzAKICgBck9hBt7PuNIy4m56/yEpriuxFoWv+1R1J/3h5fjr9dqWkJaozvFgNIQhasy8qMub66dz+Owpgnfjg3FFBYnyqtFirXl4qFujK2r0Ub9IPkTYeVydiI05qU63VKNVnGP/SS88eQn0Um5FvRSbEfXts6jqy5Ejdul/WKg7KpbnKvOIXkV4Pw2xlvsmYto2PImMqNUFszWOtLrUhxpCk+SCE6A+oJIJt31G2rZlR5VrhcZGfJ1pzdSfqO1x9bbIHfVQaXPpbk9qWwwhf6XOnpza2OhGp7dxp2PlsO6veIrqCfiUbHtZ4ti0bhOy4UWVlRmXIaCkKUe5snpIPqbd+w2JMKe0w7WYvFxR7kYRnyLkU2fl/DOy4LJNvQi/kbdsmV7DrrTXC4y1sdWVaOtOvodCfw0IF9dDsuKxhlqA6+61LXnf8fCuheUWIva2byOpIBt9TsBMr7lkudfc9L3sRwKpAbdpb3NMSsymnULbUhXlcFOh9O99Pwut8VxKy07xWmeOj/H4fxB10/j12wTu/3tYy3QVluVhyoPv05bv3ymylFTDyRcXCbHKoanMmxNhc2FtvQndtjPCW9rC7deoMtha+nmGFfpY6v1FoNja4NlEajsdm6rFaCfc3MCaa3WZUthr3SxkzK6M4yqT6A/Kb2tcWtfUnTYvxR7MEXFGHH6pS629CfnNK5qjT3S7AmXN/hrHWy4PIp0J1sNLdZ27blao261LqkKKvxyISyrh6+huSP2W89O7XomIYuF6XyE+ouTUZEoaWtofE08agkC/rcDvs1/9psaGxGQIRzELum3V7qtyO6qfVPeCJspbqnao7zHMP8AHJCW4qTck2NgEGxvmIPntneu+1Hva9mne05KlYhRV6DiHLKhTEZ34riP9g5HJQpCm+wAyqIyklQBIc+9JrC+8HeC5VKXEXSFsIShMqKkx3Zyh4nnB4H0nsARcC+oudrWo7qt32LaD7mrNEYqlOe/TwJjQW12OVxBIuhQPmDcHz0ttUH/AHRizVmo7ccT5w/7Q+6/2oIvCxRRGGJXTy8qLPCpEVROq2XAEO8M2GdhzMlXYkgkbMuH7NzWLcGsUZ2XTpsWK0pNLqkK0WQywoAFtC2QlJSoAXQUhANhlIAOyI3Z+yZgjd9VH57Vbm1qlsO81Dps9LaVQV5rjK42kLWRa11G5Fr63JdFaxfjyA0w1hdliLS0ZkPu6pkaDQN5TZA73Nr/AEG1u58Rs6hNgKmEGBahul3LRW90DrzFIqOXM01PWc8x8jxOP2slRvcXVYgixtfYKxJvh+y9ZcitVb4C5XKuyor5YQ86tenBSTkWlJBTnSNSDcWAUV1Pp0CqYj9/NVCctcV9LsrOgymnF3ukrvdYUCL3zEApBAFiSOYopzuLcb02LzbHAY6or6etqRIUU5yogHqCUpTcgKAKrabSRul1cMuVi6xbRsUNb36lQWsQzX6dVHUVSApeRWVWqVNNqAAuNb3TmAUNTrtaR8dYyoLT9LlRH1scX4sp2Oh1hVrAB5HbQ2IWClY16+9nVV8LYcdxHAaxbSWGM7S2kSuXzpTrpdST0jTRRsBYC4NhslMcScR/aOXRsOU+bNpbCMspUWEZSWUkkKLlknLZOoUbDzJGlxZ2tA91t22VdT3bSsZT2HXcHUHErD/W07Q65ydRyJ8WQJOSWkXHS5ZxNzYLGmwjXtysBqU3AqlWxDCYXnSwmRCTmT2TZRBuFD/cB9Ae2ztx2EcL0viVTDlOQ+3NjpXVKNVobS1KUDfixpDaT0i5JStBKSQc4OhYj9D3VYydl4cn4e/pCLkzRZjQzJSo9Ljb1yctxoSooNiBrfYrWRgJPMuj7lncOYj5qg4s++wnfu6ZUIpWzcC6CHQQsH0uT2tcgbegtEo2O8GYEj1mjbuHqo/Ka4v9CJQtKV/3m0qKtb6G1gBbTtstN9eGotBntwJ8SLFmsKUuAqajpnNJ6vhv6KQsA+Ekg6i1lbav3YT3fslTZXXnXHSrod4qFJ79yAb+ug/O21Ad0uw2rMBe0Lj7e/XoDH2ownXsKUSV8LnGkCRw1aaPISFhtNzYnUi40HcN/wBnfDjUXC8SfwkSuO0lebilWbNZWh0Va37PXSwfW+Gn4NxvQZdGr1Jcf55XCdy3S6z/AH0kdSSB2UNqarYA+zm7TlaMy+tbDGdp1pWV9OnSc2huPS+2b1EbwEi1p9TvBw5S8R1RtqqS15KWvmOAmQFJVa2ixcHKD66EHzvcIn2td8dGgT2MJQKJNfhNoyTFsKQh3OrKA02HAEOJte91ApOUgkXASeJ8bbwcJYoiYydxDKlVSnLS6heco4iQQFIUBYFJFkqFrgE/k/KdhncF7UuHIGPItJlUGt9PO+7pSkIbldznj6tLuQLEoCgBoRe+06KvYmww/ZKLmZjxDhasynWJ+Eqi+hC18Vh1bXCfZUnwheS6FkWBCiCR1DMRptK3m4x3q43wREwvijmvelLW0qPVIVkqmNAHM2tKctlqBBC0aEhQKQCVBrYswhXt2lUbiwPd1Xpy0KS1IaWUKTaxAU3chKjbyPra+u0mm8KqcOViOWwh/pWmLpn/AOYvcXv67Ndjc0uh2iZjpm6CqT4HP8LjudWb5Ft/he4OmttLjsDa2zhwXLdlYIl4DxvSZTHKu54EhDQSpSgLpNgLKF+yibG9voH7h7BtBrLrc/lEI+RXRmSr8QLA3+o/4m2327p2sW7ueFhKX7kxLTviwJSbcJxQ/sXLpN21WykEXF7giw2OKlWQ7xY4CoO7TGWHJdBqjVOqNORlaXzUctSor6bAZ0pJSdVXSsAEWHloC6jYen0vDkujRcHUjGsWFnyriykKkNo1y5kqstK7E9TZCSL20uNkf7odpeN6S7vLqH2eq/Jpj8KVAPClNEkEocCghaLWN0O3SNTlvYP/AAPgmjUufLqmF8eymJS1Zo8iK7n4KtFBBK0kLQcwOVwEgE5VA3IjEGTDPBGFPdeHGJ9BqM2ExK6VQJvCWj/0mFoOljoEkZgR3sb7frmGKz97gNO8NjIpa4EpIUlN9eI3ay0HW5UDcHUEdyJt4rxbWaXUqNvL3exYUrNwl1miO5osyxJzPseFJIAJsQT+sbA7X+7+XKntN81LiyuCpSUtKmrWpKDewus50XF0gEkaWAHYVxIzFtiOh4ji1lx11ljrVndVHaPxLkgFXTYuADVRBKhY5idrF7dNFxHQW+aqz7/AVnQuL0LbWm/Y6KuPIEEH0tsVY3xLAw46/AlMzYr7HxUtKRmVlN+1lAK+ouR52HkOUvHztUqjbVGeWjOhPF4+eGpSL2JQpSUpvoSQoEfU2J2oRLh5VS93dLlT+FWcZLXVGGuLHjymlMSHmkjqCSNFkW1IuBobdtpi8GxWoDFUoNPlRVry55EVKUutrGtlhSShQv8ArJJuDYgk2u8exq81F5qvRELpbC0yI9RQgpSyrzS443cMm3ZRBbNhoOxCadv7+zk/3DAwm/iinVGPxUyJS0ryqKgOHnJKVKJBAIUAbC6b2JqBO+6R8Z0/DjUpuViPDzD83MjO7AaXFXnSDkcATdLbvfXpBva6r2C6xxu8wvVIsuqUvB1XhVt9HxZ8BjhMVLW4EtLKkhTgzEkjKSdRY7NDEPNVlpuVRqfNfYXmzwHVuJmR06XyJkWWojzSFWI7KBBudYHXS8OUb+nolXfhVTJFXKSnmER8ysqQvutCQTY5ibG2ug2sJxE44FwBRsOeyqxFlNVGExUadxXVvoMhbLr1rlOcElQJNlEEjvrYkqjd3S6pAxHLwRFpLFeiymP/ADo8BxhSlgWs942nHLWFi3nta5tps8PaPxo1uq3fQKC1EqM2nVtaoE2LFirlJca4RKnA2k5wsEBV2wFaXF7W2Q26jEECLKgT3d482LRFtJYgSnXcy46yf0T3ESFKAIsA7cg3Gh78yn2IuxceoXNYDwviOly6NVKStdUpbrvARClFiU3l1+GcxOdKQCptIIUAbt622X1MgV6jRZcrEbSELiyFLi1JppLT6UgWC3kJC215hYEhJBN7JbNiG1X6FPdrL9UqlQpdXlP5vvrCDHVMQFnIJCU3QVC9kvICVjS5IsNhRigYo96T+FSajUadkVzDEpbcx3IQklJRfOU66O2BIAJBIumw9Qw3Y5i6m4wpdepb8/jLYfWpSn2ml8BClaXuNUqTqbEEAX1JF9vndFjiqYSxRLgUt7gUuUvjrTxwlhS7akgnJe9iVADQ6m+pekBygwKN7rdp7/JSuhM9DQ4sF06ZXmXE5XUHUXISq3YqFyM1b590nKyvf2HJcJC0Z1OwEK6HmlWIdZNyUkdy2q5HkogW2spnH1Nm0ic1Kge9K9jdiFFWjisLVZGZNje9tFD0Nr+fnfZdz93m6DeXXp9UlVxiqSmF8w1KiykqVHURlC0lKhf6pNxZSgRrbbJUrF+N8W4ciYXrLz9O4C1OtSofESuQ0klKStvMA5Y6FIUkGy9BcbMPdryG6+lv1mqNMNxV/peSUUNf+S4kEZz3Sq1laBRBBLAEBu8poKJuxa3fUtvFFGxO/wA6xlyurShaHmr3sqwstBF73Fxf9svC2+igxcRx8OYteYpy6j8WBUcg5d5RIHDUtKQEXJFgdCLjQg7IyNvLqmEqXPqkXmlxVr5hMd1WZDyFH5U5ikptrcG4FyD5FT7x94NBxvVPc0+IulrlLyNdCkJ4qz5Z0hSVa5gDqbG4NiSnrNOLqynqc3n7m7N4OFPfNLfaaeyIWjodYWFcNRGi0W7oPmm9u3pqrsK7mItBiy5Ve3u07JKzqlQHbJUldrgoUs5k3AsegEi+vrlvAHtJY33BSnKDPrkrFFIR1+7qo6VqS0SRdl43WlQsO5IIHbtZ54igboPbNwHHn4JrcWLieiKTKaQ+m8mGv5m32kkKW0fVJsbAgggHbE07X6CzZZyh+fxKc1cfEM6+57MjVGfgV6JnlLzNc/An5VpUrQLAKsupOlwQRe5Gwnuh5WVXpcCLiFGIaWhKkwp61t84ykosEv5elSgL2WAARoQLXNJC9jWLysRqs1xhEXpXlhO583cKSHFgqy9ukglJHcX1Z2BPZt3X7qpXvTDlPqMKc+lKHZHHWriIAHckm9zckDpPew8/SIN3lMu3q1FXj7MjUqtV7dpXpfv7D0WvUuapTTEiPmamRVK6koUpJBAJFrdQJIINwAKqve0vFoLTlBny6ihD+flXZl87N7jIohN7pPYkXsNCoA7NdmhtSnXPuiJX979X6W/gj6bJje3Ew5hzFsCs1TDEKooRl462l/eGWtRmLar5wCoWIIIvrcHRbU5GICvUjXPhF/vLzcPvDoOF+fn4jp9blSlzVLXCqnCmxXEE3Q7FfyocSlQ1yrUoA3AJsLD++fCru+TFD+LcL1ZyiIfgIgOw32ETI7yQXLokJWAVtHMLpBFranaLKxPAoNZiSsL4nirwu+pP3V2OHUR835gpbNwCkgWVYixOzmw5TOflOT4DWSKtPWhKPCk+Wg1FvUE+pPkxXYu2aOq1P0dO6IPcl7KFZiwH6Xi3GL/KrWr7rCfzQ3LEZXAh0HIvU37A2BIVYEaEoO6PCW76A27S8PIWjOpLrvCKFZtRrYkajvY28yD32YVGolLitcLioYz+D5k+dikjsfW9x9L6bTprzsWA3FdlsPrWvhIWtCmHU+gvYpWPoR+F9ipXu9zyN+tv1Ps/2gDNiUGfhxzn6dCyMdbXMNIXlt2sr/XuPIjsfrCG63AeN4reI/d0VcrIlfQsozJToANQkgdrLHbQ6AbQKuzP+0blBqmE34SFo4udafushJJ+I282SnyGl7A6HzG0CBF+xrUt3BtQq9IbQ6pS+EjjoS73VdOuVZ1zJAFzqQb6gtXaZGmLrzmGVY3Vbr2muK7TkU59CfGlroVbvdPbQaEgiw8tk1i+q0ugtN/ZzE0WVFR0crPlKdazajKgqBWkk9kkgXtqPK/xBvDaqlGc5rE6335SFr4qEZEKTe6rC5R5kaaj8rbA9dXuggUZvmnZUpaMq5ScnFS2pQF9CTdNiSUg2t5aW2XL7uBHqN5cE8xXVlvBuMnalg3EdWqNIq/9ahyqbUuKl5i4KroXYOWVoUnWyhYgkLA9hmmVTCU/kGqsuVKz5kdfCTKYz6OJbUko4gBF03FwDoQLiXvFwxhfGU+BAwG1yUX9Ol+KkvsR19OS6LhdlFVikFJAzDTQER3qYK3q1SA20MMykPUvMtTsB0yGpSkmwAGiwAkA5Cm4JULK0JHZV3FwfU1nfT7e2+OfiO1/FGHJVL4uI6G/x4ScqlpulSVXJAzmwGij0m5FgLnQ7BM/E9L4TjuHGn2PmiympGXsgnLdNkuADSwGh877LDAO+feNS4Ev+tLqlPTkUxIaOd5o+Rza90qAvpdKh6jZ1UKj4Sd4e8vG+HqdhqovIzP8BIYS4rTqUgHJnIASTa5Gg7W2QwNONvzM1tHpqRlPfxOmBqd7QO8ELgYoxtOYoTCw6w00s8Z5o6ht1z5kJJICFXUL2KrWs8HpUCjUtiLPxCt/kvBFdkZlqsCdb3sB6CwHYbBLGM2sbtOYX3fVaFwJTSvD427EagEEfgogg2sbX0hbysC1TdVu5cxlPiP1R/ipRKkLWVpZUrQBWpUhBUQSo3SDYXGgLa02WpuaLtojY43/AD8CAW8z2jMZNV77L4Xp6KcwjKpTqkdeUiyVjLcG+uhBJGnoSV7vPaIxvhyvNysUS0VenPtJYkNZUIdUq/jQu3jBJsCCCDbQAFOf6tiqA7PiSpUuFFXnShUiQv4DKlkaOLSCW0E26rEJGvbbYLUbdpgjC8CvVmnsU59iOh2Q1I8PgvnTYlLiNRZaStJ732MtQUTa7NejTai5zHfQvc2KKCxiig/HiyuteePlfbVc6OC57fXUaanYU3uRoFGwu5KlMsP9aUNKVnQnXsFEapSTYE3BHY3BNkTiv2+IuHIHuvdzRGH5SFcuvM0EoTYHUKF0rQT5DXUaAg7AM72ht5e9+luNVTlYS8nTHaQUoUrKey9ClOYeYvrYkgCxSfCZn0Lu+8cCLLe7hHDlexbTWqXXPdHPNJdUh1Y4sdYWMuU3GYkqICgbdIPpZz7s42DcEwUO17EAxJKY8T8zLnyjUdSQBYfQX0F79zlbHkXEden81KpMpD6EIioRwipScrYSBc620uO4N9Ce5g4UmYtwbVIlUr1Pqi6WhauOhcdxCVIvYkKUnKbHUA6GxFxe+xa92ybaWpQnM3Vif2nJWI3W8Gu1ZeRCmlMR1uhSVKQboBvcnyH1/LbrjPcJA301Sm75N3z39KRUqi1em5wlTmXqCDm14iCSpBKilSVaKva1RhSnezxvQoLcXEdRhI8Ko8hCMqkq11QoEFtQNwU6EEWsdptHo+/j2c69LxHu5lxcWYUfYU1UotRVm5pgBPAdS8nVD7fbMBlUlSgcxAIX35PMirqFeo/TPBg7i/2Wq9ijCXvlqnPoYpcxKZCHeGmRBfSSr47NgotEkAKJCtQQSAQfqu7nqpFpcSVwWGH6XlkRZEVYS/HfT2dbVlsD6gGykkhQIJuM4u9qTehPnz4tUZ90Rai1wuE0rOpKCQVJzEC6QRdJ7218yAzd3+P4uPMLv0t2oo94sNKWjO1l4jQ+ca6kAqBA7aG1tlbtQF4mXr79rgVn1Mlb0I+EpWN1yvsx7kq6Fr9/URqOUNSs9ssyG25ZBDiQtSmgUkKBsHAC6dBYWRwsJQIDVQ5pDDSUsKXfNwvIDNdQsSekk2N7E67C2I67Fo1Z+znFYlLQjNFalWkMKQsXLaFEFbV7ZtCEjzBuDsT4UrUCvUvixeh+LlTwkrCktosQm1h4bC1ySb3ufLbyX8Yh7tGtijgHmV6sGt0gfH9Z+vI+L+mX0fJ/x/i20V6Q001/j/3dpclP9rxuvq6P+Xp+V9uC2/8AyEbfNEnjyJUOr/8AC/8AL2vcD4k+y9Ubd60MPupzcJeXKoHpWCfCsHUaai4NwbbU8pHF/RfwraQ03wuH8Ho6c/zZvX8vw20NPeaHDr8SU8GG2aQxDV+aoMuqeP4XFdyIypcyjNcfWwGmvnodNkMyvhfFde4Gfx57JTl7kadr6nUf83O4x/2Xbdi/PHy5MvT56dtdLAX1+nfbLePcWVSLw4DWHn34T6eFIfYacXy9gNSUggC+mYgix7HsfUdS0V3VdTVWvyP8TZXSPrLFUT9xtC9/Oz58WXFf915eK0iUEPpSVWDuXzQbBIUAbEgEC5Ozx3N+0lXoHs+v4IgVbD02r8DgO87bi9Rb5jjMuAh0ltSkBRJSsWF73G2UqVHgO0uf9qOOwwhDqWnXfG2o2Ock/wBlYXsbEm9rg22KN2GDKXzX23gYh94059rlXYTrWR1KB2LemVfcqKSb9Olzpt9D6RohoKRSPie401A0tIrHxH/hVhrB3/aPdfE91sIfblO0tEziw4r9yHExgq62YykHRC1OBFwkEoCTsvt9eJ6zAxRiWfhKJCRQcZZps9CmkcCPIcT96jSEWIyKdSp1LlgMzg69bGPvOx3ijDk+BPw5UYXA5dbXHS0WncqVWVHfTbpUDlum/qbJNxsM1/enFdgc01VuamrzcVhUXI7HdAGYdylbS7nKQQpJ0I02b1F/a5EBfqjQ2ciL2XjFqU7zWI+AuqQmlReaaR+kh6ksqVmOYApsgquNVAKFyDYUHe/KitQKNVKcttCH80WpQlBKsqyLtuIUgpUR0JNiAQLgDQ7F9FVgPe1RvdeI+VolRi5sk9ppOd5pQPSpPSFWFyUhQJKQQk99gaobjMb0uBLrOEmUYvw8wvOuqYfd5rl/JPMxxd+OsBWqigJFlXIAJHV3JcPcLVq0tAIMk46faxHihbVUe/pRDSeVkO2TmUeoNkk5cpFrG/mk9jchMJEpp1/ixFozrUhaF9PDVeykEXuBfvY6nyN77GddpTuKMJU2vNfAq8JpLSs9kJVl1Fj21F+kixCdCAdqibK5+VxYrPDffaRzjGv6VPSFeZF0gWNtR66HYxQCF37jONLo1Ui8SVAloW+wjJyapSWlOIIHSklQBFjoNQD3IN9jBzCvNUZt2BLWhiqZmuY5fqZdTmBS+NFXOoVYEXylIINwFUfCNZxHP4UVl9HVk4qEZct9FW8tBofLtpqNn7g7BNGwvRm2nXlr4/W7nX4bXCb+tr6EXGo7DQAttCDbE9Tr0p8cZM+N02K8ZYD4fP1D3jFXlakNPrzcRI/veoHZVjbW5JJIYm+HBUXG+F2MUUZ5yVwEqfiqyDOnUFbDiRcLHaxFlCwINrnZe1vEeDaNK+/1ZhhHi+KrKpPrawA0H7B+3Yj3WbzKDz7lB94olUud+l4Sgvgun5ra9+3YA6i+pGyRf5mA62XeeIj5dAd4XNNU59GfxrQjN09738PbsbAdtvvDVIlcX70z+rkz/jr+H7f8tnhvHokXC89+fK64S/i50WyqTe5KT6H8yCDfvt9MYew5KiwJ9LlxaixVGlPxXdUcZQ1Ukg2s4m4BSCdNdNNpVNwyJWtXI3/iLx6ZAdacitREc71Po4Si0mQ0lBuFpsQtYv4gCrKkakAAxID0BqV70dp/JTWF/CX8qbXta2igdL6A2IvbU7MqTg/3o18JpDHWpTTuTqbWL2IPfS9hYg6nQgkFc40ptUo39ixkzoQ6hd1KZUb69tUG17i5HYg6bWI8eJohk1WPyIVO7z5/KttO05bEpzpX15kf40qOtiddLkepvtf0isO1SBxZWfOteRaMy8qdPK1rXvfQW/eNlVSnXYsByLVJedhaVKjuostCVj5b9gLXt2I7WPcGGDMYUuVVG6C1LQ4t9KlNdOZTargELTa5SdOrW19O+1EsbOMzG19S02YSFNTgRXaW5FnxEVGK8nwSFHM2rU50LTZaSLk6G17C1rjYDfwF9l3ZdZw5LRS/hfeI8pIfYeQbAtqTbRtYIBHbUKBQQCGJhtmLi3GTmCGpcWLUeEp2PHddCeaXoVNpX2zW7X7nyFgdrXF2HKpAa5qe6iUxCayrWnIiUlog/DkIOmYKtlUElKgQbjtsVG8pu9FGocZY+PxExgjAVUx5KltYXqNOhP05SX1tLdUl1tq5BcbWu4NiAMrgtY+K+u2mcW7uZ8/DjH84ND4C36byHvRp1XAVrdJLlyoNqJBUl0LSFAKAQTfZO7scBSuffxlu+loYxLS8zsBDrq4qpEfupKARkUsAqum4tbQLQSnbRCKzWcUUFuLP4EJa2uFKjx0cJDlidFoHSPXQCx7WBABtrP6m9qdfToq/1JlTHm6blZ7FLnxGF54qmOYzdcdfyrStI7E2GpyK008wY0rBUXeXRqbPr1Jfwvjmifd/ekd1EePVkBACXHSnpaloTbqISHEqAKrgEl9bpsqjVRj+3QjN8J1eZCkeaLDWxv8AkSPoC1N1uCIDU+BhyfUZSGHI/FpfHWHXWVHu0cw+I2B05SoGxIBB2DvdOGEQ0PVqdU2BwZmI1LFv84zm77eWzFxKtHCSlFUpbK0uJGXguXSEjNYCzgIVYAg+hTW6fRqW1UoEDDzFIqKGsyGncyVtptbRZAUSLaXN8pAJVYnY69o7dbFwvAkYooL3JP0tXXAffLXLpUvqMdywW00o9Q6igg6pJBspqPvExlXmoGI2paMQyqchTTTT7SOYU1e64zwSAHLA2SoEgjy0A2qRuPM2bK1f3KjCWHfc1eiVmfwKdiiKnmoEiqL4sOcm4zIzi2XQjqSpI1BIsLpL8K75aDWftDRvdMrC9RqLSo7rUJAmQHrJ7AZPhuBRUUuZSlQsSTYHbliXd7Kxu7TYFBZmsYXxD9/Y6OunyCTmQwsApCkqNsp6hYBQ89vrFO7bBu5bDjbsV7j1FedWZScqnFElQ7dtSb2BvqdfOy2IrbJR2VMBZaboZc92V70xHwF1FhGXipaDSsttQFJuQCRqi+S50AIB2gbzxFaa4sXP+qnN4U+ova2ug/59p+7MNSsLuYji1DPFleNp22ZKxcGx1SUkagggm4ukWBIHjSpxZVUca97MIYzqShKmun0tmHpre99PMdtj/EUzueL6o0d2U04671o6unP4b6m2un5GxN/U7USXXaXKbgNVFcXP0SkISFJeaPeyTYE+YF0k2sFi9tiiU7PntcL4GdtXUpHTmTY/lb6+oO3WXQcJT6DEnu4hm06o05akLaU0H0ai+hTYhJABKSQT3B1sRZhwJI3MR5+Dd4yItLqznAqjWeFNjyFKRIaGvCXmstC0+aVi4PzEEEszHe/3EdZn+62qct+dQVLaWpalKVwlBJeSRol1pQ0KT1Ai48tkYzjh2g8TkGWJS4ruZqQwjiozDuR2I8tCL20IItckwViGg152fWa9ySIs2Q6tS2l8J2Otazax7EeqTb1HYXuHfPPqBPhZvl8/7rlRftHhJp6EhaFNSoSFZeXd7hTZuCm/pcAjQgi42oZuON41GlQKzVOalUvpY5rMUKi3IUPiNgLZBIBHUUk2uFC21XV2JTUWpRcB4hRUfEjhKyKza6Z06ApJ1CgND532gYVom8HDjTDtUZXwJSciUyMykqTqSlROqSfMKANr27X2PjjMN3N/EYUXGuKGpXFrNJ5KatpS+faazR5CR862UWAc01casD1Atm5I7KrOI8WtS4tUapdXio6uFDkJT0+ih+sQk62sdbE6gUEyrO+5nIsCnPr8SX4qF5lxXbaKSB1ISANFA26QbDuYEeV7mozlU+9RaitKWuE60tK03zWWyuwunyI7gWBvcbUzJKeO2OnBE/dzu+oL9ZgYelYQeWriymkrKEuLHZS0AZFXAsVFJ08wLWKaTjbBuPIDlewlVosp9C8kppp3xKA16bApNh52PfvtlaDvPxRVIDEDEbKJXKr+Ep27S1WOqCQPFbzIJvrYi42u8NzIsqvRJWHGmH4r7qUyKdmRHmpTYaJH6J+2pGUoXbUJIBGxKXes+5kv07+YGOmsbtMJYy4/CpMWLKmrz8/HQErS6SOtKgDqSBe4sexBHaJhalV7dzWW6DjzlZUJvJysxCBmU12AOgKbdspuL9iBYn+i4edgcOfS6hNQwtaVtLzlDrKvRXmFAk9wCD3AIO1NvtxhvBnxYlLqjMKt0taVclK4QRNZdsQW1EWzp8xe5J7i4BLBsLe5WmwJ+mYXVjD+6rFuKHGsR4hYp1LZj9M2A+lCmVlQIKrG6b9j02+oNztYTd7tGwHhf3Xuvl87UWPgc07UczDjQWQVuZgVKukXCrXuoamxIyJhasNe/m4uLcPLnRf7BSEHjxV3ABCh1AHwqSQQQTcEbNHHG7WLKpbGLcL099+l5EcVbXUpKsyicyR4TbW9gSQQR2IH29vkIyFTOZUYok4txlKfxRjzENLlSvAxC5/K0yo9gg5SLEd1HU3Og2EqBu+xG7WefqnJck+pLuSO6FtNqH1GotckKAJJB7diUO0vBFZo3vSK0unVThJYlcK/AlIvcFbZ8DiSScwGtrKuQDsKUOBVKW1xaW0t/wASOEhZSrKdAR3H4jsfysZS05l3AIxPXfDlJlQIrbU+ItEpCMi0Oq4qdB8q/ER6XAI2Y1Cdabi7LefjtpriNPM+Dozp8Ktobe86BFac/j92ydYCNHSuV4jAxNX4EqA41xlxZTHW06nxNq9QfT18vXZXYk34Yjo0BzmoiH32P7VhRTmt52se/wC4+WwdiDevRnZTn3vo+dK/l/P67A2IMd4clNcL3gwtC/ElCxm/fb/PZ0PAbNsRPtT+2Ziis0Z/C9Ge4HvHM0pbTq0LbT5nSxSoeRB9DcG2wbuT3i4NxHS4kXerEhVeorysNVSU0OK4kWCQ+tFlqP8AeWFm9rKFgNqLfXuji++XMeUGWxW6c5m4sVKsr8dXmSMpSq1jfva/nsoo+HOalOe63X2PD8J3ozajUa279rWItpbattg2ymdnM9MsJ7l8G1SA3PpeE6PFirQlSEoWFp11vcjN53sSRrpsdN4dwlRuG07SacvJ/wDC4y6emXX/AF2Qvs77wMR4XwbEo2LZbHAYRwmlu3S+lI73Vcg+vmST3tfZ1xMXYNrP/nLxDCff+drijN/5J1/zG2OLnaDOtx6Eg4jw7hye1xaMywjxZ2sxUn8gQbft2CsQM1TkHIHulCMnhyr8VvT1uO2o/DYznPyua/ouWwhfz/CzJ/YdfzBG3GW+1wvv8RCF/OlpHTp6A6/l5D9u1+6380Tu1wVssszriSG7/VWnkI+TJmH8D07jZUYzTPw4047Kpz615OlSUFSMtxre1z9O4Oz23t4lozXAlQKG+++h1CVOri5mvqFf6EkWJ/G93hnDeHMR0ZvlafwIU1HxYvFKmM/YkJNwDcaGwP02WtsOeBKv1LCggTKFFm1nFsVt12Ij7q6rwKy5uxHSdAfr27Dvtszcruc984XbrNGxN7rmraSh1KI45dWnZSAASO3e/btpspsbbjnaDK5ql059CM6loVnHw027BVhcW9b9tSbXLL9mSu1SlwH8Oe+1vsMdXKr6Vt9/AbXH1BuBoABoNqpcPTcTOt1iO3AxIM7c5Xmq9Laxu8tjjry8eOtK0uegB9PMJIBHYA2vtZ0v2cd3zvxXatNqKOrip5otKbv5EtgFJ9Lj1udiar1nC7tefo2Mq5yq1o+6uyF8DN36cwsm/wDdNgdDa1wAmg4ur2CMUPwIGJ0VulodypjyGCtaU6DIlZJFh5WIA7gi5BE9e4wNb7jGFQtw+F8ORZfuFmUvjtKzwn5CXUqT6DNqvTuNSfrshn9/Fe3N4olxd31WfhRWHckqgys3CzA/KhXgIsdAQR2IsQdtXPVn7R0Zh2g1bklr/S5mgtOa1iDr028u42Sdb3BSp+LX8USqtSKu++lDTrFUi5MyQT2cSFdWvmANO41JLXTavIjfjLrd77VrW8b7hi2IxS5S1dDrWdTXna/fLe2pv+AHYwvaGouN5+76XVMBve9EPsKVwmrOoe07pAI67DSxvewsbbDFZ3CT6M775o1O93MePI1d1LfraytU/wCE2HnbS5bhmqz4EXlYsvryJS61FdKfxUELA8rX0N7emz1VjqORAWeBBmUt228rfdulpctpqIt9h9r+q1eAZEOQkhRGdFutAsrUC4B8QOu3SBvSi72p7E9rDCMKLzZ5DEWeJECQnQWZ4qAps3OiSbWJAvodm1v4q1ZoNG98tNIm0vi531NNFp+Os/MQm4v3uQACLCxOozfPrMDkHJ7UtaEP/FU600Eu5NDcjS9vNQ1IFr312PYUImshS2uNrHO8LAcB2JS69uypcVaE8WVVosdcdjgeq8oyKcv8xPYKuRte7qsVYIgY3Yn4c3hMURa+lpMjM0h5P6illOQK7aKAB9fPZH4RrWKIsCfF+0L7+fM7DkeJLiMvgykkHTQoIIsLa2uQ7CGJ8Rxa847hLELFIXNdUhcVpQRHcuq+TgKBbVY9hYkHta+yyePqMjT1BPKenEDfjhzEbT9BpdRYfqjHgaz5OJa2gNyhV76WNz6eW0Gr484rXKymutebhKUsJ6rWATewCie9z/yzPuw3Y435/wC2TuN4TD60/eoXu4IacSLlOoNwsEk5im5GWxNgNtDUWe0603FqjTE1/wDWdR1KT2ub+Y9dD30PfZsWt6ifeoofwMyV7SG8bHkqVLcdlsUilxUoQ0pCCl1nU2UXAQAT4fK4Ot9LfHsz7wt6rsWW1AxNNWinLzKYn3fS4juOhzrSnuAtJuT2vYbPneUMZUGqOO0bCdIr1LQ0p33dPgNvrzAg8SJISoWI6szZJWdLWsbh1G3zfaOqRJX2DZoK2FLQubHhcVOYGxZeYUAoWKSCUkWB1BNzsX7ljx2WruMZtL9oLBsX/wA7MuKxK6eK006czau/fMLDzF7/AFN77TcQb28USqDLawHu9lV7PHU61wn20uqSe1lXCFXGosdT2F7Aq7EG5ql4jrLdZaZpzDGdWRqLxVoUlRBIsVDKLA2SCkAnsQLbG+A6rS8ONe66XUELixV/eoUhLjDsVVtFAhJSnTTMRYgeI99hhfLIitdaMP0zn9oAYdxXPoOEqlWcb4YrdExLkW/HVHYeTlkLNm2XklJASOkdrWzG2mt57LtSqm9p1+A1T5s2FQepFRdQnLnUsgN50kLCulRIKQntoBqXU1VqNjKLyDTq1ykIStPAdQ7xE2HYIJyGygQpJKQT1AaXuMD4lwvuli1LlXkMc67zTrUpoIdUs9CStwAZj2SMyjfUDuLH3Rmixj4EYgjjeuUZ2vOUF2tyqRW6QhCEZ3W0peT3KCSCAfIKAUB3I8tpeGMM43xPKcxbuvxPRPekVKUVGOuLmW8wL2bfbSorzAm4W2kE9goXsMMe0PWJzu8udjfC9Vrcp+vOpVwp7DTsVxq6lDlZLYadTlJKVNONXCj1KcGpqN23tC71cJT257VOqjj9LRmXMpbDilNp9VoRYpGljZQAAOmhG1CN0dGJ6C0fE28HCVZ5Ws4IpbNXW+uVFlQHXUtKUVWKOkXKiNV3AVdRJz6na9xPindNvGyUbHlJqOF8Q5lIj1Gl9SmVq0KkyGkpKL9ylwJCrXF7Cyz3X+3JhfHkBil7xsPRcUI6fj01A5xvTpVwLhY0+ZIQAb6qJtsS1yZg7eDVG6purxPKm9OdcWVHW0+31gcPjpTlJNrBLibkptmJBIH9sMp3fEVO+Ld/jfDmHG/tHieViuFS5GWPKlNOsLbvoFhRJSSe5GYEWIykajR/sr7z2sW7r4ECqU5cWqUtKWFcX+0SNL3IBPYdxftqb7LumV+VWZT+F5+JpTC1pXFXCdQ2tp5I0U0GVkWUk6lBUR4rJSbnYYwfj2g7pa98LJKpD6uEuVTnzlZykgpejvEOMkE28SkkgEWAJEgznmlJtPalbxok92oRWEIaWlLTt1fFVa9x8qSkaHUX9Oxnbz94NGw5F5WVLhQVr6E8V9CEK9BdRCdfIX1uANSBssMRbx8OT6zEqmDcQwpVRRm5qlzWlsSlIt+kZvcLAOpAJAGuul8ve0C7iPHleb4tRWinIy8eLwithzXS5NwQLXBBTYm5CrCyFyM9mIjYpLRruQ91W/PEc/d9iOnLpdaYaVIYqkJJTxGrgEOpT1KBygBwBRHY2BAKZr26ber7LWLXMUbtKsxiWnP9Mymrf/rCT52SAhRAFwq2YHsCLbSvZ3flYNxu/VOUlSmGGkIWl9opU2gG90KF7gd+1wLEEHU6VqE53ehAblUGkwqjCX82QJX3sRr+dxe34dtna69qxtG2rhpnym40lVSB9sq9Tl07nUp5dEy/w8x8yUgd9Bft2Oum02n1yg0aV70xa9n8S0ZWs6m/PW1zYemhtpYnTbQ1Uo2HIu7mfS69hmE9F5dSJUCUgKaeSBqdQUn6gi/oR3HmjvO3jQIvHo2HIkpinRVqaY61KSy1fRsHMSlA0skqIAuACNdjSu5ZpvFvtu7vsGtcrQf6Um5ehLCCpObQBChYZO5NzfQaDy2IN1+Pd6u9riV73tFfw9NQlpEeBKDrSVa5kLcsVsuDTxoRrprc7ef1Kw3KxG6ifAdW/nWnirQ0VKT6kWBCrfS/1ttuHd7hKjYSoNJr2EqhVMKVtaUfHXHytPWB+GtLgyvtEE9KyQBcix124PiRy001hzB9Ui0ZhqfW8jCOngT1Mu5UnTIpKri47BQsT3v5bT5NNdgT+QqlJpa8iPu77FosxKLfosqgEvIsSoAKJGhA9UfD3kYSxRVGMG48rlOwbitakop02Osu0OpLIN2VMOKBaDg6VNEuNi90WIB2bkCnYSgQI9BrMT3JVIv/AHBdScYfZv8A2kZxZyyYxJukWUlINrIII26Ric5SIs937rSX5S0ZczrTpStSf1FoXdDgNrFJN/MKSRtVL3efaP7hhJqCuqI+KhDrRSrKLnKooOZSRqmxBUn0Xa+1FUJ0XC9UcdxRixGF2JSF8vUkOuRY8rLY3cUmzYcA1NiAQCSDYbFuD8VYXgVTn6piFcWo5s7U11eZMhFvGXACw6ggXBASbaWuCrak7EXdXqGN6XXmML75MMIpy0IyxZsq0yO3cC64swWcyXGrbiUlIABSkEE/beGKDWWuFS8b0uKvPmaXTpSlIy3B4nDXay9bktm/e5WNNm9vOxJ9qGojvN4XrdO6JHLurKlp1sHPJbdz2cQCBrfMNAI1DCmHJUVyqUvCcViVkySHUtNtLz9gVKbSltRGhSoobKgLE3NjU+MsBK9dQr2DWmKXArjE1/J8JaL/ABE/qApuoGxuUEqv5A3ttQ4aoMD/ANiOVg2FTpq1rzP0T4SZCeJrdLeZu+YWUlSEEkEXN77EJVWXYvC4MVb+dLSkSlZkPJvqi6iE5tNLm1za5vcQn8LxaXKfarNOlU6LKTxeapcp1pcdRJI4ySoJXfQZk2Che5ToSPO6EIxCMVqVXuJQYFbi8dCvhQ6k0GFvK10ZWbtFy2gSFa/3NpmDI2PHcUMUas0mLyTC+OqUhfUm17IcaNltuaDvdKhqBoFbK3FO6p2swPf1B3hVT7k6lp37xwJrKbgBJS4ktvJOnS4kWFrXsFbN7DKcUYD3Xt4orOJ1vvxY/H5eqNB1hTHkgG+dCleXDWEkqGhvY2Eg+U7b7XYtUrNN/T56D8VCmlIWnOtsiy0nXUHubD67LXEUfAdZitwJ+HosqiV7M1I4UfoUvQK4iB1oUNCo2ChcEm2u1vUKtS5TT+I2mpvO1H47rSl5syibEtLuCQBewOZSbmyiNBQxqvRmp/ClZ2GKj0OoXH6m3U2CHMpAClX0KtCe19deLTgk/qHu2gbvmvslzc2VS+Ep2lqkSOPmaV3b4lg4lQFrKJIUL3uSSbSVg6l9E+BSX35qOtpXPmG+nW2QKzBFiL2GYA2Hnc7flYo2N3aX75pb0KUvDzqluxfnyWTqDawzp1AUCDqCoeIfjmOML4jozEpp3icPolQHbIdbvcHQgqACtQRdJ9QRcVzOaUeIpDTVLcdaeqiJuRTEqkypmaRFWR1AcROZSDbMCSQSBpYglR1tmVPozkqK8iooYd/ROsZHWVC4soXsbd+4vbsCBs35CKDP4bVGpM1DCF8J139KwlAN7KSb2F+yQQQR9b7VWIvsvFdcn0Z3kkZUxZ8VpS1ta2tZLlykG+qTcEi4Om1q7BvxFO+C+yAhoE91qmtfZ59cVC2nWpTVlojqTdXWgkZkk2vZSVDuCb2LpwtuJa3q4IbxRFdYYmsfdZUXVTUjKbFlwjW9tQSLjTQi2ycpu+qjYIxkxS69EYq9BqLTrqnYq0JlRVlwBDiEqIujpIJBBFgQFX05bp95/wDNpv8AZ+MsJYhr0rC9eQmBIgLaKmFWXmuCq2cpGbKSAQDYHS50syjiXO8/dD7hgMcKJKYi074uXOOElQBTkKraA3IB7AqHrbZAV+dKx5i2k0uLyULkpSYspc9pK2qhF8RjOCxuoZRY301sb99Xbyd/UCqe8sOOtP05h/KpE9bBdiuNKvl41wR2vexFr301OynwHhHkMb0WLFqFLqiH5HFyyoqVP5ciutC0ghSe1ydQNbmw2Wb3LoIl8SbupVe3ly8BwKGio81FQpqVqpdPdKDkWlzRWW5T0kkKA1BuRt84g3d7wdxkpv3pTuVmoyLi1eApSVtqNrZiNU37Am41IvqBtpHC+IWqD7QVWw59mELY5WKrp60pWUG4SdSUki+W9xrYADZ1bzZmF59B5qfT2JT6GlI5WUhK1OIUklTZSodQ01FiNLkG1wu6/wC6H2K0Ru5Lfl9sqMx9t3slXyZkSOEtCpif1xplW4T5AXPe2ttjiob9t3LUpuBKxDwEZ+ErOsZU6DzuO5I/H8rbJ6FWcOOtS4GHKfTqdFWtS0QNEeHNfIBp2vZItqRoNQE1ijC+8GvVliBRojE2nVRX3ebn6Uruo2NgQk2GpFrm9wDtCb14BmFqujV2uXBxmbHZ39YDpcpyA1UedWtCcqGnQ0tSr6ZSSMqzoLE38hqbHLW9DfVzWI25UWk1vknMzTqJ6W05dTcA3ANx0kEJPncG5K+qLeI931eYaxHwFvwVI8CznjqOuoUArUaEdiCRrpcpxBHozrsSve7n1xauhEhpLV1MKULB7IbgeWYptcEqvYHWWH+6H0OiGkUiR5S6pyrE+l1F+l80nJ99TmjvKsQltYsSlQJBCwDYEAgWB21Fuv3u8rQabS8Uckw/kWlE2HNQuK8nyyOJsm4vbKsgnyB7jLuK6VhfhMSqDUapCzoTzVInocQnISoGyVEhQuNE3ItYjTsO1amT4DTFUiy1xWF/M0sqy211SblSR9dfIXuRsHY45EHrdC2rTGZ6hUSuQJ8Vt2A9n/Vdas6hy1tFpuCPqdf9NiBdRa5X4rS0I6evJmaT6A9+5Fwb/wDLz63c78cR4NlRHYFOizZTGVa0tNBCnk2uQEqTlVcC1zbUWJTYEahxf7UTUDBrdewvhnla2tpSX4qlDIldhcIIUM7ffS4Otu4I2Zr1B2+Uwv8ASb0+I2a3XIrTX660ISvO0vwpPdBB6VpI73JH4HXZF4ggysW0aXi3AdcfizYq1JW7HdyJeynqYfZV0LGtrKsQb2IN9lHWfakxvihqmV7EeE+VQxmakSqM/wBWbN5pUBawt6kjufPagqXtFVmK7LdwbLYWxUWkpntcDK65bTiqbOugJCiixI1voCFbbyxhv9NsVMk8wOxbibFFZrNao3F5Jc13PIj5loaTKSbZwFG7SzYXtb8xrsX7tE4txlKiUuqRJWdlSWuYyZZCu1hfS+mg73GlyNpvs3YQoO9/FFWaxlkfWt1ciP8AFGVKCb3F7rCUmybkEJHrfTbELdzAwk037h5XOhKUoTIR0uJ9MwN0KA9DYj07bVqqL8ymo1Z069tBz+YocP7saNhd1tqLSeAj5s7RQryuCNCD5agm/bYoq1AoMqV/VH2OjodRZSXFJ7WtY5hb6XBFxfQEmKKtWXeU96U9cKosIVlz5FIcaHhIOt9LdiR56Hb7w7ij4TlLnxGX2H+pTTqPQa5Te/n3Bv6gjQPY2rPPuzO3lERinDNGiynJ7USKuqIzJYlZPDfve4zAK0BSQDcX7i5zBvcom8HEcX3XKp9RflRZSUpix0FTTmh/RqICVX8rkehAIIHodiXDNBrLTn3R9uVk+7rfaOb8nACD6i9x3B9NlpTsEV6VjKA7FyIioV8drhZlKVbRwEHSwtfQg+diNlF0oa4OY/obe1Z5wQ9kP2f5W7mguYtxbnRUX08V2O7fIlYvlbsbWA8yO5ubC9gAb4fayqlGx5Lo0CWhyFFd5dbWcZZCvnVbVC0C4Tr5hQ2eHtV77WtzeCG2qXkfmylJYjtfNmJHUQCDYC6jbWwVbUAjJ9S3q7r8ZYXj0veDu3pFRf4SckzJwJStNbPtZVXvZQJJH965sNOwKfGeg0aF3NzQsxNWPZk31QFuxcPRcB4lXmUqbS2A01IkXvmfjW4TpWQCVAJXckBwEkbUNJxPvuwHRolGpbNLxRheKhSJVInpORKF3+KxmuphtVvEklI7FKxqI27HC26qtT3Psl70blMIychPlCUhxB1UgZgc6AoiwJuCL3FhbTu7agUbkHIvu9Dz8XNla8Lsf/AQQtIItZJsCL2JuSc+/UrUdkvqeodl9gEyrVhuRntOOtbsqjCqL7vQ1FWcja9NWXGSAoXJJC0CwuTpptArdRgYXpbdBgRH0Lfy5MzvU2pIuXCbaBRABA8r2F9RpbHaML0avPxYtJ5V/hJXxcgy6+eYWJGS1wRcW7gCxzLvQx/S58WXRuFS5qGFcWLIW18VntqhaSCk97gkpIuCm+uy9L958D1C6a76gZl5uaxNS3cUMO4jafWxKytKUu60pUnu2qxuEG90nyJtcXG2y4GGMJVmlt8hwFxVpyOtdGRxPl0lOhIzDS1we5sLeZtKqDrTrkpp79VaVoUUqzAi34j876eu2qNz3tKUZ2A3Qay0xFmsNZHWn+lDjV9VJVokJN9Ra6Sde9y/nb4zN6rpnz3Ejll7haDQaz75w5TosV9/qySGvgPKteyy3YjQWSvUpGhCgQBfwsYtYcgT6NWeao9R4SssWQtuVFcRcjiMuJAUpIJtoQsA2KSDtWT972HIFBYge9or8WatCoqXZAStKjoktr7hXEuBbTQEag7LOpSKpjz361AqLDE3DyFSpqFtF19uOQcsngIsp1oEKSVNAkHQJJGVYLFX3M+jTam9sKDExvqprWI6pxaNUITFRQ7n92rSphSmrpTmYOUpc6iLpFlAEWSRcpHd3OIazS5TkBp5/Ojw8J3qbV528x9bXGpPqdqaeivYNxa5KxRVor6EOqdU7FdEhLKSLh1JyE8MixSsNrQpIKVpBJAN6ziHCWLZTlTnxGItX4CFx6zS3ylFSasBaS2VELOQaOZuKmwBWtFgFbdN3RxPRnpG6gDPPzKXFlWiyqy3PlZ1vrTxYtZhutrSlepAfbFwTdWikgHWxGlw1tyW8drFtUbw5XmUP5ErQiQxFzPtp4g10sSO6iASm+oFwQERLwU1VMR/9k6i4tb7SpD8N1/JmSNFFtQBJI0UE5XLkG9gdGD7LkjCWEt7TdB3oYeWiFV3UxWJS8ieGtZTkXm1AvewIuQVAAg6FptJXdT2bhkHgzQXTr2xS4yMYjxr9ElUue41KZzozq4S+EtKZCRcZhcA6ixsRptTPf7Lg5P90/wB/F9tnT91cWvbvqlu5r1QfW/S88zD1SfaC31Md+CpWhUpFlIOqV5cug1BxlJTwpT8V3+wdW14FoS5lNiQlQCgPO9hoQbkEHb5J/EX8Ov0m3fXyh9H8fsZ4zqvSm0b70+3/wASoVD4srhfP8nUE9Xbzt/x2ltQpTXE4vRk+ZX6vr3H+YP+e3w/KgQGlz5WTgfqKWMyren1/LyOxd7OVMoO+7ehTaXFq2SnUGQio1RD6AnjKSsFhpBV0uZ12uL3ISoW1uM/pfS9T1N9tY4+T8CJaLp9urswg4+T+IwolWr1BpbcB2IjI+xlW0783WLfhqexH4jXXMMzFu8DdpjaJjLFuA/tRgqV/RtSRHnutP01Lro+IHGF8RtQCCUKcBbVYi4BA23N7T0ulycRxIFGZhc1CiuomLa6EuOqKVJBGtlAA6XNr2uLbZT3x4ZdpcCiu1llbHvtKoqZ7TqkpbV3HGQdC2M1jmUkBSh1JNht9e6fo1oXZ7I4zPbaChaiR+IG1Whbh8ef9nIu+ivUir1F3LFaxHS2JvMNaqQ4hUNLCVDpyqQpIcB1BWLDYSeoLuB6XUqBh3E1IqFRpb6uO1Rp/NoetmvwCEh3ODdKmXGkuJOYWJIuYUv2OMR1mexKgS6Q+x08ut2Zn5dPcAEpCiQT8w07Ek6m93n+zHFw5jKBKxvVkIqj8JUh1cW/AqDTICeMoKzfFbBQFKSrqABKU2N9YIVmlZ5LFpV5lUx5Waa1P4+d+OljpRlXkuokG5F7KJGoBGgPYbd96USjYSgRKXFpzHHy53VpR1Zew9La6+Q89CNjimYZdanse664iVyvQib4kqSbWJB11SUi3e2l/UNr+AsR4jxlLan1BD60dS0IulPlYAfh+dhrrtm6hcZnidfYy3FTAuh0+U7QX5XBWuLmyuq/2fcAn1Av+INr/T4oDGPMJVT3zheXNhP/APnxCfWjiIuCQSkjpP176+fdj4P/AKB99YcaZRKQtHCdQtGZP4qSPLUep/K42lUGhtfDpfFY+9KVyqdcyVjL4RfQEmwGv4aHZNUi6ahl9QBNenz2pdLr2dDz7XH5h1AUjPa6uIoaJBubqsANLkA3A7gdiBKlT4FepM1iqU7M1yq0nL3HTbRSUlJSQLW1BFwQdnLB3RT6zjeiu8ZbCIsjO7wFlKctiSkkHRNu4NyR28xsycYbu8EUuVE9wxHESmEqaSt13Pw0n5ApV7AgaAmwF9LdtT6ntVjPubteu2U5b3E23UMbyorEDjIRFY6GpSrJmcApAS04sEcVKSLpUq6gNCSLWosQYlrOHGm2otQfmozJ5hEh35fIFIHaxHYWIsSDsaYplNYcdQ1yiEZ1p+E6g+fkCb6+dlXBFzrfSE/h6BVIrbs9phaMiuFnR4VfTUWB9AQPO19s/wCqDPkxFdSLLtxi/rMGjSvitZF/KjioKlZLXIXmGhCu1ibDz8h84Or0DC9UYddiIR8VOdaVZVJTe5t/zB7W8zsRUGnwOafadqLC2IrvC5V1OZcf0soWUEki4Jt21GuvHFeH5XwJWHMPRX1oycXqyq0765bL8QsrQkaWBFzZnGeZtNqakXaY9sVR3d4OA59Gi5JU1hpcqBkdCUykEXskpJTcgG1iLX7AEAKrdtiqs0vCVWwbS8i6c/nd5WVZS4botlcSfEhSHLdaba6HzGx7u/qLTVBiNNM8lW6cvNyuYO8xHtZwNL+Yp8QBAVYW1Gu0esYEpcCvVLEdL48VdRRxXWs2VGZQ6tT3SbXyk3+tjsbTKeR8RQaivTocj3LLBWLPcMVx2svIfQ+vKqPolTa7C5RcnpJ6gLHuSDa4FVW5bWI6y5KixHMnUlCEIKsySfNIvfS1u/n62AJIxlQaXVJDUrPkQlXjRmS353vrc27iw7nXvaFRt9XCo0uBAz8dfS1nTlXl7JN/S1r6i+uh8j2U7/mYuod7n31+P9Icv4cdgRX+FSVoyIzq6cqE3JAKu3n83r+Oy3w9wsL7wW69KiP9C19SV/o06G5B0uD5aGxvroDY0PeJXouKIFUqlRW4tauVdSvIlKkKPhUmwSpJOhuDp9NNprtMai1mXFlRMiIrvRxfmY7pINiSLHvrY+p0CVlHZ5BlhoyEDsckytkV/i43fxRK460MPqU1y7oStKATlcSLg3F7nUfW2uzG/n1wli2qMRZ9WX8DIl3mmgpSbaEGwCvIWt0+ZBOoXeJ8GVSfAcrOCKtnfyfFgeHidzdslVsw7DQXOmh0NLgrDdU3jQHPelOXKXFVwlSI8Uc5DWL3uBZxSSRqkAlJuSCNAVQ/tZ6LTVX6dMVzVm7GjQMR4jluwKtF90PsNKRyV1JzEalSVeBwqJuASPO5BBLHqOAK9RneLFl81FX1IdaunKm3mO1/wGl7eVyltwtCdwHAc4tRXNYWroWtBzpSTfIQexsAARe4IuAbgaMTiVpqL+lQvw/4Vfs/j8NtnRKrp5+5g9Qseywi32Iv5LsDmm2qz19aev5U2sb28x663t62sbneBWJ8/wB0tUb/ALk0pSVpUUpzHTvYegIsdBbXYExgt2s4tYiwMiELzKXkVmToPUHzNgNNbj8dq3HGL5VGd5CBnYRFTkkKyjpsAT538/Ievptn6tttkFoSiPlpHnY6r29WvRN3ON8WPxVsI4TDspHF6T5LcuDlJQO5KSbXKSAdheV7POKKDVK1FwbienP1dh3MiBrFdzhWb4eboKiLkJJsb6KUlQJMaPhag7xotF3g4cqyOdhOpRPaWxnS9lBDoWB4knwhxGYg6FNybfO8PeFhzd9WW3cOO87x0p+7yHy6llQJPDQsqJKLqJCSTlCiLgEAB9jj3PoAsPaGJ9YexFWaXRn4FGiP86hCZ9UhR+tSVpvmkhg9SlA6qSgEjUgG1gN4vww1vGo3Pu1yUiUwtCOY60R3kkg5AewUQRZKik2F8pIIB7uyxs1jzFDFe+xDFLlRenn4rrS1qWop+G42tOVSHALAFQNwm2YjQ5p+HqC7Wa1RsENRW0LaWiZSakkLYbSom7KlgcQNgg5FuJUlJ1JAJOxl0YHmfcsqfLQCwjhJrdfhduA08tbE1HFTnUFJzG/YpOp+hFx6nyW28JuA7Ffd90oz5lKzIWE9N+xGg/PS3bZpyKNiilxfcMqkvxeSWtpcJ1YXw03uEaEptbsQbEWIsCBsoMQO16K6/FqjWSL1ZkLRn4areMX6kg2sdfPvpfaW9xEVnfxFlGDrs9tprOwtHg7p6h20019e+nkT3ranVJTspye191m5lNSuBZpaVdgojROU6WIA1J9Tsy8F0TDk/m3ap8dDC/gO5SjKq1wFKSb2vb999OwLvHoMr3pxXYj/AAPBx8mVSU63zKAAzG19ALg3sb3N0xGtsGq4zVOFzVU5Vb/yykNIQ/r2BWmxIP1BF7kXtpDp8+U1AcitRFrfy9HbI8xcXbWnQKA1IJBIJJBFydpU6iSnWm2vjSkMdDTq0BS2+xt0jqF+5se9yBsS4MclQKD70aZRNYYT99TwOttIuoOgXJAAvqoKAsdbdrkboFklTEpXCoL9eaiLYlMK4qeFdSFJFri+umguPPUjW+x83iie7Agcq6/Npz6OmLKRndirGhbva+nTb1BtYHYWbEB2e3WcOVBFOXN/SscI8q8ojW4BIbc8iQFJNgem5OxZhdDtZxHE96MscktrI67F6UKd0yocubhY1soDXUAjQbSIZEkWVQmmp/vSBLfizUJSp2L4eIm2vDVc2tYdJBANuwNx+YjXiOU1AlNS1yoXFSwtOTOtlagbApCSqxCSTb6WBvt1xNMxRzU9qjcrKYpzqWpDTqcz7Kb/AKVNiFFOpB1UE6EgaHaDXYTsWVA/pZEV+UhC0u/2Sk+TbgsRcAmxINr9xe5iFnGVhKqOuucryq4r+bipz5kpUAPEDpf0ULG+l76GiqEV2BS24sCJxpqFZXUuqHUmxOcK1uoEXy2tbMfLY8Vi6LhyA406ytdRW1kWvhIWwpJvp5k3HaxuNPrsDqhfaPiSnYjcrIvirRHdyO5LnsLEmx7EAkDuDptVd0oY4tymOXZ9GcoNedfffQ1niuyFZ1OJSNW7kZgsWNgSQR2AII2JN4WHaXXsJS57UtxjgJ5pCfDlsPGL+JN9MwJAva99s8po/uGst1TDlWlL+KlfCdXnUlQ1GgOpGuthbUetzHGu9WqUvAfuultcB9yR1q4WdpKzmUopSsFIuQOkggZiLHXZnIaZtlHnvlLgijNSqy/P61v51KU60rM6lWgzlBuFoJPVYX1vcbGdJx9ijBE99p3PNpcpXLuoUjpSk30PbTUCx1F9vjAUfn4sfFFGp/u6atCHZFN/sHtM3EjkqzJULG7dyQNUlQBSK3G29TBEWLUov9IolSk58iEDM46EH4akHpWRqApBSoEagjTY1bqolSG3SJV8N4ciuuVRp1bEWqZkMTE3S0lYueG5YFKVjXQkEi/02/cPxuVgcq7yq5S1fLI4C3L9QUkgFOY6EHQHUEk6mn3e1RqqUupRao8+/TpTSeYYzhLrOmigNRmBGih2tpcXG3Sk4XoNZqjbVGxj96oi0vpadsjmmDoQUgkZrAXt53NrC2yuN7cR3bwMz07rMml4opfvmBRG3+nqlUaY3NYV+SbLv9Cm+yGxZi+A19wazsLz5OpGVWb63AI/Pbzwpu9bG+HKo/WcL4nrdEf6loSxNcQpN/JRSQFgDS5FyNiale03vQn1Rufi2re+0dPFXIjoz5R/eSAq9tAbn69tRFP5pcWq3E2MzhRqqNcWU9nz/Ir8x5bTFbrsJfpZ8RedHV0LOX/P/MHz7bD1H3sYDn4NbxRAqyENoQnnIrt88dV9QbDUD9bt5E37EuH601WYHCi1FEphf6Jefwp72v8Ax+/W4MhoH4moGEqW05yET/GjTL59/XT12S9eorXNc1S+Gjq8Hhy/x67OavJlRZT8X/F40eLYXpkD3y65AdiZH/1U+LTzF++nl32Xv8pAr3QJmwa87RuF72fQxl+LkdGXL2I76eltNi7A2DYEVpue1UH1rzfIs/v89fPX89hvl6pS8Rz8OSoj/jUqPmSU5k6CxH/UHuD3tX06ZWcOYj4TrK2GFq8GbLm+t9U66a+ne2wq1VJApVPU1Tgzea7S2uV4qFrRlTkfQVZrfUG/bQd+215j3G1Gdw575i1GLFfY68mmX8Ce34XH7NkLJclfDqkCXnfyJzoX09vK40v+f57UuOJUCqUZ/wB6S+VQtGfP4cqx2/HTsPy2vYm8RS7TrawjnwjvEwliP+hqyyhh9xOVDqXc7DyfRQ8QP5kfhfZZbxm6zu+xHxcJVHgQZS+L8J34SdfTUedtb21/LJWIt7ErDn3CBUePwFZUrTdKk27Efq/l+wdtptG30VneXF+zmLWn35rHVDqUBS+a0FglxsGzw10sAQL2B1uDsbPOLPpK0fInodhLGUDFGEm3azUULfQlObIsLSr9hI+hsfrYHTbMe9estYcdl1nCVWfirYR0LakOIdSq9hY6LSALXBJtqASLArnB9ZxHuWiuVmVnqNIlK+9JQs9Szoem5soDuCLnzFtT9Y0xHQceUtyVQasiVx0qWtKFlL7ajbxA2UNSQbgg3v5jbPt8nDAcTLtoxd+0sdzPtBVmvYo9w7y3ajXoVRWlqO6lDSlxVdiqxCcwsAo6k9OgJO2uMH4dpdGlOT4vx0P5VtLUgoUpJ1FwexGoIAH4abYS3U0DhYyprrrKH18XNkT09Vu9v4/dbb0DpC+LS4jvj+Enx3Sr9h1/jz7nWprQ8ybwEPjC+A61+l8H/q23Z+VKlfCa+T5/l2oESXf9jnQja6p0zhNfFa/j+Px2e2+MAHn7SpVUgSuVadWhhfyeJGb6pIIt+V9oVbw5Qao7/TLPAlIXnafiryOtqPYpOht/d7fTaS7I+LxeN/i/6/8AL89pq5PPtN8Xr8Kc/wDH+u3BFnbt0U2K3GoEB+jYoiNykPtcJqUiyUSkduoEWC/UfT89so79sUwK9hdvCUCksIfhPpaalZAlTbSDYN9gE3AtqTpoNtm7y6U1VKDLiu9HwlZV5Ort+76212wXvEpPClf1tD/WpK05SnpH46n91ibbLMnnNPREYMC8LvyuVcaalvofYWnJ19KVeRB/bqP9dqrEdJn1SvNtVmIhhcp1LSnUeGRmXbUdrknuAD63Ozc3N4NpeKJUuBFZ462GuuOpObLmzHse4Fjr5WvbtsAbwsByqXVH2qXzWeK71sKurpuLZfmFj2BJsLW87kSvmG74YlJuvdJTPdeEoEB17+ySlCVKzZfID6D0ANr9vI7HqcNuuuuNfo1/IvP9B6W/HzB9dln7MNclYt3aU12e0jmmI6GncyfFbTvYdu2voDpfZgYixVAwvAflT6ij7qrP0+Fv8R29O3p32s6cTHspbfiUmM3mqDS3/fLqH2/1H7/6fjoNL7Ce7KjUbEbT9U4T/u591auiYFJbdFhqk9KdPmN19gdLWQu/Hfe7i2LwotQ+BmzZmlqTxLHsUkAhIB9Tr6g7fmHParwHhfdU5QaXRKjCxLFjpaaVkTkkOnu6VJskjW+VSQbjsfMaBhNXTUMleDN0ULBnPwG4EBpfwEZUcVHVlHooE3/K4/eNv6vezK7Wf6ZpbUpio8LLnadLXE0vkzC9xcXspJHmBstvY2314cr9BbrON8ZRVyoqfvUppotJzXIBcbTcHQi6gAbXJABO27sGY/wRiNrkMOYmpdRlZM6ENSEKU4m3cWvcetrkeYGxE3ZlqtO1J3Tzwwpu6r2HN90CqYjaqMKVSJqc7Ss0f3gkdgpxo/E0sRe5IABA1A1/jvAeF94OHOLS2n6dV1oSuOvoSpSxrlCtUEk6EEAkeXlsGb5972CGsWv0GqS36JXoPQ7Fnw8zSknwrTlCiUq+VabgHQgdtozO/jCVGwvyvuSbUVvx/hMR0ZuMs9mlAHKCbgBRuNb6eRHmrUN4zENgz2JN4LuMnK9i1mFCpdRnuypVBS66whS1KOZTWUltK19ylBtmN7JFwWriL2OKXKgS6zu5q1Up1bitKUqkuulD7ff9G4oAOXGgSo5VAAFXfa/qO9De+MBvz4tDyQsmb74pErgp8kh9F0ZgLWS4QSQQCbAbEW7jeLvQr1GiT5VPYWhaEIamoWUtPeoFistkd8p0PkNhE7YcVlvRmVsBbmd+e6rFv86uEsB1Sov8XJPjxVtMTHkE2KlR1KBGt1EA9ROgJ21rScNYXxvKb3je736XVH0J59rkuTmJ8wmQ2QOJY3AXoq2hKgdKesVDfdRnZderOGFyqWwlTq/dtneMwRdRLYCV6EaFCgQb3bI12scKb3KM7AYrMWuRZtOW1mjrWscVnTqaClEAkfqE3toCbW2H90NgQDr+6GLvLnz6pgh5E2oxcvHalX6ljVIWVdSTawCjpbQHTTnH3GUuvCW1iiiRaJV6i1lkQ5T6WuY1skIcNkqXbQXNyLDMQLbd8Rb58IxsWfbLAlWguSkZmJUVhSmJWYE36F5QsHyuTrcWItatxdvWrOPOJT3YkKdSJTXFTxWMyXLI1DyEkhDg16kBIJAJAtYSBKOZ+4a3W0al0uRg3GWGX6RNYW77rntOhh9tQbBSErTdGYAapN0qANhbXYIxBgDEfFflNS/vS19XORy1xHRoOIkEoJVa1wRqe4NtjPCdHqkrCUuBhzEK6jkUp3kKo04/ycjL2Q8gFxJKScp1FrA2F7U0LHcWvUapbvq9UV0jEMJrhIRNdyJS6ntaRqmx0sSQk3IJB0JgqtBGdfZ63aYj5qf9ssMP05aHVOxZC15VJuBcJyqKshJ0vcWBAIGh0JSIVBoPEpbtQYhVF/qRx7MKeV6C9kqJ+hvtiake1lvz3X1mfgPehTmOBFWpqHUpUItSm03JZKnmipDrakFJCrGwT4gbgTB7Z+8HGVGq2A6pEoM1/wAMWUlrK62q40W0rM0+3lNwpJzjS4JJAtjbIxCr2iN4OKOLPoNLiVGFKQhfHyZVKbygm+QmziVaWsb2N9BrtmLdjGoNL4FUxHh6LNX1KdYyLyvXso8O50Iy6Dw6fXR4UjcXjf7hiivYsX96Wlb8OevPCkLJGiVEhTDgGiQTkOotftKx5hDFuHKDIdi7uEYlpf8AWGpsBRfSzZN1IcFitKSpJspIIBuLmx2oZw2q06wt7WHIHDdwlh6KuExmW06uKhK2Vgm/6MABQ9QAde+zAw97RdZxR/Q3uSkfok/CfabU1KR2spKxlub6psR57Zq3c0usu1luVQadwGJWV3l5Tq3UKVfqCVjyFyBexHYgEWD1c3LVms8OqYcpPJSl/wBYitPoWhz1LdjodfDrsgC28zZU0sgHEn41r275ppiU7uiw9zS15Vx1wxkSvzGgBSCNQRp302YO7vFrs/DnuuvYYXVMPQupqOnLIn0fTVccEAutAGxbAzJGgzXtsG4U3Su805ArLspGfNkQ6kdP9wj8Re+uo0A7bMWm4bdixXKM6yiLNi9ceQi6VfRaSLeWmh07emzFbNmBtpRhK6TiWLS6XPwvvVpNIqmDa9l9zV5LGenStelpaj1R5CVAEJcCRfVCzYgKyn7r8OYciuSqW9S6jSFylqaioQpfBVe9lJSrpPbqAsbXsDs9sNS+Q5uByiJSJuZNRpbtlx5n98IcukOfS9lG2l7HYOrG6ag/aiJiiBRFzaItakOohuraVHUbiykJOZNjoekgW1uLnY5iBRlOIOYck1nCU9uLQcPMVfDz/WmFIu+qOkpGflZJT0E6EtLBCrp1TYE8lYgqn2jclQGslOf8PA+ErLexRY/ONMzRAIFyCQRsfYpw1KoMqJ7hqDzDHStqYrKpGupbfSDYmwv2Te9wQewLWXqpFqj7sp6kPom5eKlOV+O8r5SUGy2nO3UDcdrmwOwXlkE44hquHItU5WfiGqUubKT/AGVmkuZuwtoU3vr3B7EaAbRqxUK9Fgcg1VkPyoqs8dqQpCUyE9/g5rZVC/6O6ge4HoJu4er1Ual0us4ehVGicVLsLJmlOxbk5nU2u4m4JTpnsBe+pBHanhWg4yoMClu4hqi1wnUpYmQEuSFZEDJkcIKrgXupRCspF7DXaqLukWe4aRMT0b39TXYFRlUt7mOXntIkFjNayshCyEHzskki9xY3IJZvF3m0bGTv80sqrI+5cCpIdj2ju5ULVlbW2sFDqBbqCQBroQRcB2H8F0Gl0Fx3Hj1LqKJSeE1Nnx3YSZCNEpCnEksKdGtiWilQtqLED9pGFqDg2qN1TDjKItRWpS2ESoqpTUhIFgEvoUFIXa5FjY3sEkEjaT4yR5Swp82ltOt0ajS221oWn4S7tZlXJKgM2XVJ0Uga2somwOxUKa67+liRZWRPU0+jpc9SkjQEemot+G1RiPDVLxG05KlREU6VUWk8VEW7TufLqtIypKurztmPcpIudgeGjeDQf6LdrnveKj+pStUSEoFvhrsAFnTyuSfLQELX29pC+M4/E6x9iZjyk47pbVLb4sRCMjSmF5lh1OS1slldYSRfpFx9D22S0un0HDmI257rP9FzVceLKadWhcF82ACTe6mzm1T9T9AOtJxZWZ9UbpbtWp1LlOKUjPUo5U152DgAzAE6ZiDl7kHtt+1jdRvVlSpdLr0SLNirzL5WKoKQ8jzcbJsF2GpsEEW0CgRamk1S6pNw/uItXqUtHEh13ejVKzKie6//AGXO8vKlR1hDriOxJIPURbsu+g7jS/fFuHMUSq9SZ/GXCf6VSM10tTmiLBfYdVwPoDY/jR403b4jait/9mKoiFkye8YV5HLpuBw3v7QaE9WoHkbgDafhefvLn4X+yU+nzZsWkKTyS5DC1LbRcDKDYHKb2He47gbGsftDeIC4Kv6i+5/I3WYDxk7XeLyUqqIhtIfiqWEzIqgDkUkixKCVKIUCQSo2JIIFTu1wNPoMVz3o8t/IvhLzoyqVlJA8rZh3BA0+nmX0eh4o+Hih3DDiJVLUpDrUyKppbjROuRdrjTUggA9JNwRtCcxG67WWPgo5VtaUvpWrqSk+ZFwdO5CcxA1tYEijax7kC1+4jZqHu8a/cC8UzpVLny+VqyERX0p4qGvGyoC3Ug6a63sCDrfXQBEAYjoMpuvYSqMVa4quaS6w0WlNr1uUFBGhBIKbDzFjc7GeMcD0tqqVJ2qVFeRDSH4TvNdSUkC4zLBukkHpOgN/w2q6ZT+apb7tBelcDqzO5Mio74bORWYHIpJJTexBsFG9tnU3KvlNSvcqDdP6hbw6pXsbt7wZ+RyvIU1HmxWPhJkITYWCFWsogX7EXB0GzA3tqn48gMT4HvSFFi5n8nCC8qwCbdBJUryIFjYX7WOywp0CstVTlapyudaEyGFK6ONYk3bULpUe3SDcG97bW2OMcyoDURqK8vlZWeO+7Hs7w3U+JKkDTMAcxSLEgXBI12sYTMDcR092vRXGnXs8pCUutLQsZsoF0XSbKynVIWAoA2BIAO0jB9YgUaU3KrLz8LxcdfCOXOUFN15SLjLpmTmt37HTlTqjAiutwObRKbX8WPIR1IzHRQBOqCRcFNu/cXGt0zgyLPacddrjDD/jTHd+ElzTwBYucxuLXTY9tL7B3SfuhHOw5hfHk9uqVSnRX6jxUohSOazJkakhCV2HWdLINwSdPTbtAokWVPcoNLiLQv8ArCqdUYvQl1GhcCgAAvUAKFiRYKGgIXeMMP4ygNP+5nePFhZnUc1dp9lOlgFIuV66i4AFrEC+rf3Eb9ft5Abw5PaY+0tITlUl2ynXGvJ4C9zfsSL2IN7HapeFqrVoMYpwTFx5/Q0qiPwqvCVn5DxKeSlBu5GCf0hAUcyUgOW1yrFjspq/RPslVG+K0+/FWrLwlqztOKTc5M/YeYKQEOAp1B7nW2OcLNYyabaqnu5D6HUOoRIlcqrOCFXbeT1IXbUXvc27HUVmO41BqmF3KNWXc7/L5neadbW+q3YhdzmUPJRJIOl7bSHzKWhEbAmT363S/fLcqBEWiahPwmlMBDvFIPSMuilZbgEC5HrYbW2IqziiVS3IrVPffmv9PAitOKSlXewAvciwva1z22hycY4Io1UfgSpcqVwFqyNOscJ9ldsudlxJKWlka2FgoX0t2vKFiWlz8URHaXUZsph9KUO81FCFMqABuVINgq51URYm1tLEUMH290nR3qphLdVAlVTDDDC5Sk8dKrpVxbHKoaEDtqCRqNDfTZS1dmVwn58WIhaM+ZbWTLm/C2gNx5W089tN70G6Di1pjCTsvmpTHx2uXX1KtcC9u/iINr6kX2UUhcCA041VGvuspSGsiEdSb2ANvUHXSxttZE3e4F13e4JUVGN8B1Sk4jwlVn4UqVldTwln4a7BVjqLgA2Kja9iCQDroHDHtm7xsL8SBvBiQqpFW0paXYrSkPp87rbBGZAHYpBINu4uQp/aOErd87hqBS+hcpD7qP1lIQEj8DbOARbQ38+yUqWIMR4olRJ8VngLi5c/zIUom/SLGwIAuD2Pn22oVauYuq0qM3ImycK+1BiPHmKJFLb9y1fD3U7DdTUi06lR0IIIGUmwOoI01V2G15Q/aewlS6pPo2KKTNpy4ruVLvSpOgzEKIIynyBvY27jzybhOkNRZ7kqAyhC15nciV5VNqJF7diNToR2HmNpFC/87L7VZ478V91XUmyXWVEm1tMqx2ASQD6HTbPbUOXwpmHfVX6AnoFRN9uDcZQGPcNbRK68nCXdDraz5KSrUk+WhuBodj5ifApdLfqngYy8VSFKzZbXOg8r+du+2ZPZmwY06770dZ48XqayrTlVkva/bzPqCNB6kbHntMbxouCMOfZyA6jmqjljx1uqy8NStAokA2AF7kDXy7222NOTty8HpdPueY+9orGWI96G8Z92LTuapELNHi5FdLjoJ4itRpawSLXFgdNdkZMok/n+V4PQhaU5f1VKPpp37/Xv57aJgUivSsJS58DJFydD8iG+HURZSTl+INFoSuwOYgC50UAQAnq3ArM+qc1P/TrVmWpCglLmmljoL+f8HZjuLjdPWVBFQCP/AHCYPgUFptp2Ix96yrzqX8/90/Kr0+th2vdqYgqMrBtU9/QM/wABK0SmtF8SOdCRkvexPfUdwQm4us9ym8lrDjrFLxHnlUt9KI7shpoLXHWdEqKDopB8x30BB02fNY3ctY8afiusoWhfxWnY63E9rEKTYBXkSQAbdiPXA1PnccTB13/8wcTP+8LevAagVZqVVm0c8pSIs1DRlcFayhNlpzBRsL6XzD0Iudl/RN0TuKMOVJqfVqc/zqVu02pQllTSld7KQpIU2f7p0BIAJsTsdVv2RazKxHy1Bx5FlUuUrI7zTWZ2GsEWSrKQHEm4KVEAgWBBPUbDGHs3Y33N0vi4Nx6ibzSeK7DT0KZfSOpYB0LatQDa6TYEkWI0NLUETj3NDTWKqbKzzEtG3KYy91y4sXIxUaQ7myZ+l5q3cdiU6kEWNrgEC+o83Ei817ri1xhFblZeVjuoCUOOi9k31ydR0PY+fcWcVArTsV1yLKq3Hq77WdqK+pDSpGX9I0ggW5hAAsm5Cgbi41NfJjbkt40CXFnvLi1RHUtSmC1KjrsCh5CxdKk2/LuCO42vubdzDLc9bfqDiDdS3V788B7tOFXqTCqmF6itMp2BIWFOw1uEBDiD2aWq9ulViFEEG4sKYSxbPw5Pg1RqoPrmwkoYiyJD7rUhtrPm4SnEKBUi5UdLakXFr3bFJ3/Y33fYcgYclS0VGLTnUoYf4QW08xaxSUm4sdOkk2tfQi5XtLk4SxviOW1iN5GHUSlqkNLjxTlSknshFx+I7i+gFhpdMt7m0uzA2SwnVifRp9N9zU/iU5hpKWoq44WptJSnO1lFkqQFBRBCQCD4R22J6Du3rNUnt4tgUlHuuVmkKi8uHWm+6iHo56lIUdDYAX1BB2Ho6osWqe5sOMsVh+K6nLNgJcWw5oFCyDdQVc6pJNiLAka7OnAdRoNZacgVnG6KdNfaycJpS0LS/c2XwVgcRJFwoNkrvqEqtsbbthx5SgZ3JwMR8eLQaSxClQvjsJadLvBTcpBFuoJvYAhIIuoZgLAHrXsz7vp+6+pwGqi4xiGV8WK1KWj4iyg5hnSkFSVqzApIIIAuPPYAwLExHjLHn9DVFaJtImcvIdYkFC2VoXoEKFioKKcwBJBChceR3tuO3ZxefptUr0ticxQV/AfypV948gbeQBJIOguCABYAmOIFjtef2C8LY33c7gqLFxbLq+IaexCQ1IXKkZ5tLUW0pLzEi5WpnVQIcJKRbXILDIuGK7vBlT6tgOvVb3vhCkSF+7l1JAdmsxTm4DjcnUrasAoAk9ykEAW20z7aHtdUGgYcqe6HBstz3pVELgVKrNLCWqa0oC4Qs2Qp1YJSLqSE9VyCADiSTWMZYN3fT3cG1anVt99CU5HY5UlxpRzOAoRZSF6kgEDW5N9SQavT1aqk02DIPEGyd+spYODF7vCr2I6zjdvBEWI+tC5SY7DTXVxnbC9iLnKOoHtbKq4FjfamGRQfZu3Nt1mfQ6jnQhrn5sKOJDralkDiPA+JBURe5FrW9NgH2Y9zUqjRWN42PGkPPsMKXFjru6uKnVS8q9C4lRsbkWBFhcamBjz2jKXVN43FlMv0thhpcJC5Cy7Tp0dRyrbkJbBUEqtYqAUUnKbJII2X02jp0lYqpGAJFOkShMJxD9h52qRW5/vbneaSt2O/qnNm1vY3IFyTlJuO2wJ7X2J4v83OCOQ8a6o7Hm9BSjIIrqTmFxa6wBcHW/cGwJRS6rQcL4XpMWKzKQhGZUBfFRKSpghBsFp6XkgaJcBBUEnMlKgRtX70qzFpeA/tHVKHTqpwJSHWFutdOYqt13B0GbRVrgDS/Y0o1Cd81D3E9PZtuKxQ7j942KIEB+A7ixcrkmuEtp+y1cubZShSbLIHhuTmTYZg4LWsZbNUxbPYr0qrOTYMVapEKVxVp4Loy5hYEZSUHKVDuLXPYbfUHfpVHeUddodLZ46cvwopdRlH6r98tiNAQBqLEd9q043qkpqtNSnWJVLW70yGGuBKZUAkltxJFlJ0HcX8wU3sdJn2x0mcqPClQK0+7ggoera83Fw/MfDSaowe/KuK0S+nySrRR0zm+UFdEq/Kz5dUapz+dbTv3d9OV1K0g/CUBeywRbzFxbb9w3gKfvBwbwmqehfA+LHU70rS6k3AHm24NCLkA3GVRvfYKpe8Z2qVn7EYyye/oshcJFUauh1610pRJBvmWCAniaLBACs1rgd9W9M/Mxep6DvL3E9ifmGZjsrG7nubOjmlrR1eFPkLHy721vpcabG7tF+LzVU4KKpFd4rXwsinNb2UALG4t1C37tquTHdoMB+e1nYqMWUlClLaGbv1FQB/VJJOot6bE1Ml1mqVRifKdQ+xkzcJDWbKk6gJ7kajS9rG9vLbLrXywZ5hAyttaGGBH4E/FD9egc0xw4uWRFkW8RFwsedx1AHsQb27Wh1LFGHJ7s+fzbGeKpSHWvCtNuyyO9j3CtfP62BqVv5wvQZWKIEplHNRXUsMSEJV4wCcqwL2J7jztoQLa5uxHUK9iifLqlLdR96UvPHU6U8TQqslSrJtbsCQNe402M2le2z9p6RdJ3axH3iWnRcW16JKpdRRKpz6f1MuVYX2sRf0II0Op7i+0jGUKVS6W3FoLudaP6wlfUlKSTqb2IAvc9xYWv22Uu7HGcqlxW4DudbGZOZpV86bE3KT+IOn+lrwMf4gnxay3XnXpTDDaciZUXpWyldvEg6LRm0Ug9vI3tsumhK3+Q4gqunbb844jLomE5TrTdZ4sVaP0WZrJl9bE2FyCT3tbXQeTIpuHfuv+51J8SVa6i1tCDfQnW3fttj+PvIxZgOqN1mjYhRNYW6p1bXVyshChaykKubW0Cu4P7DobDXtFYIxbRuFwpVLqK+lUCUj1Oqm1jpWk307EHuPWdRo2V9/xFuo6Z1s3j1JlUwtAn4jYqkB5dOlMdClML6HFa2JSNCR5KGotY6AWJceTapKwvAdad61o4D6uF83krzOXQj0Ghub7daHAa91uSorT+da1L6/lzDtf8ibaHXv5CJjGuxYFGco1LlsPzZTuaO078r6RmKAQSCQm58vQ+pfor2gRFdz8QWqO56BiPC/vSBEX7xRmX5q4idb38rg9jp2H5qCqYSn0HicVrItC1LadQvqTY97g6g98pBHqB2O7931Gai4NiSp8RCH5UdKncngzW7jTQ31KT28rg7Z79pGRhx3iQKNUWGKoxmdTmQVJUoXskkdgTpe3nb0GzNum4yIWml7XwkR0Npqe6x70lt519PR0KUr1HexF79rD6DZ7YMwu7XmnOflrWuK0lGdS+rIlNkkC1lJtYEAg21B0IKZ3WYmgRZUujYoobFRYqiFIYUmy0JfSDbz6VA+llAi9iCRttbd9gWLFw5E+6LQ/k6M6SrKm3r5jvbsALfQlZdK2ofEc1v/AE4AiypWCnYrT7sB2UxNz8X4rQXHe8rEGykHtckEEAiwI1HqROo2A8b8/jeJKpaKvljuzIt0tKy3CXFqSOqwNsyiCBa+gB20a7h9pr4v+4vOjpV6g/v/AOG3Or4Bw5i2luUusxELYX1I6ApTavJYBBBINtCCCNCCNn10G0yul6rajbbORA+BhqVQePF+0M2osSssiFzSm1qUm40CkXzAjQKBIBUAfLa2Et3hfCe/v5P73p+zuLdtkhWsZ4t3aVljC7rKH4tIdTwlIzq6QvOHWQpRWEnsWwokHOkE6Xe+Gq7QcZYcYxRRuBwJq1NO8JWZLMhOjjZt2IV8p1/ZtWte1kS/V6NxF6ejPyghpqfPrMrJkYa6V6+Quo/gbaf6W2TGOJsqqRZc+VnRzql5P1VKJ6Ug+vYA6X2bmKJUCg4X+/u5ETXUx/D4tcyh+zTY2mYX3VNYcgT6NiFD8V9pKZ8B1r4rabD4hZKrFIVqFAAdrnUEZNi9x8mW6f0/6hhn1M+bgsKY8wlS58DCTK63VJvxZlJalJUrKbHihlagVJSTlKm7kG58ztd4o3Ku435us16kwqXXqWpL9RhO587zQAUeKnoWSB8ygCU2BWCATd71/Z0xRQXWN6GCMbvoRS2uaalU2OUzIbFh8ZtFyiQ0nTOhBuRci/bZEb1N/G+6VKpv23qFLxCxSHX2KdXqQgfemDbM2VAlabgJUEEkJvcAi9iLTg7hPZIvbXaY8N2Ps94jxlihj+aDE1RoMKU1wJqZsoyE011lH6SM+jrdaX3TxBmBuFE2SBqpr2QKpVYsSqYx3p1B/FEJrl01uBFQw+8wL/DfPic1OqrgnzPe+JfY59oCl7vt6CJU+uSqdQauhLWdTRUiOsnwyG7EKbPYOIIUgi+oJG3p8/vRoAoy6pS3ffXDQHXWqa6h9aWuxdABBUkHvYXA1IG2iD4xXUWWZ8fUyhjCjysL4jfwvPrfO1SEhLXFUr9MkAEWCidQki47DsNLbIHfFLdiu8Lx9Ks+XxZb9j+BBtfv27bN/ehiWBiPG9axRwl8N59SmlKslTbQ0F9fQXOtte+2c94b0qqT3HXZa0cTwdZ8IJsD+N7gH07nZB/ukVfdBejKd4vuuU1ysWavKqQu/CTfsFkAlAPbMBcEjte4bOHqBA4X3WrI48JaWnYsh1D+ZIPYKTr3GhB17G2hI5hHGbuA2mGp+E4tXisdHQ02l9KLi7dj0uXvpnyAk24g8j/EuG91VU4eN4stiFTpSMj8VS3EJZd0ylJJzI8OUXN0mwBIsdo+2HztgbirCUXmnGmqdClcdOTix0FhTl+wfSE3uL3CxrYC4JsQuqjTIuEuB97fYQtClpRIWEvqToSA62qxUBY6AEjuD32OMZT5TsDhUuoIfQx1L5x3I+yn5VE2CS0bGyxcHTTW+woK47A+FijDzErJlQhErqW2oX8KxcKT2AN9QABbW90liIbYd3S0uvYIn4twRiGkVdD7S5C4C1t5teo8MpAyKT3UhxABAvYEAgJwAtpql1bivI4CPhPpX/YqOgKj8ovoFAEAjX02kSnMG1mK3FwvRFwpq1JdStHR1AXIJFwR31udSCCCTdZiRPaxHPixYkqLKYQpMpLWZKsuhJsfEkjUkaW76C+x2bIkIMQvplRiuyp7VUiSlvrd4rD/AIlPd02USb39SNFH07j4NHqlUxGxAxGy+iFFaXyS5CT8ZF73BFgTYAC2ovYjXWwpNTlQMOONcKLKpy8r7T7XU6yolRIUB5EEgXOlrXAG1tOmV512I07Vn36dCjpfiupXmQ4k+SV6ehsFWIIsdLHai+UsTtlRiXC8V1pifQa2xk8OfVadL9LqbXQr+8dCNbXG1VAwvXqXFclOssLlI/8APNedKk2FunQqBPmBcDW47Bu7vY/28gc1K5VbD/RzHACX06+FwG1wRrYkgkAi1iQQYx3TO4DpblZivIrdLyodd5VgtLjtA9WZhRIAFrkBRAGt7bXKQe6KHD2BZ8BpuqOxMkpvrQhK/E0dTlNtbg6pvY9xqNqqpL984ofqjTK1o4SUyGk2QpVtepNiCR3Cgb2GuzloGIoErlIrXx4WXoWvxspvrluCLC46SCPK42rqvuui1SqS6zRqiunSn8qszF0tZrdwBcgm2vcEm/qNh5nERH4kxhVKo63RqXx6dFYUl1DWTIptX6/mbkaeml/x+axg9rHjvIOusUuvMdSJTtkwKppm+IQSGHR2DgGRR0UAbEH++PDVLdo0ThS1sVunZVr6OlxJKQCh5PZNk6pIHe3mRtFw3FgQIDcqs8Rh9DSlNP8AhzXAORSvCpJHqe577cWldgWDcKnSoHEpeI6c/ClQmuE6l1GV9N9dVDRXqlYvcW76HYYw45yGI34rrL81hhCkIla50tE6BRT6X7n63v5sRrEcWfA5Wsy0Pxepppa7Z2UjvlV6AXISdD2BGwhWcPe4ZXvSK84/CldDVRaYK2HFeaSQCQu3dCte9rgX2ms8yWEUdYltSnfuuTJ+qn/TaJWHnYEX4Xz5Ufx/rtTsP8KqMcXozu5My/4/67EuLWvurfF6Or5+na+NvEz9/wAylo+KqpAdca8bC05FNL8P5en+Q2c+7Heri3DjrDVLqPvGnZ0pUxK6H276gZgSlQ+oIOmoN7bZ7W98X4WxRheoOxZTfFeyIXl6toIhEs/M9Zd0+7TBu9XBHvms1tEWa+nO1IiyMzsVOmi0kWtcXsQNLa7UWCdzGKPtRL5pqnVenU6Rl5qLICkqSOy0kXCSdLXNwbi+hvizB/tBV7dBAXF5TnYuTInOvOnJfw5TfT8CP9dmJhH+Ucn0astu+5EQkdKMyruoUixzIWrRYQTaxuspNrAC+wipaNpYsPva2o0XDkqk4owRLfRV4S1Ifh5gl/hdXYm4UL6ag2ubEbZaxPvJr1entyp7vA4f6VCmgn/L/Tvs1vaF3pUvFGKHMUSqfUaDKqMNK1RZXUlxQzEuMKIGdBuk3ANidTc22zLiLHfNOufdM/6ruUZf8htGzdA2W4MfmEt6/CgcKU8hf+Lq9Pz/AI/PYH3p74WpUVyBS3uhfjSjqSrT6k2AP4+uh02Ry6rWZ73Ci8defp6b+e05vAeLXWualUmawj/autLSlP8AiNum31t5bWFe33AvbKhyK7WZXwmc76/+uxlu4w9KgVRufKiLYfir4qc90dSfMHvbUai9tibCW7+fRorkqfE6/wAlpV+Fu4PlsSvUmvOxX5/u+bwIv6VaWHFcH8QASkW1va1te2wryWXYsStt2x3wsdYcxRhdz39T2Jq0JyPxZUcO5k5LgEnRdwnS4uOx07ozEGGN3NZn+9MEQ5uHpub4rTCi7DcUe+Ztdy3fS5QQAbnLpYlO6mM1Knuc1nlU5/LmUhfSq3fzGtvpfYhq1awHgN1+LS2kPykZlfrZVE+Z7/he2vn22y03VNtEU7hY8RO1NzFuA58SsxYiFvxV8VpakFbSlC/caXHe4uCLdx32eu7v24v6pS8b4IYyIRkdVDlLStxWgugOWSPXKVG3bMq9wmatvfr1ZqjlL5SEiEtf6JTQUlX4gaE389qCXWsJO1TlcR0RhHT0KiyDH6tO4OZOvnoNRtoUuVHIjSUC1fOejmBN6e7TeM641gjFkV+ahPFXAkfAlNpsDqy5+kSL2OQqHqRscoQ060390Qw/8/CWVIV9QCOn8Lkelhpt5eUedS6XiOm1TC9QqkWbFdTyspSkKT3/ANog29NDa59dNtJU32nd6sVptqsxKc+hDScyn45Yd0+YKSbkEd7g6/lsfuwNnTj7Samt+ka/xdG3B2S7F/Rfwr+Pw2ytTPa9xb9o2IHuSLNgrXldQtQzN+tlpsdPInS/e22nqJWKNiigt1lrmmM6Eqyu28VtbEXBF9BqD9NiixYhZp3qbmRp0yVK4jTrqH0dXjT1/n6gfhf1vsrq9h7d9wn2sb4Tpz8Vbqc764qM2pGv49rAZSSbBQPcU3x785WHMRsUbC/AXNz5FJyBaUpvYk27EeV7f6iL/PC7jyjP0b3TF51tPx4srOliUg6EIWPCo+SSQb+emvZha9NZ7EsML7iN1VeqjmJ90uLJtOlM5Uu+7qopXDUPlWysqSNL6kEakg67Bm8PdTiOLPf5p2LW1+NLsV1uPM73sWVqyLsB5LBIN7X02+MMUl3CUpFU3X0mbKQw6lc+O0+FTaapRJKnAshSmrjKCkHQ2IGp2YO9LczP3tUGJPi1vkq2jqVHkJyw5XYddrKaX9dUm+oGhF2/aMbBU43GJPCW+feXuvanYcw5wM6EKRyE+KWlJUfxAW2rzJAt2/HYGxfXMZVSst4yi4hfi1HiqSiKh0oQnvZFsxOtwSSSDYEAXJ2O6vhzFFLiuYc3jUmVNRFa6Eu9M2L1nWNItdSNAQlWZskWsO+wpO3UVSBA+1FGxlS8Q0HpRIafUWJUPMbAPME5kKvYZ0FSSfQADamfiaiKplXIiT6pFcqnCi81nTx2kJHi7kgafQkAD6kjYDxFhWe1K5qLEzsLV0ZLZUqv2Nu30J0J7HY4bp0Xmm3YFR53pyNIQsZkpuNLjv27edr22uDRsRxWm+apK0MZ8nMIaK1Nq7g2SLgX7qP1vbuK52whXdPjcDhZ2l4jiSqzLbYhTV8B+OmRkzIXYcVCgDmUmwIGU3Hns/sVYcxHuvnv4SardRRFXmqVLlNO9fCKznSn5krTqnv5pOl7ADpe6WvUvkKpPiRaxFXl5eVCkZ+kG5CkqSCFfQEnTQHy1piKuUveXubgV5qnv+/sKZXUyo7RdXwEjK8haR1qBQAcpAIKAbG+tqz5ZjITAmUsfwcUbxqpBqlLrlexfUVxcjSpSlqfbQm+RKgpRC1gDukqJAtrpZ+YLxHAoOCIH2twnwFxUcuieuO7HdjpTYWWtvU3PZLiVgW8rXApiZ2l0bgSnWkUuLVEc1CmtLCmkr1J1FlJVcX0Fje19o1A9prHlBafoOKOBiVCGlcKswMjU1tIGhWnKpl4WFznQPQk7HsnJNcbmpLVUdclQMWTUI6cjUxoLRlKbAcVCQlQOlweo6DXXYjxLgOVysuBg2IuiV5aeLHdgSkJYeVe9yi4OQnQixtmJ080XuW3wypU9EqVUUU7jr+ElqEhMVxPeziELKmFi9iEEp0NkjUbazrVFaxbhiJKixIq5rGV+G+06MzKx+qojsfCRcXBOyx8oXfsg9AnbyoOCH6ZijkmKiiOpLU2K6pRZVYhK1AoCk2VY5gFJtplJ74+xhS5+MZ8t2qYUqOF8UMLVx8S4QjmZTpzoPUqXARZ1twkXLjaQSTcoIuBvfDb8qVAYdqjPAfR0qzf2avPvcj9p/Eix2X2/wAaadpTfuveDSMNTVryIlSkJV1f3tf3nt32sB4yivhvUwphOl4y3fT/ALZNRKJi+lsOqTPTS3UuqSnN1qQlVxmGpLdkrAFigAX2bTxoOLa9TfslQ0f0uhTsflY/3KcpIvlcRm+7S0jMCoaqFwVGwyEi9w+LYDqMUT6i/UZT6E/0pCmofYkIHbMgiy097XJIB0se7T3ZVdqlutu4ow9wH8iUc61D9PNRF1G48zcjt2ttEKfIZixVurrzTTjuCKi/hTEqEJTIYn8Xl5lxYgcTqZc0uLLU2op0Tc5gOYL3R70J+I5bW9WrRZWfImO/KaEhrMBYoWu4kIJHZQJA9FA221bUX3cR56phKtUuocqjpQw6FOpseykHQg9ik5bXOoOyG3nYsr3vmJKw5T5sGo8upqbCkQ3Gk5jawJOi0kZglaCQki19b7WAaCVhBPfZ7NrU+jRGqW7NY5VC2Fx+Kl1Udg2UstuJy8RvpvlULjuBe4CroW4j7JQG6pQat7+hLXmWmPw1vtq80LZuCtJ/WTmIvqgaguSErfTS2vf1BxPiFbCM2ejSGm3Usp7gtvpQpdrC3UlQOlzc3I9TUz6pi1+e7ExD99Wl2R91jZVZb9SeXKFXGovlV2uQddpaXzLClx8JSqD7mlUnF8KK+lSZEVcVxKI7pRqVJUCjLpcKsQCBcpNrTN3rdUwRK5X3g/7rmrTyTqFZE5jccMoSSkKPfNr5jML22NqgxRnYDDrtRqjD+TLnYf4S03+bw628gQBfuNktifdJVKXWZeI6pjyqSqJNUnO6hDb7SU/7R6OkIWCCE3dbJtlF7XO0GLXjepCx3inwGmn/AOj0cd/qW7kGfN+NvptUVmn0F2K5Ar0tEVa0K6VyiwtSbeJKkKSsW9QQQbajTYcqm82qYIw4x70wbNra4qUZKpTVomtSmD2UtGZDwXYEEgG2hKib7Ae9bezu0xlhz3XFq0WFVMqJDDUp0sKbdsFBBUqym7juCcpFgTqbK2jYMzy9lGp07b1Y/wBiYV4w38UbdzRmOfe+37CFJaYdi1FlqqN3UkJQpa1BD9swspRQ4ALkuHXY7wHvNw5vaoP2jwlLXx4XTNp02zU2D9H2ybgeixdCvIm+2Q8NYai4tqjlLn4ei06atjI7NdhBKMhvnzgDrJsQlQOo0ubXDJrlXo277lGqXW4SKjTv0TsV37xHQE2DYI6yg69KioAaG4sdg1apHTcJu6fqjVVDucmaEfjNSmm3eMhD+dK2lfKrXyV/zt9Dtawag1FlcXm+VffRkVmT0qX5Gx0J9dQSO59M7Q8L7r973AarNQxJheoTcq/tLg2qOw+G76yYZuw6CfnDZUL9wLkNlzcPv9gYYco2HN+eHcV5GlJiyq9SeBKUnyQ5JikpUkCwuWs3qrttoIN4yJoV6+vUDiKP2mN8TVLdboLVORKqi1/+yuQUO9JAUfElRtc9JCrgKFvUZwVhTCUqlt1Ssy5r77+Z1qe6hauGsnwHNnTmBuCkpUe/4AJd9k/fxQd4zeLd+XKym86WlTaDUcsdtBsEtJWU527+ikAEnxXIs4Yu6LeDu5nuVSgy2H8L1RKV/fHUZ+KRqkpKcilCwHj6gdQCBtV1xC9zd6lJQ8U4toOKHKW1us+0NLzcVU2kxS+ptGewcVEDvFUQM11MlRSU3CNdCU4+wlAxQ47AiUiLiGUhOZpU16A/KSLZc7LySlbo0AU4lDiR3UBqfqjYj+yUr7RuxKWxFQ6lp+VFlBcdtXktzNm4KhroCARYaWFo29gfzqyoDXvyLC4Hwn48rK+w8jvmQpzMkIB7pUTlJJBAIJlDiUaElZ3p/aOA/RpW7fEL85jolMRZraV8InuptaiFJJGqk3Hn0gi/7hBqg0aguO/YOosMSkraVFkT0LQrKSSEFWqFC2qVhJBBAUqwOwvhvePu+wlw6DWeSf4H3d+A06tDqkgAhyLfsoAEgpNiBa6TptWUPenhJqvPysG4hYreTww6ugsSnGkK9FKSsLFwkqsRfsQSAZO1pUQ1l1qLPd9zRcPP17O7xUwJUpHMRVjQLQ4FFSQB3SCb+Q1IFzXaHKpcViVPrcL3dKa+K060hS8w0IDp8RHqlAOh02Da57Qm77GXIO0uk+4cVwpCY8iLKjlClNAEnhvlISuwAVkXkcTpYG4BnxqfijeC65WcEM06avIlchiQ6tKFK10yqBAJTqPDfS57bUNclmn8zJ3fRePKiy4s2oxUr4Ts9ZdzWF8iVklaFf7iQe9z2H1QN6VUxG1wqzUURWGHVcJ2jSEP8O46QtCkpUoE9lIIJHYqsdk3i/d1AgYjfalU73W/kzcKK6czKzfMVIJJSkkaKFiDmsbC2xRhFWF8R0ZzC8/I/Kip+5ymrIfT2Kb9swNuxsDpbtshbX2vsiVuyrkS4xBvRxlS5Uv3DiZdRYYX0qzpS+39FJIBIPYgpBB8za5DYeKN9zteYr32sRFhIdTkYdQWlud+y1XQtJ0AAOYXUABpt+im+9JXIVmW/Cm58uV1RyvJSe3EsQn6EgfjprQYz3lNNUH7EQIk2o1eFlStC2kolJVYW0JKXb3Fx2IN9L7TQht5M6hlt5MatN3n1R2sy6NKlvwn+EhSmlKyx5CFeZQSUDUHVIABFykEhWwlV41Gr0p+K0zkfYdS6nqzrbVa90k3Utu+hSCFAC/kVAZo7tUxQ7AqlGiPofRHXxYubMuKoHsQbnqCuk2I6TcaDaBEkT/ta477vffz5WkJYtnUkC/hOqlDW1iCLeY2R1K3UWfpxHU1vS+6qHePHYtGi0nGXNri8BKmlLQ1zTClXBCynMFWN7ZQL29O+1nSMMVTEbTlZwHwMPVRbXXKi35V5RBBzsFQUL3JBvc9lXAII7VaHWcW0GW1hd7PUWEZ+BIgF9pSkm5aksJssJIvYp1HcHz2HMD73ML151jCWI3l4KxQx8JjjulMOQoC+VuULXBv+ieFxY2Uq22xprGuTJ4PzHtPczp5e4aK3SY3gUufKqmIaRVEMfeHYrTQQ/FV+vcWukEEhRTp2KkjQiUfCcWfFlu1SJk5pKmpEiK6ckjsepIIGYdtRceguQSCh7zncOYj5WvYemxapF+El1pRXHmI+ctqNyFgC5SCbgfiBErmHpU/FDmKKNUUQuaVxY7SneEpN9dUJUAfMXGvc2v3OUhw8FFbvqNAabpbVWmoYzpUiQ0pKn2Unt3tdANjY2Itob67VdVwJFpfEan1zEsr4WfisfFTkJzXTrdWoBta4tcEEX2aeIKfjysxW+apNEWxl4XFVdHkQLKCLqSSAOoAhWtz2KyfpNZwlVOQr0udFivq+7wJvxUMr7/CfSSpJ10SFlNraeWwu3Lg7pHRiOjcg37+xPFq/JIS1HmI4rUjIrsJCD8TKQRckKSRqbDQUK8NYXnyuai0nIuEvmEoS6epA7qbcSQtJA9CCkAWIFrG2HcPfaie5AdZQtaE8VDUiOUPpSSdQk+Ju3mCR62NtpuIqfQYDTcBrJFfY6FLaUM7K/LMLWF/LsfQnttXZCIYBqxBiie037rrdbmwoshrI07M460624Si4QCFEAAkm+gvqNpkXeDQZVen0Z3d7x334v8AZXjvpkJvmbU0UgpunUAEg/sJ41LD891px1rjoQ/mQt1popWlB73SCM47qItqfMbR2N21UpcVuvO4mYr1IR/VavAd46mcp6WZMc2cZIN7EXAFiFm4tOZV03HJgjQsBcWvP1nm2JS1ylLdi8VCX2bkZgUkjUXF0EAkHz83ZTMIxYrrHK0lEWbkyI4STly37EHSxsem4F72AN7jrNcpdUlMQHWYs2qIU0hCnU5XcgsAULUcygBdViVAC4vbQamwPgKLRqMw60y5nyfol3UltV/IG/7PLy277pUttiYn0drctFl4yr1O96IldSsrXUnyACAbpFyLAEg6XBOyQqte/nQ3l4eqlGa4kV+osIkNIX1ZuKDdV7ZhawKVC46jqDto72h3+aozeHJ8Rt/nXUoTmSVZVdwrTWw7nTQAk6bJ7AGDKDRsZUmU1RFxX0L+8O8fpz2txEqHlrfKQQPIDvsUDaIOXHtXUd3FGI4EWjU5c6bh2jLlLjx1FTqUPO2z8Eg8RPwLKygqHl67ZwwsZ7tZbi8pkQ58KQw+1lUlR76aKFvK9tLfUbaq3z4eqju8ZvG8XgVGKiG1AfioirU62hIWSsFPfxG6gQQABY3vsqXabPax5Ai8ZcqEhCVxX1rKnUtElOUKPUUjUC5uOxtcDZe8HYYnrE/SJH4nzS6K60658FH6qcyxl797adx2tYg+W3TDOGZU+e3S4ETOt9fXnWtSm76FdxroL2BA1Pcd9i6FQXeK+1KeWtC/1Ejp1PfsLW17XHqb22ZG4XA3KuuT5WR9H/dXfmS1e6UXvrpYa+QHprmaWjNmWnkRz90c27ykxcG4S5qU0hC2GOv8uw1vY27+Q2xTvDqte38b2uFS3VrhMOrYaWlZy5UkZ1WJGexskWuT5aAnbT/tNbz2sB4D9zQInHm1T7qhCVhK0qV3UPPRN1W1va1tdq/2Q6NhyvUtuU0zFlLzJWvslfpZSSARqNFWB0Audtj/AOsaQmkbwJ/bi/ZVpeEmpbs/4/vRrJPQrxPJ7dTY6VWGhte4731Gxhj32at0tGo3xcPQn4qPi51tBL7au+ZChoQdRcDW9j3ttpsYLpbXDle7snzZM/Qrsbi1rG/e35g7IP2qnsUQMGz4uDaTVH30IVlS18Vab6dPz2/IkW07i0muLnuu3JmM6DBwRQd40/BruIWPdb+VMJcrp4KzpwuJmuk21tcDUCyTa+mN0tSr1BxG3Rna4iqQmMvChOqQqUm+vwXlC6wO4CjYWtmFr7ZI3Z7lsW7wZT8WsxJVOYQ71z0RSpLl+6ykqBRY6G9yD5X21tu69liqYcit1SLjGoSkQsq2kO+FNhcgKCQALXumx+oPYo3aYb8g8x3UVIrBwcn5jnmUnCWLaz70pcTlaowlPFkKY4Tqu3isCFG1gdSDpcnTZKe0BhPfI1iNiqQIlIfixWFcvNgdEhxX+zcTohQItZQAV3SRbUtpLkr4fK1bjymMqc62gh9KexBIve3ceWmhF9vzG77tLw45Pn/en2E52lof6FaeEgi4v5EAgeYGg2ZT9L3BJaUfdXPLjGz1Udqj9ZlREIqiJHFkNZFNcRROcjU3StF1AG2the2h2k4lpGI3YtF3g4Nl8Bb6EofTwh02ICswIKbX6Tcdte+ov95aZWKMb1aVAok1hC1qVwktZ15k2SohIuVjtYpF7C9jewtd0NJlVmjVbC7rq8+VUiLmRlyq9AoWPi/eBcA7MeLT1CL3VBcSOxSKDiOA/S8b4hRFflZFJTFSFJZXYKK0BV1Dt2N7a9wQdhipYPiu8pFi4np1U5X71FdSjokIJILagept0aXIIAJJKRewLWKfAgNNyqphj3pUUOqaSl1K0u8VFvhpcTpmAUCm4srUAixO1G+9QcRxX6pS3kIpyMv3hDXx4aj0nOEgXAUCCk2BtoRtQ+MbVOJZbtZU+l1lugu4ZfpbFb62KvIaUlpxI0OVYul6xudAkggAgDXbVWEfZw9kfE7suBjbf8+jF1RSlLSXZsWAhv0HBWDnWUgAkrJUBdOXsFOmJVJ+6qmwMJVDmkLdS07F6H0zEoCknIm1mZCFFBQsWDgSUmxIGy6Zw370nuRZVJffzpUl/oDuVegV0GyiQb3AufIA+Za7M/dCY3LHbjqkbud0EWu4cwHien4hqkXM0t1MgOr6UnKFOoUbpAIAJIJBsRcAEd3Oe0dijDm6rEO7n7Q5Kotpa4FSWhedSHSVLzDVKnTqlKkFJSMt0kC4AoWJoE+A5hxpmExV4TqoquXWEqea7JNxY2tqAfJRuAbja6rGF4sXBD8WKyw/WH+tXCaCFJWbgK0IIIGhUDY27HY2ZAGIES6lKdlPymq4jlVtZXWJCsqlNEKvZdrOJ7nW6r3tYXJffsr7iKzWaXPxbi2o0v3IwhLsCBIQWlqQBclS0kBNiAlF0mxFwrWwg+zh7PU+qRXK9jeJnpHUtqFUmEqTIsPEqwGUA3IuL+d9pW+zeHPi8TC+A3noVBba4T6/9okI6rKHyaWGpNjfUW2CT5TmaHW/rGFZn7tKFvL3D1BdRpcKrqhVSO1lW7kDhRn/APEUFgEgEAhSjqbWy9vJbdxRS3KpFp9LlPynVOz46mlIQ8tX9rYWWy6beNJuLpuVABIb/saSHXYuM9y0qnPxYOIYqpUNEhrM0l3t2uQTcpIUCCbG5uDcQYwNjz4/vT4EWK6trLl4qUqCiFNqUSFC1lFNhoMo0AI2q528yi3j5h1uXhxXcJYepcpmaxky5EyHy6tnRIN1EAq873FjpoexPN7suBQcBuO8oxKcQ6lLsLxNPJUQklAB6T4bkAggAEG5IGKK07Ao1N+Fyq0Zs7WTxKsLEXPb10/DZRe0LvDxQ7QW6XAa8buRb6F5utLp09QCMpBJNiLdrEZNVW7UdwREVb7C6SjqWK930p1yLFiLp0pHVwmlJUltd/QE+R8hqO9++wbPxpA5/kGqihHvFORpTqehSgDYE26SL209fIXsJYapEqe7z/Xnzpaf/WSr6WuBr5Amx8tu+Kt01ZaoLdZgVZC5XFWnk3VhpWYEgpTnsM5IOhtfte+m2viEAaM3c97RNe3Nz5dLqlOzxX/0sCVmXFVc3SpKwCtkGybWCkC98lys7C28HEtBxvih/FGF4k2FNW+mRFXIdQvrFgUlXbyAub5r3Nr6iEGFJxlA+zlUz0vGUJCuQTKaKE1BFrmMsG2Vy4uhQ7i/cbfW7etu4I3gsUvGWHvuspWXisLPTcWDg1II9UkAjtYdxJdtsJNaSMZ4cd3QS8eT6S5VH2GslSaayJfjvpKU3UlRCSgi5Kr2v52BJgYTxRFgUb3zAyTUIWpDUVHTxkfKixtZRvfLbsbi+hPNyVQWmn4EDrp1YaVClNNdGbMCkLQTcZh02vcHUG4OqhmbvsZRYrnuF5/Ix1Q5kBfwJFlklp+Obll0EdQIA1ulSh2RqYdzD8GJarptdjiwe5pXFuBMJb2sLsSosRCJWVOVUhJQ6lVwpcaRay7E9iSCDY2NhfOG8r2e6pu5d+1GA3psqKx1P0lay6+lNteEq+Zyx1LZBURchSjZOxnuYr3tI4jgPu0Z1iVFpDqc/PxS1KygdTalEBLyALAXOa17FRAG37j3fzi2fPl0ZrDzHKoaTzGZBWpl3S5QQMxQR2B7C1rDQ7CiSuPtERpZalVliqUHP7uqnx8niQ2tNswSb3SCbqykG1yAQBrcY6mNQOUiyuIthfQta0lScx8/w8tdL+hG1lVJUVqU5WYvH+P1uqgZEL8Gps4MijbsFCxPci99l7Pq8+g1R/iuoq9LlI8WRTSHEn+4onhOA30uQddSDpSwRgHas5vYRi1Rr+i5aOAv+y+RKvpfwn8NPpsa7s8ET6pWWPujDHuvqW7nCkuJFlaX7+HtqTbvpbYDwrXpTVZ4UV5j70rK1nUhrNfQBJX0hWugOh1BPmGVG3gUvCVL5CBUM86V8JfFYLSm9TdK06hKgrQi5SoZSFa22Ey7hiJ6lDam0RoYp3htQKNPoOF8kqqQmFL4Sb5ko7k2sDbzyi5Gmlr7JzcljCVP3g8XFDyJS5WZqOmZ4Eu6HKlWYZbjwm9gUgaA7Vwp1UgVRvGWF6stFRiuqfTmdKsy/msexSQSChQsRcXAtawxzTGqpRnN5eDaShhcVSHa9S490qhu/wDnwgdi0ohRIGgNzY6kyBtEDXoURMfM1jvn31NYIwGxyuRiqTczHL5ylTa9U5Vg6pIA100I08icb1qLPxHzeI26t99f63UK+K04ofKoA3b7gJNja2oIN9ijGVdxRvQwlRcUSoj8piE0thbui8uoABPnZIASCbgZrG5IAxR4DvPsOtPZHFpyJW1dDqVaEEdsySNFJGth2JG3PaX9xnR6daZ9YRxLA5+mu+7mEVGK+hDrqP7RrONVDssC973NtbWvr6tYNgQPcMB11nJxGkL8fTlsCPUdvr2/PbyrThiBWa8xwnfvXMJ/sunMDe+v107DTuL7erGB0O/Y2k//ABqhK8nUn+PP89n9ABjMzurV+QM+MVUiK1F4sXoWj/yVX/jT/PZbV2pT4DXCi/P8v5X0vf0/567NXErbTVGc4UvOjwKT+qr6eey2qUDitOcL4n8fvGzVv7TAsG0zOu96oT69S36XVKdFfY/8/UNFD8OytFpIsSe103IIJA7kbSPZTrUqBiiXhfEdR47FUaSlbqWh+nZFkvEixWqysqlHqIFj5HZgYwwLKrMXhQHsk19CkoVxerKbA6WJUOwskE6AkWBIDMEYExHuWxH9o6yyw/CWhSmlIdCkK0zKBtdOvYKCiCToRawwry1WTPUdPU6jS4s/tGXjqgNVmst81UciKd8qrqQpSrWuLWOgFragHQjyKHcc1nC+HKTVKzuiYqMWlyPuVUp0oLaSjKcySrMHI7uXNcaIUDcpJCklWz95mEsW4tbdn0+VS5UpWRpClcLiKsbAE3QrQGySb+Q9dmFgPElZpdecaoNW4/AQpbsXLl4zFwDnZUeoDTQEjzBuL7JVB7GxNGi+nR+D8Sy3mYha9zU3Ee7TG/JUSqNLRNpMrJljrUixI1SlPewAFgbaJuUlNLo2Eqz/AEXWYiH5U11LS58BYQ08oEZXH06pQsd84ygXuo2JVs7cZ7tsObxpXvmLTotImvrTzSI6ClqRaxBUzmCUugg9aSkqGh1F9kdvI3V1ndBVG8RwMQyoULJxWp8Vpb7EfXVt5Ohy3IuhYGYEgFdidtFNM+OY7XrKLOFYGW6cO7jMJSnKNjKIuiVuFHQ66iY6hpLzRBsvMLoBNswUCQRqhRBB2YO7qkUaLVGKpg3E9RiymEZmkOpQnoUARlcbIukjsdSQSQTqdspY2VvVxRi1yVWcHe+1xY6I6/c1nUZLrUkojlXGQCg5gnLY6gFRB2cnsrVGlwIE+e09NixUOrTyE1K0qjug6oCVWWjXuCL3ve57QaCgzmD1DY+2NrePHa4Tbvu5GdebMtPSrNb1Hf8AO/p5nbOOIMNOxXeLwVrYW6pKWl9GW/a2th5+YGz8xvWvfLvCivfDRlVmR1dXp/l67AlLgRcZYtpuF5TyIrEp1KFuq6kZte/n+Nr97202XKhvUBQ53YinrVUaoNZYgSqI+vjx0Z0So5Q62lVjclN0uJNgSohQI872I+Mae9KXylLi1x/kqhFzffWlux9F9PWLqGv0KgBcgjUa83m7tqXQcOQML43p/H93ZXabWWms/DRYaKI6sumpJ+pOhJXGPsL1mfAb9zU6LKiwkqQvjxQ+0ysaAhwdTBNiNQpB88thtONwmjgRO0Kh1SvRfc1eiLRKYSp2LKgSG19Vst21tkmxFsyVJIUD1J7Hb9pFAo0D7hXqfw1o6UcJBW05mOt2U9SSqyrWvr2Tc2H0mM7P+FKp6KRKirzx1R/ArX5Vjz1JIUCDY63JuRQMRUGVFci4ya48XJ/X2nSxIZUFlJIuFIuLXyqBCr2Cu4TO2TA+o0Kl4cgS6phLEK5UXxLhLWlS2e/zItoO2YpBIIBF9SP4VxE7K4lZapyJvQnmGpTuVfAsrRK7HQa2USSBpcgbHOMcK4SlQPekXE+eqZlLjyko4SnlC1uMnUZrDKTc6i9zckgWGKJPo2KJfNU7JKfjqXlirCOJmCiSlBuhxKhclAtcXIINrwZWSoEOL7rfgRXn2Jq31ZUO26kEm9spIPoRp5G1rWaW55NLanuRZWRfUlXLupHwVWF8tr9CtVGxOt7m+yRrzbspqByHHYWvrQtHUpt1GgGpvcXtYG9tNbaVuDd4dZoON2JU+I/kQ7wpietSct7BYB6k+vcg6drna9Yg2M9FsNUTCTs/ixaTFhIldTvCay9f65t3P1Hfz2a1b3Vxaphd9pp5jItpXCfR4VXHhV5pv2uLj1GyP3c1J12AxPayP5/7+ZOXyP0+l9mvUMcYodw5PoOF8kWqPsLRDdd8KVkdI01tfz8tryuNzTGDcmlwJ7nuauQskX4S/Cp1tXk24EkGxsDe1vKxOh7x95VLaqjlLlVB9jOnO60toKSnWxLayAqx0UUqvbuDoRsnKRhaqYIrNSdxbEXCqMKU6jmHUZ0qSFqBS8D53uQoeIHsLgkjVMaxRVIFGr1Wp1EYm/Fps2Uj7nKUNClL1ypF/Ik2vYHUAbSa93MITthJiyfgivT+FS2ZUqb0/wBXX4vMAoJyq0N7psPW+wu9hKvT6o5RpUvlYuT4WTp4iSDqkEDNYd03vqPx2I6lunlUGqNu8HgeHr4okIUsHxoWLHXWwAIt5312/q81XnZTDvu9cpaEcJ1LSytDmUaOC1lIJvqLWJsfI3XyvxOGH5gxN3LVSjRXItLZXUULazJQmynfooDsoX+WwJ8jfYOw3Xp+HKo/S3XsnH+BPgSuhqV3sFA2AWLXTcAgj6W2Z0rHsp12A1FpOTgdD/xetNgOtKdNQRc3sSAPTSSioz8RtT3Z9JhVfIjrU7Hyr1ToSe+oAICrAlIsdLAZltkc2Kd3OHMEUvn5USnIi5etpcdHh/G3/LXZE719wGF992EnMUbjJcJ+qRcyn6QhfCS55HLmtkULaC2U9rjb0RXg2jYtgORfgTWH0KS6w60FJy/3kKH+mwtA3OYNwQ7/AEDh6FTv/jJoNI/8kafstsQnZzPH0WOi+U8SKpg6s4brMig4op82kVCKv4sWZHKFtq/DzHooEg+RO3eFDdiyuE7kWj5Fo8P47ewe972fN32+Sg+68ZURD62M3Jz2F8KVDUdbocGtr90m4PYgjbza3yezNjfcZihuLPe96USUtSIVUjtZEq7kNvJueG5bTzST2IOm10vVxH6NQLP6xX1WsynWuVdyLyfN/dtsMKVxXf0XDXsRVmBKiz+Vd+J0pV/y/H8f27T8PYQqlZ4kqLRJr7EVaVzFsNcVTKCfGpKbkJ79VrDW5G0F9seWSpuIcRxcGt0F2W+uncVDqI+uRtdjqnyST52AvsYbmIe5vFtLl4X3jMzaRUX3VOw69HkLSpm6AkNKbKVNkXBPxBbqPULC0GoVD7ONRGuCtaH/AJHWjmTb93fS4I1H5bUqJc+VVG+Lw/1+pAQvKTpcWBINtCTr5bQlkIUE0Xup9l/dVWYr8Ws4sYZryMyEKizylpxQta6FEoP1AJvfz2f9E3KtRaX7rrOJn3GGPhNLlR25CcvoHEALKdLgKB9fWyH3O70t2mEmuFVKTNRUej+wK+Mv6pRfT6kEgdtn9Qcbu1771FpOSKheTJxSnMnyNrBQH4g9xfZe2wtM/V3FDhRFsxuPdo29DkKXianTW32s6Kc7CCkvIuCqzaznUj5Tw7EZhp66aoNAgRYrDX2eQxkT0ZF8VKU27DOAsDyym4H12o6oN2lZpbH2op8Ja4q0vo4q8jrKxqHEqSQpCh3CgR/nsX4UxdQay03Fiy5r+To4shXFUr6lwXv+JNz6nbvuillu8TP+8rdHS6NPn4owQ6uLxOuZS+F4VKPiQAL3JGouB5i5uNswSPZo3q7wcRuV7DjPAYyK65qXGsygvUDS3nbUjsbC1gdr+0Jvqo25ZpusuusPv/2TEi6eYVcdCbWN++oJKRdRBAttX4M9unctPoLc+s0Sr0R/+3aajomZfUpUkJUseoISr6driC7WzL1g+1EwZjPcvvL3fT+aqmHn1oQvqdioK0aW1IFzlPcHUd9dDZb1FLVZn/8ArP63rt6pVXfz7MmLYHNSse4elRX05lrXdpSfotC7LbV5EEA9gCbgHF28/BW4KoY3+0e6DG7a0BXFn07Ip1GYm2ZtxJUE9tUEA+epJBKLCPcZrZvTRH4Zw3KgVnkHePF5pGeO6nqQrz1H5bFjeIMZRXXMOVl3PwP0Tv6ye3Sfy7eXptoGj4Qw5PgNuwOvieJbSwtOcDTSwGa/lYEfTuVvvToECLVG2mvjym8ubl0nMpIPmnXLp3IJ+uoJ2yKupi67ZiaXC15lPg+G01P4vB61q/3dPX6+g/G/fZ0N4zrNGpfINVFbCH0dHzdJHdN7ajy1GtvrsB0qFFgUtuVwcj6E5loWrKtPRqCbD0Iubg+p77fwmVSfPiQKXncXnTwk/Lm/zPqBp+7Qxdi8wtpvtxKkYCn/AG3bxa1UGKpQZqFLVN4pzMuqIulY7oJBJFrg20Ow9vExN9l6841hercrUWEpQhEjrT9Sq4IVfWwJBv8AhtrXBmAazWaNL5rBFOYqjicq1QmsipCb6FaRbX1JBJ7kjyVtS/k/d6GPJ8+qe9qdTkPuqWhp9C1Ot62A7jN2udRofPQ7add9ajBM2CnaXbFNg/2ipWHHWJ/umlxaujNmlQlutJc1vqklffQEA2P7tnphX2mGt4MVyBAiIoOIcvwuauuBKVbstaQVMk+pCk69hrsuq97Au9rAbXPyqTFxDFR+l5B0LUlOlzkUQr62FyLaX7kv3J7pIEDFrEXFGGH6ctaVNNSEcVTTir6pXcZkm19CBb17WKXXblYB6ktmhYuG2t42DfdeMqcww+4nxNLDvBULEONrB1T+BuD56bZaxNgvDm6XHjFGxRLf5p9eZrir6Hmu3FQo2uBpm1uMyQRYgbbgwsaNgOVys9p9iEjwP/pWm1HyUgA3B06gCQe4sSRM3sbpt3O+6guQJVW91vo+LAmx2krQy7k8adLFBBsQPImxB7RVbuPMjT1tU2PiZG317jncB0Gm71cGusP0uahCXXY9ulSvBmaN+56SoFWttB3K7o1Xn4ogcKqS1/NwsqAhSr6WNrAg+Rt2P7dqUTCmI3dzdS3S4390VSVTmlNRZujsVxKOplWlyAFAdJuR2IB2TVVwBhefg37/AIeYwVV0NdSqTPMiOpQToUtrBWlJVrpmsBpoCNjPVv8AU0QVlLgHAjrUVv8ApaUww+vipQt/oT2On7PLtoB67PLBWJqzu0rLbU+IxVKJUfu776VJWuKrIbFwXCgk9uxB018tsq0Cs1nBrrkp2t++6Wh1KOaiqOVWh6HE26VHyuTcjQXOzdw17RNBapbn/YioymcuR12BKaUtlWmhbXlUdeydQfM622AEdJfO6F+8bd/QcUSn92m8ukvwqRVFpmUaenrYcSTfhFSbFCtQkJJBIGl72C7xluzoOA2mItLpNOmxYqPFoiVHQO2Uk5je+pBuAT9BtJxJvPqmLcJOQOM/VKdTnUutfCyyoeU/oyhIzpUAdUglPmE6C19Rl0HeDuvbrzry6pFb+FKWw+MyVJuLrT2B73BFxrpe4DGcrJA2ynpeIos+K21RnmH333UNLVH6ZTafIqCgCpAtckA21Pa5O29yWInZVBc5nOtHUrM11JSgWANrkkH0AJG2Q8DYDpdGlS5WHIiH2FpyJXIu062pXdJNyi4HzBOYjztoHt7PWJorrtSddqLmf9ElpEhC0ZEmw7AWX2Jvrr2vsOWxuhXjOXvB+1sejQGWWItRWvhVSBKH9V1JDjagUrtdIFwDcjuLnakj+yTu5i4j+3kqJUZ2IVtKzylzXFpeuMpPBUrhg20AAA9NhzHW+B2jVmrUGU0/nRIVIiuqR0qzi4OYXPfMO1raC5Gy0h1X2wxXvtbRqJUcV4U4qkZGJrTSm0XN1JBWOIEjpIAJBGoBG3IdxxL4jJwtvc3abucUVrdzijHkrDCFyE8miexmgJUGxdAQoZmTc3IByHuFXuAyJW+zdzg7Djb1ZxPh6rxVo6HabKQ+hzt4QCVakjpFyPqATtlHe/gPFG9WvcWfROAtCc/CldK3EJFsiSu5WqxN0pUbaXHY7LbD3srxcR1R/wBw0lhdRi9LqWJSI77KhYBaFBC0lQsbpVlQdASO+1n8ZwX/AHRu70/au3c1519rBuCJq5zC/u89p1cOQlYtc5fGoAeQAOnYi+1zQsTYt3q7uWKpKxY+h9hCZEWbmV8TzLbhUgocBCSCcgWL3J01RlJ9m7FsXEbdZrL01FRhLS6tqU1wlpSDpmDKlpIv86CWybkWFwNBYYjfZfJKo3Apc19pKZiGJvwpGti4WT8Jwm4vcIJA7m19qdxlliFIhLhaXXqDAYlQGadUcmXmorswoyq7lTKrnKfOxuDfvfaLV8c+68R8+7RIsXmsqVoflN5HHzqG1LBBSrvZRRqAACddjGnxYHuFvlaGxx15GlpadPAUpWhy5klKQT5BIsdARe+0N7cx9qHWJWI6ehDCMyHYqvCprzQtvMtCwdfMgAmxB2tndFm8YDVPenVIuI22msBvvryZ0NMSghXiI+DxQErH94LB+hOg541xhPxG0267XGKDTpX3eVAr1JLT7atBq+2ooykEWWCbW7K1AIMcb2t1W5GB9nItOYWtCFcKK105VW7gDQX7eWuvkTsAUTG1U3qxff1LwbzVOQpS+XQ+FLTYaXSOodikgJX2I8jbiYJs7Zd0DBlLpdLfo3F94wpS87Ud2zrGut2yNLHvmFje5Jvspt8m6Sg4To/2ipe517FaGVKWrlXSuoQ76ki6szrY9E3WNLBQNxW4q3p7wcOYobw5hLCc2g58y2s0ppTWbuChKiUqBN7p0IOhANtnRhLeLWceYcY+1tJixa3CRldW1dCXNLcQDNcA+YBI8gRbZBs1nynl9Suo0bmzOR+JnXcDvkwbArzcDixaPT15uFzDRW1HdPiHbMFZswJJIFtSTrtsCpzMOVSBzU+Jh2b8yHeAhSladwsWI0763+u2f6ZgmqQMeT8ZfZhhh99X3pLS+K1OTnIS6AR+kyg3ABJAsSqyTsxcVYladwk3S3cPRadKzpRHkJR8JSxbNmKASF+qTcC97C4BrWsQfVPbzAfe3vJ3q4NaYrO6WiUGosRZCET6XPjhWZHa7LgUB3yg3FwLm+mo5vJ3rVmfgNivNfaXdZjlhpSkxeO8iLKXpmaCwMq/LKoouLjUXN+UbHEXCUqJ7+qyKcuqK5NpqR1R3nVD9ClWoDlgQkaXOoB12sDU6ziig13d9iOoofoMrpgTGmlyuRdNrNyG0gdIOoFwvKbgeQYrfyxPS9NrFiBz7meqhv03yVn/AM7O8KqTf/Sq0JVobjMEgXsDYXBFvrrtyoWJN+eMuJhKg4ylPom9PJTJ7bSHrk3F1qTcC+gB07WPba2q25ms0Zpt2qcrNyZUqdgSkOp9ElIABUF6EWSCCSCBtW0SiRWuJS58R9//AGTuXMpP421/AgH8tqHcp5noBOj+F/aM3fVRiVK3e1BicwrOiVS5TMriJFtSlDiipPYG6QkjKSCNdtk7ut60+vUuJA3yeyfx5TCU8Ct0tURLUrXRWTPmbX2JBKRe5CRrYJ9m3A0+luuVSs8d/PlW01NutOUWAyqJOo1JST2toNtRNxuFF4sVrxo/sv8AUWuR9dR32p3yrYSeZ6j1izT3dtAOJlrf9vylYcpc+g4X9nWVSKWtGSZKqlL+55CDcq4WYLAsCVEgfXTVd7oMNT6pAl+/v6UpcpHxYcyOh+KpJ7/DWCkpsctiO2m24W1RXXXIHFQw/wBX3dfSrzuLGxP1ABH02WeLsH/ZeLL9w09hjjrVmio+EnMf1R2GnymwIvYeWzCWt/PO0HWu8/btGCf8RKzcNUHdzQX8bwHc9BYRwnaS/mdTDQLq+A6buttkjKGiooSQMgAuDbbud7GA8JVlvFG7THkXmsQ5eYoNUkFjmlpQnQB0IUlaUhIBISSEgjNqNruuzXcONRKM0zzS5TvCfjqT/ZC4WlSQTdKlFIzBVzrp32SW9X2ecYyp7deotOcxLheou5OVlcNibR31dm3FWSH2s3heJCh0hYuCtTGZukRzYr3i433yUuXKo2GIuF8Q0t1TSY+I47iEOdGawcSChaD2CgFg6keW2dcUVLe1ArzDWI6H9nqpCVxULhT2X0vJzD9GlxISppWqikaWNrgjR8+ynDxRhzFEvc3vaZlRYtUiq9zOyHVrUlSQczagsFC0kEKCiFDsSQbEtuo4Gr2I5T+HMES8KTcQ4Xd4UzDlURndehnL8RKHElSkFBHU2SCSUmxAG1LELLwIG04HqZRwFiys4jdnxcUdeReXitXRw3bD5CpSm/pckX0BIF9iPFwpcqBEn1mk86tCUo5xp0MPtqSTlJBISCL24gOQ3F8mg2Z2KN2tGpbTlUn4NhYeleBXC6eVWRqnqGdtNwDkJIsAAANDJqG7r7b4SXFr1QQio0770nlVNJVIaKTqkHTsDoiwJAFhqNrVV7BiDrrCciJqi1/iym3fjrmxV/d0T462ndFa5VlJ9R1XsdNbAEGKqTVJ7rlUgRFoffy8XmGlrQrz8aQQfUi4J2KYzmHMEQIDuHGqdV4UppXCdhSEI6NRkWDoFaG6bEgXNj22uaRGxlKnv1nC/KoR/wCeE13gZk6FSMqkE3Jzd02BIIHkeercYQ7W9xe4MrWI5+N24EqIunSpsVXK1JhfwswKdEFJ7WzGxIN0+RGt9J3cxa86/i3G8SK/NXIW773Q0EOpdbJQUyMoCXALZesEkJ1ykAmxrkCK1/TzTKKJUeLzDUV13rjupN1BBuFPJPVfKnKASSkEXEhe912ltRMWwMPTVxau+lirR2I+VCZiUkZ1i9kZgnRYGUhIsNQdr7NskIqwXxPu9wviOl8hRqgigzX8nFajo4sVTqdUOpuDkTYJsQRbse+3CZhnDjtLiQMeYNp1RRCXndWmUeldiOMhKr5QQddQAbkC1yCTGWIPsbS/tHg3BC5SJSuK006ngISv50JUjM0oEqJCSi4NwQCbhRVLeTjfGWLW5VZwnKp1IR+naW62pSVAEAJChmUQdcqrDvdItfaADJxLiq4ZrPP/APrtKtUX6IvhfCadzvt3GtkqIzpAUekXBsbDtfpSqPWazKc4UtiVVIrX9VWjhJV2IISvVAJ7pUSD6DsSPBTeHJTvC4sqlykNZ2nYVkNKUNblvUIWSdQCQfqL7Ws3EfxXIEqW373hJVy7qWkpU4n1Ug/KSdbEoJHkbWq5lwIISouPGnYk/wC60iUw6jhIW6FNZwFFZbcAsggAjLa5HkfIXqVRi16vORcWtIhVRfQua01kYcUNElRGiFaXBIUg6AlB0N7UMX7y2qo5hKqYIiv0uanxSmujN8qkqRdISfECEpvrYqsdg2vxqy18J11EWUwtS0LQ6FKUkE31ICT31BAI8wnziXEsaoMR0t3kGqGuqIQvJIXHWjit6EheS/WLd7G476AkjpSMFV6e047RuBTqpkyZZXESlSb3s4CL3t2I1HmSAdjn2ecLyt6DU+VKqK0MU5rl4sphoZm8gUFJUlQKXGzcfDUFAX6Sk67Au8LCG8ag1R/7L4nfhLiqyraaWt2PmuPiNodKwzcAAJSbAk3G0FdsobJYUfc/P9/Ul2sxGELYkcVPL3yK88lwb5bkKIFwQkWFxbbW1NoHualt81LzoQ0nx+LQd/pb8dO22O8O1nG9GgT6pjd34a0ZlOpWphDKkoNnCDdKTqbnT9hA2IsJ70N79Z5/BuKJfHp0rK/S5WZK1ssEWyhfdQPcgk2vYaWAqfEQFj7VzLHf1Tq9i3EbFUoNPYfYp2daUtSutKjZIKQpOUiwN1A37i3qLey1hms4txbiHEeMqT91pyEsNZ7odSoXJStJHkmwuBqSdNBsWYm3k0HdBhxuLXqS/UX1qyoW1+i4qgLtknpRYWuTbte50GzJh1b3NuHl4yaofu6o1SHzCIc9YTlfeFkIUsXSbXCcwJBsLX0G3B/zE9NqLLc7xx+ZlTeLiSK1WsST6VW6pS2ITrqEKjrOaGgHRVtRwxlJBWCki99CdrSnutY8o1FxHFriETciosiew10pd0IWrLdISbA9wk6GwNhsJ4XrE/CVUbr2KKTSHFrWvpdfKepZu5ZWYGxKictiO40JJLTqG8fC8XBDkrBuE4tO5paUq92qGaOohSvBohaDrqLEegJFlrdQMePMLdb4ccwcqWHMbypTcD34w+xNRk6Wg063bS4Pax/WFrHU3vbbSO6vDrWEsLtuyuhbCUuu515stgAB37aC+vnoQLbI/cs9ijEc/mqo8+uKt1SuEtWZOexHY6i9rZtAcp01OzS3w1yfQcGt0ulu/fZSko8fhvp2trrqQdCAdNbiumPBdp524AvgDEQuPTK307y58WVUZXu6KtUWO6w6EqzaFR6roUB27XFjrckbaH3ZbuKNg1pifRpb7ErpSqQ67nQ9a9sySRmPqpJSTYC4Gm2Yp+L6NulixIEqnI57+ylJdKkSlalxxRABSsuEgpNjcemoocUe0ZvQrzTkCK6il0v5OgKdcSQB02slB+tjYaAk2OzFdm7mXbTXag4A4norD3yNUaU3QcUS2KdUWE8XKuRlQ8124ralAZk+RBAUDoQLgm2qGL6DKgOcWJn8KszXUnXzBRewNtCPrp5jydxBvnxRPaYi1nj1GFF8KlKzpUq1rEH5h5Kza99i3CVf3gxaM3AwvXJSIrDqHYS2pvCUqOr9I2pJNtM50NyVBBFtb2st2jmRf010TO6bZg1hr7eS4tGlsPolI/QLsniKHmkkWKyNLE6nS4NtjJeOK9u5qjDsB5fu6VmTwnWvhPW8SFd+G4D8t72FwbAg55wCuqcJis7wajUaXNpzSUNVlpY48dV9OIDdDiR4VAgXtc+Z2Z0SXWazWXOVriKj18J/l+njJHYlsfTKoWvYKFiAbbUr/UmEGdYxqnvb3XwOG7PlxaXUX0Z0tOqHxND2BFtPodbHTTRD769+9GnxeQw5VkPr4S8nLoz5k2Fx0kmw/eCbHy2JPaM3PYXxRgPiysiJTCVOw3+EM0eQk99FBWS9wpJubFQ1PbAKa9i2jVnheNaPC7HyLzIGljayXU+hICrdye2xnqE3+l1JqOT7HxDWj47r3v7ixZaOJxeOl/lQpjubtPN3C06m6VN2A0Oltrl3Gc+l4oYxG6yxn5jPK4TQQvU9V8pAXfVRIAJPe5uTROVWBi1pviuvxauwrO0600U9PYpUFiykkC2VVxcgg3sBElNcXiRZUtjjoR0ZUFClegsRdVzpY9ib3HY2E9Ukd+K6fFqkD7UQGUcDpkIlR0LStm9/iWA6gPMXBt2JIFoc9c+A03PlYeolelLaU6qKh0okPND+0ZcbGZxWiiUKSog9wQCTG9nas1mfQa1hzwSqRmW10cVKkWBBKTY3FjcDXUaX124QV0GfWX4tepPAYQtTsfl3SuLHfFtUmwWzrfqGiToSASSVau7L7lWGuDathyVg2fKoLz9O5XI67ArMMNPpUFoXdTyAUXFyErKGyLWJsLkNxGqLvBxk3Po33Jc1r48hpfS3KQcuRBJ1Uq46Cb6Gyhfazp2K4DrtWozUT3dNQ0pp1LtlocaOhzAJ+I0cyQSAopKrkAamqqdCxvKiuT6W8/0NIdRwltvpea7gKDllEFQslQWSki1ki9hmoiXDrKx/d5PxG7LaqlRpa5sLNwpC2jnzjpVmJudbZSATrc9xYuz2bfZ6dqjrePN4MSaxFhf1Vh19aVqSMxIeQSU2FzZQAJA17Dbr7Ou6mvOtN7wceVtCKWjwxZTAadZWDlUX3EqIW0QE2SQNO9ybAk34bx8b1mjMUvdzkfoj/wB3fVHmhh95GRQvHcsQUjuLEhQFhcXIkeIxI+6S98O8WjV7DkuLg2rRVwoWZMhrIUJqDSQQQw5cWWCLgAk6WIsbhd7rqBhfG8V+jYjpyJr76F8q+lP9YY1FyWyAlwfMoaKsVAC2q9LWKHaW5Kap8rmoq8kpHw2n3LJGhCTkUQB4SCo9jmBO1TExTS8L4jptUalv06UwtMph9S1R1pWFd1gWAubg3BB8xrbaKz58xXW0tZVhTgzUmDN19B3X16JXqC1KYQwtSkR3ZDjrSUmxVlzEkA+diNfp2H96mAapi2s1avYIxMigv1TKp2K+0Vx1OgCxugjL1C+bISOxBAGztwBieg71cERK80yhaJScr7XzMvjQ2ItY+YIt3tqNqfEOCJ8B37qyt+KtSeEvxL18lADv6ECx9B22ffTK6zyTam9PAmJfB1Cxb7mo1Gxk0hdUi/CdW0rjsOIsOtC7C6fIXCSNAQDpst/aYwfQWqpTYsVpcVFRd+8ZVFKGV6EOAg9N9UnyJ7Aa7arwSqA1VHIEplhxbGb4TvicUD1AA2yqH1UL6jUi21DvNwBhzGTsSVAeycRSnWH83SpPZTatLpOpOoNiBpY3GIq9q4qJuabVdnTmxpilvdLPlOv0HoXXoSEux3c/AVKYPyEpv1akaggmxskEkNnBO5WLvV3Xv0uqc6xKYWrl1Ou/HirA6kZiCbpVca3BFwe9wC42pFe3X7wWK86z70hdUObTZToYWlJuLtuai+Ui1yATaxAUVDUG4PElG/m5XXoDy1/FzJ5rItaUBIs2sjxKT2zeYF79yX18vUcrvW9A6zD9U3YbxsG1RjC89rjwvBDdkJK4chKBcFhzrDLuhs0taVaKsVCyiIYoRxao+07EQibm+Pn6lq8gSm5GotqO9gTfvt6R4ZeoON4GIaDVKfF5WVmdda8SFKBHXbulQISQpNrHW99Th2q4IgUveDLgSpfNSos9aZDqrJWpoOdGa1hmIy3JABsqwHbadu6XVlaGO67AE93AdaiynlyquhKZEdhTuVeYAqsFKsND0i5ABT4h3250GZPrM9uLAlvomyltcWK6koWpJFuIUnKpJuDqDY2GgN7m/s+Uuu4y3s4hwc00/wASkUZl2G6np5ha1LDiSQQDYFAHY9rjUbVu7qbS8Zb6WKXAaWhdEffS7m6FpfbcyOJIsD4tFXGpSO1gdgtpRY8S1moepOJqzdNTIuDcJe5mnsnNIUpXMJ6tdVa2BzE6ntb0Hlljf/umdwbjf7R4XZQ/SK86rhI+aPI1JZUR4mzcqQTqCVADtfXsmNwnWGnfgZ8vV4kqTr3t5gdv+uwnvXw07VMLz6XAl8rKWwpUV9Hxcy/luj50kiykGxIJAF7DbSNYqSYOk1lgvyT79zCxnxYEpyl1SnSoUpC0pUxNjr4T3rkeGnfyIBFj37bUtYp+HKzxGmmkReP4eL0oVci4NhlXf1sD5i2txLFOLN42HMRvxazLbqkViYtp1ORCmlJ8gBlBCMtilR1ACexvsVU/Dk/HkXkKD0P5OLwHVdSkgi4Sb9Vu5N7j08wPfnieoxu9RT1TDLrTrjvCycBeR1KFZur8D2vbTuNv5umtfDdn51xVqSlS8+VSfqLmxNvIkXt32Zc7DFU+PS58RCH1p5dTqEFac6T3ufw7318tO/1WIv2cw43FrzLC38niy5eIkkkXFhqB3/CxJ2ATthBXB6tzqNhyKw7Rpa1/+gqT9R5G2nb9mxFg3FjsCL9o4DqGH8nCXnQFpUg923Em4Ugjy/GxGyrpLDtZnuReMhDHFUtrN4dT27iw/jTYodpvCiucqyh/gITzCE9WVV9Dca2H7Pw77SDB/MamCMSRcLtVKl+7osqkVTMpUVKv0PcpcZJuND2SbggZTbQj4n4So0WqRKpFyP0GotcdLEi6EpsbLyOBRKFI0sm3YghVwbJpmq1mB8Vp79ArpyL6k/x+38NLOTdfVpWI6W/hyVVoKFysj8B2UhaFR5Q8KHOknhuAkFwXKTqQoC4pYi+xJDFYUbuMG4co2LfejVWlSmM/wlOozpSkkZUqIOve+Yi31Pc7U3J48oOKIr+HIFWiypVLy5GmljPwtQTbzAULE/hp3O2KplPlYDwG/VKoy/RKpNR4ULQ6jir7HpKm1gC6sySUm2pI2XeAsSb1cEYypuLcOVaLNqNOd+6ytcrjRBu08m+bIQTdJzg9xqBZrRnYfcX1lHeTj3PUrFdMadgPymv0+Xr/APET9R5/j32EY8TitcX/AA/8duuD96FG3l4S5+K0iFN4SecpvFzqjrI7pVYFTZPY207EAix/pNQi0aLxXXkfKnL/AHv9P8vrs9bcvueXept+2LvfDhyfKw427FiLW2xIQ7K4TpQ6lAWDnGmtja9tQATsp6lvJpfutzC8qJnm0tXFam5eOjOSFLS8yrofRqeoAKum11C421NRzhzG8Vyl1mI+uK+0rmGEXzqSQfAUkKC/Sxvpe/ltlXefDwlg2suUvC9RRXotOQlLS5VmpCUEX4WcBKHLaqS4UJuDY5SFgYNu66zcPU9f0urZTgxaYmxjAxHK/oFmLSJXTxYDS18q8q/6Vkufoxex4Z0HkRtp3dFTPtvQYk+V0VendD6468qkqtlDoUDmAVa17g38hfXHlRorXFlz4tJXNi8VXHgOu8KRFUbHpPiTe+guALEWOlzDcljzHmDcbxKphLjzWM/Lqhu9eZB7tOCwvpoSSCCQRaxBfpVF9yvUNIdSvHubrj1Kfhx1trFDPNRV/wDsxaTlWnT+2SO4v8wt31Ha5RKDUqBzUDgTWFteFHXxEEdx6g7fmG6pFxbRufdpL8Ja8qJEOR1Ljr75L2GYeiiBca2BvsI1ql1nBE9yqUH71TlqU6/AznNmPmgnwq/aD2I7EaaFWXxnmLK7dM2DALfLuTo29CLArOF6t9msS0hpbUV9pBS08hRCiy8EkKCcwBCgSUnyUABsD4RVjyBhdyjY8l87VIq1R+adsp9TVzYFwElYAsQokkDzGgGg4tSi4ji81AdyPoy9K05FJV+qoeR/aD5E99lpjMtQJ/FlZEP9XFQu6cyR5H637KFiNRrptndR8a+JqaLU2W+DmLSqT+Q4jTTq0PrR48/zW/Ej69r/AF2DaTjSVhes/aP3fFqnu7xRZVlJea8wNRYk6BWhHbzttb4kfd5ri8HJ4ltdYWlSb/T/AC/gnO6L2dou/OBLalRKixF6kInxcuVNxYoUFgg3v3sbW7HbH07+XM26F2xh4Y9t7dVvGwk5QZ8So0uosISliLN/Sx3bC3AkWyuDW2VZSq2bVY0CH36Y63oYX3gU2vbr3pUVx+LIdlIaRkzIK0jVixS4m2bMmxym2guDs9WfYXw5uvnxKzS8TVvgIVndRMhNyMyb6IU43ZJAKiU3ShVwLkgbGGMdz275pqm43r1RWx7rj8BqY/HWlhKTYqDgvZKSoC5VdYIAChtpdsfEcBXbMI0TF+LWmpcqVEXNW+pSnUxYpUjKQeghsHhgX0WAQPMW7/UvEeI4tBb91073jFfUppTE2EuLNj/rNuIJCVixFloNlCxudUp1tjbBMCjQHPsRjGiUvmkKXHi1ZK3Wm1EaOR3wc4Rfukhwi9s1rnbLu8qh76WnW2sR1aiPsZOK07TlpW08jQWJAHSQpCgcoBPn6d2/xIJgaqbAi0ZuVRpc1jO6nPCkWSpl0G/DUCNLEWsALgEWGmzLw9iyBXorH3Rha4TSZDsdSApaUJBDhbvfpsM2UlQBy38iFZCpvvSU3zUSVFQtCUIfyZ0Zk30UCBcHQAghSfMEdpVNgz8Lz/f1LyPrp2ZLsfXK40odViDmI0ubG472Oo2WeSDC/eLTPddZbdaaYXClZXUSEZ0pyqPmFHMnU6pJOvYkHSv3gR8L0GlwPc1R51+UlLqOsKXHRY3Wb/37pFiSPQDbtiauRZ9BcqjTMpiKwlbvKtSAt1loqJVwyQA62Em5NiEjRSUWTcDwLKwHiPEbDtZZmvxULSl1bV2ltp7ZgknLcDuCDbyBFwSVLu5kWNtjs3Z7x6pysSgwMTrp1RYUjhKdQVJca8wL3uQnuNRYXsfLTlPYxvjyfAoNG4E3jtJfdkIdDDraU2uUnsSfQiwJ7i22RcaYXpe751uswKi/KpHC4sCVl+KlI8TSgRlKwSBm7EEEEEkB+eyH7YeF57reEsWtMNzYSs0VS05H0sdrovqpGtlJJJSdNAQSziD3R+fzO4cwbjek4jrPHq9FrzSqNV0VJAdQlZHwy8DfqKgEXNwQQAddQHen7MG5bB0qRRq9/Q+EcSOqUmK6rNAblG9nYq1ArhSBe2iy2oaFJBIGrpDFA3gYbfitvIeiVSPlzp+ZJGhH1Hke4IHpsgd4eM8NyqXL9nnfwywh+otcCFUn7JYkX6WHm3VdLb4V2SqwJ0BNynaPtkBmZpkOrYWqns51lvCUWtwsUYUm5eA7xc6HovEsrM2m4adQoAGwCAQCLAizowhu7nz6DEr3Nvv0taUrjupQFu8I2IGdIuqybWUb37EnUla0fdXVN0GLZeDd+eGJtUwuhCpEWqMJUhao/EH3yOpJ0cbzXcaVcZc19CM2kt32FGmsL4hwHQaijgIi+8aRIYspp6O4k5HUAAXsWwCkWUCCCOx2SsqPuHQLmIv+ZmjYoxQ+1S62xiFfTK5eR8Jbfi8LzRug3GU50qSba2F9ptJGCMGyqlu+xbxKDKWwpTCZ/wAJ1KTfKQq5bcQT2UkkGxFzY3Y/2SxlVHefap7ELEtIdS6xNSspanMEdLqHm0kjMi17pUnMCFpWRmCf314jlVnDk/Ae8Gh1H39FkOyqDUs7XFbzOA5CpJ4amnARex0NiCm1tltxhm8R4zSVdruI6XAbqmEonOzYvXws4RxE+ncfuPf9hKqZjT7UUZiVPiOQpS0pzJUvwq9DoPP6DYbcq3C+E6yhaF7SYFcgdbUqIhaF/J+r+B8tisOJ4cfbiXId5X4W1BjPBWF8eUZ+g4jp6JUV9GRSV2/aO9iO4I1B12ns1CLxeE08tbH97xJ/P/ptcpia8VrrR8q9k5RW2tuWebW/LcR/N9ihtqA6xOhLa+EiVZDuXOb2OoXYEa2v9LXsCU7hYXlMVmBEWhbDuf7q7kdZUR402v5G4IPlrbbeHtWbuWsb7vpfINIRUYqeK0rIfELkdtf2fht5pvOV6BxGpTTC32Ojix5XUlQPZSb3ve47AjY48p6LSagWp+8MsdT+LKiT2pa1sTVq4q1J6UqPUo+Xck3/AAIOmw9WJ3Ci8q66vg+NppacyE6d0kglF/PKQD5g7X0NVUr2EltNZFuZFLWhSzlcUnUEf3tD9bnuBsOQYErhcV15aOrwrRmSn8FJuR+w/jtYRgiV0efVKXKbqkBlD+TL8Jd1KSkEagemn8dtmyd+OMoFBbdpZ8GTLkulbaranyNzr2t9b9tl85R57vxYrufIjwIR1eXpr/ptHabnuxXHWmsnX4Fp8Khr5G407eR7HaCIJ6lf7peTd7eKMWymJUqoeB1PzZeq+hVprb6gggajbeG52utO4IgSubiykLSlfHyjN20uUgXsPpf9m3nuaRPlNcXlEf4tMqvx89B+O2nfZ1mVT7Lv0t2I+whGZHStK05hqDa9wLdjYfXUbDd+IjraNteV+I0N9FX3c4jpfuvG+E4VeQjMthbsfOtlVvG24nqQe+gNzYi2u2EvfsWl1mfRotOi+7lrVyqOLnU2gjpBUQbkaXB18iL7aqx1JixYst2U9wFr8fF8HkDY30N/I+uh0F8d1JyL70nuu5FrzKyKaXmza9xa9+35bAqJcmD0Q3JCPBW61rFuKHKDVKsxS2FtKW1KkLSlKl3SAkEkAklVu+pFvpt+y93rW6/Ec+l4oqH3qK6n4sVYUlxBF7i9iLg9iARY69jtLbTKr1BYlRci8iOtaf1R/l+/vtSVqA7VPuvvBhD7iP8AvCjly2ItfU30AsfK2xqssZo7fGQqLiGLFrz/ANnJcrmpTquLnWtKJF/1r9PYAai1rdrW2ZlHwXWa9PYrM+krgym1pU0ph3NlVqCUlJ6fre2gGmo2X+DcJz5VeiReMwtHMeJp3Nl1t30Nrjt+OvfbYGH8OutQGPi58iE/NlV5WH4eR19NO+y+pTDZX3E9RaU8VlRONGaozcWss80+tKWkSEtBKlKP01BV20AAPc22bW4HdPhKvUvmqpQ0P5HfC+x8wJ7XA07WI7Cx7k7Zz3pzmua5XjLRKRm+fpy6WIt3Pr5/Ttsd+zD7SsXCUWfg3eNW+Ath37g7MQUqyW0Gc+IA3AvfsrW2wLdO7VZT3GdJSHG+a5r9Pwbg2K3WaWyth+KjMthpZQtxAHkCbKI7jQ38z22lYcxpQcUNMT6DW0SkLQnixX7odT/dUg6gj1AIPr6o+r+1Bu5qkB+l43w8/Tos3N7urKHfhPKtp1DRN76XJB9Btm7EPtIYIwvKfgRadKlTWFZ88OV4knsvMOnUft12Lp9G388cuq3CemceBRv0rrq8nzpXf4avwPb8O2yn3/VvBuEqC/VGuiUhOZpTSz1K8rKFzfTy1H7dsi7ofaY3l7wcR+4YtWm06EhP6Vp1Cn0p8swF0rte2qRfQka7O6uUeVPpbkDEdbXXmF/FU060lCVX76IAyn6iw+nns4KNpg66NsBsLe1M1jfj4Sx5Q30cDMiLWYShnUi+gfb0BABHUCNO6fPYowziaqYc4jWHKjFr1LXmd5VF48ptR1ORKvH31SM3nb0K0qm77DlB4c/CWHl0uqQkq4XFUeXlJPYHzJ7jNYEd+wN7XB1e96VThSonKymF9Ud22bMO/wC2x9dLHW+zdenDyxTbDjdlvD5/eXLozuf+kWFZU+DMoXuLadQ9LX1/EBWVxugwN41doOMqdNlQlz3VsLydKUrse6uhYFz03Bt2INwWRNp0BrEdNxlAp7DL7GRD60dKVa21toT63AOnns0qhgul1mst15qIhfvSOmO/lkFKnLEkEAgpWRroRe3Ynts0RsXEgCZ0mbhGoEVzFG7TFlUojCEKycqrmI7ydboWhd15R5tuBYHkfSVuPpO4yLVJcXG2LKpSJU3pRlgB+na+ItloEIQb6oIbtcgdrhlYpgO0Ge/A5uLFlPp+58VISiRe3wl3OZKwBlBBIIt09hsvKTUsEQKo3zWGeSmvvp5qEqUppbmtjww4Ae/YAFJ8la7C3QwSHOLMFYSozshrCWLKCw+xl4S0XaS4kEHqHcdwrNrY+oFyNbu639kqy/VJVWp1RYWpTVZgO2adcSbm4UEhLoA1SFfEKdASDYtTFre5avYcbitS10ursRUr5WVFLC8l7FBHgVfsQNR3088/4iku4cabda5V9DC1xePyoQ7lBOqrAIWLWFwEm9xYixMhMzsxuowc1hKfUnaDVkIoNXjrlUaVotGXIBwF9iSgjRVwrLlBuQdkfuI3wSt2m9qrUvFFJW+xKdVxeX6kqUDq4np1BABt3Hbvps4PZ6xpA3g0aXu0xGyiK++ni0t91GZrORcpvpZROpAsRc22E8b4Gr2A8eQMRxcPMIqNOmcfO66EJcsdW1FfSoKFwDcAg62ttV9suuY0Mc1LBFelMY3pbtUQw+hEea1lyqjqNyLpIOYXuCUg+QI8xJwDOxHhx1yqYXra0RV5eKphWVCvTOz4QbdiBp2FtrbeLWaNvkwG27gikzaXW32l9DsXlVJfSgKsHCnhqvawICgTpZQJAHtwkWvQIE/7RxOuK6qPISqyX21DyWgXym5uL2BBuBsKsZOYbIhZUMUQJVZYlSsJrqMpasmSPKUhauwNrkJUoDtoDptXScPUal4ycxbQahVMNVReXxxc6ZFibofQmyleQDjYUe1yLW2t3qnxao207TkLYzq4uZYS6zYXCik65b/Ty/Pb7xbhivcXn5T1UzsIzxWl24Ui9iAFpIUlXbUAi9r37ixHMEXlVP3kYtxbP+zk/BtLffzpVFn81lSq5GY2UkLB8gQARc6jues7CUWK170n8el58yviu8wlNtbhYIJB+oJHqNLieLsXV6VS/wChqfKz508xTZ6Ap1lWvWi4zqSdbgEkX002XdJe3oYj4kWVW0LyeNh2a2hakmxGbNZNgkHpBB+hubQRKb2jLqeMpWF6X7+wbjxioxUZUyoqXW1cNd7DMDbJr3IA1tqPNJ7xfbL3tOyvslOq0KnRX15GJ82GVJ7ixL6AAkDQBSswBtdZ027VH2Zq9VKz96ahSqXKzI4rUgodjqvYBaT3TfUKBsbd+1z6l7tP5ucLuQKpSYr6GOhqRlS7wf1RdIB0vqrLcC5JPfaRIxFfhbDdUxlAfr2PKTTsaom+GfCreR1tRAIAscovexsRqAbE6C8wZusn0F1yLS6TiHD3NL4qM7qH0qSfCQtCkLGtrKKVX9bjRa7wMPT6pP5qqYTRRJWf7rW6HxEtOJHhStaLFJsSAFWuQrQAi5v7OWOd6GHJ7cCsxKpV8NZ+FIpE+PmQyoX+8xnlatLIICkkoQrQi5uTYJmDdlrWMHFGHJVGo3NY35qVFQpK1vup4vDWBoskgBA7XUQLga+WwvSMXtYcdcaixOeYQpWdpaynyuRfyv5G2t+9u+jcR192VFb+zkRjItr/AL0kqSr/ABtnukjQgE/67ZY3x4b9/V5ul1TDzGHpTmdcd+kSHOA8k+EpTopBuLaCyT2vspqaVPIPMxL+zqn2q3Mbu7DeThLFrs+gxaTXuSWhSXc6W32m16XBSbFaRp2APfUW2m1/DWKGpTkB2trXCWhXCantLWlxGTQ3IzgCwUCCSkgG9r7V25DddF3fYcblVT3o+vL0TUqOdvXsRcgpJJF9CLXINydmLUMTRa9FbpcWrLqjCFqXk0z9rWzC/r2PmL7RUMrlpkX1bfBRMq77sFu4ooz9BapLD2daUqi5eKpSgQpPgFlHxAKAFu+hBGw01usi7xqDEaxQ9UaDi6lxeVh4gSp1h1xAOjEzIoEtk2yrOoJ1OpJe29HebgPAbTjrXvGl17LkadaaXnUs/ItKQcyddSUkHW9tlPVN8+I8R/cMWy4s1ia0rl5kdIYlNqUkWyOIAS4LnVLiQSAbkW1FbvU5Wa+g7iVDiJKRQaphyLVqXijD2KPfdIWtqQw66uUw4kXAWFKAIBSbhVlCwvcgXI3gKs75KzKcgYExC573p3xYVJqjSHVykJ6lNtqeuVG3TlUSLWAKRY7aL3bb0IDUr+arerElLW+0pqBVJUM5FNdwgmxDjZuqyblSDpcgXKvxPHawvjeRhyvUl9hhbuZiQh1z6FDjDlxcE6hQIIII1ItsxXYH+4czYSxmWMvcf7ZGIeMxu+x/uyNHrSOhqowUkM6X/SRnSSgdhmQpQJ+UA2GhJe8eVPo39M/0f0dDrScqE/W5Nv8AMX2xzUsV0H7b0mfiNmqdbvLprM1hxCm72KW3HCnI4nvZRIJuLkm+2t8SD3XghiBKycBbXF4qlhSFIOoykkWvcagkH1G0sqe8Qdmlpt83HP5hVhistV6LEntVBD6GEKSvmGuKhxq5sCQSEnzCu4PY7XmK8b0GlxW6XPqKFoX0oYUsOqSnTQG5/LQfn2OOJXtB4ywvVJ+EsG4ZYXwF8J1WqUquBoenvYg2uD3sdhnCbG9WqY8YxHVKs/KhI+KqHITlQlKnE34aiSnS9sqgkixudReQm6JnpdbWC1eP2jyl+0RgiBjxujYowbKqMJhpDTs+K6ErjpVrqhy10jS6gR5XNgSHi7vJ3N1mA/hLizWPeMPKrmmlqyoUCAVWJSts9syFG2mp0G2VN5eAWqzWXJ8Cre6K8hCXWlSGulSUqUjUoBVkuLEWXYagdrlW7/AeLXWmKpK5JfKtZPucpEyK530F7FAJv0lASToDe2x8bZswwibr96FUw5ErOF8ZRUTcPSOK1DnyFyI7yG1KCHI0qwdZUUk3SoEA3BsL7M7eLu+gbxouHt8lBq3u6rrj8rMa1Qh5/wAKVJcbOaO+hYKQ6m4OaxHYgIwTi+LS/eeHJUvkoq1KSwpiyeCsaFPxCL66BshB0TZRBuD/ANnGsUHEcXFG6V2XKQxKSqqQHVxylOVaikuNhQBtmGYpNikqA1BFiJBPF6n2n5+HHZGA9+dOYxdS3MzTDs9KY9RU1/s25LY4b6hoAHAjNpdRuCWTQMB7r94MWA1g2rc1FfTxY9JrKDDqLKdc4YNgh3S4ISbDsb3Oy4FCo28HFFS3c4yepzGNaQ6tcXioH3p1u6eIznsouZRfpNykjRQtb7p8GVKdc3c4t5qFW4X3hhPAGWUpF8q21JISlR1IWkAnNY2NxtYwWyMTHm7j2fd17Xvme7TkVRGbiw1WTIkKCgCtUcn4ikhQFjZJCxa19V5SKjhevf8AaPdpT10ugvupiyltOlMNlYXbOY6tY6r/ACjKm5uQCSdlzhKXWd6uLX8JY8qMXEq8PZkUuZW2jzkPrtwxJW2h5JAGVRWFHUgkixPKmb8N3ODazWsOO4nqmGsVwnVxZ9LlQ0PocWBcEZUlD7a0WUFXBSlSbpvoLIJx8Y9qtwmmvslvk3e8rCfRnarKmszGe3SpwC7a0mwJUCLA3vpfYKqFYi4cx4/u593e5FzWkqh1SLdHEv8AoHFd0uXKdFgWNsqgbXJnu8xQ1vQwaxK3fY3mxUMdUiiTY5SiP5kRiuyggm5CSSASQCAAnb7ge4cbu1rdViiksLrdBjqm02QizS2ULJzJSQCg3ISSmyRcIOhAIgiSpmb6nvtxHVK9Wt18/D3JVTrjuutKHAed9VsqtlURZQsT6gga7S8PR97UWUxAxHhhEphHSme0vMtKbpIBSQEqt5EEEgWIJ2bKcP4SxbAfn4jiRYVepyeXkT1IGVxKTZl1TgBU24BZPXdOguT5jsmu4ja4lB+PNXTulS+hDraNClfUsZgRqFJUoHscuw7IRYZS8O4XlUtiVFp2SosNJXx4S0I79+KhVgRcWIsLam4tfauw3GoNelPwKNUWHK3Fzu+65rBjyk2sSQyvUpGhCkZhbvcEHYFxM1vGwvFgYya5Wr0hheR2VHfVDn0+5RpIbBGds6gqKUFJtcLFlbM3BiMB43i8/VIj8WV+nhVSOofd30myVoeQBwVAkdKwEkkgE3I2BiWgrVcUNfElcpKp1RpylofQqKeEq9hxACkoIOmouLi58wFpjek0bFEX3o60iLUUO5HUR5XLpkIF/wBe6U3TceQGgA1OzMxhihr3o/S8UVZhiaxl+/wmkI5pI14jjegQSNFJBAOpBHYZp3kRqzXqow1FdQxFX+ikaZZFjfIQo6DQGxBuQruLkTO3beZpTB+J3dze76B9jWc79R4XwpVlpcW4StQUdDpY2KT59yAbjtVq2LZWI3KzPairiv5uaaSkJWlSje1jf1PVe4BOhvoM75MO16s4SoVBoNOlIyOpUuQwheVORvIHEG1wkEk2GgJFjbss8W4zr0WAxhKqYhm+8eAlCOdjlLqbki/hS4VKGgULkZr69tild0RewFvcJt6GLKXvBpc77JOrX7oUlqexnzLbWNdQoAZRexAFz3sQCdqLdHjCLRp8R2U7x1sZvu+ToyFAOihq2RayUqGU3I00OxGKBFqkWhVmjU5jmuEuLNdWjMpSAhILLwJK1JOZR+JqMosbjQmo+GcJQID7sCIww+xmzcLxJWoWNvmsbEBRFiLDUjbznWOuUdM8HBJ/Aimt1tdA2HnMGKwYG+TeXTaC1k6JWWU11MKeaBSo3BJClpSCCm4sCSCSNmf7UeMYEV3Bm6Cly2IqFqTIlJz5VNtJRZlvy+ayrAgnLYX12/dzVLoLu8b387RELqPCUnjoQGncqiAbgXCu3ne2mo8qLfpuMxbva3lyK9heI4xK/RcXXlWUp1Qp6/6M3sCUFV++UEEknTepV9To7icfGDB062l6dqnEqMe4ZwlS8GvwKo9FzykcLiyGszSV2s2boIVYr0ChY3tYjsVbg3CLUXn4FGzsLlZmlZFrUjip0JLZFhYkagm4sbi9tmrK9miLhejMVn2kd6UqVw0I/o6GpbUdxabfOEl185r2yhGmlri5LcFbzcGuYc9+7oMERXoWdLTs9aA0p5A6EuKAJWuwHdRuQBcW12ZrQoMSKLVVCPc/dwOG5VLoLcqU9kfy/FRonqAso6aZidSbgE9hpsu9/OM6pKxG+1S6dKqKKcjM6wjMrq1QnoSM4IHUFoNiD2Ot2pifE7WHMLz6pKZQxzSlLVwkcJDd7qJFuwv6fXvfbO9SR9t4EuVS6hNi1eKtLrT7UgtOpusHghwC/Dyiwva2puDrtL52cRWtN5LxeiZ9suJAlUNaESvhKWtZyMrBsknQZSD3ubixuNjjAns9xcRxeQxHiZ+iSovSlpCA6xKR/cWQSnTUEgjyy3vYtw9VovutiL1v1HIlDvO2UpXqCQD3NwVdib2G309iKLQZ/Cns/AfzZmnUFKWVDyvcFQOmuth5eWyv1oX1M/UdXsHjVxFtXtzVBwvXnIsXFnvFhaM7S0x8vmQUqFyAsfrC4NwbDttVQjjfC7vuGstRV0heZ+iT1sB9huQO7Sr+HMLpU2q5sbp112ZeIsX0H9E1Q/0ismbOHUKT3vp8t+1rG/kLa2+BJ0XlX2nWmJUKanLIhSkJWnqGgIUMqwO4uLkadxfZYdQbfhuRB19Vu+2zkRvbucfUbEeA259Gl06LOQ1ysqlqdKk8dJykZXCcySRoCVWHY3sRDG83CWEoDdZw5EhZGOK1PpbSw1+jICwwb/DUkFSuEu+ugBvfbLm8ylxd31Zfdi56jRKvnfajtJWh2Os6qRkub20KVAm+oIFhexp1EaxRAj1T+l4S8q2nVO+NKT2zC4JsNCLg29dCd7TYcAiamn6dVf5g8GbgRvR3N48wa3KaxDFqKJUfoalXzuZdFNm+qXUXHSTpYm4GowfiyNhKjY3nxcOM86hbq1R3VynEqUlQzKbUFEi6VXsSLkW1N9r2lblsRxXW6pu+q0KVK4vXFyuKROv3CAlIyum5GUDX8TsQVD2d8Wz/AOmfs9NpD6MzvVFfWhKvO2ZIOU69yCNDc6gutWzTR0miXSMSD7ixarXuGsucXmskpfFi/d+pVv7M5gUFQ7hJ727EXtcMuQMZV5h3lOSmsZlKzNLShSU37oVcgXIukE2sToDsUNUbFFBqjDUpmKiKt/K1kdzIUrQWsoA972KSSk/Lrfa5xNKw5AqjnvmoMU6ooytMLW0UZVFHheAvlUdbOWse9gLDYX2tNRGGJJ3Gqntby6k1FidaIefp6lKSmwNrkXtmPSe40uNpu9ubPwxUKbjbCWGmK7RajnVVKcwgtTW1IB4io3a7iUpUrIRchKhqLkV+72LWaXvabd41O+9MOyIshh39MniJPbXKsG1wCbd7nua/dxj6sxcb4s3cz6e/UeSq79ShR3fC4lSlLUlKibJWSs5SCAoKAuexOr7ftlWnaa3Ar1Lbxvu0qMLEtE/71TZH3WbF6DcZVDLmFxoclx2JFiGZ7OVN/nadbaw5LlU6LSH1IlOu9XBa0JY7dibpt3Ay3vpsvq9/NVKrzGN+brdIi1HPzTSLIS3IJs4UOJ0Q4lWbM250EhQJTqSS4Erte3S1T7W4NxDCxLhfEP3fmoDWVbj+cBKlspJLb2hS43qq6AUJULhEk7pw8Y7d88hr3XL3c4cdiv8AuhDSqvFaWFfAKelsWuScupNtdQbmw2Vm7ByjSoE+jYcZioYQjitcJQ+IkD+0QTZahYHNkzAq1t5JpO8LCLWIpG8bDGMHIuPKZKdartCmSC0qqRypWYoOiUvt2BKRYKsRlBIy20XEMrEdZcxRRqS+xx1qdkLjpCFZ+3EITbuD1EW1uSNSTU1FviFDQ1r9Odi8eVFyMVF9PC5davgSEEjKq5UMquo2ANwcpGhsQfG2H/elBboOI4iIr8VP3VeqX21eEg5tHEEAXBJAOXKpNrA2EWs4jabgSs6Ft9X3phCkqSbeBbdtL+RBF7gXHam3oT69QeQiz6SiVF/RcVCwtpN8tgFAEpzX8yACnTU22XAZWlj6nX2bd4U/cZiNijVR19/ClUkchPUhPTHUNEPEDzBNiCQMtzr323q8XXWm3YryFo6VoX4kKT3BFu489vNWkUt2vOz4HvHIiUwlS0qvnbXcnvfp1HiuBcHQ6Xfm4Xf3XsB1mhblt6HHqMKqfCodZRZfBV5Mun5kHUXJBB7Ag2206r/5Wnn+o6As3cSM7e9j5ql1luVXmeA/wlJXKaazcwlJFlLt84SMpVbsBe9hYVwnjyLi1px2Az4FK6vApWp7psNRbW1ge9htb7/KPzUpzi5ELYQroX+0EHtqLet76W2/N1m7Ln8EN1SlvZKj48qr5HL3v9Uq+va9xbttipT3dUxES1FT1acZghvi3fNby8JPxWokV6qMIzNIX0qkJSc/DCvlcFroVcWOlxckAGFn8L7vsL+4Woi6W/K61LU6tMdxd7Jz5ultRvlzXA8rkEAOSTKlQJTkCey5FlMeJCv41HofPYfl7votedfdZqMKUiV8VUDRUhLtrqyJsbpI1um57jTTbQ4r4ndN1eAaW/tBPCVfnynW6phxla1sZ2Hci8qm1DuFDS1xbvobjy2+MYtYXoPHrLWHlrqk11brqmkdSXbJClWGp1Fh3B9fS4w7SqNAdfi4NpKKcxKXndkJdCkpUTcksZs6tDoqwtp2Gm1B7RrWCMG4I5r7e1FGJZSVcgjhIfYkO2uWTawbBAUrNnzJ75VWtsjXuRyB8zRqD1E4+YHeyhvEqlL9qCA1AztsTYUiAliUjqzEpcDZHiSmyVW9CnzvcmUOjVmg+1piyqNZIqF16U+hhfUrI+tLxFyNfGbW8jcaEk5k3EYxn0HfxgzFFZeXK5WrsZ3co8Dl2j2A0IXb8L/XbR/tqV6Vu+9qCm4ypbq0U6t0SnT1x8wTmfbcdae76at8EdyCR5WB20UV+IXV1m6kge5qSZiFqVFc+Dnyfq+JKv48jb6X2XWKMQSpUCX4+hCl+D+Pw2LaQqBXsOQMZYcl54tUiodQtPUnXuPpY3FtSLd/PYG3hVprBuDZ9UdyPrYaUrhI6luJ7WSO5USdAAST5bRqSxUieNQOtw/rMo7zt3dZlbxsLYjaZXFRV5TrXxUZ48hfDzWsb2UQHLjXUAgakbA86sVTAe9CpYNiu8r1sOwlIdKFR3+ElQW2QboOYkZb2PfQHXRFIxtPn4tpO76fSUVfD1Qi+9Is+OgLdhujL8NxJAvYq0IIWDmGguCi/akwrS6Ni2u4jddXx330piq8KswOVGU97ZUgk6X89kK7hwpnu6rBszLtO/GfApb9G3v7vUVFhfU1UqX93fT31OWyQT3zIsL3BTbUK3ejjjDmLYEf3D7wYyeJcj9XXxdySfWw+uxRgzGX23wHLi1TgTapS051NZgl1SLAZwnQlJsQbaAm9wSRt2wXuRrNe+9O07JTpScikyvElOtxf0GluygR3N7FzZugdRrK6BljE5SIDsqL91ec/uqXtZYfolUa5uqe8FoyZkqShZT9PL6edxbt57arw37M1BgQHIrvHf6lfpfEryHawv8A599L2F7E3E4Xwu6477uYyLy50r6kqTe4uDY9h5adxqNqEbZknrVIPozFiKxAiu/0yy/k/wBqjwqT6G3Y9/Xy77Hm7+qUvn2IvFW+hxaFoXmyqTc34mlzp52sR699nRUty+CJUp/lcPcBHUlfCupHbsRYpt5ai9tNfNcYh3GO4XntysLtSsi3c8fgWVw3Qb2sq5T6i9wdRe2gqLUfiOaPqNOqOAcH8GXm8vEuKK9KYwviOnIYfpfxeLk4XMKXYiSALpN0dlJvcFYJJBAp4ODMUNRfelBq0JeRKnUwnXeEtVhf4LngK9RZCignWxJFtpmPZNUn0ukz59OlQl8LhSErQPhu6aWuMqFEaeQPYa2EdmrQKNAblUuXx+daUt1pfStKr2F03Op0NwSLW11IA3tNQyJq2MlSZaX+6feViOBjJifF4/PRXVNSEZCl3KLBaHAO+lr6XvY38jsFVW9/feuvItObhZirLfvbt6fjtjncyzS6pPcnuxH2H2PGpq+XL8ih9QLAp1FvOwI20NT8auz/AItBqMrmmFJQ6hTQU09pqVJFwL2Nuw0uNbWUs1LXcCYGovp/7ghnhffTF3VYjbn4jokqVCfQtqVwGs6sh8wk9KwLaoPcdtRfZZe0FvF3fYjxvWpVBwRFq9ObydDT5YTMunMpxlduI10qAyLzJSpJsE2N2FSKzRqo621WYnJPr6M6kHgK7C97ko1PncfUbGzeA6DPi8J2kwn0LSn5ApKkn8rEH89tTSU7lnafroTx2/8AMzPTcG7lqzwJUXG+K8KSn4SXYrFUaamR3E2P6NxISV21t1gG1hYi20nd9u7rMDEbc/C+8LCmK0SkKaTHdWumynE6GyOISkOjySpQBOlyNNnBj3c/hKLhJylxaSunIQpcqKuL08u+rxFCSCkBR8SbWPc6gHbNj1IxbRp7nIS6c/wFqUhSfgLyg2Nxc30ANte+h8ga2s1Td03U6NRx6P4M17hmpb0Gov2jo1ci4hfpGePWcOTYvJVeOgFIJCQpSXgAO4IIIsArRIYwrNLxRRm6pAd47D6cyVZ/2g/UHQ38/TbGELeVVKN8XEbS6XVGMquaadGRywy9abgdtMwtcCx7X2ssB+0K1hfGT9LlZPcleWhSWnVngNyFBOVSVC6mgq+pyrTfzFjteq3YMQHUNEuo8k9x6VHitVnmovwJWfLmydKteyh5gn9ncEd9qTfApp2gxJUppaH0Zs+Xqy3sLE+hNra9yL9rbWULEVGxRzbtLd+PCd4UyKtY4sVfcBViQQRYhQJSoEEHXYOxjXead4XxF8NKmkdf46H8/X67A1tq7JlaKtqn8opaxUHZ/DgRXkZEKzdVuqwtbW2h00uT6bNLcF7UtT3BynKXiShzqphCU7xZXJsF96lr0BeSACeGTbMnQDvcEG6+r9HgOxXHeCth/wDu/hr2/wCttiLdzSmuFEqjrK1rir6ltLyryH0PcHKfXvoT3GyNG0eQm8bq0Ty9TQNZ/lC9yNUn1Kgzy/No+Rp2BVoDuXiXAUCUqAU2QryOumqSDqA0H2ksebxqW5heU8io0uap2O7NoMBuZKbYJsG5UUhaVgAhKnWxlv3TroC4y9mfd9i3n5WEmVsP1FaZ8V1pKWlxZB1U2UABCkrVcqAAFyTYEW2pd2m7Gqbvp/vSjRH6RV0fopWQ8JmUANHkJutsHw8RskC5C0EEWdSwH1HlRQvjLmjzcUbvq99l/e1Ixlh5ha0NQJjr1OlJRpmZeRfMw4BqlRQRexCiNB23kbrt1WPHYmI93OMqpSH8nFlU6VNQp+G7cAJQsnI+kkElJKVFJVYqJKdi+oUBre1WW6zXqiw/V2GkMcKOlClJSkmwKPGi19R1DVOUHumkrWA8L4cqjlUlU+VzrCUoddjtId6bEAvMLGZYsfE2bkKGYAixv3JQp/NExNpdewbzcWs1Fa5UJ1aGnWrcrOSnyNhdKx5AiwOgUdDtAw1zU92pOxYj60dTsdWQZs6R+jIFwSVG9vMXtsQ1uPAnuy/veSLxU8JqPxWk9r3CHOpJ7Egmw1sbbW25vANLxRAqWKIGLJsXlVraSh2KrhZh58RFr2JF0i5GhIudlim4zvtgJSKdQa9xKDWWULYlZnYqEMFKku/MlIJssgdWQEOWzAZrWBZgbck1VKo/KwHRFzapCiqlOpgKKkuRT0lSdesX0KbZgdCDa5nP4QpfvR+VAqPAfXm48WQj4E5Qy9bZTqh0akEgJVe9xqAW4efx5u+dbrzUSbT+Vyqh1Zhri8v5qQ7luchtcpOh+p0Iw/aMsU3SuiYQxlAwlPlV7Ca6phCotKakIirbWqGrWzl0KKm1jUm4Asb3teyVp24DmsRsfZd6cwjmFPw5XzJsekg9tLAEXPzXuCDs8aIZ+I6z9vKziF/3dV5q58+AmU60xIdTcqCFJX02FylN0keeXSx3u83hbvsL4ykYSoLvvHDz6UKiplOhb8OR2cYB0XdOhGcdQVopZ6i5W+/iCtr2DM/d1W87eXuldRQa9L4i2OtOe+R5H64SdB5gjW1+/a8vfOy77QTrjvKMLqjEdXLsNLPUkA5gB3IIuSnvpoD22c2J93eA95eEm3ZXDcYfRxYs1h0JWyvUXQoapUD0kXBuCkjuNvPPeNi3fJ7Oe8v3XKqLFUioUmRAmtILXEavpew6HUjRQuQbgg62B9nEHXYs1juu3u1Sl7v28E7wf6ep8V1MeGp90Jl0t8HKhGZQIUgEgDPcWNrFJA2P9wlQaZxG5Ai0NtinMJd48dpfXBcK/wBKljUpaXpnCCUhWU2HUTjTE+8yl75GqbjfBvGoOK38rWIaW6kKh1CwuJSCLhKwQEqSQCSoKBIzAzKDjbeXg3FDGKGuahPsqT8WKorSnSxBTYqyHzABt2tbbItewPg+ppIKinj7m65uDZWEqXO/paUulxX3VtOtXUqKhZJuk62BSRcKGUkXBJAIXOLt27u8F1iqO5K3S4uRb7rCiiQ3l8J6bkqt539QSQCkJaB7c+9CjVnhSqTS6ihC09absOuJ/LS3e6bW76A7NfAHtJYIdrLlek06bRfeKkrditOpUlKiBnKRlCV3Xe6TlzA3BB0VTG71KfbCmsU9qjcT3o7wMnizr/02Vm8PfLS8GxXJ8Bnmlo8KWuviK9NDYfuNtdsp4n3vbxq9Kcar2Mqvx1o6uK+VpV9e9/ztc+nlsPUYSmnX3XZb8Wa4pS0yorubid7X/Wv5gj6W2LYizz1fTl/mmwMHe1NRqpS+arOHpVOf6sy2rOpV201I9fMjS/bS723d7ycOYyi/0DVmH1/Oxql1P+4dfpcXF9L7ZO3B0/DmMqW5RsR1GL7xQ0paM+Rp2Qq57BASCLEG9r+vbZc4zVP3fY8XS6DUZS/d2VXjHSsk5cjiLG4RkN7DVRBHcbLdsQ1nTa8eE9G8RUxqs0Z9pr50KStKk/57ecG+TCEXDmN58CvREeNTrHwupSDrovQ9we9ram+uzy3Pe11VIDrdL3jddO6UtVJahxW/Ky7eK2mpF7dzcaxvbJw7S8R4cpuN6NLRKhLfT96i2WjIofrJvaxsf2bEHjAUVPp7MH0ZmjDzzsDiRYrPwH09C03yelrnW4Guut/27CFT9/c+5woj7/WpGZpg5tPom5JI1PfX12K2cXfZyA3AgOof6VI4Epr5vNdxa3rqT+Gu19DxfFi8CstZGH32sjqX2gppS7DUEEKQSNLgjU9j2MZ2zU2xaKk1nhcV1rrR4k5P26jUbc22apP4jTTy868395X7fztrsc45PvSe3PpbrDC3kI+Fl8NgNQq5Sbm5sTcCw2Hvs9iOK7zTUtGTqRxWvDr3uLj8rH027dIxK6BDqkX+tVB+L4epV0py6jU9iDf0B+p2Ot3mL5+EsRsNc2w4w/050qKVJ17hQNx5aa6fuqHKzVIvE5p6FKYX40Zcqvwtc6X/AOG1HSo7UqqNyuDkXxc2dC8uVOuh/dcefb8BOPGC1FfcQiPPejM5/C7jsp1aGFoV8VCQpSU2FydNQCSddkPhndhFlcOVKqy0fqLaWOlV9dCLH8Cdf8nVPr9Ui0HhQHULRkSnIq6s3loddR5dvLagpUKfF+/wOVWj5+EoJUr6KHYkdrAeVte+wdP4iA0Wn7Q8pyplNpcCLLpbWfjrSpHSgZXO2o9NBcjXUd9LbJGvUSswKo5Fdzo6svxUdKvpcAm34i5GvbZ8x8SQPen9UYYfR0SGkqLSXNdTZJtm0IJKASNL6X2qN41Zwu7Abiuuv06U/m4SH/ix3FD5AodTRPp1A2vYWI2sLO0YzYFWA+6fC9e9/c/wciGMyuKq6kKV5WIP5aW02K942+vG+Da8xFpctfAQhPHSnqzJvqDrexN737W0t32P8A0prBuCPfNUe4HEa4ruf8/MfuGhH+QLNG77FrrlegVFC5r618Vha8qk3GgAUQlQ73AN/pfveuxbXziLrWtsH6fvG+1tU5qVRH/j5s3CfzJ+psUnKfU62AvfudiKi7pazvanuQHcTfZ5hjIhC6pAUppxehKA8hRyp7dWoAUNAQQeGHqfS4tebi1TDzC0P5eXkIa8SrXHUk379wQdRrbU7aiwz7QnuGgt4IrO7KE/nShMefCXl76AqSb3t/dN7eQ02cyG9RyuvZAzeyzRt2mA/su77rmv8VMdUN1DUqPIyI0BQqyVXsDcG4/MbKT7I7tN42Evf1LodLw9W4v6WEiQWmnLnxoVlBHrlIOhsFC2xrjyhxcW1lijYtyZFrdlRXWrZ2dRpYi9u+hFr9jpp1Tu6ao1Lb5XDzGKGFoVHadivtokKRnJ4a0qIQoehBChcm5vYXUbYU/iLDAFXpeDa85/WuOx+o1mWlQsTZSbJXfvYgG3mb7Ntr2laM6047KiVGVkRxVtZQ06q2gCD4FE+Wo79/Sz3fYQ3fYjdci0vCa6DV4q/wCq1drP1J1HXfOkEa6AggHQ21/MRYd3g1Ss+4YG7fD0KUjNmmx5QWw9a1rWQLH1BAI0ukd9uZd0qJ/U7ek1vQgORcEcZdRitKU/TZqeXlJTcBQA6krI7dJPlr32XvvGlu17kK9RJtImsLV/SNIlcvIZSTmUl6KoLZeufmCAsC9lXuQ8KTuVozUVjFs937IYop2ZfNcq3wnFknxPJBQ4gi3Ss3A7FB12l70t3WHMW0t/eDFd93Yow8n+l47V1RZidAX2zYlNk6lIJHi0J1PVtsMsRM7Y/wAeY3wa7xaNjGFiigv5M6ELMeU2m98rjZvlIt4redinTZ+eznvm9/UZvC8+rSmItRUtcB+ZFHFjrzaNKzBSFAHQKCteklKSdQjd+/g3Ebs+K7ScKVFC0I5d+LkWtNtDmsTnTc6EAEA9vMilarGKMJT5cCl4ORyT6lpQiPfpXnBDqbEWsU3sQbWF721Zdw0GBNWYkdxHwnGsb0mnP5Glff6ao5XkDUF6K6DdBGpUhSgnXUWuauoYOw5vLwu3AgVylvyoTudCnbLXHdR3Iy5li2nlcaXNrA2e7epfzyYIiNVlmVTqvCTkXmdKeIm2qk6dQIHrp5nUjame3aYNwHjyI7i137rVE8ul3PkT37qCClBue6gARexve+wTCVnccSwmYHxl7hiRay8iUuFlQ07HRm4ibC2UkG1gPCD6m3ouHN07tUlVLn8GoWxKazfClOQ0vKvcmySWi530UgEk3BF9tFYzXA3fNR2nZdRXRH0Jy8KQXWspGnfwj0Oo7a3240pnmqW5WWqTV5tEW0rLKzodUlNuoOIBCiB2B1J8hpc0BaHdV2zNlZwl/NfAgYjoNWmwskppKGpTRX1BJJQVDS5A0IPcjTzLdxNUnceYIpO9Wg1HOww0lqswFRVPoyki7oRcHMk9wSBlJJ1AO1/E3mUbDkp/DmKMJ87hqatXLzFRQ+xlA/Rvpyqy2BtcpsPM6X2j0Or4cwRVJ8XC7KKdSKilTvuuUgriuKUCc0daFEhsgjpBIHa1hbalgLSiPtlRhv2lqDQXWKXKp1ORTn1JYlPsZ0JTZNkhVwFNkWtY2HkCQRcnai+zxKxH9rWq5Fi1eU0iO7KYlZFOI+Vpwt2GmgFgm4sCTshqY/hfFs+rUZpr33FYWpCGFo+8JSO6UqARxUJBGUk3AAGtiQc4bg7tPcPFo2DpT82ErgSo/CKZDaxclt6M6QcvkFpUSCRpa9lq7Nr7Jaz1mNDF27eLi2lyPs5UIXwM6I6pTWdpKbWIJSbqB8+xGtvXYD9z70KNhf3DP3prpC0ZkIalOpdiuJCbFKVOpVYA9QJ7XSCRe+xZRqtKn0vn8G0SbwOEtqRFXICJEVQGoVqeIkdrHtfxDa1gUmlz6M5ArLL9OfX1oVkzJbX/AHQLHuexFjrodmw8BiDdAwVXqXhxx3EeLOdfi/FQpp0Ous6ADIFEG5vqkkg3NleWwdiWBAxRS3HZVRp0qahKeVqjDSkKcUNAh9FkLQsfMhwHUkAnU7d60/S6DAfiwKjhevTaerJPgR4q4cpm9jnMZACtQMxsggkAgjahr9Sadw5zXBpbCFozsOxZpz6a5OrVJHkkkjTsLnYgCtKyr3N4x9883S57T7FUpy1tZ4qM7SrKPWkJ8SD02sABfUA67Frimqo6/wAXJNz/AAltdSHU2GhKSoqSryABAOoCu+yK3f70KzVKpPpbVJRKyOrWl1pA48dQVpa9x5AqNwCbEjzDkw3vu5Cly8OYtwzCpdbYzNRZU2LmYeUdEh5SbLav5kpUASNSNdrFMSpeK/Fm9ujbpXX4sDDz66u+6r7q06p9LigSAoIV1oNrXuCCFAgkHaPuY3kY3xbjJzFG8GiclQVrytIgILUpKAepa1LITl8z2NuwtYmgxbg7GTu8uBjKvMsMIWhDUd2nSlrSlJcvoVDUG+gAItoD5h1Van0bEdG5p2t+7qvCX94ivpCETEJ8kk6Jc7+gJ7g9wjrdV9OAF+YvaA6HMc6atu+aitz+bm1SlykfRp1Pr3tmUPQ5T9NL7AW8lG6XFuF58+jYmfX7uSp1Mjhfeodhe6hbMUgDUEHy9AdocvBVexlhf3W09CncCP8A1hq6XVJtoLgjMnXzuoajS+iawU3XsG7wX5UrgIRlXHdaWkodeUbd0mwWoWKTqVX0trbYFFjW8mZWl0dbvuE+N33tNbwZ9Gn4NqmIadyUX7vHr3CyqZQSQFrusEpItooi3a4AJ2LKbVZTU9t2LVotUqOdTvvKmp4TriFE/p2ySlWmoUkkgEg3AOwrXcIUbC9UcxbFpNOfojcpWSfDaCZFPWqyuDMQLLCbDRVwCLBQuAdiiJRHeKxVKXTpUVC0J6eYCmlJ7lTKiDpcdraDSxIILO0Ga30yYhbWsCT/AHp70xQ6hdOmpTmlO9CoqSNbvWKNfQixtY2JvtDr26+gxcL8/RsY0H7q7xWn34pfhqdIsm62SHYzgNiFWUnUk9tCHBzkr/zlyqi/CW9m4WdpbTEhJH6rZLZWf7qUEmxyHUkBxFuXrPFxDWd32IWETZSVKkQ1NNtJmJU3YoKQkJJF/Gdb2uCdTJTcMQorVRtljTN3323wk5PpbUGa+xkVysWQWFNyEC+dglJbKT5hIAJuSm5OyyrWGqDvG5T7b4Tr0JcJXCTNXmQ7DdSbFDnCWErQdLmwGoIA7ge3IYux5uWxG/hyvVCo+638jXCdzq4bouSeogqTb5gQR52vsR74d8zsqf8A0C0iU/N+7zWtUJmIt3SofMOxNiq9vpfkG0YkY2iDcDGVLozs+g0ahsVhhj7rNiz5HVl1tYOA3B7BSSACPMEnatrW+bEc/Dn2IgMsQkRVdEWU0ePDSVWSLGyVIUb2JAH+K4UAeh4e9/VThT5b6Ko/8KEupSAwh65BDSZJSLLABCUu6KNusEnYzlNVmfFgUuvMrhSqWvhT6XKQhUjJ8ryPEFpPfpKwolWug2gjdIHlBSbXt5bTv3BmKh/qUuRFj58319dE21BNh5C1gebq8VYt5r+nonOoRl+OwvNmSDcnLoCALXN721NgL7DWMqBFw5VIjvNr5LInl5sVXCfbUNcriDdKwe17gjsCLCxZR6VPgQG6pS6tT1xX1/1hTRStlZABD2VVtSDZRBNrAXtYESFUQixxvDiwMW0Wl1miLQ4takR56MyVx1oWdWbjq8rt6dKlEk2ttobBkSjVSA5WYHuiVUWI+aQiO7wluJOvERdQKCoGxFyCTbqFgM67yYvP1mmtSpeSlykuplRfhupUq6Cl1IICkkHsoDQWsQRq7MDU3CVGw5TfddEm1dEVCZENXNF1TdiDZD5utIOvTmIBA0SBclljIDe8ifKr0ultUOnVSEwlSHWnYpdmNoselSFIPMtlOmQKK7G6U2IvdYVxVhfBE+Bi3BuDV0HkpSOdipdzQ+u4dGpCmrp6gkgEAWKdANjnD2EqDiiL9ssJUNFUmoSpXIPykIfzG+ZAIIClXuMzigCb6k3Gy4qNTqmMt4LdBr2E69hBEJP31p+UU8ZrUcQBQIWnWx7pPqdLT9spC32ldwlU3l4ypOPMB+7l0iroQ/IkKmFHLykiwdbW0lZCinQ3FiEkEjsYlU9nrehAwk/VMW7woteXSF81S5SHXWJEdKQDZbhUSVAjuAkEWFvLa03w71qXul3fRMOYSdblLfVysdqKsr4aO61pyXIIAuTprfz2U2F/aapdUgPxazx8j6FR5HLvlKVJULagn8bEW/A7Qtm6WFZlhuxxl9st5fFxHh7JV1xUoXVMyWlzEhZALyAOG4SOoKGW2UaEkKLcw17BG77EeMp29DFsREp9chMqFF1SltQRbMs6En0TqEkXFzaw5uNpFLrOI6bKad479L6E9HS9HvcXHdCrgEgixsSPpsKpYk5WjrgUvJzrbX6JawlSfTTvb67MZ8YvZ7xMtTm6Xhfe0xg2BEWxTpUdTTvC6VJ+txa1/OxF/Ptfaqd3Eu7r96DG+TC+IZs2E+6pqqMSkZ1ttOWBuBbOkHKrOAlYt1By+ZIM3XMbxd/rH2yiPxVvuq4Ss4U04nNcLHmnTuO37dtcxHef48CVE8aFJda+X/LzG1VEvM5YimwMJb5JcWVEhMe9GmpvwmihiqQnuhYWRZKXm1hRNrZkG5BJB2nTMMYN98ue5npsWVCaSjxeFqxyEdJHlfLm16iQQNiffNhJp3CVNxR72hUibgqR/Wp90xXqcoWeZkLAUW0CyVhRBALYuLE7Lape5qzwKpS8Yrp9XpzSYrUqPNQ+w41cqDK1Nk5klZGXOLg6DLmO1yitIDYkgR8bwKW5Kis0TFdBleBWdKJUVR0AsddQCkpClBV9Ra9hVmbFpc9yLS2l4XlPryuxXWg1FcWryJtkQV9rKFlHQHW5q65vSrOHGvv9OXFflfClOx0haJCU21ItZaioAFQ6gNdAQRBh7zYuLYrbVGq0qnTWM6USFID8WUki5bWFeJBzaotYdWUJIBK5G2ElzA3aUbeDXnGoD0qLW4q0LdW6sux3tU6FBIIv2uCU6kgG5OzSgbjMOQJUSsu9FRYRkda8TSv8OYEoI101BBsRpsqd0talQN4LfF90MRX8rSZjTuVpS9QtsEkqRkskBJsCLAAgE7aantymuG674P10f5jU+Wxa0V/c8v1rU31WbFPEucPLpfC5VqIw24hH6LhDL6nTsb9/X6bcKthugyov3qkxVoQvoQuOlaU+dhcaflsLOVRpp3i9C/7/AIF+XhWLa/jceoO08Yhpcpr71UeAv5Vq/W+pGn42H5bH8VmELmaUeKsF4NrPDdn4epy32PA6qOEry+aMybEg+huPodk3vewlheg0tufQWeSqKM3Rn6HkWuQq9tR5akkaWI7MXeTvIpdBoz8pr48phCloRnypctfTy17kXsDa3mLZpkbzKpvuxG3gigxFxZq0LWtqVdLSkAXOdYukEWBCgO5Tr6+Z6/o69XQdqZb845Et9JqbxvAJEj4V3mV7BuKIFeitLlMMK+K0iylcI9wL/kSn6X1229g7FeEsRwG3Wq5Np0WU0l2KrhNqS3cagZkkpIJtre1vLzw9RN3tZi4tfo1eiPxX6d0yo/i4aiLC5QSMvYhQuntrqLPCgBqBAfo3GWuLmTllIUfENAVgdNzbUAAHSxJ2w+g0towyESteo+lyrjmN+v4ZwHPlORZ+IZUrJ8Xi5h4SNDYjT6G4vrbQbRmvZ53Xz4rkqjYxfpzj+VUhDTTKVK9DqASNbaG31PfYDpjM+U1wmneJyuboSsqUlo6W1J/O1h1XtcnZUb5qZjzAbTGI93OIZTFOqK0tSIvFUpLLpHy5iUpBA7EDqKfx29F9SV+4cR7R62ux8OMTQGMvZLgYyo3uZreRKpa2/wBE+00lSHEk3KVpI1B7a3AB87A7JbEvsvxd0EWXPdxvFqK1oTn4scI4iRdQBygWOlgQLEDuTc7KNftGb38GtMRZ+IWFoXlQhp1OZOvkOrUjzsR5j0OwxiD2kt42I8ZQML43oiGOOtLTTvFKUuNLsMyCqwI8im9xpqNCbWjfUdk9BYirSdv4MtxClRZXNQHcmRSuvJmTr3zanpsde/l3sNq/EFQxHPi8rVMi+B/tb8XKm3gUbBVgNE+K1wL6AnsXBUpqUxytRQw/8nHVkzen43HlcHsL7f1YonvR3hSnkfNmQj8e5GtlaaWse3ca7YHYdp4horIMhqU63FdZQ5/fT4VeRsQQb376A+o9WRTm6XS+BKlfHQvL8djqW3p8zZAuCe/h/E6bCWKKe7giqNyouSVCX1qRn6m12ubdJ0One2o7kEbWaMe7vsURfhUmbS5rCk5lK6mHFWv8uie5OmUa3sbbB+h1OM4jSaK5k7gGRHru5pu5HeXAcpe8vDPvRFOdS6w6hSkKZUdMyCiygdSD9CdCDs4GcGbh6DwPcLUXJFzZGpWRfSdcirglJuNFEm/bW4BwVLx1yDrcWgy1sPv5mkOtXV1etwL37aXtpew2gR3cRynfi4xm52EZ0p4/ygH6eWmgFiNLbej6Ybu15jE9b0ysrpwCMT1Mo9f3Vcq3Pn8qxyuVSVIslKfSyk2Oa/n5m+33U/aQYgO8rRQ3V2OyV8dCH/roo629dDpc+u3lojE2I+LysquSloY6kLdd+EpCr3OhKO1rE2I1v6k4wHEn8X3p4+JmSuPKlBLUruQpK05cqxa4UNLnpKe+213fGOHTt+Zt7Eu8qBi1pzn8HIfR41qVFaWtWvzAXzWsCTcgAXF7aAEzdfuW3tT26ziPB2HpsqK0ppLq2kpfbaBTcaWULK7KB0Oml9s/RMbyp/HoLUSqU6oxf6q6xIyqlMC44iknpcVZSCQPxsLg7coLFL3jReFAyU7EMXL94jyOE+pemXiISRxkHqBVYKTawuAdkyrMcwgqZZpgYM9n3CU+I17kpDEqLl4Tuil5bEaL7ggaa69u+l6qoYU9mSLXvta7Q6cuorzLdkLa/TKvfUj5/MAkXH02yvBw9Kn4tgNVSozeA+7ytRjrlHipUdMyFadIPkQbHvoCNgHe5Ucb7vsZS8EQK4/ORFyrj80vpeQoDTMkix0KSRbWxFtBtQ1WLyJ2xpvORQ9wTVUfdi4epzHv5aJErJlUxKdyhPEWFgJKzlsTa4IF7Gx2P93FR3D4DqnuaLhOkRZs11PWmK1xXHRoOoAKNraA6jsNvOvcXjPDmI8ZOYI3gszYrErO1HW7IU1IiyNPh3BAUABdKhopOXQFJzX+KsH+68eS6XijGNe5Vf8A5yKot3MjNqUpcVpkUVdIWkWOhJSSdjVBlOTKbGPE9S69B3LY84kDFuCMNVtDniRVKWzIzX8/iIOb8bnalj+zj7OjR4VG3Z0iiL+X3NmhfllaUEkH9Ugj6beYtc9o3fTu0n8q7iGr8DOtDD8povtOWsDZdjlWBlvfUjUX0OzM3De1jvB3quy6XVMQrhV6nfHaS1bJIYJ8QGlyNAoAfXS+z29QINKbN2AZo/GvsW7ucWyuLhLePivB0qK6pSERXWX2krNjlWhaM+Q2GgIULAhRttT0v2N5TsByl1TG8Kqf7KU60rO5mvqVINtbixtfTzJ2DMVb0d78qqc/S8QwVyuElGVbQSpVvPMFenpbsB202FKb7Sm9CjT3PtHh5aH0KTxWkOngKXaxUnS6Ce5Glz3BsDsDurGzp7FEZ7XsQ16l/FpeMqRFfRlz5obi0qV2JNlp6joStISSSewJBh4o9m52B7taqlchPvxV8VrK14nRdV0k2Uk30FgRbQkk32jUz25Of5Slz8JrbmvpyJdVI+E5fsSoA6gd9L63t5bLfevvn3lysUMNe74sKLk4sdLsripetqo+QFgR+qbHTsdh3PtHEB55xG/jvmpWDeFPeXKXFyNIWvqUnKTb6gjsNbi1vpt03Yb3MJYSpbGHMR8SFkSnLKSgra8vEE9SdSdQCPWw12i0+r+/sJMSpXRKWhSnevN1A638+3kQDr22QWN8H7xncR8/hKJzrC0ZOFHdTmzeYUknW2nrb1HY5+luZLYtq6ltTBmzKpTsB70KW3Kpdbp01/JnjzIUhtbrKrj6+oF0kEeRGyvlRqpu5rzcXGVJhTac8vMiRIi5o7yxoFFP9k5fQ62sq4J1AzFRPZu33T5TdZ4MqnIWpKlKaVkVlsBYhJBSfqL+oOzxw/gLFuHKM5Gr2Pa9NhZc6oUp9MprLpdvK8k6fXQgaCx20tQ+9M4mKunSm0OrCMZWId19Ur3Pu4NoM2K+199Yda5hh7TVRQpICQT8w1BF9L2Mmm7q/ZkxvFciysJ05+l8dPFpEpXHi5SQQtGay0gX07FI0BtYbYWxTVd31Lrzn2Dq2K0IRIUh1hp9xTUdZNjlzdVrk3TcgWAuddqs72cb4cqj7sCuTUP51f1hCVoeT9baH89T530ITpR92Zv7vGen0D2JPY8a4FUi7rIUJ9hSZDSo9Rlx1NrBzAjI6Adddbi302t96Hsi7iN9LlNn4oFU49EYdixX49SKcqFlBUFJUFIVqhNiRca6i5vhXd57W2+7lW4rtOhSoX668yUpT3sNTpbpsfobjUbM2r+09WWqM407L90Pv5v0UhSU+Duk/ttpofP00XvFS7iZm3a6uk4do5cIbnoG6Xn8EYSq3veiRVJdQ0p1KXYq1dWt7AAjva4Oh0J1Se/b2UN6G+mqRHaNjeLCYiq4sdp+A4h/OT2U6h1N7DRKraDW5NgAKke0JPw5WXKy1jdcpb6lIdS6hC+InsoXB1Nu9wLdreezFqXtP4jgYciYjdqDHuh9fCXN4RU0ypRsEOWJU3c2AuLE2AN9NsqzXbjnJglehz3FEFd3+4je1g3eXh6qSpdBqNRw1xWJrHNFiRIhrQglTRKQlTgW22ClQFwb9XbaJ7V3slb396FeYxRg2hwn6RwFLda44adS7e6TlykKFioGx0yp0AuReqx9ijGVeYxG1LQ+tC0ZXY74UlSAPPz7HsRci17+d/M3r4tpdUlwJVbqC6W+11Ij9Sk9IuQk9tT3BuPL6hq1IDeoZNYgO1uIktzHsXSsJO++cWxM81C8+Tip8PY2AVpoSCRfS9idtDR8FNRWuV5RDCEZUZVpCUp7jt5E6/ja3oALU7eZullfFlYsmvrXnzJXKKFJV3NxcWI7WHax7EWDJw9vf3XtNMe66iuUv9E6h93OhXcWBNz566H8NtKrUlvvEDqOnJed26C9WXAoP3Xg538+TpaPTbTtoLfvvtRU+gT6zPY5p3o4qehF8vfTuNfrc/T8NP4XxBuvxRKban0NhfRlzOoC09uwV3BAOg9OwGxHJ3RbuZTrEqlurirz/okO5k5TbyVqO3kQb+ezwKuIieklX9xYVTdThKfhdyVKpzDEpDWdL7SMi86RobjQ3+ZJvf6Gx2QGIMIOtQOfis+DK7nTdKtCDqfy10IHa3ltsutbrJ7XNu0F1HHfYU0vJIUhqRobBaDdJN/WxFzZQBIKPrm77FECA5A90vrcWjhJSmy0+lu5/frbYfYQy1+matw9Y9fiZh3gM0bHmEokqgvf0oxnjyIspH6NfUkpK06kHRSVAEjzSLEbCdN3J1SBhxt2VEircfdUtpWikq7k2I6e+l+9u9jcAxqm6fFE/G8+jNPP4eq6F8/C5qK5wJSkjwkkC1x05k3sFWINhsbGgu4IgT3Z+SFFqilvyoD6wtqLNNyt5hdgqx1JSdD3NydFL69omrrHe6kfmJ5rDjWEoHKtcqw+v/ZW8hYrAubf8/Py+aBijEeF5/8A2caQtDnjzIzIc9c1vELfW48vPb6xXX6NKxREiuvLySsrSuVdGbLpoEr0C+1r9z+Oxm3hGjUZpt2jVH3iwvKtD/CWhSdDmbcSbdaTpcWBHkDcbI1VlGyZjGl0GW9Rj0JyBiig800yjjoSlEqPk6UqOhGutjrY2tr5W2jRMWV7Acq8Bnnadm64Dvy31JR2yEn0NjbUHvsOYTq/uGqNz2pf+Na+pCk9yF27jzBFzcDW+hd+H2MEY8ivtRZcV99CPvEVDqFOs+V9Ncv94D6G3bbc0j74kaju8ZxhYpw5vGoLnuaXncQj7xFXdL8dR9QPI+ShodfS2yH3kbuazS2nKpAicdhGZauFfMlI/G5t9Lk6eZ02YmPNy9Zw5KbxRgiW+xKYRn+F4u300/IggjvfbhhbexFrLv2cxk0il1RHQl3wMPK173/Rq07E2JtY62Ddib1wZGWX3MoVV6LK+4VlnOx/ax1pOXKdCbZgrTvcWIIBF+20lncrFxRg2fiPBFWmvrpy8sqBkOdKSbJfYcJsbGxVnGUm5ukpUA19+26FqK775ozPjX8Vr9W/mPX+PPYW3FVXG+F6pLw5Ap65tOraFtSort/gqUjLxUKHU2vsLjQ2AttlqHqfYfU2+mdUKHt3cj8/iSd1GIWpTXvTHnOxcX0iG6xFq8W6UVKGkpCY8hu5SHSqwKiVJF9baEkeIK1wpXFdaXnX4fhZe/a9hr6evqSbnZu0zcy7Fwk5VMWy+aqjbCM76LJW8lI+GVjRKlhPSVEAkd+wsk6tVWmsRsUvrWxmzcLJ4Uq7j6ajWx1uT3OwdR75m5lLmykvBCgSorfFZ8fyOp+b0vp+Qv8AkdrLDMmLRmnIrT3+HOr8P4+uwxjudFgOschLc+XN2V3/AA1/I38iDfaXV6dPn7vo+KIDWeVF6JGXxKQQbLI008I0sQNbd9g12dqJdRUrTCSo46rNBrNNaaZhLoM13JMddUUOs9gnIcpB1uTcgXsCCLbT8eYoxvFr1No2EnYS11FpCIbspeVqQ6blIS5fKogagZtBoQdLrLA8TEePJT9Go0Tml5M3L8UJUpN9MoVYKUNSBcWse4Fy1d0eJq9Anz8EYowbKyRUpRndijMynvZY8Ck6AjMAU3slZBAJ67Qwmp0uw26cbpA3z02s0ajRMWu4eWxV218KUhqOYc+HIsfiIdQAl9o21bWkC+UhII6l3hn2it4LtU9w43wn9oUISnhKkX5pTAvYZ8wVnFgq1yq9tAQbavxbuyrO8aguRZVW90PxY6kJTMazQ5Uc3KUcQHMlIKbgkEp0sCdNs748pdGpbVNo1UZRTq3RJqmuvqTIyJtZKwrK5dSkq1ubagAEWIH/ADNB1it3i1ajSpXNYcdfYhIyu8rIWOLHVqlTfYaA9hcga9rjZq+yzvfdwvAqWF58uE2xNWp9iUj4UqCsgJLgJSULRfxIUCNdSARdLbwMKV6fihysynVoQtCcjqbqUrz1HcCx172NwbeZhu53TwKpWabXuUfWiKtKn+EgoWpWoHq2TqTpY2vcanaUO6Ac7ZqKu4VxHXp/vSvUnDS2GFcdiVRGltCQm1gXmSooKjck2Sgg30uQANY13itYSw4467wIrHS0ri3yZbgEm2tvVXp67Nimrai4Nf5B5H3JhWXpycRIBJ08rC97ad/LTbHW/qrYt91wHapT1xUVR1CoTumSQlKwolKrlKk9Nikm47EC4GwHTy5llt/Eb2Jag7ugpdJxbQcJwfd1UQmVzVLf4sN7QqucvSR3ucoIIJsdAc+Y03kNV7eNIqlBw9TqC/Kyvtch0tSHbqJWBYIC1agpAAKrnzJ2McOVOjVSjQJ9Zl+7oUJXFfaiyChCVnpU4lCSOCo2HoCRqACCI9fwjuWgSnK9zc2ooX8VqbTZSVpUhYPjQbJsVBYJtmSpNjcCxYoGw7pL2bhiaJ3T4hi1nAb+N8L81zsVCUYgoa7palKT08whJHwnb2SoG17AEkC2wLjPeDuR351T+bl2nyn5S2FyGJDsVTT8F9OhSvMAptVwRY3QoaAkEEiu7usu7gsRwMZUHGKMQ4XxKpKFRZ7RYmZlWCmlAkocOWwBBIUBcXIIHTfXhyg0uvMb1cB4slMc0pUqApKkZ49weNEczgocQeopSsFJBNihYBL5O5cxUV7Zm2qQnd1W8aXAivLRyTqVL6Mq0oPZZRrdBGhtoRmAIIts7aZvNw59nHJU/IwvLnyrspDlh3SbnpJ7X7dvQlR45qtUx5P981TDEV99lrKt1pRS1KQfQ6rYWFXvYqAvYGxsONDwZVItBbd5R+t0Gbm4sN1Px46rj9GpB1UPTve1tSQc+xA3uHRtv2ykxTvyiu1lz3NTor6PDkUnMlSr/KRrofL6eZ2Kq1WsZUblGqzhPJCmpS7AqkW7rTyFeFaVAHLfsUqCVAjse5lU32dqXXuHKw48wtiVmaj80oIzO+TClf2Tw8rkBQtYA3G17h+jYjwRAbo2KIlbYYiuq+7yEdDaxa9rjS9hexsRrrcHYDEJ9sBfqHTnGYj6xVapKdbnuxM6M6l8WL1pV29P9PXafHkynWuLxVo6P95X7f8AltoSsezT7r48rBDyENrzKWw7ZKlK17K8Kj2sDlP18tl+1uz4s9+BWc7D7GXitLaLSk389bXHoQLH127hvtgK9Sj8gyFu6qFUoM9yVAl8dC0ZHY60L8QsRp2v6Kvpre3kQ1jF7sqvS/fNJ4DC1ZWn/lToPF5gFWb1te5PfaMuju0FrhQK4xwP/FazK7eRGo19QbfXYNmVuU7Kciz3WFo4qvCrxJHaxsB/GovoQuOY5v4lpOoeEp7vFny30If8K4sjp/EBPn69x5W2lYPclRWp+F6Xj2b7ufaUlTT77aWnEHSykPCyVWPcEC/n3G0BvA7VZa5+ly0IX4lLRZK9PUGwV+Qubee3Kq0zDkCK41Kq39IxUeNpXUpV7XPkoA6ECxAGgABtCyp2yFPwq79o/dcrxo6F5kZV5Ta30IOhzC4I1BI12O49Ei8h7rixOa6c6mvFlt55bH9o2WErEkWU63F+680x0tPqaLSlJ8uoad+1z3tbvrYt4xn0Z3iynlsP505VoXlUlPmSoG5ufIixt5+U4M4GS8UR6zS3eFApzCGEdCkI6VZfLpVax876g9tBrtMiU+LKit81UJrHH8a+EPhq+ovZQ8tD387bSm8ZtVSU3VJ9R5peVHxXV5VKt2sdO3p39NqzF28eBF4cWBwFr6kKyJCcyrg2NtDa2t77RtaduWGeHd0UDEbXCny2G2Pmmrz/AA+9jZAzkC+twQO5NthzFO7uqbuZ7kB12LNYca5piVFdS+lTWtl3BuL69r6DuTsVYLxS1Kw570pcTgVFhP3hhLp4SvrZV7adraAjsNNoGF0YclV5yU7Lfhc74ms3SlZ1JSAOm9rkdu+nYbD+2W+6Lan47apcr4uf9VWX6X8jp+235bXjONItUa/SrhSsqlpaQ7wkvdtRm0v+Vri3nt94xwlAarLjrXKzYq1J4UqOoZkqV4UOCwuq+lxcG/kTYFTG6d2fQW2qzSZtOz5uE6hJU0rQi5QpNkk+vSSRcHttHjI2mL6ViriynPg811da+XDD+aw6DZRQr6WI7eQ2cO7/AHcYN3gxWOfq2d+LkfW1wutu2nU2rUpPqNPQkXGy0d3eVTDjvxZcWbkX18v0q7akpJNtPqbevfYmg4YnxWolZpdRfRwMq8qllK21a6Zk2sO2ouDe1/Ve5Q/AgrU3eMIN/LnutqBhf3tCYizZHCXIylSU2BsjgqIULnTQkD189l6N3lew46xKlRIsqK51ImQlh1pxIPmUm6De1wR+BNr7MLHCftbAbdn0/nZqEp603zK00ICbki41NgPU2G0fBWGZ7UVyU1h5+KhhGV1pC+O0r1zIzEAHvpcH08wWlNgh6KNkqpFKiz2m59GeySoLqVOwlrLT6bWIISQCpJv4kk2unvsXwKxWWsUYXdnxPuU51KXZHCypV05hcjz0OpH5i+0fE7cCfS+fgYe4FRipV4OlKk2ucqjqNe9tB5gW2MdzeI/tHS2IsqJ0MZVrakWztqBsFg6J1A0PfXzOzlZhbPGU2+XC9exHiimtYcaRzTEdUr4qDm73FlCygRbQgi1u+1VHwVjyK027Aqz8KqLy50oaK47yibhC1Iub6GyiAfUmxOzE3nYrpcCssUue0/FXy6eXlR0OZU27g5ASL/rC4vqQRc7V+7ptqg4yiVmfLxLVKW/lX8VTUqO2om4PSAqwNiAkkgXCgTsYwYkxO6ne/FdpOI3a5TloQnK7z8fPlSewzAAlGpuCCNdCLDZyKoFZwbFiYjn1GiPwlp6lp6+HfX4JJClj+7c2Gg102t8W49w5KpfIQOPKYWhPQ0gqUm/e4AuPXUbKipReQ+9YXrjnxMy1wpvgc0J4a0aoI07FANxf124GdiG9ZxK7ArLE+lvcenP5Vu+7XRmTfuClRA7i1iAPU7XETFFLgVliVAaWtfyyExw156tOJToQf8JTrpY2OyWpWJ2pUrkKpSciEIyLamoOZNif0ckKGYDySu4A0FgLAikYiw5hJ3i1TFjFOYWrwvulTCb273uGiT53Ave9r6isO0SmocpUWHufe8/clulr1ZbxRQcJoo65SlypCIaA0qO+TcrTw7WQTdVr3BvYDSxFgKJu5rzv2ci4h56ooyp5KpZVPuW87LsXB5ggk3GhOg2lx3mpTTcrm1rYWjO0/FdQpKk97pPhVp59h57SpisGtOt1SVUaXUX2F+J2A2xMT6dTYBvr6EG5PftWuzcOZlabWPqUIxyJQKRXt32N4jsDBq4VIW7wnX4CyuPlJNukgFJ/umx9CQNmDj2bAagNysR4OpeKKR+laQqyHW1Wt8/Qq4OmtxcjXZe4vxxhL3W/Fi1GrwpS0pUlTHUnTsrLrdN9CoAna/3d4mn4y3fS8OO1ZHvGKheTNZSXkagGxBT2tcW0PnsxX5e4zpXsb/uDE7OYkoOI6M37rw9VKdTouVKmmrOtM3sMi0JUrJ+SbanUbfeGcMV6BzbtGxjKi0SotKzwltIU1lJ1yOINrDtlIIFgL3B2CBS59Git1lqWibNYyx1tNILDqvIjQlLlvJNwRqACQATuju1SBhJyqSqfKYW+pS2kO9asyvqn/UA2tsVEjzvLanUqgz+P/TfNIzKQ+6xbMlWmi030I+vfvYjaml4O5ppyjSqhFqMJDqnWmn2sqW1C9iB8psdSk2/ftD3eU3FvCn1n3fF463VuqalR8qXmr9s6DmSbW6iCCTqB5G0KDFrzXF4S4q0eOK7bKlWoIzDS1r2IAI+u1CNx4k/EU0OiQML1R/hRF874F5rOokJNyM6ldRBvoe4ubny2NKUJVUdbaqlWYhVFxr4CJTXWpPm2FdCloGistyU6kEgbfNbw9QapKci+8ci0dCEqVnfbt53CgsotpYgi1tex2tKczhd2g/Zx3GNOm5PC1MdzcNQ7WVbM2oG3UbkaWI2omn2tmSbN0i0quyqXPfpeLaHCffXmRHqkJ0ZnrAdCgcqswGnUBYW1O1RXsYOz+JS4EtcLIjJk4RdTkBvm6rm5HexPY+ttq3GXPtT0RZUSoriyuhqVFirmMOJTa/xGiVIUNCFWI7C1wQCLCWGcEVlpultYnQ/W0IyRXXZXAkK8i042u2bW4FgCfpbYbVktO3LB6rpqkqLEn/da2iKvJHmx0oVIjq8+tN1g+RBtoOxuTsNbycW4Di4NlwKpu9RV35SFZmpEcPoeV5ELIC8wJHSBoddAAQQVTedFo1Zl4SlYCfRVIK+F8VGReXuD0gqHmQepJAJCh226UDEWF5VL96V5mLFQh3I7IVK5d1mxsDnVdKjfQpuL9texsPGR90zV7ONBi0HHnvn3HNp3jfajuq47DaS4egKVdemgAJNtLWB21JvDq27TGUDhYtw9CfXFQngSFoyOt+uVeh765b99QPSqqkCA1XuLS2adVEcJSkxXeGjiWJJKbZcpAIIUggXNxcX2R+PW8Rz6o5QaXT3+SqOZcXM+UyGVBJui6gL2N8uZOosbnxAhfxg9sW1XxXi2LWalgOBx10HP9y4rpf4jRFyE5kmyr3Asbag38ti0O76apS2KN7pXUUMZktLnoC3WY5SfhFwWJBNlFDhIFtLE7U1B3V7xqNVOK1SW62haMkyBIU5mbTnPUhKUlQUO3SFjqANhqNCbsd3GKIvxYrNUYioUjPFdkceG4ka2LdyA4L2APQbGwSSRsu6b/cFYoQSw3Z0yvUvBDDrudEqElXFaS7mdZV8wAHURY6eotbvsEYswh75qkuqT6iucxUVqzPwl5VpWQOlbawLdrnX62Pm+Krz7UXhNS4ufJ1IW0Eu+IeE2tcX1BsR3F9gKobtp+N3XKpS8Q+66wjMnLx+Ap6x0AURwnO9ym976Zbg3gLt9RCodkFhFixgLFFLd5+lvImt9LS48por4jV9UkpWCk2J7ad+42YETd1PqkBvhVaVQVo6FsJdK2lIHoHLKFx5AjTQ377RmadvGw405PlYxRTp0VaULjyGhMgSk5tEOIXZxtR8NwSAdQk3ABVhfCuKN7/D980l/CiPkkUuohcWpNKvqGV3UhJt0rBCjewAF7EEPRc7+8SkotBxbKd91xa5TqjwMqHcrBaQ4n++UlaeIANB0knXzBDhwzuto0ppyViOW/Fmv/LHmlKsxFs6c5JK7fiCNDpsWUXc/AwRS3ItGZfb6MnFT1LbsDa5Oqxf9e/8AxjYMx1gOvVl/AdUqCGMVwut2m1JjgOyE+TzJIyOpP903BsCASL3CRovE9vO9n+BWaM/FlVFE1cXoalIaCHVJ+Rt0G6UuWFs105u4tfZS4c3cfzfVn3pXsJrqKJTSmHY7qOKlTGh0vdCyLAgoUSD3AsdtIb+8Y4Xwa7TZ7Vc9yV7mkR4TqXQhErzUy5e6HElN8qHAUlZTYpNjsmcXYno2LapSapRnUMIZlIdmQkLcaQ4lRAWTHVYoWUXIuSRYEG2m3YlgN0T2IG8ET5VSo0qiVSlxVu8WLxbSEpTbRK0kkka2SQQoaBVxcgHqtS+9MRZVJhVREVPCTKaWph3KD2KTcIVb5tQext5MrfPuerMDGTlZwbzVUw9NhtSloTK4rsd0FSVWTfq8KSAkXNwAk6kCVPg1SBKcany30RX0pUuOvhqVkI75HboIBOtjr3GtxtXbL7ZWViM061Er1LzyoLalLXAntIWlv5QOq4UCkEGxBHkbC+1zgidAlVTkIER+nMTVpQmKl1S2Ne4zWUSka2S4g6aki21NiZz7LwOLhzJNZfUlSI7rS0JzHWygfCfS+nkCNdiTdvg/FtUlQMW0ukzeBzCXX1RVBKmchCrqNwoi4AuAR2zWBB27bLxg4r3d0avcg7QcQxUTYufiwKogITIQrKCB3RqTYG6bWTYg7RXsB/ZeK41RsWYloKH8uZqO6mQxFd11QFgqa6k2CtAexSCbk8n7uIE+qNz8Ruxfe6I6EtKhKLE1LpBJHDBzO9KrrRZSVdykG5HWRhjAcqA27Ax5kfpy/hO86EZVDpU08lQPDNzqlSSRYAWtfYmJSLPDlHx5hfj4jn1aVxpuZ1NUpsjK092AeUjQtuXsFIKrHLoQbHYzo3tg0Gsyv5tPaRwyhaGMvK1KRxGuhV7LYlostokC5BBBukZyDpa4dbpdZi1KLVMG1SLyq1uyFRXQqK4sBKhIbyEoUFWUCrUEC5ABJECo4H3S7+ID9B+ybDGJUJUlpUWqGG7M4d7lNrsqdJVoFABXYKFrCVlWgtjr2AcL7xmnMeezfvdlTai/mlNUuvTc8z9ZKWJIUA4gEWAN9NC4LAbZ6qeCN/DVe+xG8Hdu45UWFcJ2fIhqjzWWk/MHwE8dBHhCgoKPnbUG1Zw7vB3Gf0pu+q2JYTFLfyz48hht9htXq8UpSlKgdDYBYsDmsDfRO7b2rXMZYcbg77sMIqlLbVy/vRC1oehrOgs7bMm9xoSQoEC57G/h8zsusXO5Le3XsET3MG0uXNYqlOaaUl1SkZktFCjZRXYLXoBlIsM3kRsTU/2usW/aiXF30st8CKnmIDsNptKeXN9blRVfpv0rAuDdNwQLCtbocGysWy8W4IxixWGJqc33hpCJTOhGRS2hw3kAAAXQlSctsx8IxjVd0deqmI6lS4tWlRXqdKX9wkSOhTROYOtA/IM1iR28++s4lC02jirEEDeDvVwfWaNVveMKUwuVCmtKzJeRoMjoIzZhm7G+unpfVlNVKixeK07nQjwZ/En+6r8PXbzK3PVuLuqx5hqjYtqyPdcV1X3hrrVDSQLqIBzKbuLENgkaEpIuR6UsSWpUBiqUaoxajFlIStqVFdQtqQk/OlaSUqv/ANddNq5hceMX0SXiis43ruA8WsvrpFbiqaiuoSEPs5kEEHTItJTeyiCD2N9dsiHc9S8B7y/ddedRS6jCqSqal128VM6OF/DNx8NQKNQkiwJIB0I23ziCC7yDFU/t4vWheuZKe5/y2U3tFbsYu9WVgzFECo8q+t9LUpGieYShCnG7kjUhQ0A1IBH02LmCnKNuzwlXoDm77GWHmKpQaihDrTT/AFKbdA6XG3AQptwHVK0EKB1BF9kTvJ9mTFGCJ8trd87NqlEXlddiymlrlRU37haE5XwLdrJXbuFE3216mjSouHIDsVn+kaWlpPkvpAtrbU3Hpr52HbYmNYdlQG6pAZir6FcVpd8ydPJQ1FvQi/rtSz1kwg8p5s1LFMWl0v3XQXoXOrQnM067lU4gkhRJ1IUbHQ3FgdAANmvub9oOqUZpjC+8F5aKdlSliUtorVH17Fab5kC/zagDQ+WxNv8AdyW7nehVHK9VMMsQqu4pKl1Slq4EhxQ1+MlBCZAIFjnAVY6LSbEKio7oKpg1pt1qX77pa2lLYnxXSp3MkElDzCgFJUL3NiTbXqT1bJrqOeIPWdOTUJhxNbR6hQZ9LblQHYspheVSH4qw6hxJ8wU3GvfvtVVaHS57TkV3J1/3M37Rb957bZ73R0avYcdn4twRiZfJMu5J8KK6VqhrVr94iqBTkUm5BAUDckAG52ZM/HFUgRff09lhbHTxc8U5G19iFZDZSDa4UCCm4BSALkll+4Ynk9R0O9G/T5Eu52AaDVGuVqkRD7PTk6sqk2/VI1TYgWsbeeltvnd3uwwHuvxRVsWtcBHOw0NLaW6hK0pbF1KAIGYkJSCrVVgAbgCwbi3f9QaXQXJ9Lic0h9rPnQvrZVoFBRAuLdzpmAINiDfafvwwxWapuRb5V1b9bfjo5dHFz8ZJF1DMPFYdlE3BsbmxG1a8xrpul1FL/qeorcFYlgb5N7WKMR0GoPwqjTpimnUupUhXABUADpmANiAD0kAkEm4Djk05qgwOLK4C0Zf0qF5FfmCSBbv/AK32w/u1r29DdVXm8ZUaiPrfR8KVFkJC1qaNwpLjCVBak3uApAIsLg2BBctQ9sZ2vcOBFwGxFzp4q3VrD7Ta9SAOkLUbgaOIHfue4Uup2kusB1Lpd2ot7iDiM5NU5WvNyoDz6MisjvR9T5+egFvpbXXbvjKl/a3BtWgc3x5T7CskdSTlc07GxvcmwBGu0fcpX8Jb2qNLdgU/kq3TuiZFiqUlKkgWDyUHsNbKT4QbWA7bWGL6G1hejT59UdXFQhClpla5U6HxhIsE+ZUACNTa3dE72mEtD03BcfMwnJwRVKzKf5p6ooQhaneE+6c7dvTMcwt2ue31ttcgz6o1TYEp7joojqXYq5F+lIsMpUqxKRbzNj66DaZJnSpUV+fPlomxZT68iEOhSkpJVa5sCSfM9zobk7UFHkyuVfiyuefioWpbS3fG3pdQPbpNhaw7XJ77aFZ3LPdVJvXyj/w67VMW8Np11DC2EJad6ulStdRmNhcWtc2v6XsCSZE9zSm4vFXx+nOh3xp8vU3HeygSD6+iP3TPVnDlZYrLVRXKi8XK61IXm6VG/D6gCkeYAIsMvcWOzTxiqqYjqjbuHHskpCf6utpa+gakC11H1NgoW1FrbLPVtbief1fRrjZuqHif+JB3mYRn1mjN4tgc08ilpUt1phBz5dLqygXJ0uQbgi2myzq9Or0Cgt1ml07mqWvNHddhcNKm1K1OYC6U99EkAEG4sbAkEDH28bAdUcnu1GVW6DKzLVAaW3x4roKs5bWojqHctOEAhRsokEC9nVPdVvBdfn4crnuibK+7yqNVGhF5hWc2DLhs2tRKtEqIJvYEGwOpVX4CbujqNFYrcepnuXTazFlPyoHOsZMvyZfPQ5bnXt628r99u9MjNYolc07idcWooUlS0rjlTSVJQBclNikkAkkdzcnW+znbYwv7091xYlXclMNZltLQt9LdlauJuCoI9UrBAuCFC5A/K9Q8JYjixKo6zFizYqsvPw1ZFafrpSepJAtrcG5GU31kjbNBFX4kfA2GYECK59o4kV+nSvitOsOlbT17aAdKkX7g6gHsSdNpVVjOuwG6Ngjopy/hKaW78JxQ/swRaxBJ6gQbkD8eFbwtKdab96S+PCW1llJiu5OY18a7XssDtaySe6ewAi2cR4Xqn9DNPzac2vhJVMSErykGxui6FWFrjvYgkJ2pmEh5u6oOHHc9GrL1ahP50oQ0qUUqZWldg4wu4WCFdNkrvdN8qgbEtwvQoruKGJ8+rIqKGFcKVx/gTG13uhRGVFrjUkgC+hFrHZTJfxbKdfiz2ULhPqTwuEsr5VYuq2lwoHMEnTMkBJ6gQAz8LbvcUOtRJ8WrSpsqVljqad61JzGw0UDdok6ruR0m+osLCSDDvF26mfFrLeN/szVIsLisSmpS0nI5r1nOgKR2Ouaxv3I12qN8e7qfjessV6l4eXV2H4CULdaShMhlSSrwdlZge7ZuhQIsSb2b1eHtN7ud3PuvBuAl1SEtpK+Vdmo+H2JCVKJR20FlAEC1k6nYWoVa/wDXS0neXi1p/Da2JCaXUUu50IhrN0ht4ggtdZSASCCCCCoHKTY4lScNMp43p8V1qBiOK8wxV6RI4S3VtcJSUpN0tOf3AdAogEZrXsQC/wD3XF357jG8ZUaWhFboMfPPY4QWpxASc6Sk6lQGoOhJvqfMcxlgCvYjqjmKGuaXSKpnWt11TL/G0GqHkgBQPUotOZVkHNYg2HX2Xd4FB3aby5eF2on9CVRPCmtaqYz3ICkBQugHsU3Gt7Dy2qsgiJiDTZVUpddgNYhWhcJp112E6srakNMtqcCkhQslYIURoDbzINjCwy7PwRVGK9S2WGJTGV1LrXSrKbZh5ZgR3BFj9O+zx3n7raXu+3l1alxci8L4l4s2kSo6MyG8wVxGSlRCVAZswRdJyqNikJIAwcMUuBFc+0dJXKXCa+EhOZ1qQhTdyY602UTocqCErBAACrhRsZw/MkYw3pz6W6xKgMv55qEutJzZct+xSfCpJOgI1HYgEAHpQd7TW9qsxMJVSne68QykKajuyEZI8qwUohZ7JUcgCVDQkgEA67DVMptLxHRn4sDjrp0J12VTXVSPi8JVwplV7DML3KbA9Nu971uHZ1ew5P5rlEVuFCdQtpa1FT7OUGwzCxGgsLjXQAgCxpjmH7hxGllgYXqjECLh6osVeluqi1Sku2TMjrLaCkov0uZ7kp1s4CLEgpJmMLlY3lcWLTvei4TqVsL4QS62x6ZT1ItdJUkkEWukkHKDLeTWqNiPCWGt6sCnRZS+EmLUku3S62khIulQOYWOQZSQALnyNheVUOVrMCU1ElLfWtDsOZFkZXVIvlIuEpKgL5SlQFwQCVaqI7fGB2LuzHHT4XK4cY+CthHCUh1CkZcv7u49QAdPK5GzMwFgmjNNN1R1r46/m8Oa3mbaX2BH5HFgMOtdaH2s60rV8p9NLE69tB+GzHplV4VGYaivda/D/d7/APTanTa1awkzA6s5UDbCCpVJpr7rFydfR/1ttTKw5zUB/i5F50K6cubv9DqR5W89ptEpv6SVP/x/x22k1CtReLyrX+DPnH8X23TWpnnN3lumSp/sxtV7FD9UgREUtC8yFKgOnKrK4RkyKBAFhpYix0AsNTileydgj4bteie8ZSOhbqrI4n1WjwlXeyrA+pOzxbdgfovB/hX4tr6lU9p1riu+DayUIscbWXWfPEA6DuywRhKBwoFDisIRlRkSgZe1gPw0/wCGy53j0J2fK4VGokVdOfQtDsOVHQtpxWnhuLDz1FrH01u+MStQGmvhPIyL8SVeH/l/psBPqgNRXIvNo4CMysil5uGrzsf26+f7thX0I4xE7V3fdMpr9lvDlelOSnZb9EQteZPAstLKj3sFajX5TpbTvY7DVcwvvL9n2K/z9Oi4y3eVH4U92nILq46VE6vR7EhB7kgkXFwU2F9FYgxXApbrnIS0Lz9DrWcegNwTp+/v6WOy4q1ddlcThOryLQpCsiinLoba9iD3zWI731FtsXUJTWhrIzJ0+rOl49iDns+4apTWN48Cl1VybgqvRVv4fntLzLiyUi64qyBqUAqUg6FSRqCUqO2kI7VBgOv+9IiOPxVI4umXMmwB+nbv59/PZBYar9BwHPbiusohN1RXW0hPRzFlFLoSNL3JBVoT9bgbBWJ9+bv2on0t2ucBjmlJX0/LfyKSUkA30JsQDqCLBPTWeXqapp+vAKcRo7wafgiqVRyfVKTTuIhWZLqktoW55DX5rkixOn79lFimr4cixZbuF8Jrbfyq4uVOVf0JHcEGwJABHlfS/PHkt3EcVifS3ePna6XY7udDiQfTRWhuClYKkkkXIIBV0NnFrs/lXZcrIhalpzO9KU9rAG1wdNBpYkai4Lj6hE5aGWmrREdxjLqgb/t5eHJ/C9+L+ArMj9ZKbiwz2BKRawuAbd9b7aE3ee1hvGx5PgQOU94ymP1Hcik6W6yQe+gBJBv57I2q4bo1UlMSvd+R7JlfyL6VadJt2JHbMALjy0FijAGNMJbr69ElOsrYlZ05VtLSlSrEEg30It9PzG1V1od9iRizXVsQtfM15VvaVxvg2Ax9qKfW6ItfQ1Imxc8dVwCkccXbJ7gXWcw8/PaDA9onFEp1jEcXlapFQ7964Xiyg/qEDuOx01uAexPWLvlwvvBwbUqN/wCErOhaelSbfMlVx373BAPnpfZQ09zC7WEp9ZgS3KRNYQtK34SglCvo4jVDiPqRexNiD2fWtnGRK/XV79s1bI3y4Dxu7SXYvAlNr/Tx5SBmjr8uo9iDchQI07E+f5i/czg3GXAlcbJnzIdgTWg/HkINrjyUi+nUDceXnfzGpm/HGUCe/KpcRa2ELWha4t0dF++iiMpOttNCOx2aOF/bNxRA4cXjSkeFCY7qwpDiQdct/AT6fsPfZZ7PLaY8Gqf+saG/D2NsWwMRwK9ginQn6XFWrhJakDispJBSFZgM1rm3e/kPIgDmJMUYcle5sUYIm0R9C+Eh2UgpiuKT2s6EmwVoRoTrexAI2bED218OYjpbDUqrIzrSn4T6wjMk9wTcWPpcgD0uLGVUN7GA6zKY4WeoxXMmfobWrtqgi+Q2OlyBcaHW+w7LP2lX06W/fFNjSk4ylRYjuHOBFXUfu64U9QSri5FFGV5F23QrulSVi/a3cAc3YfaOgyn59ZdlRavTpCkO57tLZUkgEBSbaggg9wfz2f8ASfslXveUClswVxVpUxPoM9gcJ5BNwDHcTlUDobgH/XYbmbnpVUqkus4Xefz5/wCquul1OVIAyocUoqCgAAAs6CwvrpNbt/LEtZo0VP0RGnhTfG1yrcXFuSUjInJNaT1K07rHhVfzKbH6HbjvL3UYSx5Acr1Bdi8fKrK7Htk7dlAC/buDYgWuNkZPmT6Xw4rsThrQr4sV3xJ/CxuD6gi2txfttS4b3nSqDWX3YtQlRUZkodRmPw03GgCfGjXwkXT5aGxnV9YHT691oJH7TFNeeDDOmP4tw5KYwliinSqpS3/hML1zx9e4J7pB0KSbjQA9rvvd5u/oOF2uf5RHHX151py5r/x28tlzu4xVWcUYo5Cs0+nTaWtpEqLPipyLSo5gW3E3KTa2ik2BBIIBFi6avOaixW2orP8AcRs7pNTXraxbX6MtXRs9yNimQ7PpctproQhCv8tsfYowtPlVliqRWV5GHepaepKU9yg63tbufzt5ba5kP8Wgv/8ApLr/AOYv/p57ZqrVSlUuU407EcR4kId1yuJJIsrTS4Fge2pHfuvrvHE3+lP7zF3ihvi/C4q2H+lSV/Kq38fjbZ87m6M7VMJcKU0jI+jIroOVXcXsR379gQbXA1tsiK/IiuyuE67kXmy/rdR7Dz7/AFH7NtP7lYHFwQw1+u0r+739fT6bJ1pvjfUDnb/WBq8E/wA0G8aBXpVO49BraFcJ+L0rirHiKbnIrXNZIIPlZBtd24cfwvihqJVKpUUNvsOpaTNhK4S+5ylWYEpURoUkFNzbuRsFVZDTTsfCW8Z5yVSH5SlxZTt15VpNi2vvnUBopNuIE6hSrFKI2L8PNbqoDmLcB1FidTkNIXPjyJCFvx46gQl1DxOWQyTolThIBJBWBoLbfxNbT1pUmBLjHO8DEe7SvOe5q2+/CRk4rTrAUhSlC4+Eq4QCBZSU9KjchSTdJzTDx9QapXq7An0ND6JTvLpj6utZR5DMrMEgpuBckGwtps6sM7y8L77sJVKBih1dIxRREL4WRrirejhBIcaQDmfCBoU2z2Fkkmw2RjG6fehRqo5iP+hKjSH3VKgVakv8eHMauDw3M6QQsa2SAVd7jvZqpNy+Uq9n4l6uLQXYsTn3lsIiqyIdTd3hpOouNFFNgOk9rEaaHZq7tN4eDaDPfarNWi059GXK6lGaPKQfVemVXmAQLEkX7A5+p+C8R43rM/3pW4tORmUjLws30v5A211vpoQSSAK+tsz8Luz8EVnlZspCM0J/irQmUjuClZuErHYpUTewuQL2MEVYI+UfG9vf41VJ/wBiML4elPsSmkr96RU9KU97t5T1gDxCx08je4ypvdO8ulxX8JO1Ga/h5DqKu01nL7TKwFAvMqOrY1UlQvoCoEWOz/3G0yK77tnz2UMPsKU06mQvKhPbUK8Ivfv2v56g7D+8Ot4jwvvBq1L4SOSlIztNPoCmk3uleU+SjbWxtbKfWwT5GDiKwZLaxRAco1ZeQvOhKkcVR+JbQg2se3zA3A9exK6ZhivRZ/uuLTnJrC2vhReKOLl7pspVg7buLkXGuYkah9Xo/wBnMWucVrkmJv3hritZUZT5JyjKU3/V0toNdNmjumx3RsOVRul1mJFlMcVPCQ7KyJbzdiytX6NRJBGlibgg32AHZGxC1uN20yikwq9gie3Rp7NRi0uorTzUJ1oqaeSTrZKgU38woAKJFwSACTF9zdzKd+yUrE81/D1UYzoSporXDdFgQUqHkbW1CrXsfLZp4mcw5XmnOLTveNOydbT6kLVHWPJSfE0u+hULJJHYnUJ/G27512VHr2F6swtHSl2FKUlMiOpIJ6VG3ETbtqSASAojTZqu/wDMm0bRAlumz8B16XhefVor6GPisOoX0vMKICXElVl+gKTcpJsTfv8AK8Q8hPfgQIi+S6VodaWU5V379J6bmxv5k210Gxji6hxd6GDW4rrq4uKKD8WG60gZlWBugKBBKTc6EmxOlgSCn8E+9Oal81VmEcDMjPrlVY2KSnQgi1ikjQixAtsbYG8ouLI48EV7FFB5/FDURdXpb6EoqkVbpUlxFzdZT4gRbNmGoIuBcX2vsf7x6DijC7FLoMua+tEpr4UzIp2O0XR8NxRuFNk2AUbpII8JugL7Cm+Sl4IlcLjQpWf4UqLKQVMPIPcEpIVYjzABB8iLgg+Iqrgil1n3zRua4C0KQ1Haf4qUoNxlzWTp2sSL6A20G1O2rNDNYu2b8Djv/uuwzjPBFGxlF5Wey+w+j9FKYWWnWVX+VxNiB6i5BGhBFxteLguxWvhdaNvpt/4XCd8H/oOyCTw6OyHImYsWYDrODZUhp2oLlMP+Dju9Gvl2sPwFv37LxuqO80/AdycBasi0uoCu99Uq8jbsRr+222i97kbEdUiuRWqciVFWjJxUr6m1X8/T89Pr65+Ru4dpdUl81LRkW+rokX6VX8zawFjoSNQO+1nnqdJedRWCfcGptVlNT+VoNRfY/wDCz9Cv91V06+osde+p2mQ6T70d5p15aJqMy1Iady5la9gTrf6H8vXrUsB1lqU5xWkPsZ1ZFqXmypvcZVpIV20sdNpQ9zUtrhT2uvJlzeJWUep8iPU2O1QY5iUlWeixWvixEZ8n+Ffr++2p87/jsv6wzVKpK+FnQj5eoqT30/gW2b1LwxAqjrjrsvjxVp6Uqa60/vIOnex9e20abhefFlOQKW9F+ZSF5+j6AgjpP5H87bTmQRFrSFz3eHS+KjrXlR1FKlfut5et9jqHgLlf6Un06a5kR1LSnOlKfIG2o/YBa235h6jcrVHGsUfcn8ycqtMilK7akdvIWt5ad9nbRINeagNyqDVmJTbCVfCdsleTt3sUqBBNvL6jaTZtlDheTA3DFOdiusSoFW5Ja8vCXws6FKIvZYBBH4EEHXYzm4Oi8q3XmmaXzSHczqGl5OrTVtQsEq7m1x6ADvt9tR/enEiyqGiKt/r4q1BhKlHtZV8oVf1NidfXavqmGcUQHean1ZCG/AtrMEryjyJFgrvp2vr3Gy5O6GrYfEJIdRoLUVt2fERNXnyrXkyOp1HhWkHtpqQoXFyDtHrOL5UBr7hVs8JebO06gZ8pPbMLaHva1vw12GZdQpcX9F8DrTxeAvqToBfKrsdRexsdbA3vsMV5qfK/72t9haOl3hZVZR+sD/l5d/oBmGEJBUWsR1ltrrQtHxULR1J08iCCkg6X0B09O5bHqrUD7h7uffyI61x0Zkt+XV3y3sSLixI25buMMchhv3pKZRx15l8XJ8gv6Ht+Ot9hSeIHv77R0urI5paMnCYm5V99LDQgWAPe99QNbhYDfZFf+7Z/SHMD4sVx2LkircUrPHkR0pRmA0IKSpB11PZY10vtJwtFnwKo47KluL6VeF1aFZT6LHcfTvr6bC8jeZPai8q7h5/Jn/SvqC0s3NvFYKAKjre4JPbXSfBexu7FbqleqEKEjp4TsWysybX72CXQB8uiwL6HS764juYbKRQeE/F/XQpCor7oUhSSL/DPmrvoQPPQ9wFYGXXsEYyfgYcz8lOWqVFad60ZVHUC9lC1/I2BOg0F+qIWEqzF5p3FjE1crNnaiulHG0vrHWkoXfv5EG+g1ssaviufgh1j7L1GU/Tlr6OYSpKUqBvZWtkqvoLHy7drlEpkx84wXVPhz69T2WEL6etjpSrsOoevoR+Q2PN33CiwG3eDFQxm/SqUhKU+nhsPwvc7AW8DG1er25ZivUak+8fu+dfLtF/Ks2tYC6k+Zt273BtbZcYCxNjyfjKhRapTprEWVKaz8K/xOsE5kKT4e1iR3sL662xukTUS99O7TdzP4uPN2U1aH0f+dSltNP8ARcArUm4JSL3NtQB2Ou1BI357qseVl+gwIiKvS+lcV12LllMrvfpFgojXwm9wLWA2M8d0CjRaXEao1PYlIm5kPwnfEr1UnMCQb301BBNzsmajuyoMBp+s4cZYivozupW01mVHWB8yUqOmnmCR2FgdifbOAhhigYSdoz9ZoPAXKi5szSOlarWJCkXBScv0GtvO98Vb0N5cXEdec5VpC0QncykLQMjiraXR2Nu3a35EXZmLH8WyuI7Kez9OTPFUczltc6kG2pB0VrYW9BdFVnCbTUrmnWVoyLVxWltZFZR6W0Prpp9fLYLpvi+pXemwQm3V7y95dGxHEoODf/ORUV5HYHFc5VtV+6CLho29AAT3B120n/NrvVn1RisuusOMZFrVkUF5kGxsoKSE3tfyP017ZhwTMgYDxHErMDmuG+tPFWlWbL6XTb9twdCNtRVLfhPdpbErlM7CE+JrqSr0BAOYG3oe9zp22t9OVGRMfs2If05Z1XD8qlxeVqlJqjEXJ1LgW4XoSlDmZKV9zlIsR2PciXuzxLWcG7wYFL4KJUKb0NSlxwwrKT2cCTlJ7XA7EHUi21PTt8jtUitxZ/O8PJ8KQvK79LFQspVyfCQfQHsNu1G96fbKiuyojkqEuVngVKOj9Cq2rLguNDra4tcdrgElrmxSHVPP3GfiOfPgbxm6C7T4XuuqZH+loLazX1BGpQT30I79wQLnGO63KgUZiLFlymM+VeRrJmcT6DiApJuNAQQbW9NoGIKJFn4yotUdiIXyrXV0jOm6gbg+YHofX6bU+9qpUF2exAlS38j6ehrhZkKSNPQi+unn/lsyZOYI0XEe9WLXm5WDa2irwpTSUIj+61JfjqOvxmTrlHhPDVbUWPltrTCmGfelBblVSJFRNW18XhNZPLsPO349tkb7O9YwlAiv0ug0+VNQxI+K6t0rdbWeq5JN7HNbsBp5eelItY+F2/8AL2F9shiYhMUYC/p5yK68xx0L4sV/KeKnXwLSFJK2/qhSVG1idNYRwTRna9ArOLYlEhVSnIVytZgOlrMk2BQ8k5V/glZWkXsFHts9K1hPDmMmuVqjS/FmakNOlp+Or9dtY1B9QbgjQggnbOu8f2aJXNcLEe82qTaWtSuXkZOFIbsDopKQUOW76AA/qiwGxN84GWGNqZAdqnP4DqHAqOb46abZCZVrElbSVBt1X+IXN7BQNrR94eFcEYow5ExHWeA/UYv6XhNBKswAHUm5yq8golzXQWAttVYHo+Et1UD7G17E7fx1qXFlSkjK93+ZKbpPqOwJubbFb8Sjcg41Kwn7346M/F4ufMkj9I2u2hsLkEG9vXYLtu9QsVeJ6fRqpS+agMymMjSUJkJTn4abXFxmGW/mkFIv5G1tqzCb9Ldw5PpbrSJS1pVxXWluoazWsMwUSGlGwsbgH8LDbvNp+I6XK5WBSYU2ncVfCWqQ40tnUg9bZCkqA7ixHcEHtsw6Nh+gxWmKzK4DE1aMrrvgXITYCz+UFC1d7KKE39b32GJOYNbvxvBgRXIFUw8wxCRm4T7/AEKeQBoelJQtP0IGuYAjbtIwNzTrlZiu0tjOtOZCHciFLHkQOi4AFibq73uLDa5lw6XQXXHaXW6jyq8qpEBD+VTaifEhKgOg/qk9uxsLbBit4EWLPlxfccpcKUlKX5CYudcdXZPGSg5uGSdSUkC+pABO1TOBhen7hFYd5tD6EIy5ZC8rqcvotNzp5eEj1I7C28PfjVMOQOFzfK5OjndFqT3sh5FyQD2DliNLkAa7UlXiNVmguQJVWcisLzcupLGbhrJNvFYlOa4sSCDqCNqqnYfi4opcvCWN8mRCFcJ2agpfZ7g5io3ynrABUb9rnUGPUqUVvctYdWrO9DDjcrBGLPvrHXwpUd1pelibLSFZh2spJI9R6y4zW8Ge1zUqrVRh+L/WnYqgpCbE6rTYjLfQqA0HmLkbDFYxB/N9ykCghEKa38KPPhO5o7irXsVISVIJFjlcQBqDdQGxnuu3tSncRuSsZRFvv5U/fYrSOrMNASg2W2e4UAdPLXanuDspWEbuOMJSorjWN4kWLVIrSc0h1JSlSLaZlagjytcXB7WItd4C3mz3ZUSBhzAaJuHn83FlQOGjptcZUXyKI00JSLED02CsQzWqpXp8r3JFRSEdC+yVJdUqxLAJASD5pNgSVAC5uQ+kb3sG7oMWxIGN2VxaDVH1R01KAnPHSok9TyQAptQIIKrA30JtbYqHmJpQ6Px6m7N3OIp9Zdl0aey+vklZospbDjHEYVeza0L1S4i2U2JSoWIIvYQN5+AaNiPhuyqcwuoxczsWRkyut+uVSbLGnob3sbGwGwZh/EMCjSmKpQcQvv06a0h1P3pb7CkHUKSFk5b+eUgfTaJiuuQMR1niwMWVFHQpC2or4UuOoX+MyVWzJNwFJIJFtPPY2Y0EbMRO9vB892qc01SX8Q07KpiUh13M+zbTKpY/SJKrn4iTa4BBIFouBVcJ1uluu5H0dLSKk0lKnEZdElRBA+iibeVwbbMvFvFalcX3suU2/wBLq0LQnqtcaKATmB1OoPpe+ws9QWpUBt2e8/S0f7eQvO0pP+MHpPpYkXHY2I2DujI9Qkaw/u0nyuVxHzTFRYayNMNO8B1xJF1IRbxXAHSoki4ynyAbKmbr2qp7rozNRlU6UtaELWkKXFdBurpduFAFRuNbE9gbnaBVsGwKy037r3jymKjSMjqorspK1pQOy47iwczWlimySDcAg6FoYRp0/eXQfdeKKTCmsI6VyENdaVg+NCwSrXvc6gm2uu0iVJ2xNype76g1TkK9LQiFNzIzNMFaUq7E5LZiki90g5knt2ts0KHGa4TfuurRapFypQxNiuhD7djfItBHUBqEggm/kOxEd7+46g4oqkeU1T5TGT4UqVTpAS7lvogsHvqO4KVW1BPbbMuIt3u9/wC3jFG3aYhrfI5FImtSl8JEXUfCIsCo26gCi4N9RckX4xBPYqruaaB3s1ije9IledeW/Ki5kNRePyr6u9igq1JFzoBcXAABJIvN2u8DCVZacnz4j8WVKaRnTVIqcyu2UlaSUqBuUlRJGh11O1JgDcJKo1Lc+1uPKvW+dzLkRak00+hV8viGW4JIvmCr9tTsQ0L2et0rUByltUN/gcXOlpqe8jh6WuOrS3l5j1Gm3JakzH6zp145/wAT6dqFLi1mXAwlT0USqISp37hdhacyT8Us2sQqwOZBUg6EdthDEwlT6oxVK8zFi1dC0qRV6coJdU7cW5ltNlXNrB0i1hopPYG1T3BcWl8rhzGM19iLmXFYqis78e+hDcjxDT1AJ81E6jO+9rAm9+g0aXKaxDW5Xuv47sV+GH3W2AOp5P8At2wAq6mnAodsqiAna+5D6jdGtp1H2H/8zSKJcDG8BifPxNyVbW0pp2ew0jLMTYC7iAQhainTMBe3rrfhhvcy7RnZcrDlJolRp1Ua5es0iRmiomNFOUlKhdCXAkkhYQL9iBe4yDu83vwGmm6pWastfDyu/c1KUhSO6VBOigm1rkjTzItfZ30/2sKW7Fie5qshhjMhqQ66ooS3c26wq10ntmAsLjtsElo5xCXdzucqm5GqYsapby5tIqKX5UBUhgJW21w02jv8McPOFA6gEKFj1G52xHvKaxvAxQ/iOVUVxWKjPdXAUwspSldjdsa6KFlXAIV3NgDt6C0TftgiK6xFn1uK/NlLSlCeKM2Ym3SCbkXI9bD8NKzfRvS9n2jYclxcb06kVfncq+VXFSpby0kFBTayy4LXCgbggkHS44W/EoUmGXMXYtqlG5DFGCKJiH3d4eaSuPNZ/vtODVJA10se9j3GxvuO9puVuvrzGHKp77oNIqKkrjuyHSpDalajrvlUgn9YKAJ7jQbT4VTo28uV/wCwnUWOVQtqPxVhT7zBWD1HxKA7C5NgCDYnVnfzFYXxvKoVLrOHmF05jM7lT8L5Ept5W76jW+lu2hO3kbpD2rQm5ptDCGMGsUYcbd5th9/hdeRoJzad8oJF/wALD6DYdxg/VKpu0qTtGiZ36JITIyx/0qcp7oB1uAfIgkaC/bapwvh2Lu0pcB2jU7PFYQlpfVmzJAGhsSQqw08/xtYG1MxZQXWp7TTy0e9GlcJDvSpK8na/Y6gWve/bzA2lHWI19Tou9HH9YAbpfaP3fb2p8vBrVRei4upDSFzKXKayLcRlTd5hXZ1sE2VbVJ0IHck86oe5uO00791fzLTn+VXpcW7+Qt2/PbzZ34bpt6u6WvMb5KNVlyqQxWedizIq1NSKW7xVKSlZGoaVqkOA2OexSL67m3VY7gb38G0XEdLdW/7xjo5ppaRmZdICsqwNOxHa4JvrsHUW7B5eppae6u0ZQ5ldjKsu8LmuFnX/AOhXNrfjb11P0tsvVDeNVHeVw5hObUWH1/FS6jKjJcdJuUlQ10UTmToUqB121dD3cwOE3xYi/h9SEfKn8Pp6emxAKfyDX6JhjIjx5B/H7Dfbzd+rw+K4Y6n4EyLgz2ZqNPrP2to1bxlgavIRkfRFlNvsZbWLTzakkraubhC8wIsSSQDsKb2KZvQ3LcpAqmIYtUoNRd4EWaw1kSl3VXCUi3wb+FIvkN7akgF6b1KlKgOuT4stxErpTHfYdKVpV5WUkhWptoTr9dqFp/Dm9DCTdG3vy0cd/wCEiqNLCEpXqU8yjRFtB1AEE62B12YOospwx5HzAne3MVeHsF0HGXuKfQcjFUizWkVGA7ZKnGgoFLqQSCRdOXMkkAqAUnW4le1niysxWqThfDlbXTpUFhUpTSGs6HrdwqxuLeWh10toLEeBcHNQMWv0uVkRKw9I4XjCk9bdkuJIJulSCSFDyNjYgWSW+HHNGr29WpRao1wH4q0RY8iQ640hSU5To8AbaEAgjXsTrpr1W91ARBgRTMYlqkXiO173vx8nHyIUX2GVA6OIQsZmkm1jwwASSFA6nb8wZWZWKMURKXKoaERX0IQh3hBC1JJ8iBa2t+1wL6Xtsf0/EWF5VUcoMpmowpsLqQ1IkJdR1X621Hqym2qbgEEEeu301hqBFqnP0Z1a1rdzJQlWRKXTcXsCPLQAgdgDc2Ow7TxB37lrOIZVbDDuDZUCvYXZlUua+7xechXaT3spKwi+U2skjsR3Hlsut51Y3jV7EfuGfix+VRZTSMzUh3gJSrUkZ+6RfQEKCT2IHYu/DDOI3XYjs+IuVwMqVdAUrL6lKu9uxtqfK3baDvLZpfuZx2VSYSG+aQmU1lHw0KIBWkHUDvcXAI7dthbC3qecqKs/lMvYlw/PoMr3X7vfivxUZsilfpEnsU/rI00UCQe4J8pLdRi8rys9ngP9OdSrJUrQaKGXqTr3sDfuTps0cS7ucZbr6Nz+CIiMcYU6n5+HKpxHZEFq1i5CdSoLSkJsSlNyNDZZ7KvElQwlPdbqkWhvsQpUdLrTUqRn4d/IPJsqxFlJUCD+I02Mv2zf0tquuBORxG1S3W+Qz5Oni5U9OUEaFIFz28uw7euzJxamqe5m6pFloivraafiyGHcqelaD0qvcEZtCCT37W2AsD092qOvwKDLYXNYSpbEWUrKtxB7hCtEqWAbZSQSAe57mWIH58Ddo/70ayck6lGRKMyW0lYBOl+npsR2B9NuIjglHR5tZxlVHKXiOnPvrm5XePHdzZnQAOIE9i5lNiANbK02O5vs1tYjgc1AxjKirX8shrOnXte1lD87kHuDsg8e1B2LyEqlvL5Jak9UV1bS2XT1gjzSSASCDa4BBBNyx912+nFtU4eDazibiSpX9QflZU8wvX7utWgSoi2RWmo1J2sbHQcRHVb/AP8AZwzxRRp+CItCrPNsLr1EWmKt/JkS9ewTrmte/a+UdRBBuQA2exAqkqXiPGXNYQ99qTxeB1NJdyqN1JJKdbgkJIseq9ib/b+9jGOEsRyoHBYxRQW1JQ61V2Mr9NWbhbKlAA5fIpWFW01tYbf2MoEWsxXJ/B5WnSuvkuaD7TKtSCFa2ToopB0BKgDoNipaXHMvpTYfvEoqrIlSqDEpc/mn1wnfutXpKgpiU0Ld+6k6DNlIJBy27Gx5QN5dL9zNxapSadUeVazu8eOFqyA34qFDUeQUkkC4uBcgEawPOo1GgPwKpTlrYX1tSmmCvLcC3Sbki41uLAEHuLgfr1Wo0Wst1SjRPdFRWpa2JUdC+E9l0FwVG9zqFJuNbEG23Zjm2OWnYxrPC5X3dTvck1CeA7FSHVN39LABSiRlzKFzYAkm+0Smwp9B3jYIrP2nfi0v39C96cKRlaUkuAB0JB6flS4m9inWwAtsqW8S8/A5/gsQpS3eFIQx0NcUWSV5OwJJSSQACTc+W0SoTceT2m3YtWRKWj4rClO58q2/DmI6gQbEE3Ompvbaa32tKET3BqNNaao3FiusL+65ml/2TmnnbyPqNsD4l3g0ve/hzeFgiBQ107nabI8KkqQ46kkcRBIsDnSFAKuk2uSm5BdUH2tsByvZuYxu7VmIVbiwkxXYSFhLrdRLYCWVJuQCSdTqLXOo74T3aY3qmEt5cCVPqEWbFfUth99hHWpLpvqEnytm0FjlHcEWY37pQCMfc47VKpul/oaWzKXBaTzlOVfjsoQCQsJ8YsCPM3B7WIJAp77WDayxjKBEQ/Tq2hSX+AgqQ26CbLJ+RQB7dlXtYG1++J8Fz8Lu1LEeEqjUYq6dVH3Y8qKspVkczLDKsvlclIBBBI0Go2q/5869heA5AxRg2FiWkTc+ZDqS0+lNgTw3yOoa+FYNj6DajQo8o88F1SLvp3fS8Bz3mPfdLXzVJkO2X8UDpHckJUCUqSTqCbEWBKtxZ9nPcLEXFuDX6XNhOoYlIhu8utK0OGxSnKEcRK+oHLlOVOgOu0zB1ZwlhyVScUYNqz+RauLHRPjhE+Ck2zxnCn9M1e1gniJBSSFWNg4N9eHIu8ugwMZYcyf0o0hqVla4uVZGmawJI1KdATqLWIA27PjKfbEAaNApcr3zS5b8qU+rKpDrRSqYkgDrSm4Kza+aw7C4G3Wk4di4cdfqkWkrei1HMtHAulbOcE8PIBmBSCb2v5XSRcbccFxpVLqjkDFHK1RhhCkKaU6MyUElIcQsLuL2IGvcEAg6bRsd4sxG7XnKM1L6FtLRF4tlKeQbAdehUoWUlSXAFKSpJCwbAi3QwjI9nJcDeNS8Ybuapn+9Z3Y+dOTxBSRYDRB0vYDQCxG1jubwjWYuI/cOI2fgU51bSM/Wht1J6spsLAi2h1H4Wsq9w1en4I3gwK9KqCJrHHUxPS6spdSlThSokkhVhqD66E3Attsio0Nql4ofnxZediqZJGV1ebqAAK/2W1Frg2sPOX8lMS1NhUcSqxcrkHWOE6tCOnp0y6E9h+GxrSExWorEp3x5Pm2BMVv0vmm2p7uRaP8Ae769vP8AK9/27XHPOysG8+14GFZeKj9U+ff1JH0II9Nl9FZseZ2vra2nj3CSqbwKXFdbiyqgiL8mZX8eX+WwjVd6uA4Drn/ayKtCFJ4qkKzJbv8ArEdvpfQ97nTZU72qBiijVRiBiOkykc0nM0n/AGiD3KbGy/Iaai4BAGuymobUCLz/AAmWEfF4S5DqOptNiRmJ1KcwsQbg6G4Ivtp/WHMR0nSTcubOPxNs4PxlhKvfFpdcizcmVS0JX1JvqNCAdR+7ZhP4hgRYHFa6OnbH1B3qYI3X4cYdda476EZFpQrMpvXXTuAVajU973OxBJ3/ANerMViVFokWDCX4HZDv09LaW9ddjpr0PuZ19X077YzMR44dlSnIrX/mk9P5/u8wRfuNhCZBdqkpziy1oYXmydGbLp59vP0/Gx7FDY49pyqYXd5XhUiUv5kI6/XsbXF9LAgkf5raX7YO8t3iOwIlLio/VylfrbzHl38zYeegWt1itA9p3PM1NMw9A/tXUL6smd22XS+oNhp+4jy02BccVel4c4nCiLW+jrUnL+ABtqMlgSPLTv2vn2l+0ViOvSpcDG9R4EWanKl2KkoQy7rYkXJCbganMBroBqGbg2qyq9Abiz6jFlMMZuAmQvMrKfFw3ASUjzAIIJubXIOyFiHUfbCWaALXvz/afNTjz589ie60vItaXUdPTplIP08rf8b7Um8rB0Dn/ekX4EqotJUpDvgUpNk3SbEDQoJFj52A2eeBKJQfiUGs5FwpWVUV3OPgr9DqbfQjtqQT5LDeJTnZ7r7XX/Qk1KHUJUpKnGOIpClptYggWJAsTkPrbYBTtEGPdIcpkRibq93lGpeCGKzxULfyJdU0070qURe6Rr37WAsb2NxsE4oPv6qf0XTlsRUdXHW0EJVrqQR31NtLWsNO1wyv41rNGdRApbL6EIyZlaoQ4m3YZbAK9VAa3IP1lwMSyp9L/ra0MTV8JLuieG/cZRm0SVEnwk66jXYWpsLj1xF9fpdTa2/BxLnEdKge4eVpbqItRQjozq6nFa208xroQCfxAOyNk0iLPnttV52VFlLzcLs61mN7DQ9iexF7dvSx0+iqc+5FlZ+OheVaF3V0n8RcfwNhjHlElNQPfMCX96py0uusOo8SQRZSf1gD38h6+Rt0+xd+zEJ0Ztz9thGJgKvcq77r4vK1FhrJ+s1KT209Va9iL3v3tYj2MpdZad+zkCXk51fg8Pc2tcaAkXv6XJtY6huBcQ1Ss1n3y6znWwhOfv02ATr9Li97jXz7bOmj7v59exGxXnYmdhaEOpV/eBvpbQgH99u+u2ozFHws0NRoUqs7vx/7kXB/s84oaa98uy2URUNKVkynNr5X0vpf6dj5XFGrAWHKpxIFUiIQhauKhSF5XW16kKaULkHyI7EaEHy1Yw27FoLkXjL6GlJ6/ogj+O99km/S+fa+LkR1qUn9vkbW179/pbYllAbn5mDqdQ5tDrM7YhwLFgSn6XxX0VCEvPIRlztPNKsUPIA6spB1TqQbi5Hhm0miz6XAiOyqi/4/hSI6l5HkEa2WALOJJFgog9wLgGznxCcUNOwHaDwX1s5Y60ymi6nKM1xe4I/AXAJ1FrjZjYVrrvIMUuqUmEiUtGZC+EnI8qx+GoEdyOyvyI89sm7Wppn2OJsf6otVYLTPUfedijCVZiQJVWYxDTn0cKBKXIGZKb/oiq4UhQJ1SSRqCDYavTdr7QFGiz36XKqC6dUWHcj8Wo9K06CwzG2YWIIURexBuQQNuVcpOEqy657+wdCQj/z6hMBPoOpFwD6EpINh2PbZTbx92fF4dZoryH0QkpaRMiqOZlAJKUOJ0UiwJ0I0Gnaw2P8AUp7EqnWq29ibXw3i7dU67zWMqJCfRKR0vutJWjNp599dBY9v2bRcXbq/Z4x5FclYSaYhVd/MtLsV3pzAJ0W2TlKdBc6GwFlaDbzfVjreDgh1yA1UV8BaP0WuTKfRN7AfgO+u3am78MURXW3XXpSMnhU06UqTbw2/D632uzJeuGGYwj1W+U37uowJFwlVH4HGlQn+r7q71NKWe5QSOlVje17Eaj1LOolUgVl1yK6z1xV9Wf5bd/zH7tsBYO9o/Hk+stz2qg/N60cVrLmVkTbukH08wDYjzAA21luexc1WazPnu9C5TSX/ABfN4T+8X19dnun1pV4KMCB1yqqB0jSq8mlxYEvi+DKrxp/g+fcH8tstV2qNO821Ke8Dq0NcVodOpIubdtLeY7g3ubtzeBijhOv0vjdfTkyfqn66W9AfLv8Agiqoviyn3eN8/UhfyqJN9R2ub/UG3fZfqdibwghemEtAqa1xZ7kV1ngZFpX/AHcv0t5enoLa7aZ3eYi+yWCIk+qRH0RUdGdP6oGlibJKrjtf9l9s51mE1A4cpppbf91f0Gn4/wDTY/3e+0pA3fSm8JYtwmut0GrtLzpYTmUnyIUg3QtJBvlIv5gjzDQP9s33rVyN0tt8u9RrFDTcD3fUc6JXLtVakIztSGlWSW5bCtS4lFlJIN7CxCgAdj3cxQGqpg1/BtUxCibkSuRFan5mONHc8RjuKB4Dlj1ABbLg0WkElSYWG943s5yqpzWEpaIr6+rhLRwn02sUhXfMB5XBAGmug20JhbGu7TFFGYgVR2kPsL6Mi0oya3AIGuRR/WBGvpe2zG2NmYjxdusdwvWWKzQa2tdLhSkofW1bOzc2S1IbSSpIOqQtslBBBStYuRrLdrv23IxcEfZesssRactjhSortlIbUCQUg9iQbKBNj1JPfbM3tG4Zd3c7y5fIVBa6RVGkoi80oraVmFyytQsrJbVKiSRlIzGwGyqptIoPvn39S6jyVRQtK36XUeHwnE6C2ZVkOpUbdQKSPI3vaSdgi1njNQ16TuWoM9zlcQrqMJfxWpUdYUrKb6qC75VgixBGpAINiNs479UO4XrMevUuosYlwpWEJWwjlyl+O6CAoEDrQojQqSVJ0BKVDQcq/hqq8J+VAp79OY6c8B1ZUplNr2GbX6gHWxA+mw9FxVKlOsUuU8+jIpKmP1VKGlikm2YjNlNwbmxB2Qr1L9zBmanUN1nbI4jVlGfF3c012jRH4r8ppLrS1WUj10N7qFz2H+ulBVsWQGqC/Ar1O5qdNYStpTqcym5AtY5tSkDUi2hsb20O0d3fq1S2m931Zdiop1RWlqPIS0csV0/ro/xG2Yag6m4AGwTifDmPMOT3GsR09/lfHAqOX4CtbpUHE3ABBFiSDfTuDYzbszXQZWRt5TNUxHheBVHaGwj3ctX3qOvKpTVzqpP6xFh3tobDUgC0Giu16A3yGRcphCsyeL+kR9Li9yTYp1B8r7FYm1mfAcgO9EqUn5UBKXk/30WyqI/WHe+oGhI3S0SqDK+K8uLkXkV2+h1GoI9QdD9RsInacwdibWyIY0KRWaW7AqnvB9bDCMmfVTrebTqGvEbHZQNyLJsNCQQN1XmmpcVrItDHQ6hbqMzPoU5rg62Govr2PcAMSoNReJRq9L8bq3UyE3TldJuF3vdN9Lp7eY8trqpx6pPi8WqNf1VCkc1nyOpQbWOYEZk/mSDsZW3SW/8AtIMPE0DC+I+aaqy4r/F+K0rwKt8pAP42NgR6+RmY2FL5CXvBoNJiv86pKZrsfpyu2Au4kWIBNu4GtvW5A6vg3n5XP0viVHIlOZUdHW2ofro7nysoXv2vptebucURYtUcoNU62JqeF+rmVrdBBGvqUkHt67OI/jFiOYrK7VZ8+VxeURn/ANk0j92mp/z2+nuVdablUbjoX/bxXerKr1Se5HqLXGzoqm7eg4cdcn0uW3KQv/ur68rrffVFz1gW7HUeqvKqwdApbs9+e1wJSH83FhvpCk57EBaF2zJUO5BuCRcHveiPzLTc0V7iu7RKrGdad4rXgX/H+mxXBwRS3fv8V1a0f4v8+23CsUVppr4XR+vm6k7Ldsqs8u+isVN8Bn4rs9pz43QtP+H/AJ7LneBhOVwuai8BD6P12s2b8bEH6XtfTt6NJ+Pysr9CtaF5uprw/wAfjtVYkhNOwPhO5F/+Kj5thZldJe1VgxEnPp0qVA+FEYX/AH47ubL20Kbki/qe20ClYarPx4sVmKtbn/dZjSVZkm2qVA3vdOh1HcWva167Hn0uU+7Pl8DJmQrhIGVSb6XBtf8Az2/olTrPxHaXSUVFHV0JdCeq/odQR6WGn5bXxPYq3jKdrC0+gtLntRIrHi+Eh3p79ik2IPodRY32gqxBKlf1VpHHR8i+pP5XH/LavxDUZU91/i0+owciU8WPmK1Np+bp9Ab31N7Gx2psKrqjrrnuaIxVGMyv0UgL87dgoKSrUdwDfT1G1tgkSdW4/Fi+9OMwha1/2Sx0q87oOo/AjU7TsMbwqo1FbgOtU5b/AIGloVwsydfE2q37UEg9wACBtLi7rcUV51+fAw9KQvKnPHn9C/rbOBnH43/E7B9cw1XoDrkCqUlEXlVqStbHy9vEnW2n0Hr5jYZQNBWIH9y5xfiPFDsrlfj0thaOtpaszTibd05kjQg/W1rX2H6TUZUDiQJUtcpC8y+tWdKf8J7j8tL37bWNGbo1UabpcqoofWhHwkqRlyq+ua6SPIWI/LYqgbpHaz/7KWKPKR1IdQtxcd701ClFtWvYA6XNhrtTCrOSvHqDNPp7teable/H2H2Ff7IKUlRsNR3UBpqTYnTsCATYKoLtZrzFLlVHwK8SElKVJ87iwHl2BI/0HBHaoNZ5CfLRFfYdy5ku5kZvxGhH8EejuwU1AoNGkV5179O1kz5SpOW5GqbfXyt67CsXA8Za19i8S13i0tql0FujNZ4vO9GZiyXUp11TcgK/C4/dYgSdyVLr0DmvtCuUhGXNnSF8PzGYDrH4jMBe9vMQKXjGVjKsz5TryOAh1aGlJUvKpINjmSRYE/gLi417knjwMWtOtuwKJK6+nmGnUpay/UiwIvY5SAR1a6WPV17BIoIROZBiUis4Xge5nWedirTwmnciXenzGdACV+lrJIAvY6gfFKjOtNPtQInAzr/qq3VKjqT6JzElBPpcgaaC2zCp2EJ7sVyVPiLp0pbqVLaUvlVuIsBcKSS2s6EakA6A277D1VrGDYtU91u1bmn/AAZP6vMZUT2VlUErHnmAvb1tsTEaV1aCSMI0aBVG5XFZpcri8VKJqktIcWCDw1dkqUOyVAA27Ed9u+8ehVSstNtcViKvhcJ+FNYClOJsOpLgsq3ewItpcKO1nVoGEq81/RcthiajoQt3wOOm1wUm2UkHuD5DQ3uP2nTaz/7C9Zp8KVFYRnT0lLrfYZkLuSodtLAEdjrsRBJMkbk0OwIrmHPfa6Qt/KiFxUBcfPrbKrMNbg9jcD012Pzi+vOyvcNZp9OmyovxUSoq8q1WP6TVIII8la+XUQSSKRMFQPie63oq2JSMsqFmVHUpVr58uqXFehIB7EE22H63unwlAntz5WIa3RKijMpC3ZCk8Pz6X2yFJBOoIBtbvoLHEpmFuO8cY3daYlVSJ73p0LwOsSG0ykoJ8YOYXIV3B1Nhrpcy8NY5gVmlt1SLL53OlP3jKeLoCMqgLLCh6kkjQWFtv2hI4uHJf9Hor01hPhXZK5Cu9yU9Nz5qIJJuTck7BOF8BQIsqXXsOO1jC76+p2mz4uenPLB1KFIJ4a/I3HyjXZqtFYcwbuyyuxwz9o5TjsrmloQtS18u0VfmRlvoPMC/463H8Q4CrMqg81g1mVNcQtPFRxcy06WBIPiNu+l9O2zNw7jyjT568L4jiMU6r5OhSLOocT30OmtiCUkgga202ra/SazS5XvmjVBFOW278WQ0hzlXkeZUg+AkEkqFhfv6gNlbL6kod3uI2TSK9yDfNYOmsvoQlPMcBOVxIHdC2iUG4sClxKVd7A22PaPhXGTtG5qBEYmo6mssV0JdSkakcNRBuAblOpt2BsRsa0ml4olNc1S2W62jipzJp0gLdZUe54fiULXOg7bN2l4JdaoPCxRRPeKF5evJy8iKo/Klxv0Pym4uALHW4u4zDE5agvlEph2g0HEbTnIU5+LiWKtS3aW+ngPvJ7gsocsFqBOqRZVwQASLbMXdniqstVThSsPIXS0K+9MO/CkR3SNCQrVKxoSkgEHTvptMxNT+VgNyvsw++uL0Jd4qUTOqwShfZJF/1R9AL6knwJQnZWF3K9WWvj5FKRmRlW2m2iBcZhbXT19Tc7XrUlpLmEUnEUX3o5K6+AxH6EqR1a/W5AvYDUHZF4pcanz5c+jVZ/rdUuVAqTRUw8oH9Ikg5m16ixB7eXo3eboNeo1Niu1FiK+uQiOta+lOUm1r3B8VgD36tL6bG+IdzNBaoLbTsTOvhdEiOopUnz0t9R6f5kFpvUqgi29lmvUuqV6XF5RbE2KhLS1tO8VKvQ5iAVaC1yL2t6jbVstvhfots27lMNQMG48c5Dr94r60LWM+mtwLC/1vc/XbTjjnxW9hOJWz3OlLVxXW/hbf2K6PFr1LfpcrP8dHyKyqSryKVDVJHkRt9yXGorTbrW3dhjmnea4y1sOf2X6v1Hp+R2gQcwhvPoO9V2qS8B4oxDC4cV1S2FSIYQ7KaIISpJTYB0A2LqBqUqN0g22ON12Lt5dLpbGCMW8BaMqY8WoxXUupV0WCnklIQVXAIVa99CbnRh+1Fg33pRmKpS5a0ToTuZLXiQ4k2BFtCbaKtcXtprtnxnFFUgYX9zVRmEw/kyZkdOZR0BGa/Vf/AK7UMYTyEP10bFtBxa47iOWuayv4rU2OspUq46Qq10p/VspJJ0tbbpMqcp11z7L1aVF/spUJ2EPhr/XCSAlY87IJva5BGoW0GpYyagNz2q4uotwk9GWQpPB08JSokhN7jzAFu3bZ3YBdi16VAxG7nYXwkolQpSAlWWwsULsM6QfMj0sQLASKz7kFtsE59clVmA3Kiy6JNqKPhOtJtAW95WyPryZu2oUBfvpa1gmXQYtLcn1SuLolXhIVmiz2GsycouopWgkOI1BzJUoWNyLnZt7wI+7n3M47iOkonRX0cJS0R+KrKRYC6erTy9O4tfXG+Kt2tBi1SW1g3ENU9yP5FNQ6u64rl1EaZeIRYA3tYoNrC/cCNk4GHO77ejAxbWZ+HKo1TqoxxVNZosVaH0qJvnFgQr8QLG4BGtibVnBuHKphzmoFRYfWwtKVNO2Sn8C2pIyaCxUAkADUntslt3WDHcJVlyvUvgIq+dbvFXZceUkm1lIc0Pfwkg9++l3RK3i4oxu0xAdwnRKDKXlafm5yppSfVKFWVYq17ry/WwtTEmLWqbnt3NZivyuE/S315o8hbS1qQ2tNgE8NRAFrC5TY2tqNNr3d/u7wvgiB96lsLWxl4U9p8vpUs+oVdQNtMqySDbU9zcYhwPPpbTk+fW30ZEfFUlKVoU0OxVcknLoBYiwFhawA5UapuwGnOViUSvRVqUhppcc53L+ijfzAzIUACeyjYA1xOxAifvloM+st0HBD0WauC6lqVCkMcxHlJUsp4ZRoVKJSoaA5SBoew+t5WAcB7waC/Ko2DeBCfj55CYchxSo6xe44ZuMvkFIzeVwm19jdFO3fUZ1+vUGnsYemr+O/S3YAdYcWBcL4arWB7FSSCAO5A04bu9627mLiP3M07C48pKUogSnTHWnL87bjhyupNwQLhXoT22sBOgP7Nr9ei0FzBs+rMSoVOdUuE+pXSlrxBBVYAWSbHMNCACR32ek5cWK7xXcMom5Eq+9NdS27g6+HOgeRULpPkSdALp3g7r8L4oclSsBLizX3c630O8JTiifmClFJ7i1rA30B0IPKq7gjFtBcr2CIj9IxCwnixZEV3ocdIvZaEkpVqLGwuRcEEEpMmdFdUsQNV6U3AxRSVxYrC0pi1KL8XiI75FJWDnFu4JK0kEgmxvUT6ZAlSm4GHGVykL6VtRZqo681zmBYcuCkgAqyEkgnwka06t4+PK9VGKXiOh1GKiUpLDvLx8uZabglK1pSkG40SbeLTIRr1j4tawRPYi1n+uxVJyx5UdTUhSc1roFwpQOhJAUNRcg67ChDJVJpE+LXvdbWAqjW2MvFaalRw/w7jxx3EKCySAL5VLsTZXlZ07gqjQcG4Nn808uEww6rLFlfpWUm6lIsqx01NtbC3pss6jvzpeLZ8CBS4i6dny8KZ0fBWO5tluVC2mhItc2OgXWKcUxa9VJeHN5dcq8WkV5jkk1mjSCl+K6oHK44g5kLSbEEKFxa4KSb7WzBnyn6Pa2w5iPeXiGBhx1FRirkfdXVNLSl7KQnKoKshQABUFApUO4Chrs78A41gY3dflNNQlvsISt1GincnZJCvEU6HuLgemo2R8H2dv5oIreI3Za69SF5UJq6Y4zqQRdJcKCFIHlbLYdrm99runYhi4XlN4jo2IURUePiyI+drT5VkALCCLjMQQLg3Hfa58liuq05upKJNEpS1+idZX8TN1eL93+g2pZTDsCe3PgZ0eFDqfElXrodRp21P4HzH8J726NiiqN0aVyUWav9EjihSHu2iVXtcntqb6AEm4DFE9pr7q7Ezr8GVSD07LG0IcGeI1Gktocq8iNLa4XF4vj2FsfchKpbkV2uIp1Ryfd5CFJ87XFjdKgexBBvcixvsRTYDUp1vkM6Efq/xf8A422FsSbv6DPi8KqNLQjPnUjN+jV+u2Dq0q/mggeoJveq2B3hdBjvDPExlUfZ4xRi3FrkrC70VE1+QqU0mG/kyvrJJyJVqkE30vY66EWGwpjTdj7rrLlGxHhmr06rsZkymotk9VhbpWcovYkeEHWytNtj4Z3fYSw5PclUurSkSoLvNMcVjKplZWDoTdPmdQQki4II7cvaKwhKxvVKFjdrmn0U6Ktp12Kgoy2ULZzYjKT3CrJAJte99tCe3x4zAcndViOK65KoMRdbisdTrC7odj9jkJNlMOgkZRcg3BBN77HcbANea924jrMuVUWUZGmveV1KSgLsWldRBt4bg3I1tfZ/4PrPubEbjtBodRYq6GkJkLlICo9SaUMwIGbKoAlSTYCxUTY3A2vpeCcUT5TlUoPuvBtRlKVzDEdAkU6Uny4kNxKmFjQXLeRYsQFJGyt2u02k/wC6wEqrD1mCCY/2SoLFUapyOSfyrRwnQ+tKr9whwpcBB0IuVC1gBrdg4Xq1UlQKLi1prmovFyPqQhac2ZOlrg211NxcaXA1I60vdPKxbQW4GLYlLRwFp66ItxEV7KvUKjuEqQc1iE300sT5sWjRWsJReQo0TgN5MikJ8LnlqOxv+GzCahGTevIMyuodRrqzUf7y3FXiutfpeh9CVZMw/g6+l9ufJNO/pf8AczpP8f67BVZbqlUlMOtZOAheZCNEqToB3Fj+B7j1tcbTUrlUvhyubfR1daV/La2h7g39ba/Q7K9zmeMdvLxhPVoVLqdLl0as09ibS5TSmJTD7QdaeaPSUrQQQoEGxBHnsVbh8F4Nwvhdyl4SiRYrEJakcLX4aQLDU6kW7E3Plc2J2WdIxw1KntwOEw++vKnoVk6j2BJNgo6D8fIa7R61jmjYDdl1RqWul1Fjpdad6FZT3ve4Wg3B0uOxA02W1Q+oTCzW6XqHqs49H3NDVbGVGpfxZ8vJkVkVkWFKT+Xe35bIXfZvnai1SBFw5XM7ErMhXZKUqIBQUrJy3PVoSTpoR22QeI9+E/FH3qgxJSH1q615VKaVodQo2Cb+RHe+nYHZMYz3hNQJ7jteqOSUwjhPozfpEEC6CLEg21IsAfTzAqdPWPjmepXy8gZpPHDVUdoPv6l1yU+tClOqirXkdbV2LawelxJ1yrTbUpBvqQt5e8iVyvC5tjItGRKVdWa49Lm5/i2yjhY3wbWZ/KxceYywvNWhKmpqke8YCb6DOgEOkaWJCiRbW4GoTjDCm9DCVZbdrLyJ0KVmdgVGluh+HUEWzFTBAHUBqUFKVpt2sATeyjfHKrdq4M1tuhxDAiwK7VJUuVzqE5WkO9KciWxla8yLWJH4DQDXZfVyHQd7+HG8R4cqLC3+KtE1ifkakRVeRKm1EuNHSygDYWIzjUR92+NZVUw4w79nn2KuxmaS6078CYi5Bve+R0XFr9J9UbXA3PtVmqOY3i0NdOqj6FR3XYr6mkuIBJupBscw8ykamyikgXDNFfaGJfKtzAkYD9zVRiLiPgLYQhbSUIlBS2dR+gKhdXoQk6XFxqbFbGAKpWaW47S4kpdLYX8KVHuhaVJuSRZRUAkDWwIFz4bA7fqMBQOaban0/wB0TWF9S0JOVWnjVYlJ8PcXIHYakbW0rF9UoMBygwJa2OlDGeL0r1VqUg2zEgi9jcAE620m1d5xKuJSzt/Fe3fV6i0uvPOTaQvJHflKa+Kz8NIS9nsAtojL1Aa3sQDYE0xQil7wcbwIvvyLNpc2KlaHWHRkcykWAN8pQQq416h2F7grv2j4MqLAwu7FiIf48hbS3U/CSpHBCSCT0G5t3IJPrpYb3Q1TCW6/HjdZxbRKwwhaEp6Y+ZDenZQGqkkXIUAQQTcAC+0mvaMiZWo0Q9oJr6Y7FwRhzmp7K+BFaVldYVlWpHck62UAPUeut9sjYgwA7XsRz6pRqshEWVKVKirkR/hOJUu5DiQCnVR8aQQSSSAdmrE9oHC+LcUP4DgVxCKXNSpdJdlJCWnHVXSuI8lVspIALawQCD5gi6+3jYV+y89ylz6S+xCQ7ngT4vhyjThuIJyqI11uDYjvbUany5hNDT2fu+YHUvd3A5CXPi56dUWPvCWM+ZGYIupNifCVdgCCnSxsLbEtScdrO6X7R0aW+/FfdTDqTTquuHMKhYFJ1SFGyRoATY66jb8oymncJOf2D/FS0rPfK5c3Nr38rpAFgbjQ99mHhii0Ggym+fpLC6XW4/JVaOhHwpSCAnw+FSsv1uTcAHQApE0nmZqlFnwIr9BlRF8BaM6UOoPw1EgZwfyFrXANwO52rFU1pp1h13OhCF515V+nZQ8wQbHy7aHZ571cGysL4o+zkqIwuKiLzFIqWimJkVZVlChqpt1ITlWLkKICu6glP9gSh4X4rfvSnsLlI8Cc2V1u+udtaSCDYd7jvbQ2O0fyyijcOZIh0J3eNg1/FFBzrxlSIH39qLlV76gJFi8Wb9brSfEEi6kAkZiAkhdBrjvuZj3zTospjIlUWqRU5XclwUoeA6XRYgJURcAgBWpu10t/zcz2942DaexNiofSt92ltfeGXwLha27gqURcGwBPey7nNZ43o9BxHFb3l4IpPNYexFI4VSjsNFEig1I2sALJXwXrZmwQQlWZAICm0GqePEuBsiyp9fwHVOG1S6hV4q8/3hpDS32G3/PW5U2LjQIUQCQACADsVVioUHkHIFZdi1SnTUZmpSXQl9t1I/TAgWUoC11EA2te/cjHuOswKo/VIFJmxWM6GpU1EVeRtZAUAsZQU3BsSQQCSARqQQRsNUGvT34uI2VrfyJ5eUmK6hEhVr3GgsR5pWRcWIUQQdiQsCJ9KlQJTjU9mK/Cm5Ws+QZG3QOhw2vkNgbKB7aEkE7dpdHoM9pz43uuahSkKadTmRn0HUW7E3FrKGU2NwFAC8kV6LXorECKyw4wwpCGn1+NuxSChR1C02FwrQj0NydumMsC1ThQJ8CXTpSOElpqQ1nQpxIKvhPoT4SNLKSbkDyPehnbYIM7tMR1SqMO4NqL77D7qeazr4qYb4TfMVouHGjrlWQFjsQCdndh3cK7S5Ud2s1FHXld4C44QtlQXmC0kE50nJa4N9SPI2u9wMqvUuBL5DB3NIR1uralcVTKu1klV1JuCSULva9kqIFg4nW4FUit80ytGfqWla8qmVk2sbdja1yCAbbDNp3YE8p1Pqd1F3br9ThVavhz3W5FayPypTGT4rQV1pJylQNzbW1xcg27gDZL4yxLFxbRmKX9g2FzYT6YspppCfEFapcQoA2OXMlROpsQSRYNWRhXlZ7bsqWjgLdztdXVm/D9gNgAb6bLpipUF3eDLpeI3vdE1bCUtSE5FpkICukpv4k2KrpJWLXsQRcFqd3MN0jqFuosKWQVY3Y1mBxGpTL7FEfQl9iOmynW1Ziq+RXiAsAOGSSb+A9JaG5KutfE3X4je5qkVthSGnU3TwX+4Uk36ATYg3uCB+X5irEjWEmvc1U5Wr0eo5lIlJWUqhujQOAXKglVxcAgA3JBBOZXVip0ZqvRJ7VRlUtbGV2K+hoLjuWscqjbJrewAKVXv202ZSegIhZW3Gt0FeqeF8btMVCqIWvlZUpCFc9HV4MxIJOlgq3iI8za4Niagz58VvEdLaQ/S5TqczTD5WuC+bmwBJJGhAsSdLW0vs+a01hf2lt3LFUlZJtUw9mQ+1kzrcRolS0m+cEdxY5gb97jZRbrKNxcR1LCX3WbClNKdp01Dq2HXMn9m4lYORxPUCF3BughQ1BjZJB3CLms0F3lf5waC9x5tOa/peEi2WZHT3eSPCHUG+dIAJHULEdWvt2mIvtlhKi1Rp7joQwnhL/WSQCAbkm9gB3P499s3V5n7JYjcrMCWiFUWH0tTYbqyhLi+1+1rEanQ3vfUWIau5KbRorsvC8WJwKdNRzkOOpR+HoM7ba06pAJuBc6FJAGpFLDsWKaiouOId4yMXmm3eCtfRk6LeuoH1ubWOp9fLb5ZXRqzhefAdlymOajqazxV5HW1WICVC589exve40vtMxNT3ZXDaaa51bmVCsyyleb0NiDe9tQb3sb3Oy7wbS3cOVlx2VEXUaRx1oS1IWczatUuRyR2WFahVrkeR1OydWMS6BY1t4lOqG8b2X6TWYtWf8AtJgB9GeQ7b71HHw3Cq1kkFJQs+QKc2trnPVOpbtZpbnNS34tXY63YsqKFR5jSu6UOJAykXByrSUkA2IFynSm6CsYcqlexDu5i0+o06FV47qEomWVlu3l6gDqCFWF9dBY2tsrN4G8zC+7n+i8Ruo96QlKiraYa6lLBy6o7gm1xlIBBvlBNy+vkJNpdU/T9zK+P2J7XEgNMvoYQhORC7q6fMAnXJcaA9iNNLDYBqOLcZT6WxQZVclcrFzIaWtXXlPkV+Ij0uTa5120xSd927Se1Li7xsBvwmFpUhEr/Z6kBRSAHGyOxtcWBN9QNgDEG7DBuI6pz+6XE0WqQpSVSGo+YLWlHa6VA9aQUkE6KFrEDvslbUwOVnl76Lt26wRFoju/2vx1/mpW0U81xeFyi/8AyT/w/wCuzzo+5LFs91vi4ef4a8vUhaFZk+vi+v1FtNO4bmC/ZIxRjKLPagU6nc1CaQ6hp1WRUpKirRCrWzC3YkXKtDa4N662YSoWw+hMy4XwF75i8Xg5Fo/49v8An+WzuwfhOg0FpvivLY/2qOPlSlXa4Fx9bG17HUnvtaSt1OMt19Lcn1RlhcXpd5fPly9yRmKSSQPKw176nRYVzHMWqRXGovHYWtHgV83qPT8D220KilSwlejvu4xxHbWpsWjcPkHuJnQlaFJX9BlN7/S+lwb+VthpjmnXalKivf1prI6hebKlRuLlNzb1JTY+eU2JFDuuqPvSjPxXXeOuE6nitLvmSk2IBB1A7AntppoLbEyozTUrixej+/8A3fqLEd+/l622wtTcTYZk2X3dPvKCC9Ym16LS5DTtD53pUiQ0hCX0OII79r37aWFjY28iC4NqlBpcqW1AeXS5T/Tyq7oSpNx8NWYEaX0SsEECxBFwHW5TXXf8C/nRbKlNr6Hyt5/s2pcSbuqNi3l+L91lIWlTUprpVobhtV7gp/u6ak63Nx1Oo3eJE1dF1w2uKrh7+Z+UOrUasu8rKicCrwms3Cy5ETI+qrhFzlsL6A2tfKLAAAu8WuNe+eQisvsMcJDvSjOttNyCUjQqT6kdx3vbZq4mwvWYGCG6W1wJU2kLU7DmMLyPx1fqA3BCD5oN0k9iSBssIUD7UZHXa2unSmFJda4qBwm1k3LZXa6L6gZuk+EqQQDswm2p9wmsmlSjUd5fRkfBlPi0Z1x2K9zXNZlsPxUZkqQruCLXT0m5voB3AvbZzYRqTtGabaaz5FrSv4vSpvtoLf52APp2sH4MjutVR92UywuLkUta2khKVLv6XuP+PmbbGKVQHeI67nQhf6J1C8ykrA0BvYEa2PY6X2fSxW8pndX1e7Faf3jATiJ2VAltdaFoaUvxeL19Nfpb/I7LmiT2nWnGuN83Sj5v2+Xf/ntaRJfCiv8A+BX+L9t/26jYLjq4TrjrX66vAvxXJvb/AI7WbUbZ59jug1vgxdiPBs+A7S5fQv4uTXKrQW006rX8joCCAdj+lVyBXqXEn8XiIlNJzK/VWBZV7dtQbEEj0OwPvLkT3aW27FeYmoi9MiHIRmXlIIOXtdGvUm+hANrg7L2i1nEeEqo3PixFv0talI4C+tpxBCczZy3ykKSCDYEECwIBBzdZSuoG4exPRW9L7+jGz3jM1B705pr9daEJ4qk/2mqRfy6jfWwFzc29IrmDpWI3eai56dNYzZpDTpQ6nTTsoZxbuL2P4X2o8NzoGI4DdewvUc/ASlb8VaxxYar2GYJ0U2e2caHUEA3APBP96Nc1FeWjJ0yGuKVcNQ9b6lB1sr8u4F1kXHDTzlekZW8+MQElezxWcUO8/Pl0vmkKzolNNBC1a3OZJJQoeoIHmSQCbFs32Xty1epbbuMsPMUSroT8WbRHVx48pXcuKjBakoUe+mYHy9NpSMXSovwvAtC/8XbW9jex/d9BtexcSu1SK41PeY/9B6tdRa1r/wDHQX20aHrUR9PHhYpkeyLgNr+lN3282at9H6JCktOqbX3A6QlRULZu4v5jzDIwA+7hee3z9QYlLyqiyHWuhOcDzBF0m/qBc3te99hCrYRgO1n+i5a0P/M1lK+2ts17207eQANxa45xZLUV1x2VVlyunhIU66XVKSBoMxPUB2BJJGtzptWzqIqMcRGtTEvMRVSfPrz8qLnWhtScvRm7HwE6/np29DrsM1B6VAlOSmmUIWtHxUqR0q/zv63/AA100sIWNKXAd5X+/mzaZdPTyt+Nh9RbaHU8RNT577VL4a0L8SV26Va+pPpoAdknu7rbpq9P0/agFU5kp39Kz8Na/D8qfyOtr+fqfw2cODPZ4pe8ug02vRa2ukVeLmQ1Ia+Kw4m9xnTcEKBuMySDbulQsdlZUZLXCc+Cjj5/1MvV59vMeX5DTaww5vkqm7mqMO8bgRX8qHUcU8JxIsE2uelRIIIJ1vfTS2hQ+zmadmVEDN+u4Pfdu+xu5iP7MvymH1pVFq9GspjONAHEggoURbUgAk2zEmxHqjvExvheKxWWudpz/imQldKEq/2retrfrJGoOouCbei+AsfNYygc01VmH4r6E8ww60FKb7Amx1sO2YC31ta9jjT2StyO+ml8KqZ6XVGEZ0z6RIQhaewupkgoWPK5AUB2UL7N13732yiajEwFR98n28o3uGvVx+E+tKUNStHUKVpbjIIykX8wUqHqbbDuMm8UUuAw7F++sLQpp/l7riq1sHEtnrYWQMpINjaxJ1BbG9r+T9xlu+ny5+7mtwq8wwji8ulfCdcQLEqQ2okE2BJSlQIINkqHZKUCqu0t19qfLfzsL+RGbquL3CiDp+RBtp5bdbZWp2yfqA3uXOEt9HutpvDmN+P7uX/U57V3VRUHUtrFyVNg3AUm5TmtlI12NFwqNVIDfIS4s2C+rOxKYWFpTc638/xvbsb2IsFRLxRgivO8KqU9D+dassjwKT2uQRbv6EEG3bz2I50dqfQY8DBrtOYfRmX1qKFqSOwBBsRoBrqPr22GaP5gJmvo2azeshY6wlxZ7/K1CLKqjHxeAhYS64kC5sk6qULEGw1AuSe4aG6z2gIFUpcTCWI3uAuK0hHF6FJ00yrbXoU+qSBodLEAgdw1RMJVmgsO484jdRiqSjhTOtcFafC5HfSQsNnxJUhSSPoRbatETBsXEbdLgVCEta83/nSQt1OUj/bAhSdfmOmovYi550JE2qfAeUYuKcYYXiymKXPpNOYlPu5GJEVOVqQrWwTclTazbwq73sCryTm8HEEWVWeE1EWhfC8fy6E2P4g32YyN0f2joMuLWWYq87q1x3WnTnZdSO6CNVpHcpUDe4NtASkp7WKPtG5RsRxEe8YSVNLkNO/prXyuehv5kAA27A7V7alMSLT+IRysUO1mlwJTsSK4/CRwHcyP0iQNCe1xfyN7dge+x5XcTUvEeEolLitZJrEdLXT1Zlen+AeQ1t/kosHQZU+suRWpa2Fr/RKaRm6h5eX/AB/Hts3sA4bntYob5plmUw5mzuoaKMv5Eeuptp56eY6WQeLGBFnHlFNTKtiPDk9+K00tiVF6OtGXMkmxF9bj0I087m2x1hmjtYoivu1mkuIlLX0yOFl6h6EW1GhBAJ7WIIGzzxHuow5KlMVmqU5DD7DXCWpKfl7697/xoDc7fDFW3fUH4XNsIydP+FQ8tfP6d/ps0GTPuZOr1rr4J/mBiMCSqzAbarMTmloSnK6rxaeEgnW47X7+u0mn7sXYrvFaeR4+haEf6+d/P112OPtrg3hf+dFj/B4f402+GcXYIlNOOtVtjo60IWvxJ+n8f8Cde1MdrbnbJJmhX65Apf8AVci/1kZ+r92whXcWQOa4rueL+v1dP7NgedjmLFn+6+UlfNkU1ZX7QdfX9ncbWTtH+0cX4svI/wD2XFaKEq+hsTb9tvQ7Ib/iaVju/vgS2ecgVRr7q9n+ZCk/6bQqlClSorkV3Ov5f737/wB+1VQ8I1SguucKWhhC158njTmvr5DQ9+wP1Pfa6nSf0nwULyf7JRTm7+nbt+/6bVdAsB9OqMGU5iaxdgfEeHKy3VItPmriv5f9q0lv9oKQCDobAa/t7t0GstSm2pVEXSFyl5Wn84UhxXYZikFPnY6n/LYjnb0ZUB1+BQcbyoq0Zs9JqkUqVoNSy4kLbd17JUGSNbk7V9C3nfzgxX6XAdiomwnepEJ3IpKk2vdlWoIPkkm34d+nqK/tgJXKdi2jVluBjJ1hCOrK6lPwnNSAQu5IGUDuLdxfzMREvAdGdciz2YUKr5fhK4vAW9cnVDibpV9b/s2e0DDsXHjUSjY3qEV9jwx3cgQvW2hA7631Gv4W2JKd7K24JrhtVSnwpvAX8LjrzpZV/dvcj8Nh/UIp2tEdTrxQ2MZmXnvaYxvhd1ujRZaHGM6Ux1TMq0dRAAzeRJISLkAny8thyqPVnEeI3J+KGeVYm5VdHEShtdgm4UeyNB20IHY219AqBuY3S0v7hS6TSELbRkQnI2pWX8COr62vtayN1uF3WuFKwnRH2G/CtqKhKk/kNP3W2v3FYcRP/WBu5EwOjd3KoMpt5qk9a052n3VlceQnXwrCbX7dJHY622YlFxhPagONO4eio6Ot1p39GoDuQLg2111/y21hE3NYIitcKBE+B05o+dxCm9PJJJSR5aXH12DMYeyVgjFDTkrDlbqmHqivrztfFazf3kEpUR6gKA2la/zGV6rSfzMzLwZP3l4tbdaonK8SUjPKQgqQ40L3CvLMAO4Avbzvs/GsEUvlWML/AAEcdrrYV4UtaDW1jby+u3Td/uIn7oOYdn4hXUULX0KUvMlSQNbaAp7+EjsO58hmq1yU7i33zAz5/A11dOUHTTsQdT++2yeos2GD1GoW3yU8S8l7jMOQP/ODEYYWjNkW1f1vYg30PqCLaaa7EGHcP+5v7nhzJ/WUBby7/wCf47Q6JXsUSp/3BpbjC/1khSU/mb+eltPXyOxR7kxlPnt8XD0XlV+J1qRlWn16SCkjztcE+W1VLWiZ7anfxmAGP14tqjrkCjRPgfMrRSf3Xt9b22W2K9zNZxHS23WokX3ixlWhDquFm11CCQQFeYBIBItcXB20vNwTVOE3yuTjo/XvlVbyPmPyNvodhXGFOxvFi/cMJrfWwjwNPo+J/hJvr52IGnnfQ3RXzGqNbtcYPEzlhfdpz/Ho1ZiSos1hKk5cyOKlSfQLKUrH4G9tQO2xFu93VV6jSn3ZTsp+kM5U54rRddZTqSFMrspOupANu+p823QouF8UNcq1ElU6t5csqA+sNJcV9ELBym+uYEAgny2HaPXpWDcZS6DKemwpq8q0/CRmUjXQ90KHqCNSL3GmzYE9CrrYvEqoFP8AtHWZdBaiPvwulSJjWZjp10HhUhQINxYj6kEDal3gt483fQOQlVH7ZUFa0qRFqzTSpkfWyg3ICR2B001FgQdTs26RjSjOuue63YXvR9f9VVaEpxd9coWrIpRPkgkn08toNPp1G3g16XFrLMrPTuibAU0vmIqrmxLPiykAqCiBewsTe4usgiAW5ynO43/obCTUVGfrdTIzo4Nja2UXOnlbQ6EGx017hfcm7RsJOQKzLi1Fa0KUheqlJvra51sD2BvYee2esRb0qXuRnxJWDcMUuqMLVwnVJvxcotpntcKBHhNyewGmzjwTvEr2PKW3iie8/SIr6fhNLSVdP52H4aX/AG22aTC+oFstMO+0Du3xHPr0tqLT4THu6RkYqjUjKpKgAqwA6j4bFJBABBuCBsE7vPaAx5gh1ul4tp3vFhGVHFQ6FOpR62t1a3Gpvpa3e+sd5DNGr1ZnyotWYqLC0KjuxUZMikD5FXA6ioEjKQQfO19lLL3Ec0047QcJ5ELXmXzql5U3INgoKJuDexue+o1JMGzBlwka24/Hu6qsynKzQaTC94vpyqyWQ+lIHZNzZN79tAfrsdza41Pny6z/AEpTmIWbmGo6C6mO0bWU9HSVFQ9XAmwBIvYG+NKtub3g0aqNz6XkQ+j9KuFIUleXyGZKTmPoCk9zYgEnZmU+l4ow41ErNeZqjFRyK5d11XCWlKgLhLragTfS6So3A7WBO0EqZfEaMmn0bG9Z5rBtWW8+hKXc0KZmRKR5EpvlINvMXvoR2GwjD3l4tax59iIGRaGE558V1YR0dk2BByn6gC5001Gylnb38W4SxkxXsGxIq5S1feGMoaXIUVi5UNEjQ+YF/MXN9nBVsB4I9qDkMZRZdU3eY8hJ/S5y0xUE2PSVpJHcdwSLaHQ6SHCyhEs8ZxIFUpc/CTUR+LNWni8LLkfZUf7RIvZQCiFZkKuNDYabVHs8+1pWYrv83O/irQoq4vwIFZfSUJUoLycF5dhc30ClC5Jte41s8MYGrODayxFxa9KffRmySlpCukgEgZSUK/EXB8767fuJ9z2EsW4j+1EWowaitbX3ppUIJU8hR6syfApRtckhJI7m9tpZ9sIgjTrWE6zKrzk+jS2GFoUiRCkK62uKATdK0HML6Ai1iPLvs0sGYmn4tgcrXojEKvQkZJTTTuZp62nER5gHvY3I9dszYSVF3LO8XCUSr+6Fu/FhtSC+wldrEtpUo5QANUgWPa97HYspO9/7R4ob9w4hg06vReqK1Ka4SZSfmacbVlurXQggnQi9rEZfdK2CaNfan8q58Lr2kUee7yvxWl50fqf8BsP0jeZS6zAcante66uwjNKhOqzZfVTatA43fsoduxAO35hypOypT7vC/wDWdrQO0yDvhi0GvYXl81L4EphpTqc909QGhNtRY63FiNs9zZjtUpbErEeHqe/k6PeMXI61ITYeIa5SLDU2Bt2Gmx1v2xhWZ8+JQaCytiVmU6l1KClWnkDbKfwsSQexGmwjRN1uKMW1mBAlYZlQpVUyrXPYuiO4gjVxxIOXQCwKfEdLJ0vIXLS4baOYw9xe6JnEWI28UO/+cSF1NJatkkOeSDoDlTYEiwHYdjtqOdRKXU43KT6fGfZ/UdaCh+Xp+W0TCOFKVg+hRKBRoqGIsVGUJR8x8yfUk6k7Xu1nb8RKyzcYnMS+znh2dLXWMKVuo0GWcyuEh0uxlKJvqhRuPwBA17d7guL911do9HcFZoi6iy3m+LCSH0eeqUKGZH17Aep207t+EX2jfn3IW0rPOfFmIvddGfpdBob/AMDqaRwuKlKhfNwSbLbIJIIII8s1tdhTd7vanz+JFnvU6vUiU7l4rUcomU93NlIeYX+lQD3IIsRoCNvRrE+7fBuLTxazRGFv+JMppOR5KvIhabG4OovfZG419klqVPcqlBlRZqFqzOtOtCLMV3sQ+3ZK1DTxpAIAudNpG0Dj3GEvB+6IWXKnyov3VnoQjMhiLKyoUi4GiFgFCuxygi3a+pBpcOT+LKn+4aHV38nW/AdaGZVvFobKPoSm5GhHYkGtbw+N30/3DjHEMqitvryMLqNOs1p6KNkLtfu2pINxb02p65un3lwP6UgVZC4WdMpqqQkDIpHcFaCrp8uoaaki3fYLVv8AcYyrr8QOG8p3FFUcpbT0qLkaTwE1RHxWXwohSErN+Ii1uo31JBOl9ltvGo3P0uXVJ/uuahfFdjuxVZFMqB0ctc5Vam9jY3877G8mjVRp1yqO1ynSquxlkSoFRhlSZCM6Sp5s6m+uYq1IuTc9ti+ubqotewu5VID0Vh+UjJH5e/iF7gK7kG2qTcEWuCLHYJ8ZJmS50CqVSByFZqz/ACq0oXxVdSf7pK0kkW7WUbi1xbyY27GqNbuXfekXENUldSkqalSHFx3raaOAEIWc1xYdWpIFgdhiuYW3g4DlNz69SX0IWrKlbUNSmFL00CE5kkE+hKgCLpAOzD3S4UqlZanz3atCp632lZouQqRISLE8RK7I7EEgAFJFxmNwOxJE0Hg7GrWI6W575if0c+hOSa0sSFR1/qPNkFS0BQsVDUXOpGoOKTEwHvVoL+CK9LhTZVOQlcWVop2Ooi4JUkhYSbd9QdQQbW2U1FFUoNGiVmqValvoYWlDrCk5czF8tkOaKJ7XBAsO/a5C4tVawRvkiVnDkvJBfT8VHUlTOYnx905TYHvqQTcag9iTDLEeDfdcr3DykKo1GnOqWxntlkIAPgWOtpY0BSrQi5A0uIOGMAxazi1ufKqMVhbLrS10aqfCRIWk3WA4ElvMALJuQSSQSDs2sUnmmvtH0IYypaW7kStKUqsBmv8AL2HcEXHoNhCc3QZ8rhVSh81K/sFtOnM5fSyCkhakq/VUAdfoLzIxHk9iDdziPBrlLpbsJCFtcKRAW6hC2b+mouB6g/XTbL2IYGDcORXIFZiLfioWppGZrK+yk5rEZbcROXXpBNhca22nY4xJAwvWeFiPd7UYuTqkNSEhK8gH9k6OkAJuQSFAG4vbQEz9Hwli3CX2y3cxPfUJlCUT4vCPHho9XmFE3QLWKmyQO4SfKROxFLSGsEYSrzFZoNbW/C5hEhUKQjMttOqVFBIyuoOirAJWmxuSdS8pLs9qUxPi1FcqiSoTUiKuLIyvpy3zFCCM9xp0gqSRbsCboLeocJRXYkCvRJVEW/8AFa4S1qR30dYXY5hqO4BFyM1iNmThPFdZn7qmGpTvH9zupaXITHQpDyG3BdYNwEqyqF1XF7HqIJJC6bmlDRXZ94zC2n706y07yvFizcmVcd9SU8CoIGi2nAjqYeHYkJte3YEDafUMYYIxHKRAn4sRTkP9CoFUazJzAFJ4MtpQIUCRa9iLEEaEBSVTFlGpcqrSoFciwqvFRx5UN1oKQ8k3s4uK6kKRfsFNlQJGhvsvMS4u+0bsSs4c4C21u5ZDEdQyJuDZQLuqCFWIB0Ivc3BGwD+lYMeoA6Sio7gomnKPh+g0ufLaa3kU5a+pUWQhRVlaUdUPWBSUkiwIzDtoNusnF9Uw5xOFUYqF5OpLS0KaUk39Okp+otooXt5JDAsSe1ihvkJdRhLYa4siK+0FpVcD4iEq8SCQoLAJAskiwN9rvFVQd4rjUVptGdWfInpT9bXPYHy1IB/MuFtwmZ1bWHTpsT5kOpzZUqe5Ki5EdalZGujKu+uXva9ySL2Onfae1XvuvClRH+jxI8Kk+qux/wCm1VSJ0V2B8VlheReTPwsqu3qLeg79/Ii21fXZMpp1x3wIRmyOo+XQeul9fy89gWU1Wp5jInlk1Lo+8GNHdWMbu1mXFo0T3jTn8ruSQttSVI7WB0Lah6kqvYdIvfY6xlLpeHJTDWI2vd3NL4SFZwtGc3sPI39TawsTcbJmpe0pPo2F4jrUSKibCVl5qPHyrV/dsjRCramw1FtO+yfmY235+0PiN93DkRErlU5OKpAShKT3UEDqJv3IBIFiB57QlteBXXPRnTJr8OR79zQte3l7tMOT+VxHVkRV5EqQ611pUkk5bWsSRbVNrj632oanv/3GNNOf9sUSuAjirSlByqR3OtiAq3dJAN7i2wQx7JtLi4ccr29DE1U51CPi9edhtVgTYABIHlqSfRQ0siK/jCl7qq85AqmA5VUwo+npqSIriuCntnS8tH7EOlVr+M2vsQVbvcqeiUe+YRbyN97uI5S5+6XnW2EZeKrLlW3c6AJ+dJAUCSCLk6X2MNx5gb1YD9exlTqjKq9OdWtaJDoUpST2IQbZB5AEEWAAOlgPYFw/g3FEr39u5xDClMLT94i5OFIi381Nk9ST1C4Nri4va231vIxnijdU1Ar276WxTsQsPoaWjhBTTyOJqFIUAlaVAElJ9dCSARU6c+hGvoUoq21x9z8NwJ8BuBFocqKteX5ClSrDvfzt9DbQfTbGntDez5PwlWJeI/tY5UaQw0lS2pScr8Ni/bP/AGiApRGoBSD5jXZ1bqfav3g48rLmHN6FJg07O0lUWVDirQlKwPS5yg2HYlNj2HfaZWl1nEeKG57tQQthh1SFKy9Xpw7aoXdI1SQbpudLaBprdLMYgqBYrYmX8HbvqXVIv9F1tjmmPiqQl1SFpSCBcJPfub6Ea6CxuGjgXDlUaoNSw5PiSqvSKilK3ac6s8JxYJIcYWB8N4GykqSUm/rtxRu/+weLX/s5ysqkSvitNKQcra7G7ISVApSL5gQSEjQaJBDgwPgbGUV2BKwviFdIhVFGWR1CQ0lRv12cBRcm9spsTYa9ttK2vImqglHu7g1mjRW+LVl1SFFdztc60ETEtA/olqIstQ8JBsdCQSdBpirjdzXsL8VqW2iU/HS7FlNdDqV20JUgfSxBHrf02WuLqK1AgcXFFRRzXV96YaQ0v0OZChl8ibE6gkjyGynmVnC7TTEqA8t+bFWjOlpS0JcRcgqHcJt6EEWuD3Fl18fct9sPRFrPIOT2pbC0LXwpDT9lJV5lwKSQW72JCgbeRGoIoMPU2gtVRjmnn32Kpl+7yupKlFVgtF0k+liDYd9NSBjHeOvelGRS5TPu59hafjqQWsyFo0cNrDINATcpvcAiyhtHw7iCLFisYcr1QizWOKiUw6trw2PiQpJBSPO5uQRYKOg2sF+ZdW3Rsb7MR0GLhJtp3CaJzDDTqJC0cN9TLSnEoBeavnKTl1UCbdzawO2fKDVYGHKDVqNVKTKqNOmsKdhcXOpLeVJDYCwCpKQqxCuwJNwLDZj735GDcbtMUuLh6Ut9DSvjxULUpXX20ANwLqCrEdgbg32r8GRKxgOgrw5AZcxdS5qlOsOrpxYmU9/QhuQ0pRCwTpxGxY+aRYbW8dsgsq/dFbhan4coNegVTEdDqjCOLkS+tIyuKUQDcAhJNjc2IBGbp7jZm768T0uqNUmK1LQxkyrYdd6e4NmrkAJvewBsLEgG2xTV8K17EeEm2sRssUtGTK6qO1mQpQIIy5lgpWDZQJsUkWCdBtSVXctAi0tiU1UapUUdXCaXHC0pTYqGTQgG9rpII0vYWNgkKWgO/Sx9j/MDGaBP/m+lz2oi8jC1Ldj+LKq99RqRe49bix87mpo2OJ9GxG5Any3/AHc+0lGV1QWhSvPU6AgkgEaiybW7bM2XS3aNuRntUbgsTWE5GvhK4SlXuF8MnMlJPdsKITY2JGuyyqWBsRutOT/d3KvsITIfVq7yqiOlxQy5uEbXK0gpBBGYEHY+yH3bpqHC7TW8bdfLddyTq3g1a3eFIYDqJkIkZwQo98oCib9062JuFDHVhKK1/RdJ4C8ynWsjp6bi+gXcKFjbKANLnQ2J0j7NWEZ9BwlErM/ge8UNcLnGlZkykHVYcAtYkmwJuCADcXtslcaboqDhzeDXYE+nIXTn3VVGnMKWczbDhKuh4HMgJWVoCQCAAkECw2jtzqzzACo1mlwJ/wBo6DnhVHoYrMD5Hmk63Ugk5SCbgm1+9wdnLheqSsLxYmKHaejEOCsQtclXGmkFKo+Y+B9k3KFDQpWgnXKQQSNgzDe5rC+8Hn/slUZqJsJpSERZ7WVTa0jMW0yWrBIKbEJU3ayibWJTsH052vQJTjTrVUYioWqLK5d0ISpSVJ6HEE5c6VdNyNLAaEaVNfEKTHhDitYNxHWsEVTFi20VGKl+iOzEhUeqQl+AZwAAsXUkpJBzJJtYglZxqvPlcfDkWrIW+hC/u7/icQkZUuIPiVew1QTrY2JJueyKDF3tbtJeA4FWfXiHCiPeNBdU1kkONGxejdRCVJUkBIsclw0dCNF5hKHiPFsVuK7EYf4GZ3jtXSttQHS7wz8ZKh5qCVlNwSSBc0T/AGyldnxBc4Yd59+fwX/jr4UjM6PH2yKsLg6eYuDbXaRUKdKitROfq0qLkVnadjo6VddgQDopI7EXB173Nww6xhmqOxXIrUtcWo9SPjxxlzWzBwFu6XE3OoFxYkixBGy/p+73EdBlNtVlmbFbQ7xUrirztanQhKbjIRoQB20NrXHEQ0uqPhreDQXXMR4XreSUx8VEiPZKZiE/IQCD5aJUCAcoJBsSQUj2ka9xWKNiihxZq+tCJvCyK6SSsKyi5VZNikjU2IJAJ2j0mlV7iv8AKy0Lpy05GsniZWoG+XKb5dTYEEC1gPSgm4ArMWqMSmqTn46+Kh1hQWxMSgjK6i5OVY7FJKQrNpY6Fc43xDUaKnUN5iaXwyz9qIr7vBiryNcdrKrioUod9fElVj2t2NiSds1b54PFqjeKKC0jrdTzlLW6ErbkMuEcZINihxKQTnbN1ADMhQFg9PZ8f5XEc9pqI/Ff4SuajrQUqbXpqpBsqxOt7eVrabL/ABRTcL4jrOIcG1mXCWuVKXIpaZSBkbkJQSEpcTdSFE3sodtAQdBs9SoX1KafRU6Vj2xBmsVaVvBwvTZUrD0WowX2lNOuxXeA+m+bvlOYKA1CkkpJ1ATqkL6LgXFtBoMifKxC+inturQhcqOMzKb3AcKSU6DS5Fj1W8gJ1DdxRu5rLmF69RH6JFreblXXfixeaIyhaSk5AFEpCkpI1tYEqCST0uRWa9FltcpyT77C49Upzqc7DirkHIdbNm4UBcggA2BOpO2WbiObvzBXdnvAqm7nFvP0vjrird4UxcVGeLIRYa2vZBsdUm1tQLW1fWLoEqBVIGI8OPMMYXxCrOuUmPxfdsyxIC0ixLSj8wIKCPQiymk0drBFL5r3exnWjLxWupWTsBe5JtrbuR+83e4rfNhfEcqXuvxQ9wIVR6EsLungqN7OI7AajwpIIIJBGxCm2RvghvKodZdx421iOWjO/wBceehJXHnXtYBfdKkggG4INwL312O9ykxr7URKXKob8WVFWhbU1Lp4Tlhe4Cu1yMpF9QbgeZHN+E93BEqJQubcRXqO6XVpkNFpNQpyrJEppYQW3LEIDiSkEGxNgUlRTuTxvFr0pyltZESul3gLYLGZQI8BuU63ubHUgmxNzsnfjbkyC3EcVemz/fLbTrS0ZMq+Fp1X1t6EWFwQddNddh2VVZ8rEctqA191qjSOK6tfzJSEkKSSUggAWUCDYgEC19iqowZTvDd4LnHYTn6bKUn0IBNtBe4B8tNRsr3N5OCcR48l0eLVkU7EkLNHmQ/AriFGhCCbKSpJHYi/nqNM5IqH5l1haPi3CW9Wm4j94ofpzDrS0KQ7lU2g9K2nkXvYk3CtQD5i9tq724t1UWBvQRi2BEfRFxRTkzFNZ8yOYaslakj0IyE2BAJvYXN7kz4tLdiO1mIhdOWlSmpqF5XY6vP/ABoOtxpYi9iL2aG/Jyjb3/ZV+2fKLmysASkzJHAdySEx0DhvlChYpPCUHADcKyWIIJG2nR5pGVsDTANVj16fF5VqIw/ysfoQt1K0uIQPJRBv2t9QALXGoXhDDGI8G15vFtGe5XgOqzISvNwf1gpPcpsLG19ALWsDtPxmzVOK3Kiu81QZUhDsKelfCVHfJsUPBPgVmsmx0J7AXsLxyiT3WojU+oZOO1kR8IqacSRe6HknUAdkqGYEm3mBOdstYiHyaaC3D4lxk7QZFUxkyj3W++p2LPjyM+XUWSq5JSoAXKiRcakFV1HZe5ZEDlZFUalsL+ZC0OhSXEDW/wBPr5A6aHbzywvQ6zRqM+1FxC+vnWkxZsf5Hk2IDgtdKVpBNlaHsSTe21dTZ28HC7TlLwviaqQkIzI4TUooV2sQnWwNhqBY6aagDbjasxreo0VNgTS/tHqdnwHKXS3YuRf94K8lWAF9T2sb2v312yi7hCVS4vPxaexV6QheWVlWFcuu48ZHU0okkBQskm4OttuYoeI5Ur7/AFyUt9hfU0/Ic6b27AnKk2t5AkW9dWBgMO0Z3itZ19GRaFX6knQg9ri3kdP2bQo7vuVTq6L8QOwfU8OUGs+9Ir02l5MyHYVR6UTo9jnCXLHI6PLQi5FwNCHLUcO0uVAYqlGdzsPpS6lH6ye3Y3srTUAmx+hF6PGVJoztLciwKShC/kQ1ZSFK8u5NregNje2mt7bdM+666/hKqUN+LTn1KUlSU5VQ3++dN7nhr7K7i+o1GimqSoEAkZiHUkq1ydxB5D/mT6fTuLFb4sRC+rJmy9SbjyNu+uo1Frag9qKsqiwIrjrvDR4loWpWbNbzte5H+pGz/wANYC4tLc4v6/V+r/y0/wBNdNs8+0hIaoLrdBgeN/L0I6sqekk6+ZtYAeQI/ENmlNKbxPPU0Orhok5mKMUc+/xast9jhcJpKupSUX73te9xb8Ae+3PCVQn0uqOO8px0Poyuoy9Sk37217dxodfy2ioYlSp7cVqJ15vBmyqc+Y5f3m3n+7Yml4elReBK4y2JUFKlZMmVWW3c6EgC2pGo87jvVa3tHM9hpdPdeu6w8fE64ilNUuU27S/gIX40a+Y/y0Pf0trY7GeC6rz9G4Tr2dbGX+9lv/01t2H5bKWtYodqlZcpbuRfA6/AelV9SlQOUgg2I0PY2AsNiHd9Jqnvlxppla4vCyO9J8/TTW3c27em1kY0vgzE6hpjTYR7jYdk8KK586Mn6nzeoP4bC8WRxfi8Xo+b/ptNrMp2LAc/U6v97/PvpY7UVIc4rTcD4Di5SPA705tfI+mlr2sLakC52JZYuYlRV3HAgNX5de9/PtQJb7CMmXItIUjMLk6mxTe4tYG4BB0JBu937kWVWYkCfn46/hPoWg5HPMhbZ/WSAPXzHlsfU7cdVJ7XPypfJfrtLRnRr5Dzt5EHzuQbdxneBhZ3CXAapcvnVoVmad6syUi9xnsVWHYAgkdgbbXSwMcCe3our2ilD+0sK8aXgivS2sOREQqjC+KhMd/KrqtYJBIuCRYjsRoRYjaxwPvKpc/FDFGqj3uerr647+f7rOvmHD10bX6pN0KtpluBsoN5VOn17gV7jPolLzcXq6u4VrrY21sQLjTQE3JXvIwe7AwbRcb8ot9cVCGqolq6lONFVkyUnVIsohKtLWN/IgH7av7gr+npaOff5j3qlCdi1TleEtha0Z0509Kr9xe/kb+YtsL7wn5+F8OP16BLYle7lq52LnKXWUlYHE1BzWvcgdgO4vcDm6DeRXsR1lulyqiuqU6E0laUPpPFZuLFIUdVAAhQuTYXAPkKrfrUqpS2p8/gv/AXzC3UIzpSk2SAsdrG9jceY72vtA0yKZXT9MrVPMZMVmI8eby+aY5Wov8AjzxZUK+ZSLkJKVeJKhaxAsQfyJLaQ9vLrMD7UYozr460odlISlHEV24i0oATnPmoAX72vrsO7nsaYDlYoptGxlT/AHdCmuozJ4rioqXwQbgklbSFdtFGxIBJHbTm/wCx3u+wvwML4cqK/vrXUw6gqdjqF/nCcq0EdjYGw7eZpqtKlo24jldCL6ifFViwHXJU+Ita+lDrC0FKXEXuSFJ1CgNQR5nUHXabHZa4XNcZaOP4f7yvK58j21/67ToGJaXWcOcKVEYXKQnhKX+t6H6D6/U67C5lSosVyA7+g+RLqDmb9LH8Dp9Py2C1SIAglk27syFUKpK4v6brX4l69Xft/rt2YkQGnXJUp7OxKYySoqupDnYjS309Lg9j6QqpFad4DvF8GXq/W9R9Dr287WJ0G1bhRr7R4o5Xo4CFpUt3wpTYi1zYgfnptzI78JFtc5CeMMcMbzaphJ3hYc47COrpSo5fPsdRYen/ACu0KDvdxlAi/aOsxK3Toq0ZUVJrOphWirheXqR27i4sQbAXIDMXRKXAdiUGBERx1qShSMgT+Jt2uRqbWB9PRs4CltRcOOYclPZ2H2k9GuZtXoUnukj8wRcHa1dNlR3EzMr3N9xis3g+0fK9zPtUvE77i30KYQvmM+VJ01N7+tj/AJd9l17OXCn7xm5VUiIqlOfVwpqXUcVDmYgnMDe5Jv3NzrcHXa93m7t6DiOqS4sCIiLNXmWh1PhUo2vmy6KBPna4+tiDG3Zbud42CJ/P0GkyuOtHCVmQcjlyQLmxsB36k2Hr3tViCckxmsEmaM3k+wfuWxdG96buXpWEZq+vLDWX4SlWFvgLPwxpqGyBrewO2bMWeyJv93fSnHaWzFrzDHUlVOWULcT3BShR/aAon6bbCwJTd6sqKx70pPKr6c6eOhSfply3IsPInTtYDTZ2wIzUCB9/8eX9fw/gP9P3bGGrK8Zjos2+p5Q0NjeNXp/uF2k1FiUhamnUPxyhTKifCsKAsf7pF/x2feA/YUxHVGm69ijFiIq/Gjl0ZvyJUdfLsLdxfbT+K4mHKpVOf5RHNI+bJlVp2+v4en026RMST2orcBrr/wDWf4/6bIWdYbeUWQzO0CIW6mg4IdYlNVZ/j5ENOo5fM09bQA21H0Pl67U2M9zOEsR15uvO0/70xlyup8aU6Ei/mLgaHtrsbYymYtoMByqNYTm1SLkz8WLZ/L/iQm6k/wCLKQBqSBtlqre2r8V+LS6GtC2HVNO8V0ZkqSbFB0uCD5fj+SNj67VH9MES65+THBQd0mF6XP4sWnIQ+vMvMv8AW7X+v8fUbGsDC8WK7xWoiPHn6E/N+zbMyfadxlPgOT4GRhaOrKppK0+nfKP9Rs2vZt351TehXn8OYjZhIlcLOlSEZM1h29CfwBOo9Nl06PrHffYef6wVg8oyX6Z/ZSvn/uZvLb8TgfC8p1t2fRIq30LzpXwhmzfs17ajbrj3GWF8Lu8rVJb7EpHUhKf8/wAD9Pre20XCW9DDmPHfddLd++sK6ESopaX59lkZVA2NrE+f12n6HU0Nnmca8Dmd8TsUaVA5VrDFIfeYy5eaio8Q+uW9vTy+m2asVYrwHQa9yuLdxkWF8VP3qA6phORXzjL0qBPncgk2ve4Guam3FlNcKqRFsLR/bxbLUn/EPT1vYjyI2CsZbpIuLaNIitcCqRcilIdYXlfj+hy6KT9RqFC4NxtNOpt0tn6mSIu6V/IlfiWBhxqfEqkDlX0L+ZKs2Wx8x39drN5bsqL/AEXE53Oj9EnqzJP4G5ttnOn7yKpu+qjdBxlT1yuG7wkSotlJVf5zqLoNwQdSL3sL6PrCGJqDWeG7S3lsrWpK8uYo/MEdvyPfb0Do6vzAarROPP2JUVSdXoDvCdpM1CF/2WYtLT+3v2v217W24uvOtO8Jp199ErLmalWQpPl4hpf0FvQX2bdSqPvmByFUlvysn6JbvUtPpZVsxt9SdgqtURp1r++hHzICsyf3fs2IYslm1ggEWFa3UYSxHVOVrLM2kVGUvMwt18qjyFegBJsbDtrcG/lsJVPdS7u5xG3VJ/NMIWrI7xUcVDmlgu5vYDyAtY+Zvo4i21VGvdcqJCXwOtpp1R4SrEdjfMg/QEj6bdYddi8Vuje7pVLWhXCVAdlceG4n1bKiFoNvIaakEbGXDLPTKPGZq3qQcR4XnsV7Dlbffp0pOZXCXnjuKN9Li5Qo3Gp0JIHe1+GFvaRxvhLhtcV+VF/tWpSQpSdPIrBuPoLdtCDcnROM8ANOwOawvEYyLzZkNdKkqGpQUW1Op9R6EW2SNVwpFnynGp8RbD+ZSF5YuTq7ajtf1APfW2y9iIfYlH062exHThL2iqNWqMxPqmHlsP8ATnXF8KtAfApRAUe1s5trqe+xvSN/WA5TX3XGS6ctf+14jCs1+x0t+8g/u2yDGwBiOl1Ti0vPNhL+SOoZsoPZSFWv/ukn8NdqquP1lp1yLFiPoXmVmaUhaFNqvY5Qb/kBYadtgjSoeRkTNt6TU3rIm+qPvhiyneFFxlS5q2+rJx2lry+fTfNb8R57FVH3mypTvwmYs3/0g71afmfUdx3/ABG3mxgjCdZlYjYnutLirR4Fra8V/r5Hz7fs2e9HexH9t4EXiofi5E8XpKXcwFrhaLHTW5+pv6mr1218q0VfpewZzNZYyxbRp9LcgSmsi30K+BIR1Zba/wCIeWhP5abIbDMaK7K4UWttrisO/wBVkIyrSnyyq7KSfTQj6A7FGIKvFadgUt3JUUfpeVkSPjsqGmdBIBPp3v5ag2PKI3QeablUuIjP43fl/G/8EbL3dy32Ivs2qVjNodVo1Lit+BC/8GxTFxjS+FwuKtf+BH/HTZOVOXwmvhMrY6ejOnN/1Hp57DVCx3PpcpyLi2I/yT+XgSkpy+l7Xse99DmB9fLY1QtUcQNWisu9TRqMXQGv/Zc//i/jvt2RjGgu/pYi0dHzIG2fP50qN/VYGLIudC+E7xbNLTa3jTYd/IgW8722k4rxfVMG+7cRysTU6VS15VymHWhlUj1StChYWNyb6C5tbsx+oY0nSb/2jixAzu5xa1ytepzD+T9Ep1rrbUdLoWNUKPqCDsp8T7may7VIlewliz3vCir6oUped9Ke3QskE6a2OvSO5G1njLE+HKzS4lZw5x6dN8SkJkcWHIQElRAVopKh5Ai5vb67LpeM/vTE+LLqkJa8vzHLn/VHTY9jYXPnsZQ80NNpNRS2c/2lBvL3ZQOf98u4sfi+Hix1JyqS6Dr1pt3NtCAD2IIvsNA433c4opuI6NVudir+7pdWrMtKQAQi1yki40SCDYki1idj/G2OmqNKgVSqU599EpaWnX/0sdxKhccTUZDfTuDci1iCNiqdiOg4jwR8XATC32Mq8vFGXKkfpAbEqIGoBtYWGbudjTXktnH7WKHeFPZY559GVUdaUZ3k+RGbxEdrE+SddjWsVqLQcG+4WnWIrEpKYSErSUpSkjqJyiw7nUiw0FxskIUX7R8Pi0mVF5VaVIdzZuokgHXTyuNQbHubX2LX6dPlRW2pUtz4CFcVK0fpEmwubdu2h7fjt2dsJiRou6Wgz/hNcqtaEJU0hExedSbnwOZiSnv0ggE/WxFtydGpfDa+0NXi5Pu/iz+ZuhQKQq4+oV6g2tZVVPCDUWsuSpVWfXF6s7EV0oU3rc6p876kgAkE9tCLiRi2U063FivVGawvN0T1hKtBY5HyOpR7gKsfIX2jMnEYco0bDn39rlaih9fX0uJXlve+UElB79QJB8x2Ar6/iNqvQHGqo8uVTkLzqazdbiP1VlCRmSNbGx8r22H0qiyoDc912b8D53el1Nj55b3/AGX/AC2jM1NqVxJUBlE1EXLzHCWGpDaDpm06HvpYX0UL32mVgnU8KYci1luvUbDy69S5SsrvFmhKoax84snKqx7Am9/MAG15W8QV6LS24s/D1UgsMLTwkdDq8oOhFiSkW1uCSPMabWtFbwbxfekWoPzX382aK+kpdbsbqWLi976d+3ceezRwFiNqfxKXKZivxfl46RnzfXt+369hfbpSCGFMW0bFrUSBylRiykZFo5+EpCHFE9RDyfW+lwQQfKxGxLMw461VG6zFpM1fR44s3IrQkapSoKVoR2Bv2sRrs1RRcOVmjOUaezyqOlceRFQM7KgdFAgGxHmNQRcEWNth6s06VFpfKxZdOmvsfOroS4r631QfXUi/oO3NLAwMmSvur/FiPsMLy8V3J1pV550pSB+YAI8+1tgPEe6B2symMUcJibFYy9WcK4aR5K7EG/qR6389juPQ8WyuO7xUMP5E52ESs2ZABtkUbpULdkkm3qPLlTYOKIErhe7uVff8D60/Ac11SQAbdtbE6ajsNgyWlOilxYrsRriyoq2HUrj/AHhalNq88p8ri9wNLXGoJuf0jehVIEpuBFp3HyIUqQtpGVSvIHJok39Ukduw2WlVjVSLKc9/RIsLg5nWJEJ0qYV5aak3+hAub9tdiDD2KqXWaNLqlBeYqL9OUph+KnpfbUm2a4vfz7m2uzSCUaWOJMQSp9ZbnyqevJ05l8BS83mkBKSSbeoAI119NS7psLSqDhxDtU/rU3462soSlu/lYaZvUjufM99lfuHw3FxsGMXSg+5TmHVLjofaKFKfSbX1ANh+8j6HbRaRYbFfwG2J3v8AE/bjb92+Ep2+ldthxac3bFpf+HakgYliuu8rK+C8jp+m02oN1N0WgusD/F3/ANdg6bRKw06t1xpa1r6lKTY7MU1o/wBxjulprtyrnH4jASsKGmu31p6bL2BXqnSzw3QvJ+qvYtpleizxa+Rf6u0Wad05+JS7SPTz7EkVWk0uvU92l1inRahCfTldYkNJdbcHoUqBB/PZT4m9mXB8+I/FwfWqvhRD+ZS4tPkFUNSrf7BZIRr/ALMoOltnKFbf2nrsIMV9RYMV9TAWLPZM3lYYqjbzsR+vU6E+ZEWqU50c0yrtmLZsq4BIN8wI7nU7fGMGcWu4Ifaw5EQibFaSiQ1ITwmpShpdwKGVCiCDb17EjUb/AFKFtshb9cawJW8ufS8ONIYlQY6Wn5niYkPgqKm3Ak+QISSQRfuBYHaGHd5xG6bCxwYjarifG9UapsCs0ldOffyMT4dSQVtSEAgXQpChlIN7KB0BBJIFtmevDDWDaNEntS4q1sZV8CVZSHEW1b4iQFggXAVrawvpc7UtJqztUqjfvTD3JPwVfeGs+dGt7OIUCBlJuQADe35bU2+TFNZr0D7OYXdRzrHxUpdUtCVJFrkFJBCrXtqDe1r7BjQkCfhrCWN+bn4SlrlMP5H59GdlZFR3U6XSlJyKtYkKIJ17Ad++FcS0vBteY980lcqaxHWlaGv0qWgQoFOQXUbKuUpuPFoBbZHUWvO4NxG5KqjNRizkZFrlMSApCVE6gpA0BUbEEKuMpJPcNajTsW4tdYdpdOfmsvoUpHMNJSltShbpWOwNwoD8xa1thkTiMiNJe+LCVLdbxlheXFixZSkQqtRqsosQ6hHIINl2LaXhoRnKb6i57bB2O8LVSlxWMb4DxCiqYalfFhtLdSmZT1d1Rw54JICh0qJS4EgA57XIdNpWN4Feq1LqkR9hD7qFLivtHK5dKbkJPcEjWxsSexI2J93GKcG0GjVLC+LcMrYwpV/hPu8m4qPHkZukKyjIk5hdKgAQQLW8+A4kjxnJjFGMt6sX7OVSoP8ANUtpS6clDTa1KSoAqTY2NzYA3PYA5QNqPDOG8URay27u5q1QpFeivqQ0uKpUOZFXdPQth5A4jJBuoEKQQQQO5BJTMFYDwviNiqRXWEI4vHgT2JTsd1SSRYlLtk5x2UkEDQkdyNmHT8T4N9/cWLXFxagwlWdp9WRKtbqylQAHmSAQL6i/faZ2ZQ76tzWMp+HIk/G/uuUtaurhcJMdT5BsU8NKAlYPUFNobN1G4Op2u8I4Wi4X9nirUv70/V106U/H5ped1TsiyWRxh40AZNbm4Sbk63v8fN4cxbS+QrNWmrirQlDTT/SiKvQXuRcXVay7m1yL2J2HaHTcUcq3hyl09+K/S1JX8VQShxAHRw12KVpKT63voddNpxJ37RzM6YswO7i2Ax75p0rgRXVpVFVZSY6jdIkRypIV8xulKgrQixBsTXDG7WLiPBrDUCkxZUqFwoUpUhHCXKjpBSMydASDkIsQQUm19NnvhvAuKMUSpcWsxKjRH2HUOtPpWlaHkj+6QoWI7kd/MEjYiNLwvQePFrNcWirsI6X0xx8ZJtYHLfp00FxYntptFlW4czP1up2p4HmKGg7q6pFozEWVTnOahfFYmx5R4rK/1k3toRplVmAFgCLXNBizBle4r8WVh6avJm+Kiykq07gpJKfpfQEa7NuDjmBKdfitcfOjMjLIaLSlWNri9syT5EX+ttolUmu8Jx1qJKXkRnQnNly/T1N/p67LklVnlNZadRjf7iCwpu/qkCU/KlS5UXP4mpCcyVakeMCxIFrJOtibHQg2FZiwKW0467nWhCFIUhdlJy2ufwPb1B2rMS+0DAwlVH8OYopNRp3NLVy8h1rO0pVjdBFswXobWBBBFuxtWYom1msxW6NS/gIm5U8V9ooSlJ88wBHa9rjy1+lqmDJiAr0FtrAKPcXtMk4NqlelwK9kRTpuZhLq1OIS2tVh0uJN0HWxUCR3uCDseIpn8zcVjFG75lC1sOp5hCJASlxJy3UQBYK6QQoJA8tL7Qd4OG+Q3aN7uaDyPvSU1ljqmqCkpsQCSe1z6g3Iv9dl5uwxbVIv/YPG7UpiUxmYQh3OnLqPUZVJN7hQNtNbWuQJpu0+8Ge10lA09QQTZOC8c4c3oUZyfRsQ8lUOF99pz6+tOtiFINw4i9wFAEHzsds+b66Vvk3fT/8A12kRcqnTVqU7AjpC8363BSo2N7A2AJAvoogHYJxU07g2vMVSl50LRlU060osLb11KFAX1sm4vbW1rd3Xu639QK9S/svvGp7EpC0JyOutDxaWKraIN7EKAAuD2tfZ1HhnEytifdhiOl8pvQo1QYhSkO5pTUBfKyIqlEA9AsVJJIBSkEXsCQQQJy98jVLqlNd3g4TXNYfyLTKjupTxFi9nMpOQrsonQpJAN7k3GnMbYGw5XpX6Z9+Cvw80kLkQ3RezrEgALN72KVKUCAB5m4jVNxfv6jP0Z12K+vP8JbXwkqUDoVIIIvoNQRYk622MlmIjZrKFOwsIud4Mug4y5CqbvnmKXOyJ5h1DS2H3L/2i2yCkq0sVDRQBuTtywBiWfRq8uLAic7UVtJzLSoNNOKJSCFA/DtpexsfQ99rqDuPqlBpbjU/PUUMeKkT2uAtvMAbxpLROXtpY2Vcg3IIJhgPDmHItGc5WkzYspjMv7+nqeSLWClgZSbnxX1GXQdiRXRjIrtpzhSJ9z6R75pbkqLElYemv/wDcnbqacsPMhRsL3sSSAB5WA244ONUo1LluwMWLivozceLIRnjuJ78QoJy5TY2WhQUL63sALCkqlO54sp59EVjKhac2ZTf4am47WB+m1TScCUuViN9p2rIRKycdp1pS0NTLnsplRGV0E5sw1I1BINwO3yMfTbPifiGs1mV7mrNRYYWt1HKuxZRdS5cEpb6rBItqkLAzXTa5uQJVzd19nJ7lZgVZbErKlaoshDeVSshBKFJAscqUjKoG5I1INiwMa4Wo1Z5B2l0NEqqUjMheVAVzTVsqmXEmxW2QQqwJspIIHnsJ76oDs+jU2VS4j8KahaIqeaWVsSLkBVlm6goHQgm9rkCwGwsDE4pFjip133oxFr1cYgrWn4UN9ooS4i18zbwGUg27KuL6XF7GFU8R1TCXIUus0l9iLKdTysxFlNPehStJyJVY6pNldrgaXIxiOjVmA3hfFtEqNLq8VHF5OU0VtPJNhxIzgzBV0qsbEA38RII2+W8GSmoEuLFxjS+SQvmotNnsFTTiAOwWkgoV6EhQAJ0IBAKgXbiV+2F8TDnuuvUHeDRnpX9LsJgTUtdSEqyKKHFI1SRmGUkJuA4CbgEbaw3MYfdlOuOtU/OhGXitZs6VJ00BJJy5exGnqBewR8Ckxfsaw000xkW1xWMiC6htdgUEeYAKh21Av5jQ43Ib+GqM65z8RbHXlU61dXDtZPUggEo73I101FzfZV+Yh1Kp7Kxsj+lbn6NXuP8Ae/uT6P0S0D4as+oudbi2hIP09dusPczRmmuVa8CMvRqntbVKgbpNh2tY+nfYhwnvFw5ihpz3XkWvxLaT4U37FJ06DcEeYvY9tipuRA+G1KyMIX/5pXptdQrTBFKzPO8fc/QWqW41wWJSH8y1505M3qFkXFj5m1h6DuUdjekQHcJQMR4XiPoqNElcq6hS8rral2zNK0KXEnKLGwNlAgpIO2x8XqgNRZbUX4/zdSRmb8tD3sPXbNtXhRaDiiRAr1OlMYexWlTUp3hHKy72Q9YiwSSddL2sQCL2LX+JpdOvfeayeIE0bE2N6DRm3cL1xDEJ9fFlU2V8qlIIskkiygqxukgKCTob3Evfjh3EeLcB4P3g0uXysph3knXVyi0hxSxZIJI0UHQEjuBnIJHYgcqdXsL4yn4IrMvOxFV8DM1mSpA1BSr5klPlfQ5hYkHZwbtsb4SpeHKnu0xu777whXkKUla4p4tNfsLEpzXKc2oUCCD5XsdikTb+ZG9lmI7Kqk9qsy1v1dlKUymn0ZF5S3cIJF0qUO4WLlVxqRbbhvCw3heBvBq3/az3JW5SELWqQ1mYmJKFIHGABSkkIsCoEXSToTmBBuvqTuHN7THuanUirsSmkxUP02b1SGEqUUuKCkg5gFWAIOqgCdNBr2lqZiNreWxKdp0VdOfaTwkTY6FOs982U97XDdxcgDLYdwAkwk/qBPapc+BVIHJLqlLdSl1cBSVIkNEWUFNnVrpGhSVAkAaabUWNcN/zS7y59e4K36RiHLVKWhCMvL5v00fxAq+KXSLWCErSLWFjxpzuMvdf/sM0iroQn4rsXofbQbC5CSFZfIK1t3NgTZzVHd79st2kSBjenykSqQtMyE7Fn50PMKH6POAAFJSUHUA9AsSCbrfaYPZsbMQ2KKlWa9S2J8WoZGFuo+7upyusq6fROoACrEXPbS2pvqNvAaaaiQOK+t/KnhOuqC0vJ9OMb3UNO/WkiwI1GzHoWBcOfpWq4iVCy5X49UhdeUE3upOUggkgKF7gk2AJB4I3MtRXZ7VLap2TNxYrrS+K0rNYBD5UMwJB0NjqT622vGMiL7FOJaW1WY8/g8lx0ZZTHCCOJY30TpdasyilbZANgCLg7BERqqQKyiLhLG6OA+lKk06Z09Z1JS9dNl3OoIWlQ0uO+xLjPBs+LVG6NPpL6GPmaWv4Wpv0WBsnzykEa3AFyCJs0hqltT4HuN+UtCOpr9LxEi3YA6OW6tLqOUWOg2Ds3NmU+6MPDUuqYIr0TFGI6dNirlKTDW0hedGYgi6Te6U2AUEnQEmxIIO02o+y/S8b4ycx59pptORV8jqmmrJUq4T13IUAsW0IIOnkQCAjBW+ylutN4IxvEQiV0JjuyFngTGs2iFKA6HQRYKIBJTqRcjbV2Dalz9GgNeNGVC0Zref4aX9SNNPLZTWX2VOqIcRbUOyDIiy304F/7OQOfqzErleLnddjlKZCVBIGYAnrsNbmx9dNk1UavRqXQW57TPEmoaTkdjozpcQNBmSeoKsQNb3tYqNgNtJb90NO4Sltcpn8TqMviSsa38vIa+ff12yS/heqOymJ9Gok1+K4rhSsqVKjpWb/AJJsLKyjTta4vtqaS92TmdRZ3U8pAp28yg4trzdLrLqIKEKV1LvlyFI1UBYpWT20II7kdtv2s4Qo0WvOOwOBKlZEv02U0oZJSCBooi4vYWCuxOhI8r2dufoOMor8qjfda2wtXMQpV0u8W/ULmxSSOpOhQoEEZTqQ1jC0/AbrGN8JS115iK7kqlEzlD6UFYKim5AzEhRsrKTrYk3GzIsL+Mu21Y76TWHd4OEmKNih6Kuo0vO7RqlKaC1Jy2SoXsdbHIoEX10JuDt87poMX7ZNte6YtOffQnMwnoyq7qt5KGl9LC1r20si5uPJVGxa21hKoIlU6opU+006n5xa6gDZTaxqkp7EG1iLHZ/7n5s+VP8AvTS2EIdSpLSk9LarXJAPhBN7AaDt20CupIRMGBa1QcR4Lg/Fb+TxNZVqzJUk/wAeRHrtjrHlF5Df7Liz4kXPFfQuLITZL7cdy5CbpN1oDiXrAg2KiBbUbavxtUJUWjcWLnQ+x1f4ra/t0+t9NNNs1736N9st41CxvQXUZ34CGp7XzJdSRbvYfrai40J0vsnWV2GUNiJ7Msd8EvhQKThz357u96LSmG+rhqaUs5vhnMQQFWygggg2te5BOPYRr1ZgYjxZubxvnlRa20+0qK6o5U/DyrRlUkFCignQgpKRcDXRP+0xToE/BFBlOurioYlI5r4WdLN0qTxbDujMbKvcgG9jrtW7jN4c/CW8HDWI58vO/RJrSFuodLqHGCoBQC/lugkJJJHbt5N6QwqD+aUOK6FP3X48xRuqrNDYqMWLMXAlQ1rHhFi24Da6CWi27YX8QKT2O33hOI1QWkNcV9hheb4TrvFRl8jc3JNxc29Px22P7Ze7bC8/EcDfI1LQhur0lpD/AE9Ly2D0XTorOUOpSCO4SAQLDZF7tKVS5+N/slWcPe8cPYhpudqUi6Vw13sbnsNFAggg30IVt2pSxj4QGsW69O3Xx+ZQiq8LhymuBnYypQnN0OJ/HuO/59raDalxNi2jOz+aisr4fgdad6ktrHlmFja/mANAASfNz4LhUHBGKKTu+r0RFUlTpqmnV5QpSkozHmHBodSkJBGt7aWBOwr7Ub2A6NvkoWF6XhmEwioxUu1JaLtKSpZskpCdM1hqrS4HmbEi7T49zHbotmN2RFTIx5VJTTEB1njoYzJjqUgZk3tcBfitpokm2pNhfYg3f4WrOKJTkp2rZ2GFKzx0rGbv/eISBa5Frmw0vewJqluSaiwHKphzjylsJzuw+KEuuI/8MqUBmA+UkA9gRptQTGYDVBbn0GXKi15hKcshCCniJ/2biTa1vIEEg3BuNSjq67O2QrYMomi+nbN5AEcdNwrAaa5XlM/X151ftt29DY+W0Ot4ope7SVEnuy1vZ462F57Z+2hIAFybDXS5tfuNl1Sd7GLWmuVxHEY4HT98ioCXW1W0zN9jfTQEaXOt7AGnYrqlUqkuLiN5iqQmFZ2H2kFC8h8iki+YHp1uDYEG1ht5jT6PVNb+oc/3mkLaHXbWRNQ4I9o+g4owbPd/qtRiu8J2PmOdxGgS4np87620GnbttnDGtTxH7+cn1mrceVlS6jmGgpKmlXtl0sRplJ1vrpcG4/NXS4s9vlXmEf2rDv6t/IkaFJHe4uCbXAuNoWJcT4jqkpjn2n+Axlad4XxVJ7gqsTf0vbv31Og9ojk1BHhdFo1rBLjky85ig1533zFicq+haUSI6FnJmBvmSkm6QfodLkA2sNrefH+2TsCVK52E/TvitPxbJVmObuU2ULXFtDa6u1wdqORhzkIDbsDwP5VIkR+pLlzcXSe19AQQDpr57F+EhijDkVyfi2Ijkv7J3hZVN2/DvcmxFz39Rr1bIPXqN2q9Q/TEocVYIwlAa+1vvZDdUW796hcIMIczd3WwBk9SUiwNrgX7w93e8DDmA69OgYjicrFm5kRZ/CzobWoHKFAXOUaAi+lrjQED+xtVXapVOVaiLqNIfyqWlaCpSb2JIA8wLKBGvkTa+wfLwfPoMpvhS0P0ta88X5kuJvfKpJGhF+xAIPbvtFiozZitmlXV4NgwYZO4sdxR7yiymUMcB91rLHWVIcRrlcSqxukiyrdtew8jjDc3DjWHGIE+WwuVFd48dK19bK/MpBucpFwUCwtrobHZT4awliOsyn6pS+GinL6ciFZk5gLWy6Zf+VvLSyqeEcRxYrkqfLQ8wjKnwDMn01vcegN/p63Uto3nMxzpK0vKZjer2PWpTXFwvLX0LTkVHUheXtcKSdLXuDr27EXAC1x9UqzKlN1R2h5OOhKOKlZS0pfkBfsonyIGvYG99v3dq801x+fe+6sOpSp3hH4KjrqU62AJuNSLG1xszhyDsVz7oxKizUKadS06FsSGlC90kXCbpI6dCDqALW2Y0lXbjmn/AOhfLjI/MRM6TKn0FxqfkQ4whSMq2uttJ7jv4c2osdCo6gE2v4eJ69VN3LcBplc1nriuoR18NRbNzYkKF8qhlNwTa2tyaXEFBr1BxHwneA/TkO8VpDqylbiQLm4Cbg28wDci9vLbZe7/AHL7ucW7vm69ghpDD9XaQmVKhxwhaZAGglMJ6c99A6BZQsCb2TtoY2zdSxbFyszN7PNKapfP17jZ/hKQvOjw62AykdJFje/rsZxsUYcxbiPkKy77ufYdS0iUhoutKSSBZxAucvZRt2HcAXvArGDN6u5F2rO4joiJVIlSOXd4XUlvMQG1IVfQnuAQCRcAEi2wJgLdryFZn4tr1We4HHWrgKVkyoF9VjQ5gkHpI0PYk9gsIVPEwaxB7PrtLxlzUqXFXSM+fmKctvhKuSQpHdNjp09I7iwOm2i933sou70KW267Vs8XhJRHddaOZtI7FV7K7eXcW89Cc7z95/uHeMw7F48rDzEph2Uw6kK40VKwp0EDz72t5pTrYnb1npeJN3OF930TGVGqMVFBlQ0ympGbpyZLkE+o1FjqLbMgHZkwFh2+p5hV/d5iPdzjd/CVZZWwuK7kQvPnQpJ1SQvzBGovYnzF72sK5R+faba+fq6/Fm08x/Fu17bSt52+yBvL35y8UUZ5aKXKaahNKX0peaSVaq8rEk2JFwLG99drmmNRZXEdd/xI/W9dPy/b5X2z38jxBJFDXojtLd5V350dK/1vx/b5fs2vN2EBqgxZ9ed6Mi8yF6JUnQdz2sfJJ7jsddpuKYsWfK5Xi/E4qeEtfTlV2tfyFvyv+/njgtQKNAwvF/Tv9KukpUlI87XNvrYkHuLdtmqE+YhrW3YEv938N3EdZl4jlfoGF9DS+lOUD0uNPqNRb9l1iTG2HKNWWGpXjlZkJda6XWVaan9ZOuove2n0NHNxA1gPBrcV17JNWhPy5lK107d7X8tb9x22zxUcTOz8R/0y6+hD6+h1HUpv8RpcX7212vfhhF60z6hnO3p4oaxbP4UvOxx8q06Ze1iQLXt30HfvbbWe7HEterOHIlU5tfx0JWvpCVam+oGh0t2018/LEqqC7PlP1SBUYspCHUpUhMjK62u3fKqyraaHUbH2HN9ePN3zTHPvL91sKShedjw636j9dAFEdvPz2zbaN6ePuOCs44m9sKVyqOykRao7kR/ZO+FSVeh8iLaajQ632g7zcSyoEVyBAl8eV8q/D+F+48vUW09dlbSN6MXG+HG2qNW4tOqMpr7ut1YypX3F9RmRmsCLg2J1Ol1VXN/WLcJT5GF8eUPkq3F6uE7ZTUhF9HGVaBxsgiyhe17EAggBOhdhiNaek/zSY3v+xbFxk/u+xHSV06rozKhpkXTzXn0KN0kkHQE2JFgSbjY8o2+ZqVVGIEpldOfWtPS6sJUlXqL2zAkaG9vLU6bD0B/dzv4pbcDFDLbE1jrjq4vCkxVjUKZcBuk3A0OhsLgi23xi7dDiOVQXIv2hhVSbC64U+Ujl1uJFuh/J05yO60AAnXKLbFGirq9CGsoPxNk0Sv8ACoLDsp1C+jxeBWvYgiwIPqND6bL7Gm5PcZvQqnvTeDgOnVFb+Vp2exeLPSnyPHaKXDa5sCSNe19s54NxnvVpdG9zT6TKlMMeFpUocdnuMticqxpcLSpN9Li9ztHontNz4tZco1UlyoUqKtKOE+1lWm3awPdJFjmFwfIkX2OAyEbYEjaPKaArn8ndhKqUbhbvsbrfirTxY8efZD7KraZXk2SvXuFIFx311GXIm7HHns570G/tlhOUwhC1IRxU5mnknsptYulXa+h9Pz33uv3k0HHlBgVSLLirf6UO8B3xL+o8lW/I+WziknDmI6N7rr0SLNir8bE1oLQr8j2P1Fj9dtdSGXmKHO6eX+9LCm8bFuLYFUpeHpyKI/lyTM4WlSbXINiSCBqEkXNrg7HVJx3hLcZAY+1ud/j9DUppGZWtu4HY2/LTvtqXeZuj4tL4u6+rcBbHX7ufXnYeTbsFakH0vcfUbZL33YTrzWDZdLrOApq5XhdQ61m8R0cbUAUqA7ixuNCbDYZSNK26JTeB7RE+qV739hyuSmMjqktcJS0Zmgs5b2IUFdvXzFtmdg7fnvBrPums0uJnWvMiZ3T2scyVp8JI0IIKTcaDXZe4C9naLA4dexk9wIviQ1rl/O/n9PL9h2PKni+jYX+4UFlCIrHQpSLZsv8Aw/bcbZuqpR/iQ9W+XO/DdC7PqjnuuItGR1fHajujKpI8K099dfz7C99o26jB3uZpyLFq3NZMy+E7ZL7P0Um5uPqLDy2Aabvir2PKpAi4olrhSoq8vNRXXI/MJ7Wc1UnXz0SDcC3YbOHD7NBarLDXvZ9a30ZM7qglXa9god7eot27bHaaCrLL31iOLK4UCWvJmSlCOXzo+l9LpBF/T8dNiSm4ki1mBxZ8TgOZP0qF/CV+F7/5n0270ODiPBs9+VPxlCqlElNJ4UWosJzs+VsxGRwdrEqSQdLG+gbXMf0al4oca4qIUV9fxUZQ/FcQruVJKCtCb63GgtqbXvXxgbtFTZ5ESLiCswJUpyLS3kNzUfKvpzJB1sex/MfS9ztUSVOymvi1ZCH0eNDtsmbTvm8j/BHfaRjPAWDZ8VjFtG+Oxk5j7k+UqT53SpBCVJ+mugAtpt94aq7sWKxK+x0Woxc/6Vd0Sm027pVYpNx2SQkH/KohV8V2z8o1d911TkKzVkRWF5Vrz583p0m5FvQ6fjtcVKDFiz25/GhYopy+lS0LLU2GnWxD7fiA7WII7Gx8iOq4iadw5/Q1JizYq0KzRVRwl1n9Y5Cqxv5lJB08xslG6HKarMus0arIpz6Fqy5I+TKkeShaygdbpUCLm/12vgMsgvthPWoMVqvMOtU5aEOZVtPrt4f7ykWGY30uBew77F7eFcJT5Tcp13JNbTladS6FOqTe+o1CwNe4JFtDsqMQTsUSmm2pTLDb/SrmIrXwHlX8WVN8p8zYC99T6RHMN4tlOsSuKvmkZVp4TvUq3mCexHlcfTy2SbVbTsAmPqOosjFdsfbmEGpX6KJCQ2vxqSgI6vyGn17bf0DD8Wlu8068yvJ4HfDl/HyNvIi19l61vDrLVBbi1mnLblMZUcfKeq2h0NilV+ygqxNz9CMn2h2mmnIv2eqKFrQr4qV5u489R+Y1t9drNcFXzib9SLrsxGXjvFcWlu/FyTWMqUoQvKrp+YgkWH7du2Ca7hLFEX+hqi/CqLCPhJWrJ1fTW4/cCPLvdCtY7nymn2pWR/8AV47QyqSe1zl0/G1tNdhqRXJWHJ7EqVTpVIW+pSkKdQp+K8rv0G92z6WNu4KRtRLlc4E6jTdzBJmhX6xKxlPl0bhLi1eKrKjJ0okWvfOm9r+ihY66g9tqyhV3fS1zeHMOcrUYTClIfgVTqkQV+qTa6mze4UQTbvtL3OsUvG7vvmBiHPUYuXiodWM2ZOqfFdSjYedyR532eGHH8OSseU2qOvNxavFSqO+07b7w0bWWm4BJT2NidOw12NX4Gbla9niZ4nMOtT23cb0mgoflITHW1wilDykgJ+HchaFgAXLayL6lI7C2Xg7lYHwnfe9EWrPyarqXH7E5XvEQBpZXlp630H7Ru7ue7wMR4Ip9Olc6jLUabIShSJSe/ETcHrABSQdDpci19kPSqxPpcpyK017ryKVnj51ry/QpWScup0BI8hYbGMbR9yyzp7mEqM03F+9UilzVfpULQuOlYRoH0XKmrgWzAACwJOp2qMe0FqK6xKw5VvvXwl5mHeFzSRcocSMxbctbxAm5Ftb2E2qwYFZ4jtU5Lj5MnFyFCXE98txcW/Ht3tpsB/Y2qUGU37mpK1wsmRcdDpVwe2qNLZSPUA/j22nO33IJ2x5Yfr9UqmCOVxREirXws7q3YqM8hVxZKgehVj5ggnW1vMaoEThVR+B91Yi/MpCCppPylASbKTbWwN7ajW19reQ207g1ylxZed9DSEo6hmVrci2hPrcX/wBNgmhyaC06+07EqiKiwpTEjlXVp6h5rbN0rTcXuLEA/WxL7kf/AGhTh/DeKKDPfgQHYsqnP8VTXKulXQPKxJzjzJGo8xpfaHU8N71YDrc+LUEIhNqzoYddClNqJ1LJ0Wm47p7edtinc5TearL8pp1xbGdKltK8PF7Zwk6pOmpBAN+3Y7PSvUSl4jpb9Gn5EZ0eL+9/HnsTtyvcmRa89KlT2J/KZ3+pK86siXLHWy7AEgCxsDY3Btt3hxKpz7btGaRKiv8Ajiz0BK27d9QSlQN/W3kQNr3E9Gxlg3m6D7p5qKvNmadaD6ct+l1spssnTQkmxOgBGg7hXEcqL91/t8nFTFf6VuJAAPBUdVeVwATqb32CRthQYYCjSqX964MWEh/KnJxczXrYZiL+fbYZn4Qn+9PelLZXTpuVWV2FdjiJIJtdpXDcBGlyASO6T32mM133o1wneOwj+1adSUKza+SgD28z3732s4KIsB1h1qoMMRcyVo5i6UJUNdQAUj6K8J1uRfaN0tFozhnFFBxa5KqlQlIhLXxVI92qUtu9yVZUWKkn1Sm4Hkb6NGNAnu/0zg2owqpkRmfYXnT0n5iB1pHfsk+f12P6pjLC9eaiUuqckjJlS6pLpUttVulxJQojIdD3P/GrqOBKM1P5pqrfp0fAkNO5mnkq8iUgFJ/FIHlmIF9qkyjQfxnWt7UDBD9ZwHUaWuoxWvhNNTBxc/chIVbiAWsELyk2ANvL63Qb2N6GMmuFvB5JioxcyFraj8BbnYgWScqvQkADv6AnpQ92cV2U/KdlypqEO/ouY60/4FjMnX0Omg1FhswqPgmLFischh5bHTnQ7NaDS0qudeI0Tm1GpINxtI8pBlXXIDvPtz4EN+KvOnPIYkZU9++lrHzykWPqdiGeqs1SA3FalrWhacq32mhl0PzgWyn8QAfX1rKjU6Xhf7ri2oSqJN6VZ0qKY73c2StN0q7aggK9Ujamm44pc+ew00y/Tqjm6JkVRaQ8ntb4ZBJ9bAjS/lpcCVg5jDD1edn+4WqTzUqV1KdRma4yO1gR4VepsfwO3CV7MGN8ORW8ZYIq0VEpaVO1KO/0yHM3is43YLINu4Gl9CbW745r0qfy8Wey++tfxUOxXxxY6xeygnS/0KQTpc20IrMFe13vLwlPcoOKMPP4opyOhiQ78KalPkCu9nTYahd1W+Y7FV9sjmOHdP7Rsrd9Fj4Sx5SVvRWFqRzUVQ4rKiSolaCQVA6m4JJPr2GkMKb0MCY2aQaBiCK+44nNwFqyO/8AkKso/iARtjqpYlgbwYr9ZdwnFhIXmWlqQ03mSu1z1pA69PDc6+Z7bUdEqsppr+i8PPsLQtKHWF3yKVexISqxbWO4IsDa9/PY2+t/u4MC9G/mehgO1LXq07AAEXItaBnXdObT0sCDr9NspYO3+42wbVfc+I6hKfivZeXan2UpN+ycx6h6A3I0tckbNTD/ALQu7qvO8XFlKXSJTC8in9VtK9LqTZVv8Qt6E7WFW059j9os9DrG/CqrrsVt2fT3Iuf/AH0ftGo/MDawSpLgu3tDpNao9dhon0epRZ0VzwOsOhxB/MEjatccnuVjhNtLZRm7+Srfu2oE3H8RHUX/AEwHBOTjiXbsWK8OG60hX+JO1a9hiluu8VprgL/WaVl/d2/dtcp2ht1SnvS1wW5bJfb8TWcZv2d9oDuPUbWxx6M+YsSVFHC5rjo/8XxftH/DaeO237tBqVRiUiBIqc95DEaKhTrziuyUJFyf2Dav3GR7i49oPez/ADVYHfn09pb9am/AgNNNF1SP1n1IGpQ2k5ja9zlHnt5qY/qOMsRz2JUCXFfhP/27CnWJSXSTmOozKUbhRSqxGpuTptpOv70KVvoxi/XQ7UKW9CUqLAVkzoTGuSM6NFArvmURcjS4NthHEdOdo1ecaaaQ/wAdXxU8JKc17ka5QCTdVgoC+trEbEciodv/ADHqK9ozLDdq1Pawk3Fr1RXKW210KdVn/LMdfpe5/PaRRTuvdanyp8uoomwczUhakKUqOkaABWWykHUE3IF9bHTathYodpbX/dVoQjJld6Vpt8h8x2100H07W0vG9Lgf0phyJ/SK0ZlRULzpUogasujoUdMwuCCNCTpsrmGgtiTdvu+xbVHHWnXualKTklR+pDlrDhOAKC0gjvpY66nz0Lu4wRyFGbgUuIxFyI8eXpV/lft9Nl/gapQMb8N11qKjO6paM0MxZDbo7lSbkFV8wKk2Bv6a7P6gUpqlxeK7L6P/ADKfw/i2xBX+YJ3gjW91XPym5VUaYlLR/fWlSb3+t/rcG/07bJneXvHlYDnuYN9yLfQ+0nOvKhK+AdNSU8NxJsRrrproNjr2ld69e3c4cbrOCHkLqKH2ko4qStrMpwAhYHcEXvbUdxfbPdaxfjfHle5+fT4XKvtNdaHVqdh2vdRSEkqQVEkKBKbWB11NWCrJRjG9uwnbkYFBfi16t1Thzc33Weh3gN38WVGoQB2BSSO9gBfYGxBgHCUqU+7FqNRi0SU66mA++10s9fa9gUi3ZRtcdzqTsN1PEbuEmmGp+Rb/AEqRwFIUiQka2OYgJvYWGhBN7ntsdYDqdGxHPbiz8PP0iFUcvNcWUVR1LHnk1QOq3UAD2uAbbC3qpw0szbBmFNBhRYHu2gwGXJs1jxsNOhKlNZQC5lcOVSNB03BGgvbTZnR6PArMVv7ohmUjM606m8eQy6e+UixGosR2PofJMb36fA3c1TDUrDkvJkkKa4TTuZTaMl8yDqFJ0tbUgH6bUmIcc1ms4jcixatyr83KuPIQrqbVoLqT3UD1W8h5D1kiKGze22ObFu/z+aCA3A3g0l/wqRFmrRkU9lBNgqxQ7YAk2N7D89kFSvaswli3FFSqkqJF5JGVr4D5VIbsqwcUknW5PYAgaDNfXZgbycJ17eD7OeJcL16rc6/wFrUqQ186CFpOgIDgIFlAXB1FrDbzzkbu6NhzEcT/ALZcPP8AFQ+1bpSSAWz1FSFlJA1OoIASLWJP5cGCfSh/unoJTccYIrM9uqUHEPQtGd2HIXk79l8NwAoV+AF/qNRT7yN57WEovPtS+hC0rVwlJWpNtb2Go7G99AASSNNspVettVmlsUal1aUtEVGdparqS2pPYJJ6koJ+UWHmAnUlcYjnz+ab4tRfW+jKlHWVZVDta9tD2N9SDY+e2c2d2BEm6SC/viNzebi5reNWWIFepL8GnSv0s9phTqFZSkgAgnKsgHUFRAVcixI2PcH4sxRQcJfZKfVl1eEwlPKyn0hS20X0AcF8wGliAnW+mpGy3oM/BuLYsTDk+nYhpbFRaUiYxo7Fz3B4yFAZkDzyiwGvR5gtxXRqXKpbeF8L70qdTqjFWjO1UneAt5HewWenz72N+2ltmqK9omrTQtAAEsZ2CftHVG58p5FUYXlSpiQhTSoqfLKsAJUhWpuRmB0BUe0Hehubr0qlt8hVuS4CkOx3VOnjsq7GygoZ0kdJuQToCL2vNwhjLeNAiuUtrCdOfq8JCvu7r+VqU1nIORYJB075tPz02H6jiXHlGafxbKwbNpbbClceGiat9LaRofgmychuDYHKAQLi9timvdDZiimUjfJRqy3S4FQXNfYR0NOqzMPJv8mdI101QbEW7bOXdJXML48/ouqUn3JiWlu5ZUVCSlCvK6L62voUEC3cAi5F7Tt4m7mVhdh3FERiLFlLS0n3zFeaYbkWFyzJFwkkgXSo3HbMRYj93bKw5VMbvz6NSWGJTCf61FlZ0vJ6rgp1TmFtbAHztcHauzbzE9bcaaSY9MPUtqA1H4rK1sIy5lfLmFvL/ntYrwy07KflUt5CMmVXCW7mT+KVDUg+V7gXsCRtaUOmuuwG58B5GTp48d35b5vMaHz1IFr+eo2H8T1vlZ7lL+JFW410KUno/d/mLg9++m1nYCeJdtzbjJa4DrXwp7XDWhOXP+P0t59wPP02z3jzGO8al7wfslPiU5unLQlUeU1/aJK7DQdraXTYnzFxYlxwHJUrh8/L+AjKhKkdfTcWBF75dPO5Bt5DQM3z4ai1SAxPgZPeNPSpXwl5VOMa30BuoXAI8wRcG1wVz92RHenWjvAPAeJjKqNV5+BWafF5JbSF800rqza5r9wT2GgFzc3A2aeBsO0vFEpuK60h+nP9SFLulSbjQpUD066ixtfXZG4WYlSsR8rPlsLivu9f+3SoXOTW1iSdTcggAgjsde4Nw21AoKGqXT8iEIzrVlyqzG/c9jf+O2xw+6ew3bftkSn4Hwlu+gOOz2nn+v8ASurDvEuLXKrC6rW0PrppYbZ73i4npdepdawRFpK5tOlKTkadWcyk2upxDlgUrChfKoEdjmGoDl3tb1aDg2g+66ph5Fbi1dXJ8ViZwn2XyCdO50AJ0vYA3T32xv8Ab3eXhyM5S59OYr1OckKXCqjuXjt3OnGAy5XACAVAJSSLpuDlE7IRd0iU+hV6lym6W1UPekKKrKqBUmgpTdu5CVC4BtcKbFr6g+hg3hejVRpuLyi0RX8inYc/iIYUs6B2O/rkdvchCioLAAJAuRPpFRxRjeU3Rvs9S6RUWMuZ2oyix0qy9ATlzKF9QoEJJ73vYXGIqHjLAcB/39VqDKpy+EiVHQ6HUttFYylSCCkgnUAAm4uNQCKEbfUkpn1GPR8NOxcERIHBcRyqEtZMgzZS2DfTTKQNbEp0uL7CWHJ0XBs+XArMtEqK+7niqUpteZKrqykKBsoZsoN7kC1zY7F3s7Uf7UbuZcWfT0RZUJa0NOxZvHYUkKISUOXUTcWuCoqB7ntdX728P1mLihhql0+VVM+bPD0zKX027qTe+ozXSQRe5vbZYh907aW8Zpbc/vU3XwHfhPIYRnV8J2OU8FQ8SARcAaElJ08hrcbaBbxfg2qReai1aEtHjR8Xp/b2t+46+h2x9h6Hu+pdGbr28Z6nYeRy6WHeYnlTDagCA2p9ZvnF+k9QGt1EC+wFSscz2seS8OYNxCw/RFqdXFVK6XU26VN3QdU3NzbOhVs2UnUHTxmc3TQx4M1/vBxfS+Qc9zVGL7x4SuFnXlS5fTIopvYH9bsB5W0OcqlvDqlZpfCxGzUUU7mFIWhCEOpZVYi6wgk5Aq2VYsQRcEGw2qMOUag4oxbysDEK6XW/A/FU+VR5F/7VBGrTqbZQEkEA6gG9+mN8KYyo3HlRXfeK0ZucaVFyv5bHKQpuylt27kpJ1uQb3BU/MLpdCunJPszjhKFF3l0ufK938evYezR5seQkqTKi+JLnSApLibi6wAQCbgiytobVNr1BpfvSA0/kQ6lDsV10upSkBRCkLte9iADcDvr5Glwbi6vUuqMV6LElRaow1l5r9KiQ0SkFpwi4WARdKiMwKjYjMQT2oKnyv6eo0vJFryFqYa0UhS+62VZxlIsFkKtcgG4BFyxu3RwydubxxKdxHE+0eHkMPIdSlMpTQ4qsxASVFHp+sRe2gve+xf7W8F2fVKLPi515Gncy09WZooAu2qxSq5y3AN9DpYEhIYvwbvLoNGgY8o2IVrpDD6FO8ldDsH4iQkKGuds9gSLWKRYA3OhaJi/Bu9qjQKXjKX9nq3y/3eqR2ssOVa/6Rs6JIN72Nx6q7ATpOBinwxgifQcJN4orLr8ph/hOrQ1I5eU2hRsjhqVdJJBuUKHY9jqQz91yuFKgOu1ut8rVErYitVThvw5ClalsONm6HVa6KuFX0sQTt94wwbjejUFiBPq0XjxV8VhWUOwJ3a5Q4e1gT0EiwuCkC2w4zS687RuLhx2FFWtSV8u7n5dxaV34byDcNWI0ULpIUe2h2C6ST5Trj+TXqXWW4H6Bhbq4qlsdSk2HSvQHUpKSULFiFDz12CpO9CqbtKzyvuN+ooXljurjoWnKgjRRRqlTZHmnMi9xZGuztYw87iOs0nFs+nRfvUBLUxqUgqUmUkZQjMklVigrGhI+GT2OqTxzXvdeLZ8VrDyEMZ1tZ1JKvAnKCRYZxdJIdTYkAeMgW7+XmVD8S1hY0qmN6zHlcWKwhDS/hSmipeU2yHOnQWJJFgo2BBvYbAtR3Zyqzi1z3pLfp1XQjI0pp0JamNDqS4jTI6L3UCMpGaxFwQJmGYE+LPbr0CoVFjO7wnWkRRIjpWT3sLFQFza5vby89nVDrFGlQP6eiMRVrWlK3YvgUrSy8pBKCSPCRbvYk3O1QJZIhq3uRgT6XwsRy19DqeFK4GXhrsesq6rWIGpBA8wAdtG7o6ZKi0GBFlPLWtDCetfTmQdRpcjtrcEj0O1FPgRWoEt1qXCfhSk51LzlTWYI0JQdQSLdjZQ1B1uZm5itRWqNL4tQ46ITuVTSneKptRuTlX4ik+Vzcdiew2y+o0s2HErZXvGJYb52ovIONc3wFrQpSE/7TW1iO9u/7NgXB+LIGA4DjrVRp02LUUqiymnU5OCs2yi4uEC/bPrc6kaHal38VPEePOHKwkywtinK4r6uKULSpJ6bAgiwtck2I+o7KuiY1wlwvddZqD/vRaOFISiKVrTbpN1DRQKtQSAbWsAL2d0db115f5irf9OnAzImMW8eUvHj9Uo1QRkQ6pHLrdKlqj3KkhJFlZkhRI1UnVQvoLtrcvh+jYyrNSrNUpyPeMqOiLNU0sZHkpGhWPJYvlJtrlH02DCzul4vFqmPOSczfpXb5Er8goFJKdQQBoCdB225VjGVU3acSqbr8e0SoofTklRZCwrNcW4iVAZ0kEjQHUEA3vfZ6nOcmZ41dzPh14iqxBudnwN5daiwKj99ivqkIYVZp1LSrrbcQSRplukXJBKFC5NwNC+z7iBqU1LoM/4dRYd6s6MmbzN06BKiok20v5dtktibe07Xp9NxRiiXSPe7DSo766ddpDlyQkhsk5FhBAUB0q0Nh22N/ZxktV7FGJcUNS+ablSFO5M/W3olOXW3Yi4toe9tLlHWkuf2jqILfP8AE0tVIsWe03AlPZEfr5vmvprrf8tf2bCtfwjS4sVz7ojOj59M3r3Pn3tf6/l849rlLgQENVmWthh9eXmNE8O5GvmND38iPXYdotWqkWVylZl+8acvpTMSsZUqOiQ4m+ZBNwBpY6a+mDqdc+m8NvB+Yhrh+oDF3v6w7WZWEmPcPAW/nT8KQkKQ4m3U2oHQ37a+fYjUjN+HMK4odqjFLap0qLOfX9zaQkqQ4nUlAUTZSBoSCdALkg2O228UU2gz4DHNS5SF9XCdj9S2+4PRcZ02OoBv2IBNhtBXhmjYIoL+I2sk3j9OdjpUpRGjeiRlJI6rgG/fQDbd0D7qw4hK9b54+IX1uvNVn2X4lL3g0lc1GF1MffY6ytLaEJIIcsArh5LpKiANQdLAhYYR3pUufS4H830RhCKRKQ0pL6AnoVYKKUm5PTr1XJHcX2J/ZUrFUrOPMZ4IxlLRWKJi+AtMVpeVPJ5Qpt2NksBkyLuCQVEhdzcXVmLBdGn4DxRiHde66tuo051+m/ekDPKUwooBKwMyVEJzJIsQSDc320gN81q7FsGRNObr93zsr2kcQ4ynurRFlU2K7FQvqQlb184Qr0HDUCL3GbsNNspe0ZvLgV72gq7Pd4EqLTpSYTTrVlLbSyTe1tLZr9tQCRc9ttXbuMYT/wCbR/GTv/nRhRZEOVlWnNmSSlJAFtcxV2IuTbQgHbF/838DFuI58p37qt+U+6pUeyVOKJJUAk31uTfW47HXYTnbDY3TR2Fd5TtUw4xKgNIz8LhLWl3xWBAIPkrS9vI+ottSI+FVOflNZ86lLWv9Zf5fv/Dat3A0ejSq9L3ae/ESs+ZUVbqENOpUk3KPDYkWubDtrqBfYs3zYIa3fNMRZVRR8foaU6oo8j5k2HkNexJubWO2ZfU9r5E8d1em+/UbV9CA+JqjKnu8WBwGGEZehPhVr/H0sTtW4YpsXEdZfi8Jhbn9qh1fhUTpprYdrn8PpsT7mqhRvtG5AxlSWOvoS7nzocTqCki4Ug9hqbEagnUbMPFns5UFp1zFu77EMqEh/MpUJbp+6q7fBPzIv3QvUAkAna2n0m3zeU0/TL0Gfn8RK1XdXVKXWW5UWW+unZv6rI60p01CF9/yUCfqe21lIwY01F59p3I+wnitZfFpewHkfre/pba+pFZxHRuI7P8Aj0uE7wJi0I4qGVdJ6wASgEHRQGW+lgQQOtfLrVUYqkCnvrgryrkcuji8FR1zhIUSpBB7gkA+foWxBniauivtV+1fx+JT0Zn9A7xlv/rJT48gN72HfXW+th52sNuWLt6MqU6xheLEYlRcnSvME5rm9vQq1Gml+3cay6ngyVjyqRHYGJ2GMikqQ/FWWn03BAVbsq5HiQq97XJtcgW9DCVZwRihiVKqyKu++v4q32kIW921UE2s4QbEkEnXqN8wHVpx7M26xu+YxGKFWYFLYqlUwchDHMKaS6+k5ErACxfTQEA2Iub62UO0XE+HovuFustUOLkir+9JakDM2k9nLdlJFj4CQb6X7bWmHN4nP4In4NaeW/TpqFo5OarNy91pJAUrqTbuNSEmyhYgHaLu6oPIOy2q88xKok1HCfjyGs2W5uSnqCgbmwSbi4BSbjYyUjdxCMoVZa0ij0vC9G96QHcjcppSkLjuhaHLX1H1H5EdrbKTGWP59elcrS/BmVndWnKlSbH0uNASTrc2uBs0HcGYXiwOVpePM6GEqRwF9PmfM36h2JJJNgCTsES6DFgcRrhL/wDIHp3uPK3mf27PLp0nldQHSwviC1Jl4oi8dqLUeVQ+1wHctsriPQ3uCO3kNNdb6keGp2I6D/7Ns6P/AFXy07aeX7tuTbDXF5U8dC8/gW0rL/l6eoAv2J02tG6a7wuF0ZP4t6W/DY6JWkWfUuy7SZBxVOqmI2m2p7KJTLHWjoyqTa3a1u/+p+uzM3L+0lF3SusNT8PPsIRljylxVnI4kJtmGa9vIFNyLWItpZZzG3Yv9jnQj+Pw2hKca5/71kyL/wBq1m/P0+mo8htV7aG4h9PrXpGAZqLE/taYI3l+9sL4owQivUhcfhNPxVcvMS0sJJSpCykLSF5R3IvY+QXspsUYC+0dBcrOF6tKqlLp3RIhVFotVSGgC6LKFkSGTnACtFpvY3AuVVU8NRXWuLFeyL+RabZPy/4i3+m0rDGOsUYDlNxZ7vNQlpVHyLUtTTiFIykGxBGhNrgEHXtqQmpf5DNVOo7xg8SImhNYcrzc+BERK46PA7fKlIOgKtbHTS47aki99m1giPjzG+En8Bz3lxcNLdS6uGheZCUnRTZ7jIoZbgGx/DuDzsQRZUr7g64hCF54HFSEupUO6Fi1lJPqLg+g2INymNIFLxk5Kd5pHHkK5pqO0OlR1BylJStKr2KSUnzF/IZuK+LR1HV1i+xHg6Bg3G79Ba8CEpW119Sb9gNTYDy1/wCGxZCq7sWluRXetbfxUL8P5fv/ADG3zv0nwKpvQclQGlxc7DXMIyFOVepvZQzC9wSPI32HH3eLF4Tr3Wj+O4P/AD+vlsnnnxhqFGDOa6061Pbn+D4vR/dVb/W3nbUbXdOdarNefxRPyMMRUJQjrypTYa/RIJP7SdhGYzxfhfPnzqV/Hr+/9h2HcYY0n8g5QYGdHX8V35VJ8gRb1se/f8b7MVlpma9NpG2cscY1dxHi37g7nitrSlpr5U2A/wAzc3BF/ptMxfTXcR+7ao1SW2FsJUiRwrfG10VoBrb18tAdNQvDNKqjsrmuUXkz+PIcqfz/ADBv9dmvS8TcrKiRZ8Tmsicikp+ZI7G3n9SPPW217PtiqF09RaPwosWqOOtPPsL6c2RHVltY/st5nvtMqVHrNLpces4SxkxV6dK6X46ldbav1XEKA0Iva4SR5XuDs6HYOEq9/WqSwx4c6ovQtNx6C4vbsQCCe4PbYIxHgylwOJS6DUGKuxK62uKxkdbTbUKINibjytfTz0HVoEGZqUDxgpu2xnPoNZY4TOSKhXx4HiSlPYlHqP7vl2F9LbZkYdwRvVwvTff1JizWEIS7DfyfFiqItdKu6b+diAR3BG2I5eDZTTXFi+NH4qy2/VULEW/VN/Q7OL2f94dZgRX8OVTrWx1IQpWVLiD6dtfO34fmbxaNI+1sNH5QN1GEsJOt+64jedjKtPFurp7pt27eR7ee39iysxYHDa+TPkUnP1pv6euup7X2kYUxZz89uBwV5Fr8C+rLfvbzFvpppe3ltRb4g7RpUdp2hrlMLV1usfpW0nzt8w72OtrdrWuvbUXHEtdb+kQh5+INM1Z2LzDTT3H61JSvVPT+HcX89gus4Ii16f75qjq18Dqaz/L2FgbaA+YFgTr3vc8q2H3aXFYqkWWtbC0JWnpHSnz/AGdvxv22G3cQRXXXIrTPA6uhCLpTlP18tsrN1XszxVuv1QblpGbnSsLutz8OOrir+fhK/SJ00V8p+hOo7gjvsYU721sR4Sdcw5Xpa1ryJUni/Lced7m35kH12CJX9p/vZ0+H8fLYCxVSmq804061xOrpdy9Ta+1wdT+Nhr6HY9GvuU7XHENR1RicWCbe3Xe1PhestMRao8iK+5lyqQ70qV9O9ifK+h19NnGjHWF8UReE1LYf46FZUO26vW3kfy2wFuJ3MSosB+qYtZQuKtP9Xd6kqTfQ69iRrcWIvobjSBX8TVnCWI3KNheov8qt1PAQtZWpPmLKtr9CbknW99To9yb1NiuN02FvH3TYIxvwIDVWlUha+hHCWMqVa+RBQoan0OvfsRnbeB7D+9p2e59l64xUWEeBcVJadUk/3VHvb6m/7NuFP3348wvFiRcUU59aH8vCddR0PX18hob6WJBB8hex1luK304XqlLY/pDgPrUpK2lqzJSrz/aToB+zY9A3cyt14xtQzKMHDNBdrP8A50KXnQ7lQ7MaCcyf1FkJATbUC4t9fM93I7UDGUCltMscB9eTLxRnb00W2oXCk39CQR5g7C1STWXYHNcpNfWhORDvKrd6fO6kg5ex1NxsN0unz2nff0DmlsRVoX93s7w/Wyb6X/K/fZHdNrxmrKpu+rztLb/pZE1C2lfd5SkoS4g/KCQE9uwJGvnsssWYbpbUVvlePCqMVSuF1daVD9VSD+3yPr5ll0jHMXGW75jlatFRVIrSVI5pBUw5bQtrTcKHfKbG4PbYPlYgwlxW4GMqfCp01C8qGlOlSUq01BISoAjsb/mdpwQuZxMDaBN3gwHW57TSOV/t3cnXm7XWkWz9hdVybeWxxTt4UXlXMOVnDy+ay5uLFazsPX9NQttYt6Hbk5WMLyuI1S6tUGPFn6A+0r8wQopPqRcdiT32pHKthz4f3tFIqCE8Vchp0ISlXmFJXoR30t537jaR5QDP4+MNYUyA1Fb+M+heX/vEcqVp63tm/EEH6jYA3iYTxHWeJVMEVbJKQlXFSxZSVdvGlQKSCe1+2mtidueLt59ewu03K+5VSnP5kLU10qT9QRodNNAR+R0GKHvyqjVZ4uF8Joq6/wBKuPmEd9WnZJBsTYaAj/La6o49TK/6gNJGBpGMmmn6XiOnxVrXlSnOnIpKtNU6ka9zp9L7M/d5Q6pPnuO15nJFYX8LJ1fv728iCO4v9Nk/vEx9hzG/Dn4X994axRFWnmIcpoIXmvbKoIVrfyNiLgEEX2cO6Gu4tqnDi1lpD8VeVKJCmsq/qCoWKrEdyL28ztWqgdzc4ieoqsClx7hZj9GF3aW5F4KFrWlSVryDN+SrXF9s+VfD8CjcThM50L/X8X+W2l8U0KK7F+Eyh9z9dPV+22yzqO7qfP4cp3OhhhfQ0nxaG9ra3P5dvPamvqN3iomA5dXiXFL4rXNSoj6EfrospOnkU9/U31N9iejSKDXqC/Rqo1FlRX0f2qMyUr1t9R+NgdmTRqLQWoDjVZ+AtCfmSEr/ABA0/HQH92yCr1VgUvG79LoNRi8Dpy51lKMxvpe1wodykjzFtO+UdMyj9xPRaNTdWB8iFW7pyLuv48WsxF1SlrdW60ppY4raTbKNQCbW0JJJ9dRse4SwfPxk7z9GxDnR+l4VUW5Hdb+qb6gg+nn52274Pn4SpcDkN4PuuKxNytcw66EsKvewK7gIN7Wvb6dr7Ve+PD2I918BjFFGalVvBr+VT6YdRLTsNJHjSpKVhTeouRYpzXPqGq7G9OJrV2gHtuI7qlUKzRqC3Ar2LIsphC0radamlEqOs+ov8Qa+JGpHdKthypQJU+l+/na5CffQlTqH1tNr4yAb5VKbCbq/vaEHQjvslMK72NyLTrFUal1uFN+ZFZWZDCleqXMxSNbg+GwHbW2zcoe8CjV6e3yHuRDErxLYdQ6xISdOtNwFWPzaEC+ultjkFOYz9v2yLTWIuN6W407SXGGEK+K6xbK2sAa3FlJ19QL+RI1IwjEM/d9iNuBP+OxmShCnVdCtDa1729CL3BFtQLk8xXTYuA+Ji2gu+61vpySEx5uaG5/dPcJX2ABN72F9NE7iZM/GTvPtMrYYzqUrP1dJ7r+oI7H8L7Laze9PhFNUXevCRyRqFRsZNe+cL1HlX/G7CdWhbCld7pJSSk66AkD6jy7YV3Mz6pVJc92WuCt9aVqS+6FpzdiUq7gHy1I1/LbO2G8SO4NxG3xahKf4fiQmR4km2hHc/Qgi3Yg+TU3kbyt5dZwHLlbluHUZqEp4tLkLCJiU21LCtEu280HKSm9rmwIunamxvFzK6V32YeOvDW6Ws0GfzVLqNOlLX/spgUrNf9W4I/YQT+exnKou8aU1yrsSEjw9S1FSsv07f5bePkhzf7KqjlZn/bVFRzKzrUqTHUlQ7oy6ZbeabAg6nXZi4E9q32kcGtLozuN6vKhfNAriC/w798pcAcR9LEAd7HbWOo2fMaHlNrY5qP2IlOO43q1ORFXmyurupDajewNjdKj62IOna+wRMxfuvr1Llz6NUGGMnglRZQqNNSs/7ZAIdY7XzBAHV52G2MsQ13GWPK9z+I65KqL7686MyjkZ7aJTewGmne37tijCFMxHg2ssVSLT0Sl+BbS7qS4i9ylQ8gQR2PncWOu1FvDRgJ4x8YKwLjfEe8Hn58unP0RGXI7S6iHUuf8ApRK0BYuD2sLW1JvYNLG9LwlS+HS5XHWjl8q0cwFNZvQnQo0075ToNDe6gxD7Q2HMGxYECqYNqlBRKQpCFMRwtCfokWBt31IBBFj32JN128nC+8vm6NQcTVGVVIqFLVFkNB1byPMoQsHiIBtfJYgkXtfZkV7+Z2YZYPwzhyBF4tB5p9aEp4sfMFrb8ypPzZRcmxJA8iR3u4U2s8Vyl8pwGMiuXkISMqdfmRbLbXyBBIudhGgqlO1RvhYeojEphf6fmFwv23zJBNuxI17EbFVRxNKoLv8ATOGVsZ/GuPKz9Ha+YGxH0JSfUbUerE7MjVmHPpcrn5Tsph9GVeZi6enyOguB9R29dmLu3xa7iijT8G1SrZFoQrlXVrOdKe3iFwoC4sbaX1HqDU2suz2uFFqKMi+ppE1ZU16DLcEjy0GgIItsFV2t1nCVZ593DzkVbEhPXDdOVV+xSUm6Adb3SNdD6GqyD5Q0iYEd96S4tZrnEQh3I00+7mazfRQv9Ldxf9gL22sG0Ggvz2noq34vW6uPlzJUdALJ7km3qDprsOneRRvsv75i1Bh9iVl51jRao6jpd2OCOk+TictjluDc3E5WH/uv28wu0iUwvKh9DF3cyLi5TkAJULA3Ta/kCdNiASk7y5dLrM/i16JkR41tJdKFNqVc6697aaWBtp67dExaDFntyvdy+AtCcsh2ylJtpe+trW7f9dh5rE27mqT/AOlHZXvuKtTTU2KhXxFG3w3kgXsABZLiLA9jfa+qG7PGWN6W21hJ5DbDnVldWU8axFtR8o7j/gdoaXl2jHFLoM9jlZbD6JWZCGkNKzvdgSUoPUB5mxt59tr+LiCLiNri0Gn8B9HQ+006EqzEWJT2Ch39DbyvpsDwd39ZwRKY98sr5XOrmoqsq1JX5LTn7+dgSOwsoaXJY78+BP59qXFWwtCfioilh9xXotJGQqHkoC5B1JtoMzlg5jeFVIED3o7XJsqnId8HCDvKqt3ICbgk/MQB06ga7DdOxbS3ZTDUVlaJrCUIadV1R5Fx1B1N8qTqD2FtNR32MMbYBxHjeL9qMEYhX8zUx2moypy6aSI+i0aa5gCnS9xcg0lKw57hge66y05UYr7qkrdU0cvFAsbOJSClWthcAm97EDayOy+pJxDio4yqmEmoNUo0t+kPryoXKYulOY+pF0rSL3AN9PXvs7N1HtJCsVhGDMWVanPVRaM0fqDTr6PWw6STrawBNjpptm6e81hyjMUtqrSqjnytIantN53rC9kqQAlTg9QBe97DZaVen4oi4jptZapLyGIU9LrqeEUuw0nUaixCbEWB8rH0IbS8MMWRZ61aeobONcOSpXur3sxFqC0/DjyFBClf4bnq/I3/AA2EcM7sazExtLxJiKoIl51qdaU0s5VKPa6T2yjQDUbZexri77UQIFGn8q/ni8VCJS+E+2sEfEQo2BtfWx08ztFoHtG7wd1TrcCVVpU2nMKShEeqR1utZe2UPGykX0AIUofQ3sDVNwRWff5//MVbTmb8uBtmL2od8XK1SJuwozyHOJlfq6+EVoSjullRAIBOiiD5ZRbXbvh/2w4mI6Mv/sRNp9XyZGkuqKoql9h1hOa179OW9vxvssqQuqVmVWq9xWEVSU6tUhLq+mQpXdYvqk/SxA7eQ2GB2+WlqqiDzKKkYIi1SU5iOlxEcdGRT7UVSc2UdllsmytdQQbi3YAW2vcTYR59piVKreSKwlWfitZkpV59WhH1uPLsNv3CESjVmU5XqDXOVrbC8kilrQGlOZTZVk5rOegKCQRbQHsUVp3i0H387klU7PwJS0q4S23L2se+VwHXKe97a3tsq/kcxzMAnsMuxWv6Lq0KroypQ1zCA7luL2Su4UPUAkgDQWttS4BiV53Fr+HIGE4sJa3c3HTnVHcRc5uki2Yefmb3+ux/QcFUuVXmPs5LXK5pedTqncqld7k6AZh27D0N7W2fmG8KQMORW2nci1/Jn+np5jYlaY5lXeU+G8LUHC8Diz+Bx1o8a7JSlVvL9UbRMUYw5CA57riLffyqyNNIz5rAnsAb/vP02pN+28yg4XoL8p1niLQnw5cyVfs9O58tsHO79p+MpT7WDcT1SLKiuqdjsIdy/jkvf00SLi1jbtsUmUA3eUYjWPd42Ld40tqJgh9+gxVqRI5hpXCVoCUJzpKcw/VuRqbgbM2q0nCVBabi1SkoYiysuRqOotKjrOUgoF/hmyjcIIBFzlIJGwbuJ37Y3xHij7G1nE+SqSsiELlQ23WkrV/tFHKpsm2ma5OhBPYaQxFu0pf2c9/bwZdIXKhIU+t1pBaQn6AqJuLdrgg+Y9FrfWZUvtaI2m7nKNwm5VUdXKY4uaG74Vpza2sClJV5XsCRpba4qTtLpdBc5WWjlWOjiuoy5VJHzqsEp9NbW8tgPerv8gYSgOUvgrfivZkNNKydSR9TdJ1ULp1I9BodssVDfRFxbXvdc/GWJaRCm5YaZkVriqSlS7BpbYIUppWaxVckDuD3GeiG1tzySd0e2K8bwMRtORYrv9SdVzCFO8VEddrhXkoApKbgiwvcKIOwyxjZ2LjykxZ8tHKvvp+Kl0Kyr8NleY10v5djbbnC3Z4SwHS+LS64uqLmp/rqU5eYui11p17puAnQW0HY7RcK4Go2MoD7UCrIYmxehC0p4qm1BFw2Ujque4tcG+hJOjqHPECibTmaqxfiGVgiBLd5vIxVISuE6lfQ5pYhaTdJuFdrEn0Pbbz+qLfvmUxVItJffyLQ1IWiy/hC3xFAaq6RfNa9rXAsCGrjFze01AptLrz3vSkMO8JqVCWv4KtBlfSbOMgkAA2Un1IGgp6Vg/3M64196iyuEhCEuoCeJa4BStACF9rk3B7HUHYxEMDOeLMGO0tqJWYstD7FRzdUfoWlZAsClQPY6dj9CdvzA+6CqVmsuVmvU9aENpS6nOnpUny1F9CCe97Dy0JA1FxlWZVeYoNeiPxYqJWTM6g8DNcdAUqwCrdVgQSASBodtmUduBS8JRGuLnW+0lSO3Uk9iFAkLGpsb3+nnssa5aLCj0aL8Np2JnbY/UQUrSj621/Ai4On025Ywo7sCs8hPw8xNizWuK1K0S6nS5QoEa/QjUX7XuQY8vPdnuNUHIhx/Kvy8It38yk/S+vpYDYpqeAncRxYDWMmv0CuK1405VajOgg3FyT3JBF++1sqgg7b0qHnEFHqzWDapEr1Lp/NMRXfjsJ+EtKDa+WxNyO+l76C3kCbfviyjT8G0nFGF3X5sWorQ1HfgWWp5Ku7SwLdtbjQix8hbZt4k3X4X+zn9F05b68n64VmVfTzt9O+guCCdQn17q5VBiy4GF+PS1rdS67S5SS/FcfFrOhCjmaUfVBtYWsQbEldyHjMVXXUscZlBu63Pz5VLn8/LqKIVYaUmVHfQtKPIAllYtp5KI+lxtcYMwzQdzdebi9HKvqVmXFazNJ6AErS3rw7AEKCSB6A7S8M75Z8+qLwHVGURajFWppKo7pU09lWU6gg2BsSCD6XAuBtCx+7XqC05VJUTjsZvioTbOlOvYeevlpcbUsctxGrdONTWUPzHm1iuLS4vvml1xhaP12n835EXP7CNNs5by98+I8OYtYqkCrReVQ7xVx3bKTITxLkEX7BPa2n7Bsn8bY2d+JKd/QP5EtLSso6tCQAbWI6hZQudO9rbBFRolZr3IVSK6tDfFzuoWsqTlAGYG/YevfTy9QWLt9zIq6VXW3lzPRLB29jdpi2gxKpFlohPrSnisO2zNrOtj6p9FDt522Et9Fbo0+jN+65cJib1IazulpSVA+Suxv06aG17EWJGaabNgUGBz/GWtcVCVKaRfy87dwnTv5fS42mR69Kxu6xFlU9j3cv4qeYaDuVSVm5BFiFJ6VCxCxcEHW+16fJo3T0qml949xi7kdzOI8b4t+0eKIkqkcBacjXFzoeQSSF5uyrp7DyOh1BJ3BTJdBw5S/dbsv4iGsvC+bQdwPP12Se5TeNFwRhxuLiOIxNhMITwpUN3PlRYWzhViFDW9r6A+Y27Y59puK0047hzBsWUtCVOtc0sJQ8gG2Ztac3noekEHQgXGzh2/EfCRD+0hukn17G7dUaem+7pSs8JC8/Kyli+YA2KEvZFADNa4SQO5IoaJMqmF6XxYGDfeMpjMjjuqQp1v8AXbcUsnhm+ljYEjxA930zvNrO8ag8rjek06iRX1I4TsVpx1rp6xmUgApuR4gkgAag32DFwao1XmMUUaoMck+nl5TSLLac06V3JCkkiySeoGwIIub1xCfbM/YkO8avVT3zVM9EYiuqyMcJfCbSrU5lqF1J72JNr3sBfaYN0zrTTlUoNRpFbYm5eLFhyBx2VK8wy4QFpHc5TmsbBJuLs6r4dxvFrznuHlZTEpXC5J1eVpWYJuyFWCch7hJBuq4IBN9lViHdxiOjYobdisymIubhSITtszKfMIWg9KwE5QCLG4N1ed9g2yqvzND+xNTZ+HMR4lwlWafwETU800pUdTDqrpyjOhQBzDIDmAIINgSOxH7RFC918OqNMv8AQ6lpTsdeVbaSuwXqkpIGbXS+ncAbBHs+46xHRsb0mjSnl1SnIXwEKW/nWlKjdJTmuSbAXCDYdwkA2Gk9/GFYtewvUorr01ht+OpaH4qPit3ByqTfuQSDluL9ri99gkLmXzMX45wM1vBiwIruIXF1Rj4SGqkwtGZBPyZTwlAEDVCie5tqEgdo273eC1K+zkqhsL5VSXUurd4Trir3slZskrIvlKym5NibAnayqaZXIUlqjYsYxCwt1LTs+ku8vNZSR0qehukq7pAKmyoEkkEDY5qcbfThyA3VIFQRiGExwuLHWpLDrjBA8OfpSsAmxJCb6ZTe6aEbZMKMMbsMOQHYk9qXNYqi0JakJf6V5wcwC0L1uTbqSbE6gkEXKa5iFpqlvuu4mqK5UXM6/FzhfER/cVbMlQSLHUgi+YC5Oywi7zKo7AblNPVHIylK3WpVNC1Np7kkIulQAPiQSm2pKRcgkYhRa9VPejtWYYlVeKh2E/Iay8ZYN7FSVZXEG+igQq3me+1x4yDP3EwpeF4FJlRZa5TFRkNIaddaRlUld1m4SAka6FJAF+w11rN1+KIrVeq25HG7KItOr0hbtGlOrzMNyrlSShRtlJOpTcEEqAI0v3rGJqXi3DkfDnChMLYdX8J11aEtv6p8YBKRfW5Qb2FxoSAnEWB3azKbnwOaYmtryO5H052XUkWWUm6HBl7KTcKASQex2sHkER5UnkGotawlXmlwn4uaPMgSnc/DQToU31LShZSVA2I7i5I2XD9Q+y9ZYpeDYnv6nLdTkj9C3W1fMCNQsjNa3dV9O9tjT3bi3FuF2JXN06o4vpbHCjyFtHhViKCc0ZxKznafSAohJJB1sSFGy5wy7xa9zTVEfoi1rydDpW0lSSNDfqQMwuQQCB3AFlbQTJAjroW/d3CTVNpcrDD66RNyofpzqM7XSCVFIJKm1A/LbTUCxG3bFEOBQYD+PN0ry6vS0JU/KoakB2ZD8zZA/rDI8wAVAdwfFsoqtXq81XonvR6LNhLkcB11bRSplafNS0kqCrXGY/q3AIvdn4mxI7hL3bPo0uK/NRmUjsh1SgBogg5VHXVJA8QIA7ipMjbJ+7nfFFx5u+xQ7S6GuE/SM8qLybq1tOLQkuHKhfW0SQUlF9CogAE7JN3GHv6g0mLFqK5VOmqTKyynQpbazcqQh82NiSAATckka2ts98M7yMB/ZKfvGoOHosKozWluz46mgwiQ6AczikkdB6NT2V3sTrtnrDsuqYtqj9ewHSUUFDC1rahLfCUquRdtQsUKBOlrGwtcHUgBDO2xYvhi0aFAxFhfBsBulymX1olIShrmmghWfTQKSQFpzXGY6pUfxtdqhRcUUZuf72XRJSPknxSrhqOoWFpIvawGoNtDY2JMfCUjGWLcOS6DiPdZR6pSH0cVbUKYIc9t3txEMKTw0quNFoWArNYixO37S6u1VIHuGg1B9h+LmaWxVIWR1vW+Upv3toU6aC4PkH1o2rDB4vKzinHlBrLlGqkSFNYfypSuA7xY8pB0DgNhkUTqRYEG4I8jZYYotLgSnJ9UqCIXNNcJXxSjiJJuAv5bjyI/btduYVan1ThO1yl8debNFzhpSVXv4VW1I+YEg6Xt58MSUpqL/X6HKWtjwdGdP0sUkpUD+JFtfLahrX5lgd0ssXYO4tG4VBq0qK+z1pdhPlp1PkSfUWOve4uNe22NseUfFFB3jNutVZaJq3fiyobTaVOdFioosUlRtdWhvqSL6HXOF8WwKo7yEVqVClMdCo8hgtKV3uQCBqLWIBNvTudhup7tqNVMbuVSsssfok8CU10q8zbp7EX87Cx01vtFh2LmVKbpl/etTqzFgNyqzLRN/wBk7wsvQRclXkNSL9tfIajZbU5tp3h/Bz8T/ZdSk+YIAvobDvt6G1PAWF69F+LLirW30ZMmbiJt5+V/rfZWY/3U0uA1/RdOY68uXhIyqbVr4fQHtrprp20Clu6UNMzS7QWqM05yGRfHzIzZMvfuR5DTTX93fbR3scUaVA95cXJkfX4XUn0AsbkegIVew9bbLzD+EKp70lxcWxF5EK6IrqMqso1ST2CkFJA0Jv52II20JuPhuxWpfCiZEZPp4fLt4bdwPx2pqF8JAG2QvaY5prBr7TsRb6MikcLP1fgDceQI737EbKzcfieVWYHuv3ivjxVpS0ri+JrQZSD5g3FiR+AFhszPaSdd+yTjTUvIv5Fo8SbFJ8zr6kageYtsgN1FXao28ZtqUyhEqUhCH2vAmQo6XsVZQo5hYeepv65/062phhA2175rimORWoHKz+iUj4rS19bDiu5QbG6D6eAkG4JFxt/OJpe8F1tqjVuDRKuhC2lQKk7wGpS7gZQ9bhrNxZJVkII0Ivqo97zeI6C7AxbAefRTkJUhWV05m09IAKknMLa2Vqk6gnXVf1TelKiyuFWYi34UpClMSGkBXV53AIF7HUaH1ABBOhR41hRFLNH8pGrHXi3cjvGpNZxHh6o0vlZqel1K+E8nscjiQUO9GY9JJtYkC2xF7amC2qNvaw1vuwu9/ReMoSJDvQMipjIAKgoagraKDl1BKFaXJuscK77MbwIvIUure9MPVFHCdgT2BIjq79KmVdNwdc2ih6gWI0thyLS9/vs+1bdpAaR9oaD/AEjSKW+vOrMgE8Nla9SlSSpIBJUm4BKrBWx6n5naJ9jbGnxjMYSlbpaFjLlOBCrfAhVlcVJSlScmZDqk6ZVhbZSTcXCrE9rISi4Cw5PxRLwQ7LQhyawtfHWgqQ4tXUl0m+dKsqrpVqQRYm2mzP3QY1i172eMUYXqkSUj3Q0uUhpbR4raUfEPQTmuLOJsNQRYi4Oyii16s16K5Awayv7a4eSqr4fQhIzVKGL8SM3mTlW4ls3CQTcEAgXBTzp5TXBiiqW7rHmCMZT6XXnn2JUWUlbUxPU04gEFDw9MyRp2sbgXtfbpvLruI8bwHKXPq0p9+KjO7xXStOgGVCb3v2Ol7i4PlbbUOP8AHOHKzuviYyxQ0xFlLY/TxbJSpNhnbLarkJvfpJIBva1jtl84W5+VUqpS5b/3pK5TSNVJkNWsMnl02ykHX63uNoxtEEyKzZiok4/r1BnwJUWXnlQlp+fLmSLHhqI7j0uCRfTTTbbu7/ffRt4277kIsthcqaxy6osp0tKS+dMhWm5T6hV7djfvbFlc3eT+K58H++pK7p/MHUaedyLfu2+qRS6zhxrn4EvlX2Pk/fqOyh+FiNu+JTYd+Y0ZuK94OCMRvwGqhV2Kuv4U2FPQ2pavQhSAEu6diL3GoKha17RccYoitcL4GRbSltJ8KG1nuLfKCddCLHW2tjRYVqUDFsVt3EbL6JrCEoadXdSOkm2RRvdNzqNCD3AGpIH6XRpUDmotW++oQrmIrtszibfpEa6i/Tftew9QUdQeJXUIuwv8iRaXiqfKnvxazEWhHFztLa8TKja5B1OQm10jt3FtpVbjtV51tqsvLeWjLkWh3OpSbdx3BFvW/wC7aqiHhfCd+J/slfN28Gv7BfsfTU7S4SHXf7LwL6f7vn699o02px4tPGv1CxH8SROjlO5Br7hL4nzNLUjMpvQWAULKy9xY3AvobC21yahVHaC3P5TOjpQ66lebgqNxZeU6Ak9yCDoLjTasff4Xwnfnzfut6fkfz2sqcxPgO8WA7w1r8Xb4iCCbEdiD5A6G22otSv5LNbTdYsHjZyJzw/JqjrvClUlGR/4SkOrKUvJ8ilXyn0ubXsO+m33O/ouU5Faq2Ra3f0UhQ+vh+X/d0J10NidiNiu0aVRl0aqU5EL4SkqkNJKOo9u1tNNQDbsSD22jYBpdGrLU92qZJsVhfwvm7a6CwN76gEXI8rHajBkM2u7VfTmd6RS+LF5+ezkzpz5tMqU9/X63/gnalq+McOUtpz4qFrR40J6lJ9dB6E/t2hYh3hNT3ZcCl/dWKcvI705kKSL9jfTXQE6X0NjsAVJiLPlcKs0mUjjrzxZrSShTiT6nRJJ7FQsoegF9huZnVdJFvmxhWMWNVlpx2BEW50dP6yfQ2GpB8lC4B0Nr7R0wKpWYrc+Lk4C/ArRPV+ood069wRcG17Ag7EGDsMYc/qsrPkX1tOqSELbUfNfYEnzI76XB0t2rUuLRsWt0GLLf5WVm68pUhS7aZjl6NLXUOnsCfPZbaGmhX0uhFxiDLqKzQXW2p8RC2FrS0nPfp9UHzFtLdwbd9rebQ5XC+/06VFQvpUiU0rhZvKyj066EfSxHkdoEqHWaziNjC7sR5/4uRppS8inEDUgHspPorUenfTTWLYmA8L7oOK7LXzSI/C4ExeRaVK1DTgVooZvIEEd031A0dPWMRW3p6A+EzAuFKoPD5qJx0f2S/EnKPIkWI07EajZubpURWuBiiLEYWxn5ea0q2ZN/Dm+oN7K7HtYGw2BImM8Gu4IciyoiItUiqShDqFHl5TXzZwSbEeRFraXIGoJKDTqzg1pjEcVnj0SvNcJbWfMw5cA5c4/ROg6pJuknS+hO2Z1IbVlUqtqIB9SB7QFP/wDXgxJ8DrQ+xlyaJ7G/49iPO3pa2oczEd5VuU7E+H8i/wDj+zv5k7Hu96TS57WF8RxZfNIW6qK73StuybFCh3SoDQgjQg37EEYqj/KtcWA9nYQpPy+vcEdu34/TZLRHwmnXKKdBa+J+ov8Aj/Ow2LN2O6nC891uqVngPuL+V1fVmz99dL6XHb0vsN1Vn7q5KaZR1o6sqs34/X/X6bD7VZrLTvCiy15PC1kX8t/prbTsfps+94QRXUOE++aJr2DaDPiuQKDT4rC2EZUKQgZsvp/12QUKiV6l4jfgVnDD78JC8+TJ8dlQJs6z6/VOgIN7gjZ07uqo7Po3Fn52H0KyrX4kqSALEW8vM/W52MgiBKa+9cB9HyL0UpP+v7P2bLfVO3xABndfARcx8NUGV96lRMj6EfFU0roeTbS4+ncEWIOt/LabTMK0GBzdUw5x5q8qVuxV2UvMm9rXFj3IBvY3IudryqUXBvF+9S+B82RahlT+25T9NbbR6lifC9GpfFoL331jLldzBXE73N7/AJEWF79z22cWwMkNXVcvuUVGw5Axa6/Ki0SUiUhSuKw61kVm9QD3v3sbH0vtdN7q+Lw5UCIzFWjpWlTWRXp/z7D9uwbL31VRp3n4vwH/AAL4Sc3l3HqDqCPL089uL2/fGTrXC4PWv8U/hbW97WuL/t2XKc5zIspTOXP/ADGvTN2VUa+LKqHAyeFaFD6/UEi2v47Fgw/RpUVhqvYsW/k8C1qClJ+gPp9Lm3ltnel7wt4NZ4jTtWYio6ut2/hP1vp9dCNO4tfYppWC6pVPv8rGWTP4mkKyrbuO5BvcH9h7a7MV1l/Rgxdpq/kxvyqLu0/qEqrZ0LzZMq/F9DYi1z3sf29tu0LCW4eB/ZRVr+fI705rfxprst4251qV8VrGUrOv9TIr94tt3rm4OU603KoOMn1r6fgKVkVn9QrUftAJPntd9GfeYPu6Utnb/wARyIw1uMn0txrhQutPSrOM38fTy8u1thiLul3Synfi9HXnYdSvMj6A6HQnsf8APbPmLcEY3wa05KlVaahjqSlei0ZvqdCD+ewdT99uMovEozT2dbCvhO+JSfM973B9CDb67Crp8uZY/TXel/4mit49Zao1L+zkD4DCE8Lip6VJT28vT1v5HYN3WbqKzi2e3WXeVWhbqf0qMyU28OovYkkG3psAK3oSq805z7Wea+nJk8PULdu/kCSLWufK+xfu83/VndfF9zVmJzTC1Z0ZLIdTpZI1t20t+FtL32YKyxKVePqN3erhqVS+BS6zh5iLN4XWppYdjykWsFJv2UBoR+Gg2TrdOdoM9x2jOrhP+L4XgUr6g3/47EUjeo7jee3Kqlc4/wDsmHfhZb/qi9iewNj/AMBPdbpbvDdns5EfP/173G1u5sEwdT3RZvT1HDJrfutrmqM0jozZEcqjOlSh3BFhY+YII+m2ad+dXlfaOJXotORSJr+VEqbDQY7TytSCqxIzZdDcdvLsNtCQm3Yv99H/AKCr/XYc3mwpTuHH5UCJFf6cymnUfpNPMWsq/axH7Ns+sn1NrSdSLEJZFFgGM7Fdf9/S5THOtdEhpRSl5JOgIIyqA7i4AF9DbQ3CIlLxbx8OfaddeXTvhIgSliPV46OwMZ/RElA0s26ArTxKNrpsYqxl/wCybnWGGM2eOhYdRluQbJ1UNNLA9vK+13iOn0us0uJjL3g/Tn1rQiRK4S0cNYNgStHWgi1tRppqBbZ/T/7Wm25/2woxG3KoMBv3XLWtaOhMpLS4621dsrzZum/4EC/rfQBr+8yswHW5VZlsSlxehOdOZOX6DvbuLE6fXZjYOrMqe05FrMtFU47X6fTO8j+8AAlYP61gQR32Tu+qitNT3OViLR1q/vdA9DbXy/bbaGQD1A+pfRt+m77EcqJFrNElUiUjKlqV8KRFzHvnScqwk6kiygPQ7HdYwu7FgMV6g4eQvIvi8xTZSEpe7EEMmyNRfsQo9vK22ZaDSaNKiv8AP5OP1KRxfElI+h7/APXaZh3enijDnEoLTy26dmVwo61lSU3/AFdbD10076a7WQzj6joxQ/hfeXRuK1EXFxDF+Et11Rjykp/UJBBICvlJsQbFO0HCWLN/u76A3KgVbj0tCEozIWH0JTrcECykHtoqw9L3uAHCTrUqe5Kn0lzmkLzNSmlnq1Fuk9vIixA0tbb4qmOp9LrLkDlF5M6etN09Wov3A/HT1/DbrM7Nwi1qbo4sBb869Axa5VMUOrWw+rw+FCfyGgB7knW/n2G2h6ZvLgY8a/7OPRX8nW7k6lN28zlVfT1B7/XTbK89mjNYNcr0qndfCzLQi/Voe3oe/nrtJ3C1fCU+stuwK5NpdXQlS8il5FKSSPn0HfyN/wA9lKrXYTPfp4u8oV7/AGS7P4dLgYhfirWv4q0daVJ079lAXN8wv37WBIBMKRao1K+/8CbC8a30Izo00vciwOo1IHpsd74oMCqYj5prOxKWhHHyICEuaAXsOlV+5Unvp6WC3wvVoFLrz7UCorXNYaUiRFWo+oHSNAr8Aex7d9pxu8poabT9gYEPcWVXC8+K3S6zhOLW4rDSVux0ulC1a28lXvlJtqLdxqNi3CuDsERYvIYNx7W6RCmx866XW0rdi9VwptLjRC02zaFxLg01uNTW4coM+vT3J7XutjwJXxWvEnJ2toL621/bsxd3W753G9ZcoLrLDC2Fq4qmFKUhKT5AK8JOhFiRbyOtyB6lHMPxAOl7od18V2RRnWZUJHVmdjoMhhnsLFyxQBbyIB10TsaYc3A4Xai/0XiFa0MLShrkpBzJQnz7k27aAkDtYdttUYM3MYcwHAc4TOda82fP15r+t++y9xPgvDlGrL9ZitRYr61Z1rX0JT5HXsAfPy2Sv1HcbakYQxL71MKT4tGY5WXFqMVh1C3eYaKVKRb6XBIXYi4A7nuBtV0CTS3cOcr8Bh9Ceta75U6dvMj66emzXxdhSvT8Ly5VLZRNWuOpbTTVld03Se/UL27a3todsRVTfZVMJVTkJ9DfQvJ96iuqyOt3OotluD37gfhsetCybIAngidMbh2LPlypTSH2FrX8eLIDqE3PnqSkj0UAR6bSMD46xbRpTfFxk/Kp2VObMhCn2fIBRWkhxBAvbMQB2t22B8XYywbih1yVAZqNLfX87qQpOb0VlPmexFxbuBsL0XEk+l/dfgPt/wDitZkq1/I/x+2q6baPUEhCiOPF+8yf75f5CXK+Pk4rCbrYVYaLDRJtYW7AjTuO2yur9Yn1Sqc068taPk6z+ZIOo/DsPpc7GuCKfA5Vye7E+P1KSnPm7HsL9wfNIFxr32ssRbrKzXormI6XSX0ZOt1DXTmT+B8/PSx8tdhLSBCISWlluS3cu43rLHF62EIz5/Dmv6drkC/mDa302005u2gYSlcWf/dy8XpTm9Ln8L37/vun9wLPuGjP8J1hC/GvO7kdbWD8p0IVYi4+gv2OxDiLFeN8Wuv4Xn4hmyn2JCVMOpsl3ITbvY6WBAINuxv3JarpjuZfu0h3ehAqWEsW0OFyTCvhcWKUyo6vJ1taUqKkjXpINwD2udlLQNwGLYGKG2qXLRFlRV5osykzww/ofE2VEWJtqhRv5EEHV5w0z930Cm1mfW+V4aUpXKdTnSpXYNrsT3+vn2tbZk4mru6reNhJuLXpbFOq7CPgTI9silgDXN31NtO+lgfItk7V4lB90XsndfjKU17+lVt/EL/SiVFdi8m+r/HZRaznzUSArvfve1gycJRYv9PRJUXgJ63VLdzt6XIWG1FJA7lJSb9thJjFE+gz/uFWfffb6Fymnxn6SLXBsFA21BTc/mbMCFWHay0xVK89FffYR0OphFpakjsCUjKBe4Ntfpbanl8yTPpmJFlcSqUHkpUXxIkRVZUK7WzNjpFrjqOW3+SQ3gYsr0XFvKz6e5FQx4OYz5XsxIB0tdAvbv27kg3LHxJUZVZd4WEpf2dmoy5HehLEhPmBcEJUQALkfl6d8J4B/nLlP0uvVZ9E2E6rIjTKpIAvbOCCc2lxr3INtpCzs49xHoxxFiz+LiOJC5JxSUZdX0q8jcWBAP0OhsLaA7aMwPijdVAgRJUB73Wibmadj8cvxVWFyeolYV/d1I9Tt84l3NUGjUFyVAiIfWj+sNLQMqvotCrj1soH67fe6n2baNXoHNSuPFhPrU6iKh3oTf8AunT8CCCOw7DYhGPcruVoR7waXQWqN70i8rKQ+0lTT6Ujjt3HTZSRZaNOyhmHYK8gF7r8bVSgynPddWW+h/xw5HCUwr/D0pdbXrfLcpJsSTrsYbxNzeLcOO012ly5U2kMLRxWkuhasib2SexPc2BH0BN7bVURG6V2sxIE97kqiv8AQJlfAS4vU5EKWAM3eyb39BrsCx9sJWN0t2McNYonvwK9EqLGfM060+0cibr0uNbHyJ0BFtBtcT6E61F4TWTgZP1ApKkn/I/lp5bcsQbz93276LxXeV6M36Jac34287+t9lNS/amqm8vFH2N3fUlha15fvT7R4TNyRc5L3BI0GhIv2I0TLO5wI0laKOYeyN0OLao6xijdzj1+FVGMqZEV3p4yLahLg6r2OgXcXtqPKFW8Y43wlwItUz1BEpKmpkWZHQpfhN8rqOlRvfpUD38tNmzu43T43i/f8UYsyPL63Y8J08Dy8CrAgdxYjX9lrDedgKqQIrlUdqzFUi9GePUobS1N/VC0pBKj5X1v5nybrqaK2OmeJmtODqNjJpt2fErCGEZuXkMcRqRDSbEnJZQXYjQgHQdjqCQzmZ7XAo0DEPvGLwko4siOFLyWsMxSAkXt5FP4AAbXVF30yqW77rlURiKtjrkNT47kKQlN7DqAUhdx2uAe48tu1c3x7oGuJwqgiFVH8q1x+EFqzE2GYDvcjv5jt5DYmNsFiK7F+LoGCIrdBqlRRUUZ87TSrqUpYvbKFE5SO2ltD9bbQKfvCgVmVEgUurIhTn8qFsO2UhSrXynNZJIuCASCR+JuY40oMreDhxzmsHUuVkWpTVShIyrbSCCCpJJsRbvcajtYg7DUjCtLrNGYqlGiQkVenL4T6loyPpubgONFPVYg620zWBBvtAMmXb86swIrkCqURbDaOriwopQvLpc5DdJAHmggg9tRba1pGLcL1Rpj7OVz3pKyJjv06UvItVjYhJJTrobXv6ZToNumGq1i2vUvkKzh5DEqEtUfn2rqR3GUqyjov5aA9++l6Ku7u8JOynPfzK6RiFeZ1qQ11R5mvZK0aoWL3sbam4A0O19+6V2yxrVWdwvxJTWDpUVta+tMpBU0pR7FtdwMwuRodP1ToNo2DMUfbejVZ33tUaXUWGlRZkJ1QW1ISBbW1230+HUjiAa3G1thB+qNSn8OSsZOTWMiUcKU0hS46dR5ALUNBqSoA/nsE7zavF3X0GfyvKr8WTl7JzJ1ubCwvY6a2sO+u1cycR2bj6xRqW0xFiy0TUfomlZgpSVpF1hVuyh6enls7a3W2otGcnynuBkSpaFo6u2p08xbW2h2yn7K1AalYc+1E9pa35vxepfTm1Omve5012tt7+812e19iIFR4EpchLX6q8oN1Ag9wANTYkehOmzIC7ZDpFdvW9oaBjevOYNqlEfXCXH+8cr0utpUCnihCiFC9jYpOpBBBI2q90nshu43xRElYXq0WVhDMhUpbsXhSG1DuhJtZROlgQALag32ezm5bCVUgQJXGRx8iVqVlSrjW/zF/MEdz5nZ2bl0UHBEVyA1LYYYz+DOMqdNbE2ufXUkabVV1zgQNj7RxPmneypuqwlRuLAZqiJrCEq52VK4rilWtdV+i30AA/A67Yy37+0FPwu7Lwvxpsp+EtbTTSnSrqSbA2vcCxSQD2BGpFidR+0R7W2CN18CXAlVBl99aFI4HFTlVprZWvlqQQRa5B0180qhIxvvBlP4tr2HpXuua6p1ifHSJTGqtAspKilIPzEA2Op89ptTcItWWZvKD9Fw1vG30yn57TS4sJhasin/AISErFrtovfrJ7/X8LbfcfBdGwRWW2qpUEc0w6lDqFWWhtdvAo6FKjfTQ3se177acrUxqjezcxVKDkirQ000p1PWltCnbKdSu3XYEkHUi97abZZ3lUD+qVSLW+NNW1nV0ZlSM7h1KgTmAFzmOv8Aqoa9vqMxg403uxcOcjF4KFsZcnCQkKS2gHQeYtpfQW8rDZg7rKpRp8/7W0HgceU0lqo02O70ykDs6wLkh4eLISLjsSQAcrUXA0+vNOe+XZS2GFqyuoTm4elgNSCe1gPIeWmxPhk4ywk7zWHIk2UwwtPhQpSVW7G4BI7+E6/suOUMs6egdLZwvihptr3hTn0LQrhKy5OMkXBBBtZelikHve4Tew44twQ7VKNysBlC5TGXhIX4XraZATYJUPJXceRsLHM9P3hO4ygcWBW/spijqW61NUOSqFh2cSq6cxFgHUjMCBcKAINwN+e8GBA+zk+iIXV0ZXUR0O8vK8upu5Uh5B9QSgg6kG1ieUkCEmCd2zTWKJ7WI4jCESvG06wWlaDKEK1HEGgIubjyuOzWVh2g4SgcWA1KRTkdeRrOtKdOohKQdfLMBf6kbKnBOJ8R7wXW3apTn2PB0rUESoq9CvMCLlPewProoADZq4rRysBigxWXFrldLrWbJlToSu+mv0F9fx2oTCCB0ybg2VVGMUYNxvFlPoWlqRD4pRIZRn8AzEEi1yUkKBOUixB2ZdHqvvlrhOy0IW3lytOoy5knyv5X/D1100UGLt3eHJ8Dmq9UGGH20cVp3MlDvkSQRZRUNCPM2FvUBWG/aU3fYNqjeF8UVuatDClNNT+EX+GkHRDhTdRHmFEEgaE9iVrPIzE6rp7G80mn6/Ln0uL/AEWyhGdCsnFulKlf3lJ9LiygAoaXJGyN3re0I1u+dYaxHTn6i++tSWnY6grg2F+tJIsk6AEEi57EmxYUbfXuvqkBt2Bj2kP50qV0SM3T56HX8Ra/0t3zxvqolB3v4jYlYX4E1+nIVxWmnfiuZymy0aZXB5kJNyBoCTsJK/LmI9PpL2YsE+KfvfwRvLxG3Kd3esUit5Eo97NSExVqsfnWE5SSSALggkEG2l7jF28V2e79l5VOyVFGZrpWlSUqtqbhVgmwvpr9NSdhehbt4FLw5z7XAlSsmeVAkNZHcw0ztkWWk5hbW4JFrg6bBcn7JSp7EqjVGVFmrzNTWluuKdjrSm4tchabDSxOgItYX2dADT1S+Ky+oO7+vV7n2q9hh9bCFZ48hLRQrKm1myLa3FiCQQb/AEB2JY+5mqVSL/QzqIqMqvVXVqbHTque+p17WttYbnfajxbu5iy8B4opNLxRCQn7rM/RSm9DYLULpcSQEgGwIsb3vYOn2ed5+HN8lUq2F5WGWKdVITq1J5d0KS81f9U6pWkDKoC4JSSAAQNpKbzB/b5TJq8H4t5pyg8KKuo051OVeVauo2OpsFZb2BBGl9CdLk+FajXqNKbaqmDWGH0ZeK0loKyouPjR1gDMNBmSLjQGxOo3zU9wGF681xZVOivvoSlCH1MDjpSPILAChbyuTby2WeKdzP8ANzAf911BiowpSsvIVR3Mht1RsgBwm2Uk+ElJPYKNxYhr2epYNuiHkv1lqqNu0F1hbFRzSmmlp+E8uwBAIF0LHfNc2PcG5IssNYg3cz3Z9GxG17hqK/hOwKojIhSzqeG4QUeiri+ljrYEXNRw3RsL1R+LKaXS15uKhCVcVKVea8hsSk9ibgnQgkAXXuOsLVSfWYmI3aiio059CWltIdCEOdyCFXy9vO9wbXAG0Ey4hZhfGmHMJRXGuFztL4qeLnzKQ20q1l3SSNDexSsEdwvQkMiZX8JO0tvledYXNa4sCVxeaS9cKIKXEAZkdNilYzaeIjXZR0LAGI6pVIH2caQxQZWRp1MhIQtV9OCtKSELHZWcCwA7EG+3GvCjYNqn83zvGm0R9pK1QJCgtOh14KtMpSflIB0BCtDsMbsybMYl1Pq1GrP/ALNlxaijpzwnShKlAWKFi/ULC1iL+gHfYa3hLlc1Er1UiVda0ZWveUWy2tADw3khVikZQbm3mARrZU4shVTDlU+1tBxDNm0591TSnXbrUy6iw4bl73IAsFXIIBvY9yvCm9Xn2uflS+j+qyGshWwpCylBDiSTYEK0uDra50vtcuYMRuNM0GjRaTiOA1nWuRF+8OoHUlDguFKyhaVBNhY5tdL99tr1iB70wlElRfnip/w/n+zvt5/1h6qT2mGqDT30U591SJUfi9KUGwDnnYgAWHcgAXFtNybgMQysR7tIkCs9cqE0mPIzeJSdUhfoQbXBGmu0LOM8/N926x3d9XvtRS2m/dcWfndXohMWzgNhcgBNgFA6kEHpIIO2g6DWWqpQYHF4D7C4aEKzdSVWuFA+o7gXvoToNuu9PCEWqYtruA8WvPsQqo0t2BNYt8RogcRo5gUqIOpSRcA3B2Vzlc/m0r1MwG69Fm06oqVHRIQvKpKlWCbgkZe1ykgjuQbWtSw7uITHzKqpTML7oN6DdZ5R+LS6o6rnYSH18k8kr1ytqUQw6DdQKBlUSbi5ADJ3w0efAw43QcL4hZXFq6FTcOPzVJSh6RkJMVwnpSonQKSQCQQRcgml3pbvefwvEqleoi5tI/tXUrKeD6KKhqOpIvewIPna20HEkGs1nc39nGnVzWKc6hcdDq0ofZt2IV2JA7KuLgi57klUNKtFFiWlT686xiigxH4S6ivl6lA1S/T6inoUFAE8PNZJAvYkXBOdOzowRh6jYXwk3WcRtZ3H0JzvpdzoUrsFpWO6TcAnKFJNgbA3IdgTEsCvOy4FZl8lW1tJivrmsfAqzA8CHLnR9BskKJBUMvV2tZ1CdXqNheXg2e0/wOKlMeVKaK0p6yQ25YAmybBK7XIy3FwdudJAnDFVWdozrGN8JYhmxc6koWlp3OhSrmxPfMkkA5SAUkXSL3STB2RFxlS/50KNLXQajCSl3EcJDGdGpA5ttKbh1o+JYIuASoFJCklVsR5TTT7UWJKQ/nSha2lFcdxd9NO2oNwSARodrTDWMMW4InsYoi1Zh5hClIkU6b0qy9lpuU5gSE5iOoEWNiDpXbCGNbFmFa9PaiVmls0itMSmkI95UmQFNOI/VeABykdwCEkXNiTYD9oeFvdbTHP0RibwFq+6yHVJ4KVeJYvcL17AhJOpGtwSGgo3cz6XTMUYSpyItLfXwneTQEoirBtwVISek5rhCgSk9jbQbCu9vePAw41ytBlrflLT83yu97L8xYfLbv2sNdqEwZO6U3tC7z6NFpbeEqMyuKuUhOdWXM6liw6FmwIzn6k2BuAdQMbnHazS6zEaiu5IVR6JSFJzISm17gEEaXvcA2PobHYGeDW8HEbFUqlRQxNXl5jjrCWnsv8AevZJNtUnSwSBcdijGsThRYEDDmIV0iosKztSoruVbK/IC6CMptbXTUixB2LRhTIxtE1DLre8HDjtNlUGk0it06U7wHUSF8uiRdNksh4EpafNwQF6KsQLmygP0x2lyqpVnZWHqjSKot1K1xZXjb0BIBGi06aEXt2I0Gyj3a75sR4cnz/fMta5s3JDnwJrSH6dUkJRYJW3fJZWhChqCTYjts0m6PF3gut483VVybK5JhSajhqU6X5sHS6jGUoZ5LNjok/ETe/UCAGjZ8SmIFb6qHVJUBvGVGZQ8/T15XUZOpyOe5IFiq1sx1BA1Ha20Ld6mvVT7rWc7CMv6WLKKV5TaxWlVipJB7gEA6FRPYH3u+0NVKXxKNQWuO+w6lpb7D/6P1Q+m90rGmpvqTodNmJu4wxjLeDu09/UauUtcqLndjtIdyOx1jXKhwGybqJGU9PcaC42XctDpiDuOqxi3Ac992l1HmlozKQt3rUpPYeIkg9ux7eRFhtE3VbwHd43N+9HmGJtOV1JaXlS4gkEGx0uMwBtodTYC+xlhXEFG3g8eg48w9KoOIYq1R1r5f4Slo0z5L+dxmSDcaFJIIJU2Cn6X/OrUqNFiLR8LgPqX0qbWkHXXUeMW7AgggAWvTG4eUkiaGpjFG4TjUpljx+PT9ugt5abTZVBoM+K21zaGFo8Ckq8Pby7D/T8L7UNJgxeE3xXkIXnVnz/AK1/Un1/b+e1wKW1wm+FkyfP1/wfLZfG2SJUTMOUvittOy4vwP0XFyKa7WuM17Ej8AfU+Vzhmku0aVLddiRWM/h4XSrL6FI0v55ha/oOxrqtSYDUVzitIWjq9Ffj/B274emf0W3yufIwrL/dTbTtfyt2Gw7C2JSwCB+93EjUBr/uS+O6niolNB1pxNwCFDQg2OigQQbXBFwUo5vEw59soGHK9g2E450SIEiGpbTsdehyJUfCTlN0i6DYiwJJ2cW8TC8/GTUuLAdySkJ6Gl9ObsO/Yf8AM7Z0YwPWaNXkVnlOPNhSk8WOvOl9nTxJHYgd7i+mtibgRUfGUxxNIYqr+7nEeA/c2I4kqEuUjKmQl0paUo6AqIuErJNinsQSQbjbPeOKPgjBtZbpeI/tChGbPHd6XWnE20WhSUjTIR1Ag2Oml9jTe/VXZ9GYgO8Rh+ooSlC0ZE9Y7WGuthqCO57eW1VgRFL304Xl4IrOSLV6X0NOpWPgqF7LSFX8+6b9j+Za0w4gXfZ90GqZRcB16L/QO8ddOXn8c9goWm3YKcRoRY6EgEelxcvfdNXqpg2VTapFrlLqMqEvodizwpExF/JQNySPM+YvYG+yw3deylih2e5Kr1WQhhDqmnUR75k62BUD8p7jv3AuCdtIUvcFu+gQG+VpKOP41LT0qUu1iRbXX11NgNnEpD/bMi/X0o3j7hiWcORcby8W0bgLoONWlKntLSPuswkhxLyLDLxM61FQBCjmN7EbZ0Tubx5hyU3S8L4hRFYok1TtLalJzrhqQSELZcSoWRl0ym+hFr9g76HheVAr3uuqZ/dcpGSPMaTmVDWBoHbHMUepsSDqCdQBONjX/wBehL3aV6kyotRpzSHWpC7KYeQq4SULHiBKSAbf5GxEq52mDs6jbt3JiLr2jNy2Msb0tvFuF+BCm1HKqvUNEpSIEqYLEzItyUtFzu40enP1A3KyVPu1brNGqn832Mqe/SH+pcBcj5XTpYKPyrT0kdicpBvYHbD6WuQfi82hfR0IX++1/poL/T88X7zZeKK9WX3aNLhVGLClLRya3THlMupXYgpX2WNbKBIIINyDsYooXEvodbZc/lGirCVGadQ7VOAhjP8AF5joyquBe6iEg/jobpt31EN4NG3fUGK47FdYX05lNMXX0/4b3t9QSPU3sNrGtOVneNuvcdgOrYq6Gk8eO6kod4qbm9r3uQAcyT2Nx32UtCwpi2vUb7/hNa34rvCRPTdDsdOoJPkUEaEg2PoLW2RcLN7MvcFUl2K0/PgVFibRJXRws6F5Vf6KBGU2sQQR5naZUMV4SxvhJvAcV5dIq7M9p2LM4QXwUhQvcJ6gDchVtSL2B0Ah1dj7LtONcoiK+vKpSEoCU5u3btbTUEadhYHZeVeD9/bnxfur6FqWh1qyer1Pe+uhB0I77IHDHbEbNUiP23jVew7VMLym2qpkXx+pLrS87DirdwRrb8QDa5IG1kimSnWuLFd6F9P/AFPb+PLb5pkrHmN6DEd5SLUURU9M2OpC1t66IfR4yg9h5pvcEWuDzA1Ji153lZTS6dK8K0O9SEqBAtcAA9wRcBRGpGh2EmmGZ5vqPTWRu5Vyp/4gXWKU1ApfPz+jJ415M2XTz/Ant5+R8j+UmXwuG1K60LyqQ7m6VJJPb1A1tr3/AGbNbFW7iU7Fcpcp5bHH/RO5AtKdO9tLp1F+x9LbKSow5+DZXubEcTJnzLTwupp5Q/tmL2AUR3ToCb3A8tWgdoYgNPpn2bzP6sx+aa4rXX/6t/H47E+6XD3IRalAapy0c0ha0JWvMnMogkW7WOtgRa2lxcbDLMprhcWK8h9ha/hOpRlza3sQRofIgj8Ce+xHIxdiOBFgVmVE4EFj4CprSCrLbXrTe2Sw7WHa4ta4Lb5LmaWhZu5t+IrGYGI8OV6W1S2W+SW661myZ0t69QVfqCQnQp1AHrsxqJQZVLgMRa9TmOVlZnY62FlTWbvmZJuEnxAp0P1IAvyRiee7VKlKqmGUVGE/+ldjqUnKoi/EQvuO9wq4Ve4voQSNpDVLozc+K1Nfpy15crtlJbXobryaJXfUKISTY2JvqkTPUoAvEFqk67S2nOFnWhHzp6k5hra/YE9he19v7CcN2VKiV6LXGH2Fu9GbxJUm121p8TSgCBfz9NNLWkMNV6fz7TzFLlI8DUr+pzLXJTcA5FkdtDYi9iLja0qScBtOuT4rK6RKQ7kkIV0tKdubXIuEqNynMDqVWvY2NMQshbz6q1FnxK9hfOibkUtqOtgLdjrSRqm2ikkHwm5ta5JuT9b1d5FexvhKi/bKJCYXNWhHMRbJTIWGRlvmuQodVyDc3sQbC1JiGTzUpis0Go/oFJRnatnSoeoIsq172IIIvppt0xEv7W0txqqcBjIrmOE10MOO2UCUXPQpQNim9iQCBfs1XaEG2BKbvKWu6Hdbg2vYcq1BdqCKwtaVZoS+iVFWPNkgAqvpYAkHUA3uNind1jHBrWCJGDa9VkMSqc6ppbEqyUyE2sND4gSCSkgKFxpe1/3dVurxa61Sa9QWacxNpavgTE+GQwoAlpYRa57dR1Nu5N7Ftb9liqYtxRUsUOy4sL3itTvCaQFcNZGp8gTfW+hPmBspq6PqRhZn6jVV1+I9zNuMqhS3azzVLdf5XOnoz5k5kkpGVXiUkDtmJUNRciwH1i2M1xW5MDPn4SfnzIcRoe2uosL97HW4Om2hJfscOyoDcX3stEpv+1Snpe0+YeWo0t5Ei/nsLbwvZ1xRQaM3wnWJXAaT0oXlWpI8wk99NbAk6aA7LUaN6hzKaTVhnwYgkl134vXnyf4f27MDDuHMJRaW3VKpL63/ABozhPVp/FvTz9Q6Q27F+E78nQtWTp/yH7CLj6bfdMw/ijEf3Wgs814vgZsvn2F9Lm+lyBfzHfa9iqfc0LQjfcIwatvRo1Ba5WltN5EdCM/TlTa/kfW2ljcXHlsvHt8brTrjTsvoX8iPCn8P418/TbhWcDutcRqfElMPsL+PFkILT7f1KVeJJFiFAkEdidbULeEaC1AclOu+BXCfRm6mVeRIGoB0sToewN9NhbRFbNTsGEE61He67Kz8Lx/rfMr8df8APasi1bEdUd/TZEfreH+P49BtydYwvF4nK/72b+P89vp+rNRYv3Vn4fizo/1/jXa20/AijWX3fZCumx2uV4sp3rR+sj89PXawZrDXC4XyI/u+H/n+ezV3bbs8G4j3VMY8rMSVyr+dKnUq6UupvcA2slYselWh8r3FgPC8ije9HPcMtiqRUOpad+FmVl8jlI07dtR3sTpewrLRDU6W1PJ5LgOOymm5TTWTJ/3rwqy6d7E/t8+/nt0qVQlRXY7sp5hHOpzx8jo4Tna+U+E2NgexB0IGl2Lhfd9wnXHZXRFf+RF0p+muvpsyKZuK3aO0ZyBVGuA3KyutcVOZpSiNCDfX8bi4NvptQWouZWjThh5xNYdpeI5X3p2W/CirRnSpCzlUn+6Ae1u3012tp292LhJ3kIstdRlI8fUFJSr0Kj59vIi3npsSzsCNYcafo0D/AM53hTy6zlTr5A3tf9+wpV8DYcixeLKZQhH/AIvyp01/w+Vx22UPU2B24Mb7KIPD3K+Vj6fij4VZaYXFX42tcuX9vf8Ab3/HaaIm6+VS3IDtPYYzpV/WGs6m1drhYIUk+igb/XXYakRIFBqjEB34DD6E8BWbMjP6XPYHuL/hcaXJUYTad+L/AGfzI/V/D1H7x+/bS09rsu6Zeosvqs8oiI0WBS8eOQJ8ta4qFdD6HRmykdJzABJNrXuAO+o2a9KwY1jKA+7P4FXQwpTSEJ6HUptopJ0Oo8xobG49YOJMAUGA63VIvR8ruVA6k/QfT6eWnptyo2Kp+CJ7EWLLblRUO5050jL6+Wv5aDvYeWzFdqO2wwr2m3H5nKPgeqYcqnClRJT9L/UdaCn2/TyAIB1zDW3lfZrYRw661S+FFdXVIXVljqV1p+qFG6ie2mp0Ase20unb3sL4jgchiOIhD/Tlda8X7NCf3n/TpNqnIRXHaDUUP/qcLq6RqbjuD62BOwdVZ9PyOZNdnb4ad92u9GBP4FGrOdD+VXCkZ8yXLHUE/rC/mbnZnVuDAn0tyLKiNvxX0eBSf+G2EqXvDpcWs81jLDCFv9K1Ow5GRKlaWXlVeyrgG1xY6XtcbaN3Yb/cJT2m6C69UYqMnRz6h09hYKTdP/D6325q9vKzQ1OiFf6lf+II1fAsrBE+XPoND5pha1LR0Z+57G/f0F9bep2XpxLiOl1mXz+Dn4VLm/CmpXHUppV9AbAkJBB1uPQ2Frbaan1GVzTnCazsfrJ6k/hbX9u3B33DWWnIFUpOdC/Ej9E72t0kf5G4P7NiJdJr6gVwHmVxW5WCJ7fFZRNoj61OsOtLHSm97AjQKAtcGxPe2zAZTu53tQHPddWivzeEnO0tQQ+zcEglBOo7i4JBItsMb8dzFUan81hKJNlQn1Z8nAKVN+gVbpV52ULX7HZVx9y9e/rVUiSoq0K4rS0XQtKrXBSe4I9RaxHfa5ZcZjf16YzOmPN2NZw5Kc4sRb8Va/hOtWUlSfxB0/MD8NqnDGFYrrv3/P0eD+7+3/TYsdo9eitf+dB+b0ZPvTpUpX1zHv8Ambnudqen1nlZXyZ/7+y5s/2wlV6Xepcz4c+jRXHYrvQ2jwLTlVl9RsOYfYdxHWf10MeP+Px2scQ1afWWm4rUv+709WW//E7XNMpX2SozkqLkflZehGTKpSvz76+vlptD3lU2fmD1Fm31Lit4hddgfZeLL6MikLju2WnL6273v2sdgyj4cqkWvNz6XL5Vf67S1o/Ht5X8r+W1jhmg1msz+fqkR/OtXVl8X4Afv0020bgncY07w5/Fzo6s3FazISm3p2UR+76bApLehEvrSh2CI3ebPxbKaiRZ7z6Fr/RSMo4SkjQap0JPmDYj9+wVhSiNQJT/AL+iSkPoTmQ/nORXn3BBSR31022dvC3bUuqUbkJ7qEI6crsdAVlV9MpBH1AI/dbZcRcPSsLuttT3oVUpy8qEr6c2XUHRSQQq3dJAv6nZkeKzU07taMmVOEcbOtUt+A68vrR45Cc3p6H6Dvc7Pj2cd90DC9U9zV6IwtiUvpf6ELbV9T8wP11HrrbZJVGn4X+JyDyOB1LycIJW39LeY729fr32rqWhqK6x8LOjOn+6lX4j00/y28Nr9Q41ZYfEy77TVfuno5ineJS4EXiu58i05kdlJUm17hQJTb8CT9La7ZR9oTe/Fdoz/IS8iPB13zvK9E2B0Hc9vx2D8aYyo1LpcSfFZfiykK/RNOucBSbC9kagEk/XZYVmqO4j/pl3I+wwj9EtPUnQ637p728x+3T1ujqUoLD7m3W+5RCr2Wd5+N/tHUqXKrnOxX8rqGHXc6W1ggEpHcDKRexGoBINydi/epP3c4tqkug7wafSIs1h3I170QEKV3sWXCL6jyBB9R57AO5t3hYj+1rtJYYYR0pWpPU4okA2NgSnp76DQdjqdHYj3d7oN99Blz4FcioqLGVDrXH4rSXwLWI0W2b6XBI87G+zYt2mCJ8pk2rezJz8VyfgPlZSM/S0ieFJy6+FSjYk+QJBFu58lVjDdli3C8puBVKJKivry8JGiv2EGxHrrps6HsD1TBuI58XC+IZuHqjFUpp1EV0cu8m4sSkXQ4PRRGguBY32+Hak1Pn8LHlWRVOApLv6BebOknUcO+U2v5WtqRpsU2y/0/8ANFVgmPiOjVlhqVL6On4T/hcT56X7jzINxpfTTb0B3W4XpdZozDvKIyLa6svh+tj6f6bZhq1bo2I3fdcDDC32IqOh/N1tq6rWULWNtB37DsNtt+y/Co2I8Bscg98eLlakI0ztq8woA9/Ujv6nvtTG6ExtEXO8HcHhxqlz58Cnriry5uKxdCs1wbkDQ/ie/wCzZG7m6q1KxRPoLtWlUuqU59bXLupzRaglJNl9QKmli1wAQD+F9t8701wMJYSflVTIhhDSsy/lSm3n9PL89vOTeBjjd9FrLjtGqK1yn1IlI4V8yc5unKtHbyse1hYWBGxwNqzkO5oxcTSsRxapLitRF1GkOIVxYbrSHY+uqhkJIULeYBJvfvtTYXwtAlcR2BnhZ1KyxX1raSlVtG0FV02vewJBF7ZbWJsME4zo1eitu8Zb819pKHVrularA2zC9idPEASbi52OMLLqkXm4tU481jOrhJSpKZDKddc9gFAaaKH5g3O1d8MRIdKwHK/sqS8/wE9HMMZFt+QIWFZVAjyJI+pvYysLVOqUufPa++oWjMh2O06FIetpqgkpBGnULEHuTpsRYYTXmpTlUpdRfRFcyZGk/dV9r3KUqLbh7dQJ/ftTT6Pz9UcxHKq01jO6tedpLfmdbgJAN/U3tfubC3bpAkSTU69iis+5vcj7EVa+h19DeVKbgE3F0qA17XP0F9pGMN4DW6CgttUtpiVVOrhdkrz6C6lXuBrrbuBax0G1lWcccWl+64DLD/hySOFkWlQ73Hbz8jY6iw8lTi1VUxG05/QnvFxCsnFWo5UpGhBOoUBr0gEXFja1tiJ4yhM+nt/28uLRvtRiOnMSmFqTx+FdKFNKuBnFiCRbxAi+umt9mxuI3/RXcOSPvaOSR1tNLdQt9nvpYE3Ftb3uL+m2fI2C8eYjoz7UCrMUtDfSqLITmRIaGvDPcoB0NyDr53O1Xu/w1S5/NtReV5qE6tp+PxVMOx1g2IWUL6k3GhAsRbQXttDvulgFmnsSb/K9jKs/Zdqkvopb6cjspCPDa/TYm6gSBcpBsO9j2Jfd2F8b0Zylz+SlPraVxabP6uIj1bVe+Wx1GoB8hodqPAGDmp+A3JUXB1OXKi5uiPNyKUrv3NkqOY6Enz7a7DU/B32tgN1nDlbqjD7C052PhrVHdB1N+2W99CCfqRsGT9sAMRbg6Dz78qly5qGELV9zmynFpbULjh51E9u4N7kZQSQLbN72dcCUagz+agU9CPi5VryjxfloR6EEg7Dj2IapF4lGr2dFUY6FSEJCFuW16gogKT+QNgbWvfalk7xMUYcpc/3C0ioL6lO8BotPqUrRISkEWN7AqBI8zYXO04kFmabfxZU2qNQXJTsthCENK8XT5d9sS4iqGMt5del0Gl7yMQsQmJuVqPzRVFcSbGweSoqtm8gdARdNtou5zFc/HnHgb7qHiuVKYzraWw7xYrabXAcZSrMSP1ilVyLm3kwVb9IG7Se3AgYNhVHDz6ktZnYpamxfJOgSUuC/ZKgD6Edtjh4MJDil7r5VBgRKpiOoTajyrSU8KQ7x0NptqUZgVgWv0kkegB2D8b1TC7VGf+zmA2KjkV0oTFyL6TqUuJScp87HQ2Go77WLe+mjYo+6xasw+wvNwGku9SU31QsHqRY2BSexNrAabfEYV53iO4NlxYTHgdSt3MnOdRYpv310NtALdiNgkwoE5bna3WazS3HZ9EQuExnQt1qYFcHLbpWkJum1rHMABbudrPEdFpbVebdqjyOvwvx2gpbyCAQheUnNbyIJB0NhoBKoVFqnP+/oHAp1X6Wp6WHRmcToA6ABZY8ibE+t7WFvKjVRp3la9hOl1df6XPAdTFd7iywhwhKVG5JyLAJtob7VkwTYxJFwlP8A+yTMWqLW0pXKupdYfU1n7BKgbpuR2BFie2wrVMST8ZT/AHpP3ev4eqMVCuYSt05FehsLg38lWv8AUjscVrFkWjOuNOszc+ToTNaLUpNrdwrR22vUklVh5g61NWxq1KpfPz5aIrCEK6pV05bC9yR201NwLf5lTyg8xLTIdZdxvAxG7/R02E7kS/Fd/slC5Byq7m98p7EX02474HHcRym4tee/TtKyuoR81rWVbsSPOwBvoBsS4od+4c1AqLCJS+uLKjuoX1nsRrZQ8xa/1BFwanDGJ6pjfh0vHmHoqJUVXCanwHczExA0CykgFsn8Trpp3POmJyGNjdvFqlB3XtwOMjIhrIpCEjpUO5SAbg/TX67D+AN2X2txb9o6pTn5sJjwKlXzpuQdSdfIaemna+zkwrhpqVS4ECVk4GVPCWrqSn89e21hjLFtG3X0Zx1p5CH8qsqPEl5XnfzGh87C9h3O1TacYEq7wDxfvXa3fO+4YFPzoX4VZQ60pI76J17HuAbH07nMG+L2lnaXFcgYcqyOdfRnyeJKVXByAhWh7WPobEjaFvm3nVSs8SqUanofblKTnQ11qSk3stKNeq9j2A19BbZPR8BQK9FcqjrvJVHIlX3i+VxJJNiTc6Xv3BFwBYabVrTnMHjdLPddE+2WKGMUY3xDzSH3eEvmnSpTbpsLdQy9ux8yLW77OStSqNuvnuVTC9EQ/S5q1c01AVmUyv8A2obJFjpcpFhYk9zYqrCMCLRpXFn0lC4M1ampqEdTDyEgDMhY6UOCxItltrppfZlUSF9l6oxhyqRGKph6ooQimz1tZ8vmGlm+Zp1NhYk2ICSCCSAY5l9i4jlgxKDvV9nPEMWl5IS34shGbhdLbosQSm5v3uddQTe9wdskVbc3VKXPbn+9mOheZbSFL8JNrJ1JGtzqLdxfbfu5rd7S4uEqtRvGxNzeFfiztZbnsL6dwAfLtpsr6pT4GDZ7dLxlQ0RYsppKIs+a62hhzTuHjcNuDW6CE372O3fdKCQcE4Rw5P3VNtVnklzYsdDSH0ZXeH0ghsrTrY9uw9fO+1PhHdbQaNxJ8WrcB9/+ydX0+O4Gt+1/KxH0GzVxHWt32EsJOVRqk0HOw1nX0NrTkCe5sCQm/c2ItoDqNrfDODa9vLwvAxlhKnsUF9COiG/f4ydCSEr+Q9RCSCO3pba2yWikrm4uLij+v0liLN6lofzBGawsHLg2WrsADckE7B1bVQd3PKYcn4hYrcXPnXFUgImQfV1sqvZQUBZN9fMDW1r7TGM8URaWxRsLsrRK6kKRCaKusaEpsdBcGwHb1tfbL1NZxRRp7lUnxJU2bNkf96WV8RStOlRJHe4ykC2XS20bZOJundPOpdZdcqnG5pEL4TU3hZeMojqK065VjsbaE3t5DbO3tI76t5cXFr8rC9QyYaYyQ0ysvFQl83BBIPwyToLjUnTU7O2JS/5r9yzbTsvPNqMdTXFS6j4zrl8xuSEfTyAv3sRfHUk4owlPfle8V1GlyvgSluozJzKv0SEG+TTzNwQbi+lqTjAidXcb48lcrVKtKmrfd6syylOY+agLJtbS/l+O1jUMDu0al/FicR9fgdyZuN6kECwA1GoubWvaxEyNI9zT+agMobQvMjzUlKVIt309dLW+gGlu8t7EfFcn8Vb8V9eRSFdSE3+UgHTTUEaeeu1JRl3RfOwp7TTbvBRkz5XcvhSr8R2+m2hdx0KsuxYkV2ItHHyOx5WfIpKVEZSFE2IISCnuSfO2mwzu0lUajVRyBjKh8elzUdCuFmW3qLrBPe3fT0N9bEa2wDg3C8WltyqXLYfirzOoy+FxNhY/ja3b9Wx12gquJyV7YC1ZDVUqjeHK9UOVraEq5OaprIl69xw30DUk2uVJFx3N+2w7X919U96cXEeHuazrVIiz4S0O5U2sEIWLZkHU3IIJ0I0sCDeLXZ8/FET+iaet+kK+FPdvlcTfKErQL6gHxA2JAISbW25p3kO0GVLdlVZaKdKWnLDd6kMu2AUW3Ei4P5G4ABB8lzlPUs6n4iag4elfaOf90cWthCGHfhFK0rGigtNydAAQbG91HS1zN3bRsR0avP1ml802tD/FizITuV1lSlkAZkkKFz2UDcajqGmzXrWIPtHAcrPu5iVUWI+eFVIqUIkONAKIbe0yrAV2uLg3sATrmalb08eQJ/NUurLzrSritOxWUL11VmSU2JJ8xe/qdNiaZi5JMGj/AO6bEoe9PehP4kWVvYlMP+BC5iUozWt4lpFsxHaw1+nkPV7d/vp3jVThNYsrb9RYSuRHSxNCmnEpKhcBFkOg5hdCxfwkEHU5kkb3sWypbfNVFbGfoz8BlKFegNkAaDtcXHrtcUDfbvVwvVGJ+F8ZP06cx+iUmHG6tblKroKXAfImyh2BGt2yd0J3Ej2xRhDerih2hNVmoIi17DzuSPIkR1x33mlaFpxB0ULi4VYi4A7AEjsyFjKVWfc3u5EJ9jK6uOi+Ry+t0Cx0N/r9AQb7RsTe1/vQxHS26XvGxCiaxmTlke64eZtfksKSyFoOp1BBGo2GZe8LFtUdYqkXFi5TCE5M3AjqW3fL3s2CdUjX6DTam2d3lj13cSoHCcgNdErirdytIyIzWUn5DlVYk2NkkEA2vc7VGNNye9X+cGXih2iRfs0+www1xXcy2VoTdVz3ALizlOoFtTfZIU3fPvBwviN/msTLWh9aVpWuBGWnv5ZmyQrtcg66am1gyJftfb33aX7mdxuy/CfSpORVNh5k3N7hXBvb1B7d9PO6Ltg3sUwXr9drMDFDlGo1O8a1omNKSlaMwFrrHYggk5hZQ0sQLEkEHAdGlUZ91r7k/KQp1TSFnKm1vCFa2JSFWFrWSSAe6+quNcbuyn6zFrbHHf63fucbqt2AOTQedtRf0vtRjfLvGalNyna38fpadzRY6kuJ7a9Fu1vrb8tquJYWiPfCWKJWF5TDTvAfYRl4qZCC0pP67ahrbQEBQ0Nu/cDSPs84ipdL3g1KjUbEK5tLq7XPsR5C86oqzotu9gQkEAi/r56WwRH34484UuL72ivsPpUhTTtOiq6T3F+Hcjv37FSiO+0TA2+veXhfFsCqRcQ8CVFzNMP8lGWtLRIVw8xbOZFxcBQIGtrXO3ATjaGm4fbWqv8AN9WaTiPgrfhVTM10Ly8vKbBWhQ9QpJWhQHcaXBAOyPrGEaDjzC8DeDKiTadUYqGn0odWFNJSdR1IsC2Rpe906ggg6LHf3vt3obwYtNi4jxOuaxFf47SeSjIyqyKF7obF++noR+GwdR9528GLS2KXFxOtiKwvPwOXZUhWljoUHuALjsfMHvtPbH3SwvXbtnorFrDsrcO5Kap/x+SWhbS7KRmsRYZtDpa4Nr6+ptmndBVKzWYtSwbiiIiKwthSeArOlbKiAfOyki4uBcj0OgAStG3p75KDS5dBgYsW/QaihSXWMrScqSLdJKLgD9UaeQA0twj4zxvS58SvfbJ9C4XQhTrDK1pQdbZlIF0XubG9j9LgzIa0R0uUdrC9eltYtp77C1pyc+pHFjyGlHpcV+BGUKTYjUEDU7GDQxG791r1Oz05eaO0pSi7HkRyQUKEjzRqRmJGU2JINyUIN/NZixXKNPxY/NYXmUlqRFj5m0q8TaFBsHISTcXI1sRYAD5ovtR483fNe5sJVFEWL40oahxcibm5IzNlQ11Oo11N9DtBMp3VmjcI4axvhKqe9GsJvzYuTl5CXUBTUiLnuAtVwFXCiQoEkHUXGhvZeBcONSpcqqPIm0uVkdahykZFs5UEBGe54hAtlUACL9z3Oamvai3+1lpx2JjdC2PnaRAipV+H6P8AysL+R7Cjj76t6Ds9yf8AbFfNdXUqKwtWviCgpvrGpFiCR3FiNqcyTaJpaZvVw5QXfdeHKcwvoVmiuoLC3LWzIy3yJV81h+IIAvsJYnxDRt5cpiA1hObClLQrhTWJGRLiU6AKUFD4oJ0UsAnsSQdsy1fEuKK865PaqyPeiFdHCabRlUARcgIAI8gCLgadtNjbD29/GWA6M5/2hyLf65H3OMtOe1tMyDYH6EaWv22qZAsEIa3TaXhyf7rdq2ebKzcLmrIW5Y9Qui4BFx9PU9trKixqpFlNyorMWVkzZmuKnMpOt7X6T52BIB/ftn6tYlqmI8Rv1mvVta338ikvtJbQptSb2OUJCQoA97ajvcWtHibx69zXxa58dhfi4TSVKtbUEIv5ai/47VVSst3RND4irODcL17n59WWjw8eGnqVltdTZbuSPUEaeQvbYSxlvFn4XrMDG+6rEL6FoyfeITp+IjN+jWEkKBHSfIiwNwQCFPXceVSsusSp8tiatCOEjmI7Ssqb36VZbpIOota3l6bfkaqynXefiy+VfydfCQ2nNbtewBB9SLX0N9mN0rvWbI3fyd1XtLSm3d5cSnUTHkpjIqqZOVTVrgaS0pA+KQBZ9IBIACkm19lVjXcRvf3c4yl4SwviFbHHR91a96cB2Q0TpbMUoWdPECASL6G42QdWx3ihqe3VIuIX4tRhK8UdptpXqFpyJCfxTb8rabGcz2nd6GI6AjC+8urfaWiMu8eKpcKKiZT1kFJdjvJaC27gkKCSAoFQIIJB4bpPcE0XuDrdZoPP4S3l0OU/iGl5XWF1S7T8i1zZSlAWNtEq1BHnrtXbzMWYXn738NYtwlT6jClTeLDqkN1rItKg2sguD9YKSUgg2UFAgmw2RVP3ubxnYrcWLvHm4hpbGbk2p7DS5UXTVrMUlWUjySq3okbcVbxK9Paj4jpdcff5J1C3Y7rDKn4KgbfqdbfobAj5rnXa/jJ78elV9oDAeEsUVKjYj96MPtu5/hIzJUlYCha1yLg/X9211A9q3c3wv0tU6E/7Aqzf5276d9sPbza1WcR4tcrM+Xx5T8drMvhIRmyggWCQB2HpfTXYdj1mfFd+K7k/v5R/qNhGsTu/NyYj9pPCVUd4VBpNRfX1Kyuoyp0FvUj9l/qPRzboa81XsL/emeS5pCVtZ1+K99Cf1hbv9Rt5qUrGlZiu8VqXk/8AkTav80n9uzzwrvj3gwKCw1FxDkYR1oRycZWVXrqi99hW1hhgTjaJqnHDtZoMpvhUnnXM+VaWl5Fa9j6H1tp6i/YqneBWIEqs0l12k1Gl1TmsjTrvUxKvoWi4Bqu3bzsASnQELeRv/wB6Er4UrFi30I8H3KNmT+fD7f5bUs3fdjeU65FlVxEpD6+tp2FGUlVjof0dgR+W0pSFScLBNRT2MOSqN96iIlPsKSrKtObqv6eR1IvqCNLdiFr9od32F6y/PgMoYqmfI7F1Q62sdgoG6s1rEXvob2IN9lLK3s4y+G79ocnRly8qzlyj/c/j8ztRzscVmfVG6pKq3NSmMuV1cVlS27aWBKL2sTYG4Fz6nbkXjEQ1jI4xN1Ybpe8GqUZus0b+3RnS07dCkq9CSD6jztp5XOxngJvG891xrEbXJIY6FIWnKrN83ckW+o0PlptiHD3tLb34HDixceSoqEJ6WuSjZVJ/Atm4+t9dL3AFrOo+0vvk/wDgyfYz9GdMOLl/C/D2Pps1Hmeds0TZyJvetSqXSorn9uvJ05dlTXZk+vT257TWR9jNwHdc6fp/0Ov02x9K3+70Gv0uPX3F/NnYY6u97jJb9mg9BtHh+0zvBgO/CxOtC/1+Sjf+sbONqEgjo7m9TbOHaZjzhcWqUliqRVq60qs075eFQuNNdCLHTXzP7VN127nFDrk92IwxUfG6l1GSQlQ7C1+q17aXBNrn0yGn2vd/DTXCi4scbQtHywIv/wCK/jvtXT9++/jEfxZ+Jn3l/wDxlG+n9z0AAvf8tqO4YcS1WiuU8GaFl4YoOF577VBqLEVzw8u60pKM3c2y3yjt5AC3mALQ4eKazgh1yU6zyrD/AFJkLaEhjN5hRSSlSD2KTlJuCCCbnOEzHe9V39LXFrX/APGrCU6f7n8a9tusDehvVi/CaxO+xk6sq47Hnp+pZQ/H12y7UfPBmnphq0fzPEK948j39ih91rlUMLUnK1FvkzAeYPY9xYeVtT32HZFCa5X4vX0+LXw7U0/ePvBlSnOVlxV5P0rSIDCFZvqgIyqHpYG3YWtbarXvKxHPa+9S8nyLSmKynKr/AA5dCP27C2OOcRbXV3NdvX1CGnNyoEriwJcqKtGXItpRSr93cW8jcW8u2zXwPjPFEX+q09dUfXl4qkqyu5SQVHuM1gCSBqRfQ6bIE4mrP6VqoI/XXkYa/wDWR9PyvtaRt6GLYrTbXvbItHgWmKz/AJZNf4PkNh1i4Pmdp3vrPkePxNd4exTXncLyIuMpbD6ELU7Fd1afbToQg9wR6eYtqTc2Fn96+DZ89zCWPKSw/Cf6osp1OVKV6+Imwv6KFrX1voTm5/ebvBlfFaxZn8XQuK0rv3uMnY9v37RXt6W8FqLys+WhbC/1ocdSfwuUXsfqdtPvfkTVr1FfrE0mxu0aiu/9nJbEqlyupEV1880z3PSSDnQQBa+YjS4Hcl9ODVGwlLo0qJFqkWUjI7DkLCX20+RbKTqm4F03BSQDYDqGS4m/TG8WK3FaxDwEIzdHJxloynuAFINh6WtbsNqnEe8bFFe4DruIX/gL4rTsXhtLbVpbMkJAWnzudQdbkHSS6t6h60pzvSa7wdQapWYD8DBtQio6VNcKa0HVR3bfo1JvqntcXNxqDc7EmE9x+8tqU5PaepbC0fCdjpU47HkNaXTcgKSDa4BBINrHQHbF2Ht/W8bDk/n4uLOBUF9C5HJx1cxYADiXRYqAtZWhFhqbX2cWA/bD3vz4DjX23yPsLyup92xFfh3a2y9QL8+GMRk3cTaFJ3ZYSapblLn4ZY60/HaUnP1E6AqSBp6KsAQLXuLbLfHG7R3BDTjVGocWVSJS0tOsVHOthLR7pUsAqQLm4WQbEeVydk2v2pd9PFbd+2686Pn92w/zH6HUHzB0/dtFqntN7358VyLKxZnQvNnR7tief14N7fTZOtdQjZzOS/8AM6TsO0HCTvCgRFwv/heUoLU2hR6dU9K0FN7KBva2oN7SKjWGosXmujozNNdAWhxPm3fzvbsRbv2OyBru8LFrU/4VW8HhTy7WRKPJAGXpH0Hby722nI3n4o4TnFqLeR9ORbSoTCk/sKLfnYHbT8mWGN67eI4N39RxlAnue5nn6RS1rU7y+YpaTf0sSEgnWw7egFrvrC+McR0trmpVbflZEdauKFZfxtdKkg9jth17fZvBpbXwsQ5EfInkmFJV9D0eY/aPUbUq99e8t1pxqBiFxDC/G0iOz5enR2+lturWyK11Vjl56JzfaRo2HHWOfeRKYX40NLHFSkdyBfuPQ2/HUbUm9/EsDe1ghus7vq4xUYuRSZsfVLrKiB40eJIGt1Wt2INrkeb0neLi2fKc96VZedf9ry7X+WUXH4WI2tsEb1seYcdlxaXid9jj9aFtJb8XqDlv/l57Msz7MH3BvRXvD18TRFF3R17hOSnc6FrX1o+VXqbHQ/8APZhYLo7VGa/qmR9CvGhB6raaev07bZrje1VvVi/dZ+Js/wD4qYETMq36w4YB9bixvqbnaTP9pnehyvMwK4iUjJ4mIEbMn6KTwwpPbvax9SNvNanSa+18qRiWdy3uaqlUufVHW5UplEpHhzLspSbdu/08v9NhLEm6vBuMsRsYcqlDfpEqUhSWqpCRkSlWlw4kGykkkXAGvci4uM5RvbA3vtNfCxD4+nrgRVJ/9tW/02+4/tVbxuLxZ9W/9JK5KL+67X0+n+WxNHodTU+9/wDzBApND4P9lOLhfFD7WI3mJqEKzNKR1IeR5HX09O4P5bFeLtyVBrzrFGwlQ4rE1eVGRpGXq9bDTUaWAtex0O2bmvbAx47w+LjJefwdcCLm/e1tIa9qHHkqe279sloX8rqIcbp8/JvT1Fv3bapazGMRiuxUmiXcG7xvZpo0uBVJbCMNV5CWpsV2y2M4A6036UqFvxtqPM7UFEpW7TEdegV6l0+KxW2Mud2GgIXIQNLLQDZdgLAkEgdiNk3vC37b3979GboNe3kLmsI/RNLixkJzWtchCBc/3r3H7tllgTEeKKDi3kKzUX2JTCfhLTkzJ9Ck5bgjyULHT8RtZEZvcJbfXamCJ6p4UVg2fFcgO0TI+hH6J1rpcT6A2Go9O/Y/iD4trNLoMpyBS5b/ACvzxV3Wlu/nr5A31GtvLbJlZ9rnehhyLyDuPVv/AC5/d0PMpPYE/Btn+ot62F9ljJ9qfeg1iPn/ALT87FXlU7xYEbN+9uwI9LEH67UbS7+Ihtmqqtj5qLPciuxFoYWvxp+X8j38/MdtvytKwvjeguUvm1oX0u9K8i0qCNDp1Wsog6WN7dxbbJ2M9+OKK9FbnwK3klI8TXKx0IUjXulKALgm+Yd/2bBrG+XHjX6KuLRk8C0tNJUn/wAx/wBfPZiqpKRgDMReq5X3gxwV7Ec+jf8AY3EcTrpD+eHNWkJdbjq1uCDZxsixF7gEHta2zawRizn6W3Any4rC0ZeE+uyEvIPYkdkk+Z7eem2QZO87G9Udb5+rOP5PAtcdrMn17J8/Pa6d3tYoaitxWqsjoVnyIisp/eEA/l22hnOPEQupP1CYI5mssVR59Lafo1UiIXx/H+snuUqGuuo0UD69x3CqjgR2qQH4vGyLWhXAkJX4VjsD20vofodkGrflvBdabi/aZ/gMIyNIU00pLf0SCnpH0Gn024vb9N6EVr4WJ1rR/wDGrPhP+5sGtTu3GZo0tm/IM/PedepcqXz+fOw6pKkK8SVjQ/h22LsKb8Ko1Kbi8FCFoV0fMlXqDc/stspani7FFZlPz5UvOt/9L8JtOb8gkDaEw5XuK2609w1o8HSn/hsR6jb7mj2M+56GQdxGCMUNe9J+HqWhD+VSmo7RS0rQdhc27eVh9BsQM+zvu5/Re6f/ACHTm/fe4v2ve2yBom/SvYXn8hhx34CMuaHK62lJF+2oKfpb02cW7jfjiPGUpuLKwahHVkW61KKvzAI/z7eu1RmE1YuXndxDSHgdrDjXIQHn0MfKhas2X0te+n0N9r2iYfdlNfesj6/7qRm/Pa6ZTzUVt13/AMhfiT9NuaxFa+E09wFo8PV4dpG2ZJLtJ0XDLTTXClO5/wC4vpV+7YY3jwMLwKM5z8uKx0eB1YSnTt3/AD2LaYifKa+K7nR+vnzbV2Mt3OHMW0tyl4oiRajClJUlSFrCk66Eeo7+W3cNLpWZiTeBJw5Kiy2mnmF8PMlDsd3Ir1uLaEH8PQ+e2fmUyufc/TrQhasi3fHl9D/0F/pttfEvsX0GA7z+Dag+hHjVCkKUtOX0SokqFvQk3v3Hnn3eHgCBRq83QWvuVR4vW0v5tDqP2dxcf57SFVZp6Mog9yswNh+VVOJPdZ6GPxT1fj9P9NmBh/C9ZxbXuQ4P3VhfWtfhzf8AHvb0sdpgp/2Nwk3wmm+OtCUrzeFSrX00/Zf919lm1i3G+EpTkqjYhm05b+ZbrHiQ4k31ANwNb9QsfrbTZZE7z5+Ixs7xzNY0DdXAo0pt2U8hCEIT15/D+Vh+Ot9di+ub0sL4DgOQHatF46EdGTqS5+I77Yna3o43n/1quTVr/V4uX9nb/PaJDpOLa9VOalU6o1FC19asx47aj5hVxr9Cddn60SqUXQ7myYxcSb68bu4ocddpyFxX+pPypcvaywRdI8xYDTS42+5UPEdei+/v0DGRS1o4pUn/AHh5W87gbcKdhHEbTTcX+jlo+Tmo5zp0+ZPhNidbEX9RtcUfDtZwu65PqmJor8JfTwo6inKrUG17kf4b6W8++yt2oqT7zHy6Up/SUkWa1Ka+T/E0rMnTyHmPzvtLRN4TXCd8CFK/ved+/kNP+mxpRX92k+Vwp+E1ykP5c7sd1bDqb6Z05Ta472II9RpsZsYCw5A/pSgu+/oWXrizVFqQ36ghIyk3HceVzb08zdoRq7jbX6mMaTqnLr6i0hKarzvKz5bE1hHja4vUn8+4H4bM7D26mK1S+fdiL91+LJ4svl38h6+Z7HTTafgyv7vpVeYpf2TQw8hSsjUhaXfzzDUH8gdmPjSbKpbXK4XiIisPp+8QpCM6VJ7fDXodNDlI9Tc9tt2uwKm0fHE20O1AsTtNxDhyLPfo1LiRaijqjqkR+h1tWoAtayreZ0B11OwfVqdXnay5yst6lxUZkIXFUMyldj/eTbzBt+Yts06LHi0tp+VFpMF9h9X9ldKmVnXtY2sbG1tdbEbfOI8PVSsxff33VaIPWt1hGZbaPRSRr+ZFh6jvs4ijbmGSv8xOS92/IO8+7XKo+hfU6vOVKVp31uRr5G4J8xtPw1h/CWI3W6W7UeO8haPivtFp1KtLa/TtouxGhAvYMym1Gl1SluReh/gIU112za27K8r/AF7W2T1bojsCsuSnahyrCF9aEqKVZu+QEXt2vcgjsbjadsYEeL25yqRaXxaXUYsp9aOjI1l4n1v218zrc99oW5vEWN9yOPPfNU5ViiTfhTYvFyrV+qpOgQSPPXt+Gizw9vS3jQHW4uEqs/UYrHyPoC0NpJvbOL66jqub/TttZ71JVUxvFbdrNE5WUjLmRxVIQ5rfpUkdzbtbTX01sjbTIKbpu3fZh5rehulqUWlvZ0VGHnYWnqTqLi9r3H4X/Pby0ou6WVz/AOiycBfxeKsKSpVzcp0AFz5Eed9PPSHs9+0viPdL/wBjazT5VbwovN93fdHHhq/8FZ7gnTKdL+Y2aGJMMbjN4NQfqeDd49Lokqo9a6TXmlR1Z7XOV7wq/C6iPXQAGYhhBovbMzzR6rhLBv8A7KUImsJzLR4vO10rF7fW5sR5bWtZhV7FDrFeo0ubTmEI6eA7mTm9VFNrEG4HcA2/Ha6xVu3a3fT+arPu6o05/oRIgTQ6ltR81DxW9NPrpqdqFWJYFGqjbWHJb/AlKyOo5fN4tL3QbFJv2Kb63+uwoYxmbuFVmBQXJVUqyJS+t1aH2glTdvNKh+/yPra21RWXcRwJ7bv3Xkl/pU6pUlV7g3vYC35eW1hj2XFwlgj718NE3hReK0spTmVa6xf8M3oPw2hPYArNUwk3VPfaKiwhKXY6nV8B/L3DYWmyF2GmVY1tqrttdSsHmMzDe7Wl1SB70qkT+9mz5vqAfUa6A9tgbEFYgQMR/ZzDjXQjpWtr5UEgX/E9zc/iDsTxsc1SjbtP6LiLW+wnKtKfFmAIAN7WurS507a67LagSYsp1yfWadKYmylqW660nqSsnUlJvpe3hNiNR67EPqUAhfh3CcV3Ebc9plc3Ovpyo/AKCsqhpp29LEgkbFVf3OtNO+9JWDaRwJSfjx344Spy3zoVlBOnncHyue21ZExJQaW6xXpVWmxV05SM8xMMurbTbssAFQbIte40Gt/XTuHMaYI3g4N5pquUGvUtbSeKuK+Ph/Ui5KSO99LHatabpL+Mx5g3dxRsG1mXKi1yowmJuV9DSJ5UhNjpfMoWFyTroSNVX72rVR3LSq9IoNeqyKDVEdTsqGp2O7nJslawLKSkq0vZaCOxIvbpvSwdQcB15E/d9iZudS6i+pEiBxUSFNrIv4heyR5apHkQfP8AGN0+CHao3iivPMSn+F/VWs6GsvmbJNxf9VNtT22502mWB3QU3k81Qay3Rnat7xisdbUqQvOhLVrpyLsVAG1spFgbH12+4cbBDvDlddOffytOux3c6exKSlQUCE3vdJuRroRsbVXd3hestNysOOyuRRm/o2e+t9pKr/IVHOlBt2uLadtoUrdbAitMVSjYYm8eKtKlR0LOXSxGRak5VAi/SR37K25ZEJsMz8JYNoLnFxCiqSuvhSMpWpXmB0gq8/r5+QFltiyuUuqNP1l1lh9b2bixcubKnQXyqQFpJ00Nxft22O69u/wviiBHrOEnfd1RRl48ORHWhSldupJIKF6nsCk66XN9rKRRoDuCHIs+nLRVGE52ndUrzp1TlUhWcdzbuPU226duiuwl9iK80w7S5fHYlK5dUVTQS6ysry2KjZNr+YJtpcX02M4WEKXRq97rn05+LUV/1ddRirRxEE3ycRFgpGtgTcdtRbagw1XcOVT4VUw8uVVEZuK6vLxVWuOpNk5h9dCBbQ7M4Up2fQW2moj/ACqM2WO0+c0dZ75Erulsi/hTodbjz2oQ0nMW1UZ3g4SxRxfj06E+vpTF++MKXp4Qo5kG3kSR6EajY1iYoxRPittYyiQuVR/V58LOw6pPcnNmuhQAuUqBST3JubVcypV6g/epVPlYhpzKFfCkMZX2UjUAqTfMLA9hpb02IXa3g2vYc5+fhmo0teTK7Hm9Oa6NSkhRSf8ACqx07d9romZQvPyrUGl1mA5FqmIWK3SKin7q6qyU5rghJy6BQ8lDTUj6FZYwwZKqmDZ+F6DUPvSFOpjtSpQSpScgFs9gCm3ZVtPyvsfPvysG0ZiVRnadiHD07oS0vxN6DpyknT0ULW18gNqqVgas7wWmGqNg77k/l4qUT0Zo6r6lKgbj8LW0AFtrAeUqZknBWCsbysUN7tKzgKtsVTP8BEW+RxQIPEBSopUg3BLgNhcXINxtuXd97NfuajNu1TgNzcnU06oqy+ozm+ZV/mJ8zqSb7OrdhuooODYDbvCWt7hJQp2Q7mX+0nQX8hsOb+sVNYDpbmKPeORiKlWaP+tfsQPP/kLd9jlNwi5t5wsBcVVr7EQHOae5VbGVrx9Kr/tF/wDM6a7ZJ3q47xRvBdcaitLisdSea1U0pJFhfLcC5zWJ/Hy2Ad6ftY1neDiPlaWyhEKKvrad8chVx2SdFJ0tbvYk6EbaZ9myn0vGWDWK81h5hjjtK/RLc4Tne9krvYgWuAQPXudlRVtaEWZ/iw3YsWJhyfTkc7xeFxVo6fPrQoDXXU289bbSJ9Ar2HGnHeURNfRnUiO0k50388puVaEXtcm2g7bOPe1gn3M0/wC9GmG2EKS7HyLLC21g3DgF7ixSCbKIIIBuNNuVLegY8wQ3WXae+/NpyOEt1pSUrcuSc4vbIsX0vYHMLemzBWXiCpdXo2KJ/C+ydQoNUQ6lpTsJORLibdQeZWMqwRpqMwB7jQ7NGZg+VRqCxPdp6EIWhTqFtXSnNoAcp1BsPI2+mxc1X6DjeltxXaTwMUUTI1FnrYCFPIuRw3NPNNzckEX072P9jCZiNql8hXsPSqXFWnoVmzsZQTZwaXyEanUHUaWG1DJzDb2VN5NBxRWX6N72R70itJ48B1GReVKrZwOxSbixBPfa49sHCWLZ+COawb7offYypfps+PmaqDWvwgbhIcPykjQ21HcZz9mujz8L71abiiezyueUuP4vlc1H0IuB20F/ptsjeBAwu7i2JKrNcmwkIaTITF445V5YIIWUnU2NjYEC4Bt22HKGZe3a+zBhzCUWJvGxRg1cVE1ppS4HOnPSVKIVkCb5V6qIKbm40I0JJdvTx/XotGbi4cqPAhIzcwhrpdUjVKRcdidLgaWuPSxfiPHzVexQ3A+AugwkKzNOqLSpC1JPUFfLYEWJ0/bqha7iCBijG78CjS2EI4qWmlOo6HEW1C7juCSm4HcX0AvtfdJH5gtAxXi2fWfejUTj06EnhP8AzOsujXS97pAum4At5kHavwRHd3ob2m2ory2EQkplSmsmTMgDKhBHqTlJBJAKRoLDZsUike5p7cCA10LQrIxk6m9dcupvfzGpNvPYr3ebqqNheVWsW0tpcVE11K+Fr8NaU6jLfpTcXCfK507bU3bpAs5iX38SZXv5jC8WXnp1ORxVNK6uGvubeY0PiJuNQRoNldQ6PS5VUc59lbzD6E9Wq1N2Glwo5gALAd/w8tiHGbs+fWalVHf09RkLQpaljw3FiO2lrKsNLnyvbbtg/B/KtONVmWtheVKml5MyPxJQb6gHXUDS42gwqyibhwKXVOFFloYyKTHd4rBy6nKlzKbAoIvqLgZu486/Fsz7OOuUtp5iLOi5XVsLa6VNEXBINibi5uO+uuht+Vqc1ArL9Lqmd9C3V5F6K4d++XyI0yixsSAL6EjRtAwJhffJg2DS+UYqlbpCUoYqSLcVtBTqlaDqRcWtr56gi21cTpmunVWLwon6DO/1utNIUpDiRe+XvY6ai+lzf12aD+8SqUagxIFAw9NYfWhLqJEdOZjLpe3VosCxIub5tLm4BbUPZ79zVRifKaySoqlcXgNDI4kjuQLZT6HUE9wLgg+l4dn0HhtNNN8B/JxWHUhTTiRa3rZXYA+Vvy2mcDEnuvbqlUx43Kxk7nYlR0tPtLaKkpvc2WD27dtDe3oLku8OixXXX8L0ahsPscJK2JUd0JUlQJytFKtUqvYi9rAkEgE7NXeW3Axlg2I7AiwsNV6ErJHrMVoZXEix4chjRK7alKrhXlqCQUJi7EFew5Rvf3vFhc1DqWnZTSQppxJWQC4kXKUm9go9ioC+1SknMhQKLWWosujVmXUaIvhO8rP4GZClhpQKHU+h0ufOwN/XMrkmqRXeQnuoWvpyfMnXzCvEPp5fs2bFd3l7y6pFcgOy2FsLaUtDSGipOQgkAKHSLJ8iOxsQL22UNOme9OHFleP5c6c3+6fX6bQg2Re8yZHR8X4rWfP4lZOlXlrtbO09p2B8JnI4j/zSfy2mwafwmv0Wf/H/AB5bSzC4X/oGxYs1gWA89v7rzTUvOtHgaz/lb6kj8f8AXb4w3WvddU4v6BHhkNJ/ZnA7fiO/ntb1Gnu8/wDCiI6/lX834fUfnp+Gw8IfP15uB4HP1vmTY9vrt0IDuh7Wl0af91deyLX1x3UIzJzfUd7HtoQdg2VXfc33B3rQjpzJ609/Imx19PX02m1difFnxIrWReRf+7qdL/8AL/oRJpNLd+9OxOBNYRkfYX1JcSfO3mD5EfgdrZnYlTRsQz2mvhS2JsVfRwnWihafoDcjT8r+m35JhtT4rnCeXkXm/wATav8AWx/g7SAzAitPyqM8hHizMOr6FfTXt+fbaliYnoPFcade4Di+laFeHNftcefoRtMjEp5FS5Cfwmmm1rX40L6kqT9diyiToEqKxwvgPoy50O9SVfmf3Hv9TsLwhxao+61wH0Z8yUuoHSoAdldwfqNj7DzMWV+lpPAf+f5kq+v8a7TiRO+IKhFlRW4rv93/AHf+O1TBp0Wf+iezoQvr/u/j57XSsMRXeI618ny5vDbXQf6bfsOJFgfomsi/n7/v/H1/6bdmSJ9yWGmovC+TJ1frZf8AjsH1J6LKiuQIEt9eTqRn8aU2Olz3Gmh2YkSK067xXfAtH+JOwhVMOtRao5yrS1o8SUI8baj3t6pP6p/LbhIg6qle+YEThZ1rY/8AK89Lefb/AJbSI3wmuQlZJWTNwl5epNu4+hHptOaU1FiucLoyLSpSF9PVfy16TtYOSIsppuV0If6cjq/mV5XP7r/tHntBE6Qqep1ppufA6P10L+ZP5fx57cwzK988/wCDP4k+JPl2I79v37dUS2mpTn9nn8TX635jQ/lr5+e3Ohs8Ksvympa+Aj+y+XXyI/eCNqP4ic0vAmBS3XJ8pnJn8f8Ad/D8fPankVB2U1z7vWhfyf3df8vQ67R8Qz3ao7wmuhhj+Cdoba3f6q6z0LR40r6VfUHyP5bVrG6QJ8y6VFn/ANVydHyK8Kk/j9PI+X4a7QvsZS/9qtj5snzNq+nqPT/PaXEm+65TcpqWh9GdKFtK6Vefb6/UaH6bW1ejRZUVDrTuTP1p+ZP4X8vp5bF2yZQu4Zdaa4UV1D7f6mTq/f8A6bd2MNtSoHC4vKzUf2T/AEpc+gNz38iO/a23ZdanxYrcVpnI+j/eSr67Vj1RrMriQJ7yM76Fcvm8Kr9xf8jtGJeQERHeLwpUToz5V9X+R/0/y2kuUF1rhtQHc/z5F/5EbSIlO+6/enkMfrtZs3VfuD9fT/rtZ0GPzUrhNPfoPm+XL5WO0gyDOMWK7Fiv/CyLy9WTp/P6bcKDih12U375aXzSMvCnsWS76dY8Lg8jfW19drFLjvPy4v6m1OYrTVZbd/Xy8Vr9bXRVvX1+m15WXGJMJ8/w8R0b46GEpRMitI/R3Js4kd8ve6fLy0GwnUaNFdac8C1o6/8AqO+xVBrsrDmI25TXEWxwsjqUfMkk3GmtwO312ucWMUFqe3z7XAi1BHFhVGPZX+JK0aBRF9SLEix1sduInboknG+F+ie/3P8An/rs4MKK/oFj/DsL1nCsqlxXKo1ERVKf/wCfkPrQn0zgWUj63Fh67FtFRwqW3wuhGTYLzpDmSPi8L5/1P7u1Ilziz/i7ECqHPnz/AITPwF/2vy7TGcFtQOJPdl51/qq8P+v7drD1LAweqz3C4bTXz7DrsiV/skdH6l9iGuSYv9q1/hX821xh7CrU+A3P5tC0P/Oj+O427EGwT5g4irOtQOE7L6PGnN1cNX08038/Lz+u0X3vKdlcLm+hf/k/n/x2NZGHWqW7xfH/ALo2parR8OVT9K0uFK/2sfpTm+o7H9l/rtUlB7ge2jSmdgyuLwpTv+D5syfoe35HXaTBokB2LxZVRyPo8aFI6VXOlvr67dxEdiwOE18fJ87XV+467f1BpkqVVGOK6hbC/G1+qv12sNjepIqSG2EqG01Fb4vyeD9XYlkutRfhNbcoKWovDaa2kuRIv6XY0KEVZUuPcXYQXP5/EfC/89f4/MbX2K8QRaXF+6tcdf6qFBOb/hbYFhVBr3y2600tGdXXm6Vf9L/s2C4lxDky+E7xfn2hVhmLK+K6z1/7VPiy+h9fxOo9drBqFzW1i1TWpUXhO+P59urSDvqRxAppPF+6xcmdjrT8q0p/1SfrcX2/Mv8A59Nf76Pl/Een4bcavS5TUr4Tq2H2P0Skfx29QdCNulExTAnu+66yy3Fm+HP/AGTn/rJ/aPw2k1zKNeJ2dpvwuai/+UnqSr+PMbV8qS7wnOL8mxO5S3YvxYv/AJHiSpP8em0STTWp7X6LIv5kfx3G0bJXbtgxApTVU4njR/h8SfS3l+R2q5An0GVwpXWhfz/KpP8Aofp/nsXw2+Vd5V3aDiGL8LaO3DodvqBlQqLTvE4ufh/+q/x+f127YVxV9l6y3P42eK/0Oo+bL629R32mMw4sr9F0Po+T5XP+B2q5tC+E474F/q5cv8X24osfXyWPWHWGpTTcqK82thaM6Fo8Kk/x39Nuqp7Tuy53esVmlxXIs9n7qvqQj/Zq9R+PmPPYgqNaixf7bZY18zgJ+1lhriuO/P8AwdheqVv+ya8aNrONClV534TvwP19uVWwZyrXNNda0eJP8f8AC3+YsuFODL5g6Jzs/wDv5/Ej9ZP59yP27RZFEdalN/FWwwvKtKs5TmV5WI7H9h2mvy6M07xYsTIv/vEdSCpCVDzSe6fqO3+v45jRr4bXKIyI+VXzJ8x/z2YHjJn7IQ1yv3qX/v8A8aX/AA/Ye4rGi1FlNutPfN/H8Xtt1m1igu/FaZX1p8HzJ/AjuPx7fXamjyuK7wvk+X+P89oMqTLqopadd4v/AKBtHjS3WneK08tC/lUjpVt9OyOLFb4X8eu3BKNqiT9yyampwJTvCnxOv/bx7JV+JHY/jYH6naQukNOtOcg7zSPH0eNP+6dT+Ww4+eE7t3YqXK7XEWIklfK/opTX6P8A3VJ/Ma/kdiKjN0vhI5XP8vQvqT59jtQsVx2U621PiIlf4/H+RGv+exhTmGpUVt2BEWj+PUbWxunEtifz9H/tYEtbC/1M2ZP77kfl+zaVBEqsz2Gp72SoxUZUZ/C819D6i17a99v5Zda/S7RpDvF4f9zqT+slXqDtR0gA+2CWLGJ8WsvtT8+fP0/4fLanUdmViKH9qKNz/jqlOR8XL/3hj9a3qO5/PTtsvFRHdqiE3ThxXf7V7aVCic1+ieRt9xqY67/Y7XsGg8J34u3Ykb5Hh0mU18V3b5cp7rvxXfh/+s7X8pbTUXlWtoQ5p3ahKwTkSAiE01t2Sw1/sdphpjvC2kNwduGIPMhR4brv6JrYgp2H+L/Wujb+p45X+x27zJsp39F/5P62xkx8ywaNivbqp9UntyqC1FlIzq+LFlNu/sCTm1HqCPLbQW6vD0XCVGblT+Ah9COtXhWn6W/z2xpUd5E9qfwoudCG19C1oH7fMfgdDbyB02+V70MRymnIvvuUv/ErN22R7TqMRy+ksNgm3ahvXiyp/uugy0Lf8K1J6sv4D/mbbDS9329+qYoYrPval1GiLWlciK7xWJDKbaWKVgK118h2BBsTsqfZ6r2Dao7zVZxDTotRYyqWiQ7wlK17i9r/AJH8L7aXnbyqDS6W57mloq77Ccy2oa+K72JHQLqN/KwJOwuczN7LocYhOzQXaXS22otRlMdHg5grUn81Xv8AmTtOouHYsr4sqWtcr/xelSv3kbZzpG++vY3xHyEVqVFYR+ladTldbVfUZTYjTuDqNtL4bLXKt8XrRkSrr6v8/wBuxftM5gy8Gc6jUKpQf6qyiUjwZVeFX565T6G1vx7bLLfHRMG4jgMV6qYe5WqRU52JGQKUlXmMwB0/EDZ0PstcX4rO3Cs4PpeKKM5AdidC0qy5k5sqreRHb8tpxu4lU+6ecWKsbz5U9yluy8kVhCkNO5fFfTN2t+HfavxE3KqlLjyouReTpy+H8Tft2/077MXe/uLxbhLFHKu0OVKhPqUtqQjwKTc6E6kG3r37i2uw8jcfiP3W47Al8qvqVy63+hSRfzGhPkLgg+ux60VOBN+pQUBEpMD0CLPn8hVKIw+h9aVod4q2ltqF9EqFxr9QQbbGqcZ17BtU+zlUwm++ta1IjupRkVk8iV2KSQNT2JtoO1qmg0uqYXlQOaeQhbGRHXbLmuB3H7tfx2e1XThyswGHay8j5fEjw6eXf8QbEfhsVk3Q0X9SNZd4cqVx2G86VMSEeHN3sfPWx/LYdm8WfKc4r2d/9bw5vLXsP+nfXaZinePhKLx6M1VuPwFK6NUqy+VtLajsf8tgiXjCV/3CnSor/TlXIayJUnQ3F0gHuO23mdX0+5rsiY99N1j8S+l1VrDjTjsrIhbaM+RXTm00sR3/AC/Mix2ro2/HeDXmuQwlTuOtH6qSrpHpplva/it6X1sRqv06vV6KxVJTsVeRHWhCsq/Tt2PqdR+G1hu43qVndo6+1ApMWUwv9K0pH0P5aHyta47+Yco0/wBOn7w9SPpVhJS8Q1SqO81iOnymKi2pPFStJa79reQOncaXuL7aLpTzuMsOMe5sT1Ra0ITlTIdC1s6drnVSTfzJB/Ztlepb7vtRi1h2vRPd0Ja8nFjtZlNpJ+ZKfId9O3177aWw0KNAo0efS6tFmxZSEqTKjqzIUnyIKTa/00PqBsTS0u1mSOIxUXfkyureFsZYSafxHAxOvnfnadioWhSRe3e1rA62sfoO+ym/nv3q8V+lu0+nLR1I6UOJypvra5KtR2KVJI73O2hkYjo3KuNSok2toyqzR1XSpSvRJP5i4vbz2UTeL2ncZN0ug7uH8i82ZqUrI6yryta4UPRQ/YCCNtp1RY4pLSbuuxLjzEbXIYoqMJ9xGXKqVH4TvCAsEcROl/x0PnbY1q+CJ9Ziv/0dFqjCE+DmEodbvp0nTU2uATbTt32sqHRZUCVz9Lri8NVtCeulzbcvKVfsCoBJ1Nh5m4sB5TWDPlVn3pKiMRZufIrgfCSpQ9B6aepB873tssxVvUOoxFjgeP8AZyqP0ultSmMmb4EpooU2q/UFa3CgToSdb6Gx2fFJoX2ooznvRlhfQr4T7RQpP1C0/u0I/HaBPpsCs8N2g0TgVtHiazjhSvUpB0SRqRa19Rf1IZOLotBoP9Mtcq/4HVtIK8v4hNyD/Gu0BfmcTFvXsA4cqnEaap/AfYX1radSpSu2i0CwIPkoAfge+11g3CuEp9LcgSoi319SGlcwUO5xpYZhkc0AIHV3uR32o8SwqXXp7c+jVBCJX9lxWijN/hIsQT2sTY39dNv1qBP5XlWsnNMI+LFkXRxE631Iva/0UAfPXSkJKjGdNlUviUuAyh9hH9ktJQ63b+6q/bytYHyG3zgbBrs+qRKpFeQtmL8V1hd0K89AoG4JOpuCNPTa+XWp7sD3XK5VbHytPrz8NXbS97EeViPwHba5wnh/3M05VKpL5Jb6/wBLnypUgCw10GvexOlwbbdKmVW9DeFS5UpjC9UZfYR1LfWhIV4tBpp5HWxBsexsdgekb0IGA4D+HGqguVTnEqdQlKytDemqAD1II1ASQBbQXFjtd46gVR1p/i/11alK4uUPoUruNLajy0INibW0Oy3Zw1WXZXCrzTEL++hB4Sk/RQBOvqdB3J89uJkgQy3We1dAoNUfoON8JrlUGUromRUHnYae2dSE6PJvc2GVQGmvbZztubm8RxffNBxvS6ixK6o8jmglSb65CLJIVbQhyxuLWvtnbDO6Kl1mVIan06ov58nCnwsshLP0UUrzakjQX08tdriPuIlYXdflVmh1HgZuK1NdRnRm9SsXKOwFjYgeXoRbcrzI2bY+KTh33pK4UrgTachH6VNRbStP0BbUSfPQhIHnfYZi7uN3MDGT9LgUSU/KlZeKhcpTSldzq4kjMANcpJGmlthmgPxYDXxaSh9DGVC1tdLuQHWxSBf/AF2dNJxvu5pdBb5WrRVuL+V3pdSrzuFenqDb67WR5UiUtRp+77dzFcdo2GFsLfa61IUVrT9ElRKiPRNz9LbL9vH+7mLPcn4txDTvuq1L5d3OwuKoG+dJCkqvobg3N9LCxGzHxFiyvRYDlZwlREYlYQtKJkNHDdW2we6w3fMq2ngJ+oOyanbvaDjLm8RysPPxWJTSkpW+0UrSgaXsQe2oANyBpptaVjak+0juRqlL+4bx6C++wnoTK/S/q2zG9lXsCb29ddoOAPbBw5hJ1xqvVFFUpb/hXFiqzs3879nEd+wB0OpvYZXY3P4XgVRyVKZfio6siHXVJjqTfQBxJC0G3rcdxqRtordo5giqRWMONYYhRZqMiEKdypaldvNNgSCDa4B1uPQ3G2VaE+P8XYjrzrmLcB06aiKtKXU8eKUtK+iu5TcfrBNiLHW+31u5qf23pfK4tp3Krf8AAhMopTm7myVAJ/3ST6ixGzaNei4cpfFda5VHhdSjqSlVvTuR+/bOmI6Bi2fXn6pgiIxwJT+d1pazwMqrEm1tfMi5JBsbja7fbKgxkVPDW76l1RuVAlxV1FvKlcVSHGFuJ8ilSSoJJ8lEFJOunbadg/EtLxu7LpcDmqdKhO8J/wCLl6hcEWULLP8AdJv53PcKrFGM4uA6M375pOSqLQlDWXO+09YXskt3U1r8wzJF9U9rQ6W5/ONS269iityqDVGP6vKjqKX1MX0bWtA1sOxsDbvfvtVBIaN7F2L8B7qnW5+I6s+vwqkMKWcqlEAAlGqfTwgfgdh2tY3wliOlue5nUPwsyeYiuqKHVXOpSQOpAHbUA9rnZQbx8KT8R4Sl0vAeApWIloy51uyAtLlr2NlrB/C2t7aC19hf2aa7vBpc/wDm5x5hldU+Ork5C3W0yqSqwsi985aKraEqAJ7AdrESoMd26rDmF8L1T3XRq3K93TXVKVClKK47a1KFilSiQm9/QX8/LbZmBsJYSoLXPtU9hiU+lOeQhGTiel7aH6d/x2R8Td/WaDAcqkqnoyLRnUlKfD9bA9vpbT67V1U9or+b6A5F5vOxkytNPq4rSlW+VY1RrplNh6eu3VnmBsO71HrvT3q4SwHRpcqsy0RVsNLdQj/bW8kntf6XBtc9hfbys9q/2kq9vBnt0tquSm6Ih1XhR0q1vkUkn8ekkAC3n2l7+vaKxHvVryGqXT0LhU5SkSIvMFCHtdCL2ssJNvK1/wAtq3d9ivBGI3eE7Q5SF9HF4qQ+lTvci17mxuLEAj9tjn7ZCVxV4dwK1jJ1ufFZRNp2ZKHZTSwnh38zm1SfxAJ8r67aS3U0zG+5aA+7Rt6T9Lpb6eKqK7AEqL5/ETY50ruq5Uki4uSNSRKhOYNlSuVgU+nMIQlPNJYuhX5gC476mw173vtc0Dd9Fi1lug0HFnu5ia0ppDUxPHivLI8gVDLe9roNwT52AIRGNkJKFi6LvQozlL3g43izosr+qzYTXwFKvpZR6kkWAIBBJ0N7EbTsHYLqm77FHuaLUESoT/6WUl0oTkJAsoaotYjUgWIJBBuR03d4SpdBo2IcL1mJChTac6p1bTV1tdQKgtOhOU9we4HexuAGVXevXqXXqLXsL8CVwOO1Ka46FocRYA9yRre4IBGuoPcc52wDvsaaAqW6/BvP++WmV80+jM6tp05XrDQnKQFEX8zbXXXXYMxpUaDhyjOVR3nZVOp2fmoSbupy3FxkIJ0GY6GwOoAJvsvcW+0HXoDTdUpeE3lwsqEvutXSqP1gkPIF/Imy0HKdPwHOXvCaxu03QYuT700taH2FBLrdl2spJHVY90ka63I86AhoZW3T4nYopcWfTZ+Eoj7FI5hpXCdspHcXCc17pN/K5FtLbHe86tRWp9FqkrFiH6c/AdQunSorchhxSVAjRQz+dzY69tdLVFJd3S8gxhzFGIX2Jv8AZZbpS4sdJzIIugm3nYa9/Labvw3btSoGGqzQWedhMSk9K/ElOVQIBGuqrXBtr6dtokmLzCc37ebxpeHJVJyURhHFRkdcSp5ZVrlV3RYEAC4BIsbi42Hd92EZW7TGUSqbvnZXuiqLTHmQpSVv8usE5XErJCk3V0m4sRaxBOpwy/A3fYopuMp9DlIQx0urjrzKyXHy3BJBBPn+/Q8xPXsJYtisV6g1aLUaXKTmad0SptXmFA6pULagi4tbttUiQfUCsXqrzWDabXvdyFv/AHfO7HupWqwfUFNu+YC3nYagMnFuIZ8Xc25WZURfOvx8iuF1KUtw2Fwe51N72P7ANouNaS1Wd0DDsDIhaJEVP63TxQCD6ggm/a/7due8NNUdwlSYFL+6rWtLqmtcuRsWFrWukm9rdvMC9tgu/bG6QgmRsayJTrsSg8VD7EpOfP4ctvCoE6G4uNdNCDrYgfmScWu0ZuBwVsMIdQhqR+qkE2FvO9tDe+ml/JzVndE7Xp7kqVkYQ/lR8JrPw/LwXu2sdwoDKbAGxGmkd1/s3Yci4SboOKKeir0ua0lp3OspVrqVg3JSrXuLWsPIbRRqK9QM1nMKfGee1FwNPxRXmKW67zT7nQjM6cylX/Ri4NlW1Ce34XF9U7oqHi3d9KgVmjYeqK+VXwn2OXXkcR5i6QQpWhtoNbi4BNzXHXsVUbC/AqmEmX6jCYUnJIdWpMyOjsQpTditIFxmsTbQg3J2v6rNqm6+gue+cQzVo4XQh1QUpPewBFvKwJAAPfS2jO2VjA93UvGTTdUaiPReO1nXxUFDqVfqqBtqPX9mh2ocSYddpcBt11599iKtK83iypOhzfTUfQG17d9u+6ip1Ss0tusu1bOh9Kl8Jdsv0IIAvfX02scZmqSoD7sBlt9CM2ZGfKrNr2Oo/IjXX6AwUkpAWtwqX7mc+N8CUnKvIjPmv59iSRp9R5a7ZYxg1xapLo0rJN5XraTwuEmQ0TcLHYZxYXTcEWuL6gaOEb+hn4Ep5zJ4mlo+VVibEeXp6W2T+OsHRZ89uVxloXm+qUZ/JWYapP0IINrWGwv5oeCtHwi1Po1WiyqSxCyMOri8VSk5unyOoIATYgXPUTfy2yxIT7rrMR1qIjIv5kr6VI07n1/GxFzfbYlTwzi2g0ZiU1Lmv059p3KmUkcJy6ekFQBLQJ8KgcpJsAb2OSn3+K6401TloX4evxZvQjzt6j9m1wIrfCh6VKixeaayZMmfOr5fx/122fui/k9cWYnwajG+/wAxszu9p70fi8hFS2qay0QkodkPvEMxleK7RQ4QCm6kkFIy97MGI8ERt+eAXd78un0vDVLq3Pz5Ey6mMzLTjkUFIBsoykxx5g9voXL/AClPtHRd6uLaFQd3OLEVfBtIgCV914nCcqKnFhxagQLrbbS0EqIOXO5Y9R2tiIvWGaNVv+Td3K7wqXMlbkvaofrtQimylPu02rxG1A6pcTCDK0k6i+fS98qrW2xPvP3N4y3Lb0JeCN41ERTq3CaRIQ7HdL8WYwu4TIjvFKVKbJSpPUEqBSoFIItsPblN42KMB77sEYywbLlRauxW4EX4SzmlMPSW23Yyx2U24hRSQb6kEAEAj0Q/lY6bQRE3ZVl3gorHOVGE0v51RVIaUsepAcDX4E/XaBLr4cTG+5H2dN43tLYtcw5gNmKwiFkdqlXmKKYtNaUSAshPU44cqsjQsVFJuUJBWna7vsH+z9hfkMO7xvaTMXEi2kp4XNU2n8ZdtS3Hf4jgST2TnUfqe+yt9m72td2ns8+zfXcERafUWN41UdqkxqaiA2uG5NWFNwXHFFYUUobRHChbQpUBfucwUaA7VHX59ZqMqa/KdU67IlOrddeWo3U44tRKnFk3KlEkkkkkk7WkuTmO72ufYLxRuXw5L3n4XqyMV4OZRnqT8eKWplPYNsrzraVFLzQ1zOtlJSCFFASFLTj6n4ZgOwH3XWs+TrzJ/cQe40110P129d/5P5UqvezpijBuKC5Kw9TqpMpcNEpZWhuE5FaW4yCon4aVOuWSNEhWUAAADyepCYtL5ig83n5Jamo76/EpA7E9rgix7d9oJ2zhB6nRWoHElNO5Mi1ZHcvSq307fiO2xuqS1RorGI4DP3WVlRKaSvobd1stI8gTcEXtext32r/dVLdivtSmkLQvxJ/zI/5bFe6rdjijeXPb3c7vqe/W6vUc/KsKXl4aBYlx1Z0Q2jS6laC6RqSAbZkyiptRlSp/PwOtC+h2Ppm/b/lfTbav8nrue3Tb7Zm8RneVg6LXl0JFHXDTIU4gx+MZue2RQvm4SL3v4Rt90r+Sg3nu0aPKqm9PC9PqhazOxYsCS+0ly3h4+dBIB0J4Wvew2dnsC+z/ALzPZ/xvvXoW8Wi8PnY9AXAqkd3iw6ghBqIVwVWBzIzJzJUEqGdJIsQTEhiPieaeN3oFL3g4wo1G+BFpFeqMWOhF1cFpElxCUFPfKAAkHuQLkHvsOz8RSmvvUqIjJ4OO11J/4j8DqPQ3ttL3lPu0vfJjuVFdQ8tGKqupWb9UzHjlPnYdvTZy7gPZU3le0/Acr2CaUxR6I26uLIrNUzIiqdTotDQSkqkEHQ5QEgggqBBG3SYj6jJiz6XxXWUIzp/WGVX5j/X9m1bDY+68WLkfYR42s/V+Gh0P7R9O227Jv8lJvZo1Kf8Ade83COJLpzqpztOfp3X/AHHc7ov6ApAOmoG2RsW7mq9gPFtSoMqI5SK3TneXmQJVkqSruAqxKVJKSFJUCQoEEEggnpOQYMNvUufF5X4aH0eFDtkrT5aHsof67TZSeQo3xf0605P1lagDv529L6bfrdEntSm+fiZEeFaV9XV6g+Y/YdoOIuLxW2vh8Bjr6l5UpsCbkk20A7k7L2t8SJ9UxmL8N2U0tHyf3Vfj/H5bV8wNOz3IsXiIYQr9TN+Vhr+fp69ttc7lf5Orf5vQwuxiOvSqXgSl1BtL8NmsNOvzlJN7OKioyFtJFlBLi0r1IUlNtrveN/Je7+ML0Fys4DxXhfGsphOdcBphylyHkgE2Z4i3G1r7AJU4gH9Ydtjp4rO3LMXSMMRZXxeMhaEKzJWtHU3+fn9Li424opjrTvC43wPkyKzIV53+nfUGxG3V+TWYEp+BPZfYfYdXFlRZDRafjvoWUrbWlQBStKgUlJAIIIOuzU9nD2dd6vtD16XRt3VEZbg0tSPelWqLpahQ1KsQ2VBKlLdKTcNoBNrElIIJJOi9cwdKditz4r3Wj5PlUk+RHY/joR67RazRaXVIHKutcB9C0+L+zV9D5jb0DkfyYu9Sl0VwwN5uF6vNydMNVOfiIUq3bjZ3O/qUAettk5VfYV3tUbdVizfJih2FRGMKR6k7KokxaufyRSrNkUlJaUlxKczas9ilaTcX0qZGRMlR8LQOa4TtQ5r+4v8A6fuOv12KqFBgUviOtM5Nhpuc060400yhEptXRl6lOJvYC3dSu1rXN9ATttHdV/Jv7+N4uEmKziiq0jAiJrQWwxU47kqbkPYuR21JCLixAU4FC/UkEEbQBLEzHFOQ1Kqk93oyLWrJtR148rVG2uLnR0r/ALyVXsLfmPLba28T+S83+busOyKzg3EFFx+hjM67FgtOQp+TuSyy6taHVDvl4qSRoATYHGDmGKpPqjkrlH+PFVwn0LTlUlSVEKSpKgFIWFAhSSAUkEEAg7WzIBn7MVxZTf3TOvKn58qlfh6H0/ZtZQZNGr1LfwbVJa2Fvr4sLipyqZfANsp7WN7EAi4JHnt81/CteaitymmfhoT4k/Lp32pJtP5qKw7KdWxKRl61WSlSvUH5Te3oNrZnT8YXWcOSv6GlrQtCuE61nyqSrzBFtQe/mP27G8d512LxeEhHzLSlOXq8yB2F+9h+zYfW41KlMT6p/WkJ4Tq0eFztZR9FAaG3cfhswMAYDxbvQxbTcB7vqI9VK3UcymGGrJSlpNs7ziyQltpAIKlnQEpAuSAQvOnxR32moG2x/wCT93Kbqt8f2+a3l4OhV73P7qMPjuuDg8Xm89sih34aL3v4Rt+UX+Sv3s+625VU3sYUhVFac7sJqnSZDSV27cwVoJAPnwvy2d3sFbit5e4jFG9DDu8aiIY5pNEdgT4rvGhzkJ50KLK7A3TcBSVJSpJULggpUZEqTPIPfWzAoO8bGFGpbPAhU6vVKLFa/wBm0iU4hCb+gSABe5sBck3O1ZgeZiiBw5UVr7qvxoWvpUn8P8rag7GG9uPS3d7+O3Z/XkxRVv8A1Nd7a7NH2c/ZI33e01FXU93VPi0HCjLqmH8QVbMiK4tOiksISCt9aToSkBAIIKgRYWHqSfJeYGRpHNNcVrwL+T9X1H4j8L7VVWpTTvEda/8AI22ZI/klN8eHIr8+g76MPYhlZc/ISKc9ASpffpczugHuBdIB8yBtlrFmFsR4NxHUsG4ypMqkV6lu8KVCkWztqsCCLEpUkpIUFAlJBBBIOy9g/MDj8RaOx3WtrLD77vNNtNNLlSn3UNR2Gmit95aiEobSlIK1qUohKUgEkkAC5ttIqMf/AMLZv+w9V92GEvaVw9jLe9XINHouHoc2fFkSrqaVUsqWmEmwOoS884nTRTaTcEDZJMo+MyQZpjd1/JzT2sGN4z9onewxgFtbCXXadAMbPBvqBImSCpjPlsFJQgpSc1nFCx2tZP8AJy7uN4OFpFV3B+0yjEjzaul+a5BqUNxXcNF6AGy1f9Yhyw1yHttmj+UM9oBvfnvt5XCeJ/emCsPRWGqIqO792ecU0lciSlNgQ4VrU0VKFwGbCwJKg32KMVYs3fe1Bu9n4Ilv563W4tEqkNLpyzKfJcDbwUNcwaSovgEXBauCNTs8t6s+yWzFhv8AsMYo3aYnnbtcb0l+iYopDqWpkfNnacSRmS624NFtrSQpKx3BsQCCBbeyx7NW9T2oMbuYT3f8GE3SEtP1mrT78rTY6yQkkJupx1WVXDbFs2VV1JAKhr3+WHp+HYu9nd1VOUZXNqNBmRan2zKYafSYxI76Kdk2P4+mzd9jPkPZ0/k38T76aBEQuqTYtexQlTqs3EdZU4xDSSQekJjs6WIupR1vqaSWlWP5Pb2dMJVCm4Sx37V0qLit9pP3DnaVAVKWALqbiPJcfykkWAcURcanvspvaQ9j7Hfs5xvtj73i4kwW++hhVTaYMd+C645laRJZKlJsolCEupWQparFLZKAvB32srNaxHLr1Zqz9RlVSQuRMffXnXKWrxOO38alHUq766WAA29e/YHr7vtD+yPjLdBjd5+bFpD8zCjTj8grd5CRDbdaGfRQ4ZkLQ2e6UNN2NxtIeVD7p5lYoYlSqyxS4ER+VNmqaYhx46Ct2Q6tQQhpCRqpZWpKQkakqAG2vN3n8k7Ei4Xbx57TW+djBXEa4rtOpyozYg31AemyCWisDxJQjKDey1AXKg9jHF+6vB3tM4cxtv3xDCw9Bw3SJ8qG7PzJaTVTwmW0EJB6w25IIvcAov3AO0P+UV9oP+fjfktrCWJ/emCqDHYYoS4rp5dxSmkrfkpFgQ4pxamySAcrKQLAknnMAQqtkzTw/k1932LcLP172ZvaibxG42lWVNReh1KmyFWNmzIgpQqOSRq4Eu2F+hRttivGlKrOA8ZVbdzvGoi8PYooLqWpjClhaNQFIcbWNFtrSQpKuxBF7G4En2E8cYy3de1Tu+ewa7LX9pK3HoNXhodOSZAkLyPF0ahXBSeOLjQs3uNTtpX+V+pVBi75MA1mK0wiqTsPvsT8i8q1NNybx7/muSASNbEeW3B5OwWiJ/2bdxED2lt7LG7WViZ+g/0TMqy58KOl9SUsOMoAyqITYqfSCb/57a4l/wAkVheV+k38V5GT9WjR/wDVZ2U/8kPQ4krfTjOvN589IwuiKnP8vNS0qNvS/Ki4+m2XPaqmUfHftU7zZXGjPPOYmnteFK1pSw6pmx0JFktpGum3b5HaCjkTcT38jXhJvPKb9oLEnEQn/wC00X/1rbzww9SpTuR2fkRk6VJ8SUq87GwNvx/6xqBhjDD33otU+Uj5VtNNqTmHoQLXG0yrYp5XiNNfPm6/mzfjsMmM1jAk6u16BS2uE00jweBGwlQ6LjLeXiNFB3fYTq+JKo918nSYbkp3Le2chsHKm5HUqwHmRsOVSfPdd21R7JPt6z/ZV3QYkwRhzd7Fq9erVedq6J82UUxY7RistJQWkDO6oLZUopK2xZWirkjaAJxjv3Efyam+2u0uJK3jS6XgCKvLxYr6k1GoqSF6jhsrDKMydQoukpKhdBsQc/7xsNRcJbwcS4Niy+aYoNXlU1DrtkqcQy8pCSqwACiEi4Gl+3ltuL+TW9qbfF7TeNd6M/ejiFuVHpEWjKp0CNFbjxYZdVLDvDSkZurhoJ4i3FAiwVawHnV7RWKXf/Rgt6MDrQhGLaunOlfy826NqPUPiVztghiF+K1Wo8CjU96bVJTqYrEWK0VyHnVLypZShOqypRACbEkmwHbbaW7T+SUiNYSRvA9qXe6xgZD8cOv0unKjITTyrUCRNfJaKwLhSUIKQey1Aa5o9kneJul3N+0Ph7e1vQaqkql0FEp9pDDQkO86totsOWUoApTnWrMTcKCTY2uCr29vada9qDehAqmCKtUfsbSICGqdAmfCUzINy+9kSopC1khOa5ORAAsCQSJ4iQXj/rv8kxum3g4Rervswe0wxiCQwlWXnpESowpC7dLZkwgCzc91ZHP8O3nfjDA+LN2eOKtgPHdEfouIaDKVFnw37Zm12BBChdK0KSQpK0kpUlSVAkEHZ+/yeFexZg32xt37WHZcpCK9MfpdTYaWckqGqO6pQcHZQQUJcF+xbBFrbNr+WRo1Fje0VhOswHUe8KhhNlFRZTbwolSAy6rzuocRNzfRkDy1sfUr9wzMTRmeFxP/AC9v1xtpr9FtqPcF/J/72faM3QOb3sG4hw9S4rapUWnQ5/F4tSWwSlfUgFLKSsKQCQq5BJAFictSw7FdcansrZWwpSXUK8Tak+IH6ggg9xtQwyTe/s5fyWFF377kcJ72sSb3KvQZuJ4rk3kItLZdaZaLziWrLWoKJU0lCjcWBUQLgA7Mn/3ipgj/AO79iH/5zRv/AFvb69rSUzgj+SY3dYYn/dX63SMJQuE70/H4LcxbZB8wI69PUbeUjUeEWkcTlkZ/CpSUpSrWxsSNbH02v9sGZtL2v/YTo3shRcF4oo28abif31Un4rrE+A3HS2lDaVApKCbklWoNhp38itKQmqYtnsYc3fYOqlbq8pCfuFJhuTHcpNs5S0klKb6FRASPMjZJ0wNwGnOHkRxMudKUhOa3a9rdrm3ptrL2WPbmneytuqxRg3Dm72LWq9Xa8qrNT5kotx2WjEZZSktoTndUFsqJBW2LLuFXuNrA7ZcDiMbdR/Jke0VvAlMVXehUqRu8pa+pUV1aKlUlAEacBlQYbzJuQovqKTa6DcgZZ3rYVi7vt5eLN30WorlMYerMymtPu2zvIZdUhK1ZQAFEJBIAsCTbTb0g/k3/AGod8ntJY/3myt6eIG5UWmQKQ7TYEWG3Hiwy6uUHOGlIKjm4aTdxbitLBVtB56+0tHdle0tvJixfGvFdU/8AUpzaD5Re1RAWFU3YEpt1r5P4t+e3Wo4fiynW58D+qyupCP8AZq+ZH5Ht9NrPAG7LEePMeULdzQWUe+8Sz2oEVDq8jSVKuS4tVjZCUBS1WBNkmwJsC4PaP9lPeJ7KUmhN4nrlLrdLxCl3lZ9OQ4gNyGcpU0tty5ByrBSoE5usHKQARfzRbylJ7N/sr7xfaWxRLoWCWotLpdLy++a9PQpUeDm1S2lKbKeeI6g2CkBOqlIBSVazc/k3fZgwtKiYYx57XEyHit9ARyvvCkQFPO+fCivocdCb9klaiBpmO0ndN7TG6bc37DT9GwRvBpbG9CbS5UpUPIeZbq0hZSFHpCVKZbKLXNsrSRc7echi+9OPKqjz7y5q1uvrddK1OLUSVLWVXK1kklSiSVEkkkm+1yYTKIPyZq32pP5PbHns/wCHZG8XDeIEY1wdFOae/wAnwJ9LaOgeeQlSkvNA+JxvLluFFAQFLStvZV3E0H2gt58jAmJ8YrwpCRQ5VWRUUpaXmdbejtpZs4oJ1TIUrvf4fYi5G8v5M/ENUxv7KWKME48lrqNCw5VptBgrmXUPda4bLpYKlXu22X3UJHZKAlIACQNvKaly4rtLYad+PkSnKt1Nl+HuRrZRB19LkX2oQs50Aw3xPSD/AN5dbpv/AL55/wD+ZYf/AOM2/kfyXe6Zr/8Amef/APmWH/8AjNvON9mltRf6pkc+T+9s6/Yb3HRd/ntF0Kjz6cH8PYXy4jraspKFNR1p4DJPa7jxQMp8SEO+htYY+JwCMfUcntWewvhj2at2sfHcHetOrUqVVGIDECVDaZS4lSVrUpJSokkJRe1rWv277ZNajbai/lMN+jW8Hfu3u0pdR/oTAbSobqErKUOT3Mq5Cu+VWUBloG10qQ8L6kbZZu1wf0v/AJracytiqrcTtXKNApc/kKpkz5M/6u0NuDRos9vhfDz/AK/h2Icfq9/cOVFeX0eNhaB+0KBJ9NPpsHRmf0fFZW4j9Vfi/brsJA3801Z1qcP3NVHHeChbD/Wn/Xt212+KOuU1Xm58V5+KtCvGl3KrT6/8dieSvDk+AxFlOykLR158gVlV6fUfkDtZ0vD2A5UXlZVWfhTfkdQspS4nsQQUlJ8tLjt3vrtbZIwI4sIbxp8XkJVUdYqKP0XFfQlbrdu3xB1C2o7kfTbUOG65FlQGJTTqMi0J8O2AKHTqXhye261Lmr4C82eKkqT3vcpSb2I1Ngfw211uzrTUqjMOxXkLR4+jp/cRf/XZO2vtHIiGtQYzG3WarFdgOcWXwOhWVefp12x7ineFvaw5jx9qBUHF07MnhcJ1aEOJvcai+W/4kfQeehcV1ji0Z9pp5hb/AAv0S+rN+Xfv6ee2VMONYorNenuxWVxXOYUhbHMH4dj2KVDXT6A2v6k7GqO5YPp9e59xhniLe7vGqkWPxZc3oyryuu8X0uUnKdbfiPyvtNizsUYtisOz6dCX4lrTIux6jOl9oFGa17JUlPoTrtKpWCHeE47VHuSWvqztLGRX+7YAH1Pbv32GH94WI8G1ltqqcrVKXmyPuxWsjqUdrgAlJHnaxJFtdb7FG35m8F2rxLevR8G0uK37+a4/gVwlqQrqB0AIuLX7Eny1OmgvUMQ0vG7XuGBUV0HJlRxZCgrL+QINvPS2nnsQ4vwhu53l0v7Zbuce06U/0rlUuUhyO+nSw4iF2Uk3Fs2QA+R12H8HYQw5PnuYXr1EfQw/4XV3WlKvVtf07hN/367HFglCILYr3ZfzfSokqqVGnTWJvXFmRXeKhStTZQ7pN9NRY20OxLRGqXVIvIdDjC+vLqhKleo1JBvfUabMyn+zlAa4jVZqK36chSuEuOsqRrqMyFA2NrDxXB7fTpNw/Fwa05S4sRirwsnwuLbMn1CTcKQR5KB0+t9qP5zgJnaoxJ9BrzkVpmUwtf8A58NdLyNQLkAJVp8wP5jaXLwbKpfKVSqU7gQn+tbrXWnKCLk5bkAXFyQBa58js0cMR8R4oxG5A+zEp+nMO51okWd4arWuhQsrL9SLjW9zqTXH+6qLVKM3S4FWfhZ8vwsmZCki97gap08xe37tgvXKtXvgc3hHdVXqXElQKSjjvoRmdj2zfQHUjse9yfQ32uqRjSqbkeG7gOkxajS33fvEd1pKEJvorP8AKfXNYH1PntZYB3Fyp8V/+bmo/eoq1IfhKfWhWbTVF0lKgfQ6G2vncngbuqpQZTjVZpz8Wbk+L24DyDY6oTdNvqQAD5jUGU8fUYRFUYlvXvaBntYcbqju6FDEqUhOdGQITqLXBAN9TbQ2vpc3F1XSahK3g1R+VVMMrp638vC4UgJyqHopQtmN9Ae3532bCKfRotL5Cs0SVFhP9CJECUXYrKrfq3PCvl8gkEkeeuwLXZlLwbP5WK1UX4spGZp1GV9Cr+YKNdfLQnvfsbWd90kDbDuJOnuwG6Di1mUt+F+g96RfispHYtrVZVj3ulRBBt56z3ae07Fbd4SM68qUdHS4rvYnyJ9fP622WtL3iVT7xRqpSZUqEhH6J3qV+SFAOo8xdF9fLYjpIwbWaM/Ko3vdh9jM67FddLqMo75HBZeg1CSFA+ttNgy0mVLiz/6L5SUytfSlfhV5+FRulXr6bSqPg+VFa4sriTX0Zsq1Sj4T6pVcD8jb6bDzNUlfDitVaVwOrKha+Knz0sq9j5eR/Da2ViafRovxfvXTkaX4vyUNFfmCdryRLmfSXZUBxp2XFYRl6mpCMi0q8u1wpP5fgDsGORKpS3W+LVskJH6J3MFISk30CwSlQHYg2It5g7Hm7d/7WynGqzSeahL8CFrK0pv5ZVXujTS9/Mm57llU3dbvqXxJVLwmwjIjM7HadUnp73LdyD20NjrcAjXahEo9iqYsWMOUaqcOBKZR8RGbjpXl6e+hGiifQ32OVOVSjQG2qNXIT9OX/WoE9gOsKaA7C90jy87jaZhTF+6pp3kPdMWF/iaQnp+ih3F/XY2YpW76U6/PoNWpDC3+uQmPIGVz6lAVlP7AdiYgDqOYtqjh6BRpUSqQKIwthC0qVFiyF5VI88ma4ULdkmxtbXy2Fd4tOw5K4EqltSosWUhS1tLunhu/TQj9hI7+uxZjrH8DCUCW1Ap8Krop3xeVQn5U98tr2WBci1jcWuDqKvd5vbwHvQpblGaqD60P+KK6opkR1H5kFSSCR63B/G+oyIVLg0W+G91WI3Z/vSg4hqMWd42pDScrqU/7mUrHnY6HtYbHuHzvG59iBi2oc6jpzr0YUpWmqkiwJOvcDQ2PbUzFEawl/wCcHFlR61/CS6006jvfq0C038iDYm9x5iVXUz8RxWKp0e9ISMyGsqMshIOiCDbv9LnU6+W3BIYtAvFuB6XhyVzUVlEXj+NaM6EpWQDqg6IJ9RoTrbagw7G5Cs8KfT35Xz9bQfQpN7XOl0jXxA6W2Np9aadaYnxaIuUwxmalUlcgtKZ/vsrJsQe2U2HoBtLmtUuBAbqlGpPyZ0NOu8JaVaEoNgcv5ixI8+23SZxYf3c0ue3VGslIqKP7Vj4Tqrd72GVafLUHzF9raXhal4y/842LELz9SmGkNq4ygq/a4II72AudQRY7Br2I8G43a4WI8Mriym3U5JDqwlba/RakEg99DcXv9bgZqmFHYDXCw5T31oWv9BIStbSldrtqRcoUB8pIOt7m9hbMptjLqe76VAlMOtPMcCKpPHTIT1Nq/WubJA08JI/E9tmNQt1276VFcxHFapC330feHabk+IsXsVJT2Isb3GtjckDZaYU3db1XYrc+VzSIq8vCdXUlrWyk/KLHOQPRQ0Pn32b1L3N4NqjTc/EfAfm5U/emPgLVb1Ug3UBr3Jtf89p7gX3BP/8AWJ2v1+l16fLoNLlyoq2FKS1KaUZEWVpolxsk5e9ipCkkEX0FxtaLpTsXCTdUaeXFmxehMqE6XenvZQ0LgvrYC4PbvqV4yw/u0wRAlu0aIhcphClI4T5Q/m76L11N/Pv+3bOm9Xepxd30iqUt6bTpSEqXwnbdShexuCL9tDp37HyILN/qQPGTcUKnz3XGpVJXVGF9CVtRSpaU31KDoTfuU3uR5HYRpMOLFrLc+fiZaIv9lldKcupzAp7DsAQR6/jsu6F7VOLZUCJhKs4e++v5YrUxEhfxlG4SbFJKTcgdySPMXts26fu+xRjejN+/uSq776/GnodynsDZIToPI3v6jYiznPE7Yhx+7yrFG3c55VUnK4UflXUKa17rzINhbufTZ27jNws+gxftRjdpC6vKyuqdUvi5VamwJufOxvc28++15uV3I0HdzF96VRmKuUtCet1ASpNuwBNgB9ANTfU7X28LffhfCUCW1KqCIq0J+Fm6kqV2sfQXsL637DaLH/lgNsFt9+9BrBtLciyqhwOnIlSV+ugFtSfTS22OF1treW1WotZwxNi8DNwqlF4iUJVkJspQBSAdDYgDWx102G8V77oG9XGUhqvS5UVhiatphWQLivIuU3STcgE3sLA2IBA12beF2fsvPgVTC+JoUJhfiQ71tOJte3Ta1ram4NjawtrFY8pOInt18LBEpqfRsb4YfclQnVJ59N1J4p6sltFpNinVBJt527vvcpgPdLKr0+l1l7kmH2EJpbqZRadZXnt2cADirAHrBOp17bf0uJu0xRXv6eifZ6qMrT99gXXDkKOnUkABJKtbgJIPkbW2X/tJVGs7uZ9FgUuIw/S5S0LanqYzMOa6IzpJAUb9gQbWuBcjZqTC+Bu95DGVSdiy3HEUie7HjykNFCpCEkjMFAlNyBZSCLAg+ViTvENB5qLEqlBlseNLudKClKVCxBFgcugsbaHzGyzw9voxbg2KxPgYN5Ja0pdqUWQviwpTR7m5SSTbULAuD3BHf7xHvT5ppyqYNiLhVT9OqjOupzKubBUcZilYJ1AubjNY3sNq/wA0vNWRsIfbKg8+0ywxVOV4TvCWU8ZI1BB0sQb20uL9jtnvE+7/AHaSqNPi4ywnFoNeQpfHqNN+EmQvyckR0qHxDpZxsgq76dtircPvoxHK4DVeicB/NkdaU10q1t0qNiFeZSQRaxzXuDy9sKXu+qlGg1SBL4Ne4vA4GqeNcglK0diR3BBBubg99rbA/BgiJk+k0nGUWqT2sOYhmohMOutda1utOJBuLJN0m5GgsdLaeQvMGY6qkDEfIT8MRULQtSudjpKEq1tYjUgjpOhI0Og02N8DzoGF6Nys+Ixkfyq4615UpWbk3UbgDXuTpa3bXYS3gbyKXRmnIsWnIRNXlWt3N0OJVqF5hcEGxspJIuDc3FhUVLVzLAbYZ4lVhyqVmBiOeywwhiUnizc5T4e4cy3BT9SLjXUajbSm9ibXoG6BufhKnU6ovsRUSGmHXQlEiykkIS5qlJN9FEgA9z32xxgfETvIcLEcRhDE1GR9Ckhaeq1jYG1j5KBB1vci22zsEttV7BrmHIrK+VlMLaR8vSpvLodBrfvYa/t2Va0P6nBt/KzPy8f4oxbhd+l1TAVRp059rwupC8qgDolQ0WBa9gQR6EgXzhQd4VUwvz9BxRElclUVKzKhXQ7FXrZYTbrtoFJJItcj0OrpFUiwIrkWezKWiKhbrqVxcrtPVa+chIGdGmtrEX9CNkxXMAYSxbi19p2rIfi1FGbhJUpCm1AkhZSQbC2UZhbsRbQna4MsZpD2TanAxRuql0F2rMVHgKX1/NoBZZHdJBsRrpbuLbFlentV7lIEV5hEqFlQtCOrKoaWtcG17XHf/PZaezxRKXulqjdLivLfYlJU1md8Tib3zK0ve97a2PawFtiLeVhaBRseLrMDoXV/i5dULbWLXKbXFvUkg/QgG3LWLPFpQNGFTaFQcRxW2uCiLVEfIlWVWb9dn1B809wb6bXgxJiPAbTcXEcRdRpfh5ppr4rP1UPnHqdCPrpslcPb2oFGxvAoM/Ivj9CuycydOtPlmH42P1uL6vgxKNiigt/GRNivoyZ/m9PLsf3jbzOopbp9x7XEOTuHM+6dU/fNBblUZ5C+Oj4TviSr+PMHt5jZbe0Zu+xRjfdVLi4XpzEqvRWlOxWmsqXVK+YICrBQIv03BJtY32razR94O5aqOV7C7q6vh59auYiq6kpVfTMkC6VWuAodza/psx8F7zcEbxoHK8ZEWb4lwn1ZHUqHmk6ZrfrA+XYagaWj6mj4SzgwZTHIiH3GSZTWA4EWezwJSEJS60totKSsCygUnVJB7pOo7bFmJ5sqBFfiwInHW+lWRSLLyryaXT3P5X7du2zIxng+BwvfMVr46Mqnf1nEjzV5kgeewZVKFRp9GcntZ4r6EqdQ60vpzD1F7G9vKx9NtfcrSQYjKHKnympbVZZRx2HVoVlXmSr87A6+YIvf9gFKxUJ9Laf4VOYmo6vu67J9dLqFh3/f5bW8SdPaxQ+07EX15s/+IX8ja9+x0Nr99vjedW6DQaXzUpnrbR1NZx+Wh11+ummy59xiLGHvIaxbS5+EnZc2FTpTCpDTEprqbUgEcPN5DNlslJsT2BsdstzZXxea/t0JyrdT4u3n6j8R+zbVeA8ENYyo2JXaNQ5S0cJcr4DWd1lXDGoIGcAEAkXINzfTbI1fjyqXK4UrjsLX/tWsqv3gG21ki+oEHMTVbn/hfP8APk+a3nby/H67XGGq7zVLcgT/ANOhPQrwqUn0PqRtyaoEBp3iyms63/n+T62H+o20l7DHsW1P2i8ULxPi1mVTt21ClKTPlIdKF1Z1OvIx16KAA/SuggoHSkhZzNkip8Yyv5OT2TPtbiJj2m95bSIuDcLurm0HnLIRUJjJJMw3sBHYIKgo6KcSCCA2SpH+357SzvtD76femHHlowvhdKqdQf1nEBWZySRYEF5YSrKSbNts3AVmAePtxe2RT8bQf/RedwTrFP3e0hCIEyXTkBDNUS1ZKWGAmwTBbsALWD9rj4IBfxfHo7rrvCddz8fx5+pX46jW58j+3bpAG7mXGG8XRcR0ttqf8OaxlSv+96Ef8Nt+7hPZd9mDG+73BmLcUb+JUWt16kQptRoKa9TGuXlONJU7Gyqa4ySlZKSknOMtjrfbIuGfZH3tO7r5e+6jYOYfwaxFlTXaoxUY2ZLUVa237sZ+LmQtlYICSSUmw1FxOgtxYrX3/rYzdf8AhPnt0556je1icY7g/Z4+wm4fd6tnBy4q49XrMWVxXoMdz9I4pOriuJmOeQSrKCSbaKT5VV+l+5p8eqO9fHzId/z8vz29R/5Ois1XEe7TF+77EUx6rUGlyGGoDUpXFSzHktKDkZJNzwunMEkkDiKAsLAeau9lEXDlZrWF4vx4VOqkqAw74lcJpxSUque/SBr6+e0ESggoeE618KWjIvLl/vdxb8Rt6WfyauEKFuz9nnGftA14oefqMievj5cqmaZTQpBaB+rzchRNhfpuOkbeVDDjtLa5p2Wt9C/0rSk+ptdPp63/AH7erXsjRXd4v8mDiHCVBeW5UH6Vi6l9HjS+49KUgf4ih5BH4jadsu/qYP3ge0Rvk3x4ynYyxHjevRVynVKjw4c91pmnpJJS00lBCUpQDlCgApWXMSSSdvQP+TC387y95+HMbbud49bfry8Brpq6bV5jpclvRZgkgNPLOruQxCQ4olRDliTlBPlzh2rxXaW27wX0IWnOl1N8qknXUeXfuNPXb0F/khJLMus74nW8+fl8N5lHwqTmqlred73vqR2tt05gNsxlJwS7vQ9qCrbvoDuR/EuP5tJW6myVsoXUHA46m4IzNt51i4N8uo29APb83i449n7dVgjcP7OmGa9T4s6Mth+Vh+nPOrg02OEISwlbKSppbqlElYsopaXYgqzDGm6GbBo38oHQqzU3UMxf50KjHUp2ycq3npLLf0N3HEJHncgEX2317cftp7wPZMxHhCDQd2VOxFSMURZCuclSnWSzIYUnM30pIN0LQoDQ6KOoBtAlT8Tz03d7wfaW3N43o28qgxN5MrkpTT9Rpa4E91ipRc44zDjaklBKkXAUoBSVWIIsdtR/yue76AaFu+350HPFqD8pWHJ7rScqpEVxlyTH4hGpLamnQm5sOMoeY2CJn8stvPgzhFe3GYbyL8C/ez/+WTYA9pL27cUe1JuvYwRWd31LorDFRaqKZEOa46tLqG1pyHNYWs6Tca6Dtc7TJ+6Z0wnWao1Kciz5b76MnTxV5v2Hvsf7rcS0bCW9XC+PMUYZXXqRQaiipP07OEc0psKUyMygUjK7wXCCCCEEEWN9lhRy01Pb4r3j6NtC+zRuji75N8mGt3UrOxS6i66/VHWl5VphsNKcWEnuCvKGwoapLgV5W2Uf7pYwl9qX2xN6ntQYopuF91VIxjS6DS4qVyqJRkPyn3pClLvIkcqnMtvJlShChlBC1akpKDT+Tzn+0bu/9oalYTruHt6H2HxPFmMVFqvUeotwIL7cdb7MlK5LYQySpstdJGYupBBsmzp9p/2sf/RR6pE3D+znuzw3Tn4UBqfIkSopVFb4pUQ2llpaFrcKRmU64vutOiyVFIZ7J/t4e0Xvf9oLB+7XHrOF/ctdVNRKTApy2HUcGC++nKVOHTO0kHvpcedwyp/lg4if5TnCFMw57VFdrFHaQwurUGBW5iE9OeQEuMqUfLVEdB9bgnW+2w8Q1ud7Df8AJ50mTh1ltGLnqbCaW+uyj75n5VSZBzA5+CC6pKSLEMoToO2Sf5V6vyqN7Ui2m4qH2V4IgXSr5VKemD99gNtL/wApc47jL2I8IbwMLvh+lxapRaypaNUPQ5UR2Og6HwlUto+etu+xJ0854W+/e/FqjmMpW83GXvTi80iY1W5PHSvNmGpUcwv8h6SOnLbTb08RvexHv4/kt8V7zsWhn3xUcEYhjTHWkZEvLirkxuNlGiSsMhZSNAVEDQDbyYjwJTsX4UtHAX8rqc3DVbuO3566jy29NNzbfC/kf8UNfqYXxoP2VCobQZLzPv8AJh7nqDvU35OYoxHT2JsXd5AaqzTTqMyFT33FIirIvY8MNvrAINlpbUCCNrL28fakx5jvfvVt1OF8TzaXhTC8r3dwIExTHNSEDK+68UEZ7O520oVcJDWYC6jYj/kYqvGaxrvYoMl5HOv0ujSWkZupTTTspKz+ALyPL5h9Nst7+6e7gj2pd5tBrzKxKYxbVJnnm4UqSuU2R63akIP1vptEj+aPb2P/AGgt6G5vfbh7DlZxjV63grFFRj0mfCmSHJCGVSSGmJLIUTwVtvKbLmWyVNlwlJISUsT+UW3UUfd/vjpO8ahQ+BGx/FfVUmmk5Ue8YxbSp76KdbdauOxLSlalRJzzuhXFxbvGwZRqC7x5U3ENOYaaT403kt3XbvZKbqKuwCSToCRrr+VprzbVK3c4cjf1556ozv8A0m2gR0a+mYrNvXIr026dMFVfF8DkHIEVpb7+fJkynp+pPkNhtWGp9Z4fxsjHStX637fTa+pVNaaa4vzry5/8W14ktNNbdLyph4cixYvxWs+3on/J0YWwxu09n7GHtA1RpCnKi/PWuRkyqbp1OzILST9Xm5Cj6nKDewt5/S3uK1t6EezVT5O8D+TTxRg6jZ/ej9LxbS8rXj463pSm7W+ZSHWlD/ENqfzSp9Tz+3he0Dvk3yYtqWMq9vCr0Vb8hS48WHUXmmIKLkpaYSghKUpByhQAUq2Ykkk7ehv8mPvt3jby8G4swTvBxC/Xvsa7T/dtUmOl2Y5Hkpf+C8s3LnDMe6XFEqIXY3ygnyapVY5Dhuu9bEpGfOn6+f8Ax29L/wCSUciu/wA6jsR7iZ/cWb9ZP9e7j+LjaROI8Z521PBVU3te2FUN1cB59v7T7w5tMW61bOy0upOh50X0uhrMrzJy9j229Kf5QjeNj3cHumwbuD9mrDNep7E2Gtl+Vh6A8tyDTY4Q2hhDjKSplbqlElwWXZpdiCrMMLbiajAo38pNSqnVHUMMHefVIudR04j0mS02PzccQkfUj129GPbu9tzeD7IWIcKRKFuzpOIqRiiHIWmVNmOsKbksLSFtdCSDdDjZF9fF5Da0qZ5obl95XtVbnN4tK3jUynb0JTcKY07UqW/BqLsepRcw4rK0LSUEqRmCVHVKspBBF9tsfys2B6W1S93W/OlxENypU37NVF3IEqejusuSYxWe921NvBNzb4yh3IIW3/vaPep/9wHDf/z5f/8AWNdlH7Tn8oHjf2s917eA6zuyotBYhVRqpIlQai487xW0LQG1JWkAAhwkm9xYC2p2gjcMSIo33Hf8f9/+7tUPt8XYaouNXf6rK/SfMhfzft2Loz8We1xYvWj5kfMn6H/jtmX1Mn9JziVbkDhf2P8Avbegn8nV7NlOwRS3/bL30vM0Wi0mBIlYcTMshDcctkPVRzMLgFsqSyB3StS9c6DsJew/7HsXe87/ADv72WURt2dFWt9qLMshFbdaJK85NhyTZBzk6OEZCcgcContxe1vK3+VT+bTdpM5bAFIdT4bo96PIPS8oC1mkkXaQRbs4RfIEXoq2/qH+wlPtiC9rzff/wCjI7361vBlROBCQhECkML8ceEyV8FJPkslbjqhrZby0gkAHbedISGv5HBY/wDiBk/vfWdvLmr0iVAaca60beom6oO49/kgqlR6O05Kmw8G1yCWmkZlqdiSJByhI1JKUCwtc3Hrs5W+/wByQd08g20/o9vWz+Rnf4u7TeST/wDBFE/9QkbeTsBnitN8Lr29bP5H+kOYd3G7xcTz2lsRH8T2S6vspDEFhS1D1ALhFx5gjuDtZJWueYW9aoxZWN67Fd6Foq8xrL8uUOm2w7C/RcLo6P8Aycu1xKq8XGUqXVKpTkZ6i6qV4v0anOohKtDoSdfO3bbZPsCew/S95P8A6/TfS0hjdhRCuVCi1GyGq0tnVTrxVYck3lOYmwdIKTdAUF9IevdGN/J0+zRRt2lAke2tvudRQaXT6W/Kw61N6Ex4amyHKm4CLgrbKkMp7lDilWJWi2OPaq34172kd9NZ3l+7lsQl5IVLhu5VKiwGbhlolNuu6luq1VZx5YCikJOzd9vn23p+/wAxE5u53fS1wt3VEkJ4CU3QqrPoOkp0aWbB/QtEdIs6sZyhLOZcI4cnu/FldEXx5P734/xfacy1ePtE2Z/Jd75d1e46r49lb2cTrw7KxOzS2KdzUN1bOSMZBcu82kpRcvoASvKTlJFx2eNT/lNPZ+3c1SdRt3242a/S+adddlRURoSpjq1FS3g3lJUpaiVEuKSslV1AEnbG1B9nvfbjLdpP3l7vt3D1ewvTkSuamMVKCjh8sCp74Lr6HlFKRcBKCVaWBuNs3v4valSm3WuhGdP/AJP7NNoyYfAnsVjbdT7PP8oluSl7y91dPi0XGrCFtRalyqI8+HPbTnEGopRcOtnOO5UMrgcbVqCfI12n1T3XUotZiZJsJ12PKiu+OO+glKhf1CgUn6jb0+/kpo89qVvFLTq10h6LRnUJ+RMi8q5Hlcoy3t5AbYL3umB/P7vfgQGf6OfxbW1p+XvOeuR5ZSb2+lje21sSoiJgRnZ8rleEv+4v/n/A2nzaG7Rnfi9fE/8AJ/6/Q7SaGjlXXHYr3Whak9X62osofj9ducya7Pd4TvgR/wCSn8NrYlLDtnol/Iqo4WIt74/+E6D/AO3J+2L/AGkEtf8Aoxm9H/076v8A+pbu21/5GFPDxPvfH/whQf8A25P2xV7Rrf8A78jvR/8ATwq//qW7tIEE54EXqYnNbP72PfZ93Lb7cUYoo++7eu9giLSIEWRTn2qlDhqmLcccDiLykLC8qUpNkgEZrm4I2Xm6nc7vG33YscwLuvw6it11uA7UVxVTGIv3dtbaFqC31ITop1Gl7kG4BsbUG9Pd7jfdVjGdu53l4eXRcQ0jhceKqQ0/w0uNJcQUutKUhQKFjVKiAbpNiCBzyiGex3s4+yP7Pvs/U+pbytwR/nMxW3DdjwqjPxBGe8Xdlp1lAYj5rAFYRmtoSQSD5Qe09i7ehvP38YoxFvookmg4oYlcrKpL6SPdqEIAZjIBJHCDeVSVJJS4XFOi/FJMr2NMcYt3X+0ju9rODatKi+98S02iVGK06pLVQiy5KI7rTqAQlyyXVKRmBCVpQoC4G2sf5YPClFp+9TdtjGAzw6pXqJUYE9SFH4zUR5gxyR2uDLeGa1yLAkhIAE3kOIXO4cTLO7D2nt++5zBNW3f7ut4M2kUKqKW67D4TToZdWLOKYcWkrZKwBfIQL3ULKJUUnMDsqLL4v6daFo6elOo0H+m1zLVPi/outG0ejUKvYoxRScJYcic1VK9Pj06BF4qGuNKkOpbZbzLIQjMtSU5lEJF7kgXIp5Qk9dMYfygvsU0vdXhqqNlvH83D3A93UT3TkkwZDbJY46ky0oSxZC1pCxdRC1BAUCdq/dV/KXezpv8AcSMbqt4O61+gxa86mnMO1dqNNprzqyEoZe0BRnJyglBRcgEi428xN8/s+739wVUplL3yYDXhqVW2nZEBCp8SYmQhspSshUZ1xIIKk3SSD1A9tdlu9KEWNLDegcaX+22mxAZOJuP+UU9jvC/s64spW8Ld80uFgnFz7sb3X4kUupJSXOEyTchlxCVqSknoLa0g5SlKcZzV/wBlFe29a/5UF5wew1h52vf+dddUoa/i+PmQwsu/W+ULvt47R5M9134W1pIfaJ6Z/wAi+281ize5zP6T3bQ//J4s3bKntHu8L2kd5v8A6dVU/wDUpzbV38jIHftZvY43j910P/29O2yF7Tjn/vyO9H/066p/6kubVPqK3ncmYMwcXVmg1mBiig1aVT6vS32pkCYwqzsd9shSFpJuNCBoQQRcEEEglG+L2k97W/iVTZW9DFnvddIQpMVCI7bCGc2UqKUNpCbqKUlSiCTlAuAAAsS07tyUzsLyi43bYR8BqVA59rIvJ4v7u15uu3fY83yY3pu7nd9RPeNbqisrSVXQxHaFs8l9YB4bLYN1KsTqlIClqSk1O7miYjxRiiDgjC9DlVeqV11MOHToqMzsh1VzYXISAACVKUQlKUqUopSkkem9Ni7qv5MHcYZU7kcSb3cYtHP3+9Oo+QGwW3AjlQBNgXFEaZ3EpFkEKlefch+0rjPA/sQey/A9mDdzVVv4or0B1MyVql8MPrPOTnCkjhuPKLjbSQRl1KQUskbeXD8zhcTheNatr7eXvLxZvPxRUsY4yqz1Qq9UkKfffd+ZR0Fh2SkJASlI0SlKUjQaiLCXdrNj1JsOZ0kS5Upr4vgRt6j+yZSoHsZ+wriH2jsSRGPtPjSKisxWn+guIcHCpETNYkJWXA6dDl5hZtptg72YNx0r2h9+WF92DrK/dcqQqfXlIunh0qOQqRqCCkruhhKgbhT6COx21n/Kw76Y1TxHh72ecOy0Ip2HEIqVZaYUMiZbjRTHYISrpLcdRWUEWtKZUO23AS1Y+Z5+SqrPr9al16sy1zZVRkLlPvqslbzq1la3VWAGZaypRsALqOm3WbM+E3ws+3UtQGmuE07xP/QtquZxWmnNqGVxujOovClO81wc6P7juVXr3Fjb8RtIntYN5r4tRWwtautHizftGv7dhF2outNNtQJaF5//ACv9NqtUWqO/euCvP/HrtcmaIhlOhQGvi0urIWj5ukZtPp/w2hVCoOxWuLFZ46/m6P8APvtYYXwo1XovvSVh6o5EfpXaW6On8UKOh9O/4bF1BoOA+K21FxC/NyKTxYsxpDUhKv8AEDlV+QHlp5kfc2wuzdA+iY3lSpTfCiLRUUZf0SSlKk+lv+e2id2+K6pS2nPekR+Kh/q6+lPYXv6G/wC/T02AqzhfCTTUefheh1Hms3jQjN0+fbz7evbt57NSnYX+0eEm+fq3KysieFzDWTKq3ZXa17/iD+OwdRZuGItqKNwxP7GGJaNWWviy/wDClCsqkq9QQbg6dxtRLxhAgcN2L96c8GbxL/D1O3yzuaalO8KfLyP+DJzA4Sv8OYa38tfy8tuit3X2c+K1Q25S4qPkdRny+uVRBV+Kb+Y02mkbVxGNJQtKYkHFVfrNUa5B2nzYLC8vxeEVJ19cuoH5flpsKsGVS+JzUvj5OnioXmUruPARqPwuTcgjtc/iY6lVlpyjNMxYS2PA066tP0OiknKdPMjTtfXamk4blYjlcWL/AEdOYyrdaWnioc763BvrbzvoP2HAjGd0l4dwxQapAcqnFYWh/LxcjWReXseki/lY6A/htxk07kKzEdo1RfcQ+71ZVnK2keRv2/Owv699iOgt8rA5WfT6dKXl4SnY+dDravUHW1/Qix9TsMTJsp2qPwGqeuajP40XS7kHkCnz/EEdtpzJxNOU3C0+vUFt1qocB/InLISvKpWnY2sPp5aft2Wlc3X4jpeI22qpLYlRX1qWhbqMyFJ/y09TY66fSNhzEOLcL4XclYXZm8dGXNS57C82Ttonun8RcfTXaswnjXEdZlS58+rdH9rTVOjOn1yNrsr63FrjXtbaN+2dshtU6VWd19L96UGk88xnV0NLKlNqtfW9yR6AE/Ty2/oWNJ+I8OOSsR4TQia+j4TrV0qT5i6T1BX0F/Ia7T8L44dntOcrnlI/893UFSsw8k/l+O1XWN5VearLdLgURC4T/wCnz3SplQ7BIKdTqbi+nbW2lQd0nbthz7LOPqzxalS8R0ngfeFcgp3x5O4uTYgn9XW302P95Mvn/v8APeXFYY8amLKWn+9bvpshG8eUGs8ejVSJVKRXqd1tZGilLiO41RcLQDob2I0OmtiOBTMZV6K3KaiTX1o68i1lWa2thYEkH1Pl5bROnairn1SqP+62YVRRnTnW0tCFqT2z5TZOY+fa59e+xjV5GHKDF/7b4ChTYT/glIihEhvta5F7n0IPpsPTa3PqkVv3NTmKDXoTvC48hIUhKReyV5VZtbdiAbHUabFcpuqYtwlwq9RGJS0JSuR7rfzZlD52gbLPrlAJ8rHa86LGrVLC+N6oxS6XEQjlcyEOup4TvbQKv3H4EHa7ZwFFo0B92l8qha8qloU6UoUo9yCokAkn1AJ+p2mzcDYclQGJ/wB6fQxm61IHFj+osRmSR5i+nmNqqrUesxYrbXvxbkLL93dW0VZkg3AUQdT+J1t9NunbpUR8Gyqo0570dRTn0LVkWpQ+H+JsQoeY109du1K3U4olSv6ZqyFwvk4XVmT6g6/u/btZKq+752jPxZ8thuUwhWbl3SlWa3fKbEgdynUfXZBVn2gazhyfytBzriozIV1Zc2ne19O3l+OwyZVy01fhbEmF8Bz24tUyZHOhbqflubaj011OzQr+CaDiiA3VKM8iVnTxWuE6E9x4kKuB+Vx+O3mujflVKzWf6eiL5Veb4ufqT6m1tfW1j5/jsyMF+1pXt2krhOtLq+Hlr6ouYZ09/iMquU5vVJNj6jaoMWdYb72dzO8bn36pQaHUej+1Q1nzJv8AMkG97G50I+u1Tut3GcWV70r1Wir4C864UjqTl7qvm1J1PaxGuh77G0j20KXiOB/2SrcKUhaP0UhXCkNq8wUKsoEeouPrshMQ7za9Xq8+7xlsPrXnR/4nn38Nza1idfptxMoBNX1bA27SVRufwvT8k1GVpTHFcT1+WW5IPn5HtqDsla1Ii4cxRE4WHkRX0KUnOhAQpxIIuSpFrEWNrgX9B22AN0jWMsZYtcntVuVTn/1HVLRxLAm1j3t2FwRqew0NjjOXiNrG7EXEdRfi+7kZ2ltIUpTl75ioJOY/st3Nhfaq/dCJjdNTYDS7ihrn3Zbj8JGX+1DvDVYaKGova3fXag3pUeVVOJAoLSFrR1Zs+VH+8RqkHt20vsrd3G9F2jVThQGoU3ncyeKwoJU4oX8SRoojQHzGzUoGIqW7P5qVTke9Fr8DUr9J5WKDZVxcaajUbME+Ma+YIUGNVIE9xqqYYmwqo4j9KiUHWpVuxSvquPQG/e312PaZh5qstcWfh6rsOL/S5enN+KE3Qe2pAFz+B2a271jC+I4vFaonJPoWrioXZSkqsL+V/LTuD+W31iabPoLvCa5V9hebJ3QtP7ND/wBNs19VtbEMBugfhLdRheqSuK1E47HgdakWV+wfsv8AwNmzRMFbvsJRfurMVjIjwaf5nUgeQPbZI4q3rT8JReLKq0KKj9d3pUnTzI9fK477Zdx/7R8rFDr+HMJVGVVKiv5E9aW1/U6AC/e/l+I2mux7fQgXHlNS7+PaYwbghpylxaswwv51pWOlIt9bDvodknhf2h5WPIrlLoNWWjiLVyr605FpUTcZVEhKxooWvmt56bKvDG6BqVKYr2LaiuVV1u/1VK87CvTpULk+vcaeuuzPgbn3XeJFqmGGItLfQnK0hZYfzdxZQI4VjbTQ6+uzf0/5MrONe3f7xnf6ZaqEp+aiQlTuTqSpN9bnQA2GgXY28j22g4+odLqnIRaznfivrTzTSGCh1vUEr7WIvYixvaxAPcX2LcU7xsByomHHaTUURVpU1An1JoqSpJ7tF9P6a3kkgm2unYUOH6RvQr2KOLVKjwIS1JRkWpD7SrEfKSQANdO9rEA7GG2oYlSZFoG4qlyp7bWF3aoiEjrRxWgpOpPh1vcX7k6dXqRtrvdLuqgYSoLE+fVlypSGk5uL09h59gT6m2vqdLDNAhxcONNuymkLfRl60Jypc/DQDX0tcee1BvY36wIFLcgUZ5bD+VXQ0sKy9xqk+R9Rp9Rpt2+VI3Sd7QO8/wB10tyLS6twFsIUrhafEt5WP/A+ltvOfe1vHxHjesuQJ/RCYXlStriJS5qQSQdAoXtYGwANjqdnKKr/ADlyn4teefYWjP8AdZWdpL2Ughac11XP0uCdQfMxMQbsuQoPNNYTfQww7/WkfFTlFtTluNSO51uB3JI25PIy2InN08CLAxQw1WaS4+w/1odaQcmX1WO2g9bG9htuXd9u8i1l2I61SWGISPkU0E5reg9P3EfnsocAYHw5S2mJXzvpzu/C+UnsdNB+z8ttSbsae0605A+Gv5ml5unXSw8x56D12M/iJG2V0pWF4s+XhJpqKwuUnrQ60FNOedlDt3sexHf02XeHGpWHGqthLGWE0Ylw1K4q5FLlNBeVFyfhp8JsDoUkGwFrEbMrEmCIruMuf8D62siurq0vqL/kb+o/HbOe9iHiil4jcnxajKYm0heZKGphRxkWVfM2ejT6i5tfXQbUFhEpL9vDTu76lv1TAbM3EOBn5GdqBI4cqRR1qJugodsVs3J0CkqTa1lEjYUdw7hKqf0pFwQinVGLmf4UCaWlJUQSotsu5kpJBAORVr9wLauzCEqfWaC3jKlxGH+PHSqQlPSmUiw1Unw5tbZh3tqO1gzeju/wQ7AYxk1zUVCFL5d2O6tPLukatlNrWIBFiCPMW7lhPOW+2L/dTvTwbFxa5S59WqiMjqeFzUDLw1XObiKRcZwekqKQNP2v1zdtQd6GI22pTy4r/Lq4S46hlUodlAapUfMggjve+u2c8E4HoMXHjGN/fkV+E/lantOu9aVeELVcEG/mCbg63OttX1CPVIEVt3CTWer0RKZ8DhWzTI4PUz5JUSjQa+h17bEHiZQmYq9pGkY83c1mfhLm15EdHFQ0WkOMK8LltQBplNjoRcWuBsKbtcKtReBKrMR+qMP5kutO+JtdweknUa9WmhJ7HQj00xvu4oO/PBtJxvS4jC5qIvFS0q7SnGlAZmwoAlKh3TcEXABA2yfJ3fSqDiNyjOusP055auFIdQEutrBBAJTdJcCjY+R17aDYGusxSce4ta52YigxvhqsxcUU2LhLJwGH0qdhyrpzIuSLXHbT1BFrg67a73cz8btT6S77plRWJUd9qVlR8BSzkKLi9k2INlaG6gCdlvIw5Ki1mI1WaiiUth1PC6QrLm18fkPVJv6+mzblb9IGEqNEi0bDy6o/0NZELCFp6st1X0KQLajy9ToUdOmEAjFK7K4rt4MHFFLx5UpVUwnUYXAnrTHqXCdQl5pXUkJcT0kjPlCbm4B0Go2m0uiz4EB+qO4Tf5XNxVKRF/Qq7l0iw6h3Ogvroe2zbxRvMw5S2omKHa3yqJUVPNR5DuZpldyM6kHUAi1iLXGuptslt4vtYUaLP+znvaLFYfTnafiupfQ9e48Xa9wQU6EeYPmxJLw0ptdpbUDn4EuLNQjqQtP9mkeR+Yed7gEW8+2xjVFfzoYIptUaZWw+jI6lSepKVAG4BAuAe3YEj8QRnbdBi/C9exHUqX/iWtTqQlKrjQ21sb3sfPU97bPvcDLpfCru77m30LirU6w078qCLjIoDsdCB5WA00B4MyniVT3Mk7w6LVMG71W8Rz4lR93dKVrX1tKWDqQrug+EHyIAsCbAay9n7fB8X7q8t+nP5FKTrl7HVPlcW1A+uwVvmoHvmjVbDlUdyTX2ltNP+HiJ8gq4KVC/ewva/a+2cdx1arO77FHuvEbvKof/AF3TlUoKAF8qrHvpqT21FtVNZV3lyfcbT1iesyG4tei81FeQtiUjxpspLiT6jsoH0/y2T+PdxMB11yfhd73RVM3FaQj+ruL79J1U2r07jysdqfA29D3C0xwpbi4T+XmI+brZv/aIve49Qe4uR9XeiptVmA3K4TE2LKRmQtrwqT9RqP2beetozwYJ91Ridwnvkr2HHW8Ob0KGteT4S32LZ0p1F1JJsrt3BFxrYk7fm8TEMWl0v3pheWiVSJqc/Q0c8dRtYLQbKSn66D8Lal2NqDAlNN++Yi34Xh5rJmfi+hPfOgfXUep2X2NMCYjdpbcWl1BD8XpdafaV4kaWsoXIT+He9jpsWrWX6QYPIko6McxEVel0ugtN4jgVb4a+t2Ku6VNrNybZtSDqRqbfXTZW13E7W8Z1+BPiLyRV52pHC62V6gG3cgfS+hNxa937XcNSmoD8Cs0n4+RS0ISgJQ538tRqPQAeVh3CXxBSmoHDnwKItGR3K7n6sqfNCiLgaCwBta1gRfXW0utTVrke/wARoCC6t72I92lLc5XCa2F8J1pqqUtRaSlKkKB4yT0jTzGXUgG+h2Q7uMGsWxeVrPWhH+1ayrZUBe4Ivax7EEj67a7rlIpcrBEt13JnXFXmQtGbqyH9ttL+Wtr7Yhp3CgVRtpplHA/j09f4ts+kV1IjE3YbuqDvP3oYTwRWcV+5aRV6oxFqM9pbaVNxdVLIUvoSohOUKOgKgbKtY+uu8LAm6rEe5ZvcRu/3z0jdzhtEVMBfuSZDU8YY8TALiiAlzXiGxUsFQJ6lX8VqpFgOu8Xi8B/qStTScqlegV5KHoCPz2gRIM+fxGpVP4//AIqF+L8tdixMhjPRdr+TO9nlt0u/+jX1Fa1+JXMUr/1jYN3zew9uX3TbsK7vBwx7Qb+J6pS0NLj0512ApL2Z1CFCzICzZKirS/bXS+2JYmGoEX+qy/nyKYdR4f4O31Jwo1S+JPgePqz8J0pzflpt0nB/M3N7E/tf7ud3+G6nuC358rCwbV3ZC6bVJDWaEymVfmYczT4ba1qWsOqGUlxxKymySo+V/Jo7p6y65Wd2ntBLbwvKzOstOtR6lwWFahDclLqM6ADZKlhSrAFSlm5PnGzHqlU+9e7sj6EdakKzIcSfIo9PW37Nqem4aoM+suQJ9EhMZ/B0pyqV6XOoO0ZkbPxPU3FG/T2c/YV3OTt025vGLGK8arSvMpMpuY+mYptI5ma40AhvKnKUMgAkBICQMyx5g1Sq1SfxHZXx+aWp1KldSlLPr+sfXsbntt+1bd81RnW5UV3PFRl6M36H8PQfXtt+vwHeF+l6MqVJ/wCfnf667dmSBtgxS+FzTkWVx20L/slI8KvO3p9PLS+2wv5Or2sMOezpiitYIx3UVsYDxXKbkKmLR00WohIb4rgAuWXEJQhahfIW0KICStScxttcXh81kWtCuhfhV52H/O49Nu71H+LxXciP1s3T+fp+NtPoNpkkbp6Y4s/k79xuPK9O3lbtN+XuTDtedVUXYcflZ8BviHOsxXc6S22okqCVFYTeycqQEhn+yvVPZN3QDEO5zdDjynVCVSCxPxBXpk1nLUpbhcasJAytOKbDBSptkBDdwLZlK28aRhGltT9aeyjP1IVwgpKl973tcH07Ha5h0Nri8X4iFo6FOrutKk/5j62/L0PSmxpfbw5H/r2sb1Tm1xX2MVVGZCmx1DM3aYtxh5B1FwcqkqAIvY67ehuEt+fs2+3xuhhbnd/eIKfh7HcbhOoVzCIS1T20KHO01x26FXGfMwcxSFKSpKkkKV5n1uM601xWnloWhP6VHX/zI2BWn+f48WsxGFrR4VpRmVl/A+ID0AuPrtYCSRPTNz+Sc3NUqqN4n3l+0a45heH8R1pMeLTi60NSFyVuLSkEdylA01BB1CM9sveD7LWI6zh7Bvs34Tp0VjCkVNOdrMBKmmqkwkWQ0kH9OlGqhIVdayelSkklWTqdHw7biRWmWHkJ6uF0LTf0Pcj6f5bXlMh4cd+K09n6+rq6kqPr+O1SJAElvUpqU191/ToT+v8A5+n47N72Yt9Unc5vaw9jyoRFvrojq2qlFaWM8qA62ppwovoVJCgtIuAVNpBIBJCs5XDjrvxZb0V9H90py/UH0/aPw2FMRUJ1qU3Po2IeOtHhXnKV/kfPz0H1FthmvdLGexm9P2e/Z59taoU3fHg3evytQRATAfkU11p5EhhKypKJMZyy2nWypY7oUAbLCsqQmp3QYI9j72Rt5VKow3hN4k3jYocVTEVKU+057rZLanFA8OzUNtwthN1kuOKKE3IFh5CtYfn1nhu1l7j/AKqnUBX7bjYvpquLF5B1lD+TpyL/AOHYf5HaB48n3I2TTP8AKlQ1VT2maDizDr0KuUir4TjQ+LDlNyEJkMSZBW2sJJA6HWyL2JCiRexGzs9jHf7u6x3uRf8AZH9o/loUVcB2k0uRPf4EWpU1zRMXjC3BfZzBDYJBKUtlCitK7YUo9JdalcX+/wDx+P8A122Hud9kDC3tAbhpdewdvDgrx+xNXxadIumLFQm4RGfSAVpLgs4HwCBmACVWNy7pGIbSP5M7cbg1r3ziP2iajFwjF+Krn+Taf4I1sqWSEHTQqDQJH112cG8Oq7qqn/J37wFbkmAzgenYLr9JpOVDiApETmIy1DidaszjThzq6l3zG5Udse0L+TR9oKViLlpWHqDSGHHUpdqLtUaWylF9VBLQLiyBqElKb2AJHcPf2x8R4E9mD2PYvstYSqvO1qr0tFIUnKnj8otziTJb6UkBCpCi6lIGpW8SAQhVulZ55+zZven+zxvUpW9nDAXKXT87E+BmCeepzlg/HuRYKOVK0E2sttF9Lg+hm8Xcl7KP8ou7Td8m7ne77hxezDRAmcLhqfU2kkpamwXSlaXEEqCXEFN0nutIRbyOoDFUa48rir6MyXUf53Hlr+/ZmYUo1Ln0v7/EYWtaPGtPr377SfGWxunpTux9nL2W/YLqju+PepvhYr2KIkd1qlpkNNNrYu2oL5OE0VuuPrbzJKyVEIKwAgFZOKN/ntBVT2ld6k7eBPp7kKntoTDpMBbuflYiCrhpJF0lwlS1rKSRnWpIUpKEHZH1zCjUCe5FpbXAR0rTwrJT31Fh6akabFtHgtRYv+7n69onYm29yHs/+y/jL2Up28XGWLMmK2Y89cqb72UwulyGysMsiLmCF3SGyApCi5nuDYptjxt112LxfnR0L+ZKvIj8L9iNf8tocCJFlO8Vrx+DOjpVl9L7WaGmmvhbdJkd5HwvhbaH9hf2sqN7PGLKng7eLLWxgjFcht9yo6qTSagEhsPOjU8FxCUpWoeAoQojKVqTnycj4TjX/k7CkobDPudPRbeR/Jmbh96lel7xt3O/h/DdBq7qqiuLEESfCZU4c6jGdK0qbbJJUEqKwnNZNkgJDf8AZQneyRuYZr25Xc5j2DUJVI4E+vV2bPaV7yluFxqwkdLbimxHKShoZGgUjxFW3jXU8O0uVKRJ93soX41u8IZtPPtc/lqNo9bj8Jpt1pnO+jozLRmVr3+uv8dtrZldphFj1XK75Mb1mLLeYlN4tqU2BMYWMzakznFtPIOo0slSVC40Btbv6R4R34+zf/KEbl4m5j2hqtCwxjxjhrSFyG4a3JqEECbTHXboWFJzFTJzFIUpKkqTlWrykfm1SV8J1nJ/fXf09T2+m3ymM1Ja5WpvdC/9qnMhKv8AgPUdu+1pOJ6WwP5JrdBhGX763i+0m+5hSKvmHWkR4tPW40NSFyVOLSkEaFSEA21BSdds/wDtw449lvEdew3hf2c8HU6FFwxD93Sq3TUFpipRwLIaCezyEaqEhYKlE6KKbk5Wj0iBA4nCeisPt+BWUJzJ/wAQGoO3Jx9r9L/5Sk+L9vn+e15AErqvhrkJ/wCm6H/0Tv8Aofr/AJ7OD2Vt3GEt5/tA4J3dbwa2unYaqkqQuqPolCKrhR4j0gNF0kcMOKaS0VAhQCzlINiAOGXZX+BH6Lio6dP8vodNq+eXZTrnFiI4CPkUjxeh/H02E4lbEPtZ7o79t3e7XfRu0iboKNv4p2A8LsIaYkQ8PyoKeYjtABqMc6iEsCwu2kAKskG6bpOa4f8AJrez9Ae4n/o19QWvNnOeRSur8em+3mVQWYEWfxeF4/F/z/i2xPX8KwJ8Dn2mULWx1IX/AHfT+PPauAfiU+5czZXtOeyFuh3Tbr14ywnvnXiuotzGIvJKdhq+EvNmcsz1XFh9PXaB/J/e1hhf2eanXdy296ZyuCsSSxPgVR1orZp8tbaW3kyBrkYdSlBzWyoWlZXoskYqpb3IO/8AmFo16k7XlRmRazAbd+dj+54k/UeVvI9to+0xc2c5E9EK3/JabjMY197Ge7Hfv7owjUXTKTCitRpzcdCurJGk8QJDYv0haV5RbUgAbfXtK+0RuI9mn2c5Hst+zziGLVKi/DdpMx+HK5jk2nyozHXZDZAVMdC1gJQQWy5nISEoQry6mUOmfpGorPX83CCs37tuZT/4rn/l+H8L+W1g4l0tDHEevssbpd3W+jfbhvBO8qtt0/Dcp1+fVPjpj8wlhsu8sXCRw0uKASojqylQBBIUPVz2g92u7Tflu1iboYG/2nYEwoyhpp+BQZUJPNMN2DcdWdRAYTYfDSADYA3Att4aRH/7J3J+unP+sNQfyOo9Nr2BhSBXnW3Z7KF8Nf8AH5bWJjJE9D4n8lp7NEaUiUPaoqK1+LqlUs5vx0Oy+9rD2XN1e4LdL9t8B76PtRUEVFiGqAt2Ir4Swsqc+D13GUfTXW2h2yZWVUujReE0z1o2W0xXNSnHWujP0q6z1J9D9NhkrKHCTbn8nt7ZlG3B12s7ud77S2MD4ylpmoqmQutUubw0tqLqQCTHdbQhKlAXQpAJBSpSkt/Ev8lD7Pu9SsOY83Je0EikYYq6ucRChtRqpFZQvqtHdS4ghux6UqzEDS58vNCBU5UVptr5NrRWI6N8Pn6cxx0f2qWh+/0P1Hf6bW38cSQd3InrfWN5u4L2BtyMvdXuqxYziTGrjS3Ehb7cqUqYtGRMqYWrJbbQlKQloZSQgJSCSpY8s5Sao1PfrztRXKffdUuRzHUtWbuVeqje5INyTfbk1VYE9ph2K7kfY8H+H1H5dxb8trCKriu8WV4F/wDmVf8AD/LawMuBAmrtOtO/C8D/AIFfq66i/mfx12+Wo3Ca2uMQxWmp/wALwf8Aq21eUbFETtPlN9fyQOIsO4cxPvYNexDTqdx4FD4XOym2OJZydfLnIva4va9rj1G2NPaLltO+0PvJlRXkPsP4qqzrTrSgpDiFS3FJUkjQggggjQjXZfzhFd/skLyZsivmTfv+3sdo6m/7XrX/AOa/D/htQmdncMRn+z3vwrvs875MPb2qPE51ulrW1PgBeXnIDqcjzQJ0CrELSToFtpJ0vt6N7zt0Psh/ykvu/ehu+3zjD+MosNuFI4XC5tLQWooamQHileZKs4S4kgEXspaQm3kug8X9E0v/ABbTRQIspriyoiFuf3khW0fdC1oZ6q7pfYs9mX2LsRxN8m97fmxWqpQc7tLam8GIwzIUgp4jcVClvSHgkqCEgkAquEFQSoYv9tH2lnfaW30/aOlxH4uGqJHTTqMxItmS0FKUp5QF8rri1ZiASAlDSTqkk5vU5FpfworKGEfNwunN+NrX/ftCcxBwtuCQoXbPRbcH7MnsjbyvZHqW8/eBjFaMXxWajzs9NbciroshpS+XZ5TOG3DkDSviIUXeJcaFIGA0z6xRZdMrMCWYVWpchqVFfa15eUysLS4m/fKtIIB001vsMqrfxea/t8mTi/Pl/Hvt+wZ7rrvC+Re0MJJnrp9vvZX/AJTXdTQsI7ysTMYK3mUFPGaa5hpiZDlKSlL6ohe6ZMV3IkqQCVAJRmCFJBFRu+/kwfZ+3GYoib0N9G/1mtUjD0hNUYhz0xqXCUWutCpKi4ouISoBRSCkEpANwSk+Vr9JdlNcXlM6EePozZfr+H18tpWHaKXqo3woqEf3kpCf3jaFO6VzxmbG/lHvasge01iylbvt2hffwbhV111MxSShNSmqGRT6UkBSW0IzNtk2Kg46q1ignK9IwJPa4fNZEf4dj2LSYsVr4TSEbdVnhbMAYijWEzYX8k/KoOCca70BXq3BpzEql0XgKmPoYDhS9NzBJWRcgFJNu2YX7jbIftJpgSvaH3kz2qi2tErFFSdadaWFocQqSsgpIuCCNQR3G1ZNVxYvxWv99P8AGmw83Ai8Vzms6/8AzXTsE7Zx+zEN/Z83e4Ix3vtwRhLeXXPd2DavUeBVJSZQj9PBcU01xTbhh15LLJIIUOLoQbEND2/9xG5HcZvAw1S9xtQXytQpzrtXpfvRVQ5F0OJDCwtxa3E8RJcukqIHCSQBmN0NDZi8LlWmehfyr8OU7S3aa1yv9xHhT8qfwHYbdtlVbjGJ6LfyYOAdy+CN0ze+eu4horeOMSPz4K1VGayhdNhMSnGkstIUoFAc4KXVq7rugeFKbTd7vsObpt92PalvFx57X1QlVOqL6kJkUvgR2kk8NhlKgcjTYUQlNzqVKJUta1q8sqzJi8XhNMo2gxYkBp1xp6IhHH6VZP8AXYZfbxiGSz4xPST/AN5c+zd/99fUP/milf8ArO2Kd8+7Gjbpt72KN3+HMTfaCkUV9tqBU18NS5TSmW1kktgIJC1KT06WSL632Va6E1Fdca4OT9X+9tKpjrsV39f5Ov5U/wCm0od0jIb4npl/J2Qt3O43cjjP2i8eVylt1esMvqYhplNqmt0qDnIbSyFFfEeeDigkC6kiP52285d4eO69vL3g4h3gYnd41Ur096e/1Z0pWtRUW0kgHhoFm0XGiEIHltXyozXF5prozqzLyKy5ldr6edvPblILXC+FtDvJLcYlepzabSUNSnfi+DaqdU1K4jTTqELR8q/m/D67RINY5DaoE5BCeOy61+l61ozfu2IqXP4v6Vr5tp6MPT4rvNNREP8A/hKRmSpP4i37jtZowliOe63yFDWhGbJlR4U/gT9fK+11RmmlOrBnwHfelLlvwn+nPwlZc1vUdj+yx2rH57Ts9btUz8da8y16dX+X+Y2OqPu1xu61wpUTgI+fmE5un8j/AMb9thnEmEp9GqnK1RpCP1FNLzJ/bYW+ulvK+w3qK8mWDww3bwJVense664hDiMvRmKFKT5jKqwUfoMw89dnFi+o16gwG4sqI/KYfUpHFYaC0p0+dOirfUDTS+mwjuRww01Fcn8L4fgT/r5afkdhzeRXZ8XFrjUWrTYqEKy5mnVo/HUH9v7DsmUZ3lfveH+Gt5sCgutxcUUOorpy8vVHRmQ2nz6Vg6a3sCO1vXZktUfCWLYHNbvsb06osP8A/dZUpLTrf9wpXa3p3te4NrbZnm1GfKiolO1ZEpDn98JzfjawJ9Ta/rfappjUWBK5qLniylqzeDp/dswBtjJmoYe6SVF4jtewnKY+fioSVtZfqpBUlPfTsPLaY1hZp37hRq5FiymEK+7yFhPT9L629CCB9bX2QFP3048w5K5rDlQqNOfR0Z2nyuK9a/jYXcJ/xAgkkaWA2dO7zfPhLfJKbw5vBw8/hrFcVfFj1amtFDDir91ZLZSb63GoUdSL7HB3CQsqnsP4ogVlx33Gt9HSh11HTmt5XFwr8iRbZp4aj4cxHw4ruE/d1Ui/2uRvw/W1jc21uPz2vplcpdBitwOMw/K/RcVKQrjK8jewP7RtQ1fFruHIvNc38dfzu+HXy/E+W0S064wxL9nJTEV2Iy/nX190ry/4gCdPSxGvcbKrE2E3cWz2/ukVbGfNkdSEu5v/AA1Agp87277XEHFtZn1Tn69g5+VF6skpCA6pn6nTS58gfK/lpEqePWospvmonKoWvpVkClJTew1B7kjz8ztUyRPhjDjUB1igynX6PnSlKFIslSfokm4OnnbTv9dmNhaM7AgN0Gs1H3owwnKxMdir47aR2Dguc6f7wKrjX12rYcjC+KIDHFlzUPrRnSpqEcrl79hcoUPWywfUa7fJp2I4vE5CtsTWEeBC4+RafobHS3ncD6gbSJxhDXBu+d4cWs8qt9fhdYfWjyt0K8SSdOm4B06TbaXTZVZdi8rhLHq2H2Mq0tVJISrJ6oWhIB07i176k6jYXoNIlV6U5FxHhlGdHUiZFdC2lf4kK6gfyI8r7X2IoE+fS3IFLiReaheBpaQleXzyq0I0J0NtdpkS6xfXYFeozcXHjNIqNR4Smmp7TXKvuJOmrjXit31AHrssY0TFuEp/FwviyqRYT+XM07wpjCbdxfUpv3FySRpcW2A3KNVKXVH59LlzWH+KtUiFIdcW0lZ8VmV3CL6nQCxJN9TsZwalijhNynaGtD6PkU1nac9dOxB+nYem0Eky2IV0OoSmq9AqngW+tPOozlLT3lnA1Uk+fcjy+pNt6uJMJNUthrgrRKf8HKtBX55R3HqRbTv67KeVvBadd/oGnopdRY63YrrQXHct9DYoHoUkEad9ir7Q4NxbAb96RGKdUWE9bC0K4ClW0Wy4CSDfz0I+lxtAlCYv8USoE+B9/p8WK+jLlkKilp3INDr2XcW7HvfTZPVGmNOtOOwGedYQv9K00VZU/WwNtPU+WzfxXiuqNSvcMVnmkMdfxV5lfT/FoO5N/wAb7LGqy5TVU5qBnhPufpWtEJV+8JFu9zpbv9II3Sp8oBTy1AaW07E6Misi8gUnN++4v6a+XpsJUQc1VHKDVMjHzR1o6c3+Em4Ov/DY7Rg6qVmvONcWbTkLy548qPlzKNviIUCQpPmSCb6ai2xJUvZ3qlUabagPI46F547vhUlQ8woG/byHft67VxF38YD4cwRxa821FZzrfX4sub6drDv/AJXOz6wZugnynWHapEYWwhXydPSdCPO/5m30Go2v92G6CqYXitz6pw5TiP0vFR1OWA7i5t27+uuznqExp2guT6DEQ4wwjJIaydTP5jQJ/HSx24iD3yA9u/3c0altz2sQrpz6EZmnUpKuGoeRt1AX8wD6212RZVS94OLZcV3EMJb9ORwkSkpOVVlkpPkUqsrUgfiLAnYG37b7MUYcd+zjTyOVlJ6FpSc7a790EKGnkbEix1A0t87inP8AtQxXpT3NMvNZHe+bv5gC49P+RO0hcTq/J41XPZ2lNT258qtsTUdOV2OsZ8tu4spF15bdiL9he99pNexRQcOQHKDP+PVGIq+XW6wVJc0OiyqyvF5d9bC1jZuCj4IqkVyB7uYRnQl1DSmi0pKu+gA/YoA/iNgbGdKwlhyBzTUvPw1Jzx56CtKU5rCylEgp+W2hGh0vtXymlEthHfVvfwRjJvEdBlo5XMnmoSnVuokNX1uF3C127KJB0AuNdtS1He5F3jYciV7BryH1/wDf4Tt48iOod7IcAunzB7EdifOjf3D4XxlQWMUYXaixai+0lb8PjlTTybWLjLibLSfMpIN+1xbZURMfYc3VV73DjfDM1HAdUrixUl34Vz15U2Ubj6G+oOo2F9ItrbjJ7m3iGuIsB0HFv9M4jrb8qVlyLio/QKQSLgpVe6rCwIWm/p2O37A3QNcq3Kw4zB4H6qEHmG7nucxBUNb+Imw0B02sZWO6DjeAxS92lJ94omtZ48qLFKFt+RzCwCVDW4NrEX7AksvcrgzEdLa5rFFDfzozfeuLmd1750nyNrixUPOwudmUTt/bBE5iIiQsR7vp7/NS6c+tCFriv80tpLyfNLwKSlNjoVACw1AOxfhvEdUxvK+/xH+AtOdppa0rY7nRtxtRS4Dr3At6A7PDFW6zd9WZTk+VSWEPv+LrKEKV66EZVepHc99hW0CjRX6XFp8VjItXyJ6vrdNkqsOxAB9ddpMrmCtWxRKi0tygz8lRpb6fiw12kNNpsLFINloI1sbaEabCmEqvFoM/7/SVuUt7+1RfKlX4fh5DXvcC2s/E833W65WYEtCH+pbqF+H6khQuNfMWuP27A1S3iNO8d2A0+w/08dppYShzT9Q3Sf8AFa/qTpZO2l7WyDAlecxg44xxFai8rRns7C8zS0frJIOqbHTTvcWJOna+2VMR0reg1jfn4GIX2Iq8rsB2RZbGY3JaJF8oFh3AuLkAEE7GVExvAxvPfoMCo8rW4qlKdgSE5H8oNuIkHRxGvcE2vqBpsR1/CmI+FxWqehedHxULX0qT+wa99B+/ttoV1bFw0JDjdVjWgz6C5hzehSaIuavp4q44SlSvPpPY31zJIN9em+1NVJE/Dk+XS2nuapcp1aIbHHCkpSrUIub6+IAgjtrfvsmMP0alz68/8aosTac6r7rxVKQ4rQgEIVfNawBHra3o7Ka9g12B7mxbSZS3+n4rqc6Ff3DoCB+B7Dsbna4Tacy+6Q6JWYvFciz6e/CX40MTWgnKr9ZJ172vr9DbsNmrgnG2HGpTjTueDKR+naauprUXuAewNjqLg2NrEbJPFuL3aXAYiu0OVwFrVlfYkJlJVb0CtQRf1Ava+hOxfu2wk0603ij3svO//ZLQtCFKF7gBR+GfMpNwe4Ot9qOZ00BSXKXiOfzUV7oYzZOKjqT/AIT6G99L7Lf2icCfaOjc1QacxUajF6nYuRKlSGB4ulVtRYWINx287E5wnI/Tu9Gf/wBC/wAwduuM8DSsW0ZxpppbD/UtiVFWUSI7ttHEqSQQQe+uouCDe21JSZc3HbxpWA+JS8WxFop3TkzdPD7/AAwT5nyuBfXXtsSVfedgiLjJ+jcVE3C9eSpDqcgW0275pWNcqxe4NjY27d9s94ljYtdxlWqXPxD99YkZX2ltISh5XYOZCABmAzWte5He20vBuCKpvLrLcCfUGKRUYS/0sXPH4ybKSDqFtFQ7BJAvmNstgRatthlrPUt6tulxbgje9SZ7tRRW8FVF0IgSneotlRuYzvqQNUk3zDyBBJ0Xj3EX8y1UwviOl1DPSFutMLirVk4NzZVio5S2f1bgg7VFAk0HAcBjDmI6jCm05/K07FfslCVDVJbuTlUNDobg6i+1xvkpn2jwlEoMV3PFfyoa4qc6FJB/WAICvMEgXta4vsx3PmL53TRmC6l7ha98xci8L1tPONOtI6YrqgCoK80gnXUEXvr6ovedEo0/eM/Ki0laItRyu50NDK8+QQXGb3QpeXLdOhUTcai+y69nfH+9/AfN7pcW0l+bRM/3CYtJUlLWmlz2sTob30NxoSddNYSoON92j+F5TTC87SuE6i2aO6DdK0kdiFAenpsOxO8cQDjziGn0yg4citypTvGWtpS46+F1ZvDpqcx1Gnft3uNs/tSazAxbWqzPZf5VGVppSFZkJSWxfMk3sokkd7dtLkkvyAXeVl0bFDWd+LIUiQ06nrbWD+lZOtrEAlJABGoB7Eer27WV8SstVyE+wtanUcJA6kq8lXBSQRoQRbbu3tMbDgrAP2i8ERd7/s+0nHlBokpFXpDsVMjklZVPR7KaW2tFwlRC7KtYkWNgdBtnXd7uUozXNysW0OosLX+ikLaypzeQIFzqL2VYHsL223Numj+9MG4hwQ1wEdC+B3+GpSMySO/ZabjU9+/fanqu5NqqYXfdozr65XCzoj8UKzK8xdQvr6Xtfa21ZG3dM7bnqZAw5jJ92gusSkLXwuVmNZ+IkHztYgjWxFvXXy0NQZtLwbi1jFrVEm0t9eVM1pGdaMnkT/4Y8jplF7gako2n7t96sWqNz6Nhh+FNpzqcvMKbTxkpOqT1XFxoVA2+vo+IuNKpKoLlGxlh5cKo5E8JTrWXr10CtAT/AHkkg+gB2Bb4nIlShVt0Nt4MSLWZTbvGyQprXFyZMyFaG5BHna2uunp32xXvfw5g1rHkCBFdq6FvqSpLvFCmm7fISTob2NiCO5J7ba+wlN+1GA26XXmUSn2GlpdS6jPm769xY2PkQQfTbKNW3PwKXvBlxapjeVF47ual84gux0qsSpsrKitJKfMhQIuTcADaMbxGK2xHnu5cgNUaI17xYlZEdCmnUrVoSD2N021BBHfSw2eO7nHTtBlcq08t+nLX8WKq2ZtWt3G/9U317jXvm/A+HYtLle9OUgsP50pdWxIyp0JTqO1yOxPp6dmxLxVg2BPiUv3gwiavoy6JVnH00uL2GYXAJANrjbPfT74SzyGJqRmZFrMBt1rJKYfR0LT4VJ/j/h67D3uP3M657rZyRVqUt2Gr9FrqVt/qK9U6pOugJvsrsI47+y8/hcXPFf8AGjXpVfun6+vkdmwitNVThutOoWhac6Fo8LifUf6juDshqE7XDREhlMhVDDtGr0Bxp1nOwvp/vJV6Eeo2Tu8vdBPagOVSgxESlo/Sp0StxAGgVpZdvI6EDS5uBs7CrhO81FyL/wBq1n6XE/8ArQ8j+I7HSxQYsqLxWutC/H/qNkaT2n3pCpYyzzhxZWHWos+A61yr8Vh3jxUNFC8pRbMkWupPcEHXQEEjvjGtxnWnWKpS8mdH6vh7flcHzvr/AKel3tIqo0Csvz4tOhZ24rqHXV2aVlyqIbKiLEg6pB8z3AO3m/NMDiucLoR87Xh7fTt+NtDt6jT2d1cwlx3YafMasc/w5UqIjJ4FIX4sw7EHzG3drFHFlcrA6P76v4/ftyYQ7Kacaap68n+1y+L8QP8AMX26R6a607zUqnIX0/J/wI77HisvXYbsr4rv/wAtT0q/Z6fs2kvUmLPitxeLkf8Akd+b8Pw/fsHuYl4vE4WdhCP7vT9SLf8AAbT04h96NNxYrqOP05kLVl/O34bSTOlg87WcLuttc3x0Z/8ACr8/y/5X251+HWZXDrMXIhaOrKprMlz809j3sbWJ0uNpESHK5pt2fkX/AI/m9LKF7fgRr67EAjxf77C/47jsfxGv124GdASTvC4rTbUqnZH82RSvlV5WN/2a6/jt3UPhcWB0frtZvD65fL8U9vT0NtXIsX4nNNMP50+JKMub0J+v12BqyzVKW63Ki5+V8GVfiTc9wfm09NdiZWdC0R4rsX9F15vD/n/Att9zRPaabdaiLWhaPk/4H947/jtQ0qpymmm2netj+yX/AHfRXr+I19Qe+xIw47P4fCe6Pm/VT/w2gyDK41nhNcq6zxM//oXl+G0iAxK4TjrTy86E9WRXy/h2/i+0WWlpqfxZXyeNHzJ+u36HWp7rbtLeyLR83h8/obH6g/v2tKyrjTq9FnuNcHjoQvPn0SrXU6G2nfXa+k4coNUablSomRa/7Vr9a3mNLH9m0dMR1qU3zXgXm+L8qr/Ww1/Ydvh9U/DlU+Fx5sJeXMhSM6k/kPL66f8AGAZ0q5m72VA+9UuXnR/snU9P5K7fkQD9duNPiyqC7xZWRGfxp8Kvx18Q/C/l+OxkanKalcWKyjlX0/7ub6H19UkA+YJ2jy5EV13kKpEQxx+trPZSHPw8r7XnSFTX2p/3WqNZFrzLadR8yR5H1t9QT9doFVYagf2ORC+hfR06drg9u9rjYghYJqjrv3Dgcr8mZXhV/dFiR+R2I3cESp8Vxqe8xnWn/F1euvr5jamJ0BcP1iLK4lL6Fr8Sf9UfX6EbftQXyDrcpr4eToXm8OX67XrG7Rpr9K1yr6F5kOteH8vTY+3abocObwd6GDML4sqrEKkTazFRVnZCw2w5CQriPtqJICC42hTYVcWKwddBtUiTmNP2bPY432796CxjIxadhrC8rrh1SqZ89Qa8nY0ZAKltk9lrU2lQspBWCDs6Kh/Jwb+MGn7T7pt/FIYxDFT93yR5dIUr1SZLTjqrHvYoIJABt3ET+Un9ovEdL+y25zcvixEGivwFT6tKoMrJxEhZbjxQ6yoZG0hpxS2gRmuyD0XSrDO6vevvV3G48g7wMEYsqjPu+YmfUYEd5XL1ZoG7zD7PgdK28wCiCpKiFJIUAR0qMnmOrGPtOe3pu5xHP3Tb0MeV2kVeBl4rfCi8VbS75HW5DaAXGlWOV1Cr3SoEhSVALiiYJ3jb7sbxMOUaJUcV4rrbqn8q3c61JTlDkl95xXS2gFOZ1xVtUpBKlJSd4/yp9Eo32DwDvG5RCKuxWVUtDuXrVFfjOPKbJ8wFsIUL6Dqt31CfYe32biNxm7XF+I8b4sgxcZVeatTEVUV7iqhMMJ5eOFpQU9TpfVe48aQR0g7dJH25g/RP5InedPi+88R74sK0ioym/jw4tHkVBpJtb9MXWCo27nhj87XK13s+xLvo9m+luVmutU/EuFGOhdboyl5YqSUgGVHWAtkFRICklxAA6lpJAOZ972/HeVvLxbLxRvAxtUKhV1yFSms0haWoqjpaKi5DDabWSlu1gASVKJUfTL+Su3oYt35biMbYD3sVWViiFQqj7rYfqjpkOuQJTF1R3HF3U4EnPbMSQlYTewAHHyEjleZ5oYtddgy36mM/BjMKd+F30F7eXe37dtG+0X7IO8D2asB0PG+LcZUGqRa1VGqM01TkPIW26uM++FHiAApyx1JIFzdQ8rkZyxwx7mexnhfi50Uh6oQmlqVm4jTJWhCrnU3SAb66+vfb03/laf8A62/AP/p7w/8A3E1HbpJM848NO8LiRf1F7aW3BeyBvL9oHDkvFtGl0+i0Rl3l2JtUS7lmOpJDgaCEkqS2RlUs2TmukXKVhI37Ffsr4j9ovGTlUrzUqFgCiupRVqim6F1B0AEQoyu9yNXHB4EmwOcgpfntze15QcG0Zz2ZNxnKwoVOYTS6zKgWQ0y0kZPd0fLoAB0uqFgP0YJJcydIJ/Ex5vAokDC+I6lhyl4mp2IWKc7wk1SBflZVgMxZKupSAq6QuwCsuZN0lKiBS1bSoVQad4nFzrz5syvmzbRpQa2G/wB0mV8SotSnXGv1Nm9uh9i/2kfaBgMV7AmE2Kdh6SnisVyvSuThShcfokhK3nknuHENFsgKGe4AJT7DPs20Lf5vtRArsRD+EMLxU1mvRVeGYpSymNEVa3w3HErUruChhaCOsEO72x/b6xbAx5P3L7iK03h6i4adXS59WhJb5iVKbu240wbEMMtKCm7pAcUtCiFJQkcSQJTMzb7TXsf7wfZSwlh7FG8bFeHqp9oZqqdwqPxl8u6louE53kIzp6SBZIPnbbNz9SlfpWsi0L/V8X5pOzExXirFGLWuVxvvIxLiRHFS6hqs1mTPSlf66OOtZST2JBBI0JOwtJplG4rcWA0jOvo/V/g/XvsTEsJpD2ff5Ozez7Su6qmb2qDvAwjSKdVJExhiLMiyFup5d9bCiSjpsVNEgDsPrszoX8kBvyiuIvvdwItseNPJy+pP7O/ofLZtmqV7cj/JKUWfhKsVekVibTYUiPMiynI8yOqqVhLzqkuNkLQoNyXLEEEAWv57efrXtC7/AFr4Ur2id6b6/nyY3qicunmOY89okeUZvtY+xLvK9mXBlJxniLHGHqpCqlUTS+BAadQttZZcdCiXAAU2ZKSBrdQOgB2Tu6TdLvL3+4oYwRuqwyur1daM0xS1hqPBYuAX5DiultsE9tVKOiErOm0nFePN4O8altwMbb2MZYlgsO8wwxWa9MqLDboBGcIkOrShYSSnMACApQvYkH0C9jHEOBPZu9hvFG9qBMoMrH1Uj1WrOwnZjKZUpyK48xT4pSFZw3lQlYRa4MhwgXUduBk52xbUX+Rq3nyoLE7Em/7D1PqJRmcjwqI/LZbV6B1TrSlD6lAv6bLjfN7F++72bqX70xazT8SYUz8L39RlqyRyogIEphaQpjMTYKBcbvYFYKkg5jxzvV3jY8xH9t8UY8rdUrfNLlNTJkxS3WVqOpbubMJ9ENBCEiwSkAAberv8m5vPxR7Sns1YrwHvplnEqKLPdw4qVPu67Mpr8VCg3IUskurTnWnOdSnJe5BUa+4OeUlXpbsWU+61+gR8Va/lbT6n0HfU6ad9tUbhP5OHf5veoUTGNUep+AaLNa4sN2sIddnyUGxS4mG2UlDagTYuutr0ByWIJC/ZdwBhfFntK4Fo2MqtFRQaPVn358ibKSy1IYjR3XUNLUohKkOPNsJUg6KSpQIIJG2iv5SD2jsW1neBTd0u7rGLjGF4tLRMmv0apZUVCU6pYLbimjdSG20os2VFJLqipJKUEDtZQMmDNQU5lRjH+SN3uwKW/PwbvXwrXqh4uRlU1+lpe9QHA4+M1uwKUgnuoanbDuLMGV7BuKKlgjGWHpVBxDSJHLzKdMSErbdsCACLpUkpKVJUCUqSpKklSSCXt7L+9zeLuX3yYTk4YxNUfdVRrMKm1ejLfVycyPKfQ04Sz4OKnPnQsAKCkgXylQOkf5XXAdBexHu5xk0yy3V6jAqlOlKSgZ5DEdcdbNz5htUl0C/+12DWQ4yJVqlPInnpu03S7wd7+8GJu53aYelVetTczqWE2QiO0m2d59arJaaTcArPmpKQCopSfQLDf8k7vTTRmDVd8mFKPUOEnixotGkz2kqt2DynmCofXhj8DsbfyS2GqfRtzm8HeM7EQ9WJVecgKdy/FESLFacbZPn433VW88w72G3nXvZ3470N72In94uJ8Y1R+oSn1T4qETXMtPzapbi5SA0hCbJTwwkkDMbqKiWf5RDITjEPfay9i7fv7OkX7UYniQq9hFb6WPftGW4pplajlQJLK0hccqNkgkrQVKSnOVEA5xDHCa/83t7CfyeGP8Re1L7JmLMCb7Za8SM0+bKwqubMuX5VOchtLSH1kkrdRx1p4twohKCSVAqPmL7Nu7yLvd3tbut2tTuuLiGsxGp9v7SKkceQk6ju02tN76Xvra20FIG1S0bns6fyc+/P2i8OQ8bc3S8HYUnJzQ6jVkOOSJyPJ1iKgAqaJ7LWtAUOpOYEEtvFn8j3vUoVL5/C28jDWMpTHigSIbtKdcQATZt0rdQpZOgS5kSb3K0gasv+VX9oHFu7lrCG5Ld9W3qDCqMNVRqnu50x3XGErDcaMCixS10PKUkEBWRAN05knEfsye0njL2fd7WHsR0bFsqJhp+qR2MR0t11XJSIDryUyXFMghAdQgqcS6AFJUnW6SpKp+2WUhOJTS8G/ZOsz8MV2iSqRWqW+qLPp0xrhPR3xa6Sn8CFAgkKSUqBIIJkstRYrTnwkZNti/yve7eLQcY7vt9FKiIZerTUjDtWdQogvLZAeiEjsSEGUkq72CBqALYYZnyp7XC2kxgGHO5LcZXvaa3s/wA2uDq3T6PNXS5FUTKqKHFtZGFNpUmyOrMS8m3lofpfRrn8j3vyc7748D//ADHL2xnU6zWcJNe+cOVuqUiooaWlM2lzHYr6Um10521BWU2BKSSDYEg2Fh5G+zfc60461vpx/wD4PtLM/wDxm1t0CaxnmbmP8jjvz/8Aux4G/wDmOX/w2XntAfyem8r2at18/erizeDhetU6DIixVxYEaQh9SnnUtgjidJAzZj52BI7bLX2T0b/faH38YU3afzx7w/d0qVzlZX9op3waax1yFXDosSLNJN9FOp20t/K6b/4ruLcN+zzQXrwcNsJqlWQhfTzbrZQy0SD3bjlaiCNeaQe406WAUTCTFUitNOOxciFo8P8AHY/5/wCsSme/sZV6BhzC9OflVurykQocBi2aRIcUEobSNALqPc2A7mw2qBPiyv0TO3o5/Jrez5hzdphKte23vjZEKl0uFI+zSH2s2VhIKX56QdStzVloDUgrIuFpO3SxMSu/7+Th3n+zpummb3sb7wsL1SFBdhsSIEBp/i55DyGula0hJCVLvewuBcDy2yVIptL/ALJ5e3s5/KAYrb3jfyebmNuU5VGJW8NVTgZ83BTIlRnAm/Y2zWv2Nr7ePkjD7UWK5KazryJz5MvV+AHmT5eu3bpTuhfEzlu+3XY33oYoYwHu0wnUMSVuajO1DhtZlpQCAXFKJCG2xcXWshIuLkXG2xcC/wAjv7TNUaiT8U4nwJhptbQdXFdmSJsplZseGpLTQaJFyCUuqFxpcG+2rMEUbBH8mp7JkfFs/D0WobzMXIj8/mVlVMqS2ysRy54kxYzeckDvlUQCtzXCmOfat9ofeLU3KziffHihheZakRaXUXadFbSo3ypjx1oTlHhSVhawBqtRJJgn8ytlgHuL5dBagOv0t3Jniurju9suZJIP5H/La03W7qMUbwceQME7v8PyqvWqgoqaisWyttJtnecWohLTSARmWogAlKRdSkpI0/X/AIrkp17Ota8y1q+ZR8zt6S/yY1CpW772b8fe0XXWm1y6jKnr4+QBSabTWyA2FehdEhR7Xum/YHaEI+ICsb4L0r+St3szqYzJrO+LCtInLRd2HHo0ie02v0D5eYKh9eENs++0j7K++n2amW61i2nwavhp99MVqvUlalx21q0QmShaQuOtZ0FwpBNkhwqIBU2Jt+O8rfRi2fjzG2JpsqqcwqVHVx1ZKeo9m4o04LaAMqQi1wm5uoqUfR72CN40r2rfZvx7uO30VFzELlH/AKEdfkrUuU9SJkc8ut10nMt1LiJKUu3CrNIJJWCtU9zdxC9sep5aSqs78R3jcNCEZ/7v1vfTbTu4H+Tn9oHfbQYmMqzUadgHD1QaS7AdqzDj8+Y0QCl1MRtSeG0oE2LjiFaAhsghWy29kbcx/OL7UuF90uNojEqNS6zK+0EfxNPIpwcU43awzIW60lBBABSpQI1ttrL+U63/AONom8Cmbh8JVydSKRCprVRqnJyCxzjr5WENLKCFFttCAch6FF0EglAtVF3QaD5MEcf/AMlfvywbR367gjG9Bxw5FSp12ltQ3KXKcSBezHEcdbcWf1VLbB/WJsDjWq1t2luuQHWn2JTLqmn48hoodZWklK21oUApCkqBSpJAIIIIBBG2h/Y19pbG25LfThbC7uJ6hUMG4rqkWiVSkyHy6wyqS6GmpTCScrLiHXEFRTYLbzghRCCkk/lW90FOwTv/AKDvCorKGGN41LdVPaSnKlVQhqbbce72utp+OCABq2SSSo2uTtnEBl3CY4KYE93i8pkX/dX/AKf9NpFLwtiPFtepuF8JU9+r1eqSmoECA1ZLsiQs2S2M1gBc6qJASnMokAEiS3GgRXWGpWRtf8fs29APYP3S4S3Qbvq77be99pEWl06A6jCqHWTxUsG7TkttJtmdkqUI7AAupKlFJIfAFAJyJuiV9oD+T/3l+z9uv/nGxbjbDdXixZUeE7HpyHku/FXYEFxISQnufMjsL6Fcez/7NFe9obeC5u6wliel0uot0aRXOYntOLa4TLzDRTZu6sxVJSR5WSq57X9E/wCUHxO7ib2GoOMJLKIq6u7Qag60lWdLan8qygGwJAKrXsLjXTbybVXMUYXnorOF8Q1SkSuEppMqnTHYrvCJBLZW2oKKSUpJTcglKSRcAgbPsOIR8LNr/wDvITfl/wDdewP/APMUv/htwc/kfd+5/R73cB//ADHM/wCG2MpO9rfA00t3+ejH6P8A855v/wCN2Z3sWNb8/aL9o/C+AJe97H71Ejums17/ALSy8opscpK0n4t7OLLbVxcgu38trDE5NrS19pv+Tr3n+zBu0/nQxPvCw3W4XvFiAYsBp9D2Z7NZQ4gAIGW5He34bZTS207+l6P47jbfn8r1v4+1u8+k7jaFMvS8FM81UkpUCFVKQ2DY+YLUcpA1seZWO42wDGLrrrf+Pa0uds2bLqeEoFGbdnusZPDxWFBWVQ9RqUn1B127UhfPxeaw5UeOwv5snp+F9g2i4Ao2I577WI6s/T+aXkaUhaU5ldhcqFiBppcadjft+w9yVUoNZ5Cl4slMZ/ArMWEPfiNU38vP8tii8LNHEODjGfQfhT+O/wD3FoypT+Gw5Wa07ih1xqLT1r6s6OrN/wAbbGZwDKgRW2q8796+SVmzocT9Rfv+Gu3ShYRnwK9E4sthbC19edoJ6T+qrz+v/LWLrd6yCNsMMMSWsL4N4rsRCF5M/hypVf8A12TtSrdZrM9xqK0/TlrdzfHazIcv5i4KbEd/M/ls+MfYdgOwGIDtci07j5cqn15U/hckDXt/oe21dJotUo0BiBPofHYWj9Kiy0uIt3BF9La28vTZbT8CdXXt8pn/ABDQZTTrbs96ncf5FxUcLiK+qQfTzAH+dpbFNrztBbdi4eQ+jP8A1hpWVSVDudbev1v+zZ202jUuV/RcqiU6oxX/AA8010tq+h7pPoRY7GWGqbAwu63yGTJ/57586PwsbqP+exSVhCIm8E7j8W1lpiVWcjFOX1qXkyqUnyv5dvMfjs3ItKoOF4rdGo0Tjv8AgR8yk/XN+87WGIcdVSVxKNFZYpCF5etSTl/EJF7fuO0jCdIn0biT571OqjHUrmmL50/imx7/AEJH1ubbV3S4ElQYPuaL7+r3EzoT0o/VT9P+Y2kN4ca3jRXJWHMTQkP9X3OUttbUj/AtJtfvodRb6bKvfZvUnymmKXQYnOsPrSl/hKKVMoN9SQOnQaXAF9Px60MxaXhxiU1Lfi+FaVcIJfz/AFCelQH61gbeRN9pCbpzRuYQptGw40/Fn05+FOY8SM5SlSh9D39fIG99olWr2A57T8XFGCH0Pr6XZXL5VOJvbqKbBQI/WB0PfYZmVjFE+jN1Sl1xC1oyfeOFlWq3kbWTY6aWBOmh12jt4yrNLi8WvS0Sn/HkycJSk/Tsj8gD+G07ZAMuYGBItBgcXBFWz0h9eZLXCOaP56JvlIGoukD/AF27UKs7wWneK7Ei1GKjPmUhAz5dexUB+Fr3+p81mN8jsqvNyqN7xpCEKyPxX2EKS9YjXWwAt5ix+vls03cVypUBufS5aIsr586jkeT52PiBt5G+txqLbUIl8wgTOpeI+I1AZfhVTJmWhpBaWnTyt0m3nYkA29duFMdntSvv9cQ++heVHHQczf0N7EH6Ed9b9tlBVsb4tgV5hrDjrfNOL/RKXly+pSoeRt5i2hHpY3r+P3fc3P4tdhLmoR0O9DS0rt200UL/AJE+W07JWE+KMJu1niOuy6XzXjR+s5axulwag+djp5XGw1hfEeKIspyBPqCFwmFcLI61lUlPYhRN0n8QAexv57UWGfaE98usUuVh6LKYYXnzrQEO5ha1rXAPnfUfhsXVveJhyvQOagU9hD7HTIWtJzN275wjW1vmHbvptUySJYycDQJ9Zbr0CWhb6Ep6eY6MvfpJuQT6g27abVGOorVBi+9Ps9yq1r4XFyIW1nPa9jb8yB3tcmw2VtQ3qV6jT+fgRGH0dTrHAlZHVI73SodDiCPlNyPPXsM1THtG3jT+LKxZW6IvJlfjtMcVCrkeNKbqPYAkE2voPLYe5pUiMKRialuxXKpKpPAlI6s7SM2ZN/IWsR9NRsqMeVSvSnW6zRpbErJ1cJKQlSVA62PcG1tL2OosNr5jDMCVFYi0vHrE1D6fu+V1SVKT5kBRJv8A3SNP3bda5ujddpbbtUxDwEMZV5s+RTlvUpFgLa2I7+ncFAgswu3c0aVVKWxPdiSs/iyL6ktqItcenne2h89nFhnCnKtc/P8AAjr/AFsv8enfbP2Ft78DBEXkItWRK4GZOZSglKvpmIy319Qdrs+0NKdlNwGnv0/Rwvn7anQ2IHqDsN4MjdHDX6z9wflQJcWUwx+l4DvxY/8AiTooaeot9dklVsdY3o1UcrOF6tKhSsqsvCspLybeBQNkqBtYg+p2FMVYor0Ws++aNUeBKyZuK0vhKynQg9gRrqDe/pfXasY3kVn4k+s4NRKR878Xo8u6k6pue+gBuPO+vAwJG1pn7eVi3FG8HeN/SjTLcphaWlMMJLTWYnqIQblBJ7puQLC1tb6r3UvV7C7USLwoSH15HetJ6bm11NqT2BA1B7dvTYbgYR3Vby6oxi2jM+7sQxcudpp3Mh5KL2C0agEEghSQNLg31A0KxLoPIMUbEdJYXFWnoXpxY6z2WjsoEH0I/Pttf7oSrxMPML1afVKXxazEiwnGMud2EgOoT9SjRSD59gD5edumLsQRZWEpbXKQqpk6MzFsuo+ZCwVIUexIuPw02DaHHdlT/s41iFx99H9Sd8Knri5AHbMLEEW1t22g1imu0GfwoFQQuUtXCdTIayJUo3Oi0WsTc62UTp27GQkc3QNwdiHeNKoz9LwlLYhVGnSFKaamtFKcoUSLpJ6hbQ2tp5gm4Zre6CVihpvFuN5bCJvCzq5e6WnLX11JJT6JJ09T32IKbS5Uql8rXqchaG0pU1IyoUv1uhQBun17H12r3ah/QMugwJa0ZMyGF+HL6aagfmLbHAlYpJHtJtbtJ8/DmDcHRVzYS+E7IQsMJVaxGp8VgQb9rbFG5D2o98mI8ZS2sR4ep0qkITlWphZQpN9QCkgpKgLXIKdCLg7ZtrWCZ9ZxvLdpdRbcmrUnmkryJV20NjYK01sDcfS422duiwNS8JUFuVPpMViVwvGhHCS56k6kXOmpP/HYdh2SpMOMQVl2stOcrUeB4l8LihSFaXFiCfzSdPQnZX12XPapciVKqLGdhOdpTHSvQ/qKuPD9dT2A2J8UYopdG47spnJF+f4R4rd+yx8iu/kog+RPYZr3nb0KpXmp9GwlSYtbQ+0vKtqQGlpT2ISpQ8vmStJNwLEA3AQd0geUrsZ72Yvx4sV5FRc6mnUozoUlXbpsdfra4Fuw2F90rDUrFrbsrG8WnRZWb7rVlBKcyjrw1gEK+g6QD3JuDsizhveXRpUiVAqy2H3FK+6qWEq/BKTf18jY66nzcvs607FsDEbkrG9JXkWtKeO6nKtNrEnKSB387A9/PuwlZ9zpoLEsCLQXWHYsSnVGUjKnj5RmSoehHYfUH629bsYtw5FpbcDEdWYRNmp+7p1Ul5foD/kNPx02sBhqqT4C3YtQhIYfa+FIaaKF6+o11A7dRBv22EaLgTCWA5/vSvM+/kcXM606spW5fU9X9mPLQ+mmlti52+50CKVT4FLr0uXxosLjuqU0l3pSnWw6relu17X+g2aVSwvVMW4cbapdWhImsdTSnbZJCvPX1Pko9vS23DHUv2acZUuJVMCYerUWqRc/wlOryNrv4VpWopdQSLBQsRcWJFwI+GsR0vkJ8CBLRFlQsqnYCmjmbTbVVhoNCL9rgjvoNq790nECaHutr1Gn+9MUS6iiVmVwuKlzhZj8pzAZhpcWtY9iRsaYimYoa4bUWkoQh/xOtfCdUrQgnTKodxY3/wCH5H3yY3rNG9zYXpyEcPM1x6i1lSlIN9L3Ur6WAGn47UNO9q2Lu+lP4c3jc1KWv+yitNykpzdiB4hqOxAt6nuOI3Qcc27CqReE5FlS8k35oq15Vpse4SqxIta9r7aGoYan0Zh2LkX0fJtiLD2PKNvfrzkWl4eQhCHUcB3hFCXr63yuahY7EAkC4IPcDR27yqz8OQOQi0/j5/kflHOlRP1ubDtr2Gwim2WMU3tHezBS8W4ycxvS63klLaSmVA4oQp5I7WPkddSAbga2tfZM4BpVGo2LZGHHYlXlIYQnhT+azKbXfq0Ve9uxuDYgAC1ttT72UT4vDrNeZYisIy9KpRyuKvoFAp07+Rtpsj5+LMGyp7dUi4eySmOh2VDmpVmUNR2JAt6aXFtPPafGWBmcscHHjW8uW7FlrqMVj4XCXbq6/EB5EgDsbXuRfbSWD8T1RrC8Rr3guKxm+79fVHUNLdrEX7jsfIWOy4xUndpVJ7k+U9iGkVHxrdTHSpKux6gElJBuAD3sTr3vZ4ax3u0pdGn0uqbwlvQurK67CKmm1fQ2uk2NiCNTpc9trAyMYlt7R29/FFBwk3Ko0Rhxb+RpchCOhKjpe4HT3vlOhuLEX2XHs3b5t9NBxQ3iOVjea5CfyJlR5t3UZLhN1JvonKDY6Hzva97qkUGl7xotS+yVWYqK4ubJFXdUWYkdgpK/CohVwdPqTY7D+B6U7FxQxzUv3XFiupRwkozK4qTaywCdOxsDfTU9xszX4wU1dv8AWKzAdgbxoDLEqFVMvF5X+0sn8NFaCytdBr32G93GJGsUUaXFqlPXKpy0qdXFkJ4UplJ7utm+thqQLdibHsXhSqZA3jbqnKM3kYWhGbrT0tvp1SsaA2J+moJ2yzjjDLrTrk/CVb+z2IadnS7Fd64czKbkoVrYnTvqLk2sdOfbtzKp92IS4Nkz92m9CW7AxuxUadNSnlY81IyqaBvwie+cEaKvYjzGiQ3zUYsqK5KpcR+Eta1L4WuXU3sPS17fltnvAmLMOO/+xRSUIqjHjdadKkqV52So6DvpcAjsNmXh/eHFnutwGsmRzwd0/S4Pp+I/DZIvumgleJFx+xVP6+1UFoyZlO/F+ncjz/HZCYvrmI2p7nK1yahGRPRxSpGnbTt3/Hy9Nnzj5TrXwvHn8Hzfx+GykVgOfiN1/is5M+bqyfn6+nfz8zfYZEICo9ylwZ7TdZwlxIFZwmxUYq8y+Kwvl3Uq0vrYpUfS4udbm9jtLrGPd1+8uqc/77lUhEpCUyIVRinIpSTdDiXm75FDq1t5nUC42rKjuh5CU467L6P8PT+3y/eDb8bjNUwlQYDvKyon+Feqfpbt+Xex/LaoyhzOIRo7GqI61AiO0aWxVIq8qEymHeKjKNNVCyu19LC52kzd2NB+1EDGVUqMpE2E0rIn5G82UnQ9/CNe21FgfEUXdphzmp9PXwMvR05VK1JJA+hUb66eeuy6xR7SGN6ziNxrBrK30Z1NcvKj8VpxI08JtZPbzFiO+ttrjyiYOWjS3w7wnaNQZcqA83FfQnpyKKc2vf0P/D077DPste1nVGp/2Xx5UVyqW+793fR4oKu2b1ydrkkjzuNRtb4S3d7xsb8Os16iUuEhaOprJmQr0ug3tp5i9yRoAL7Myn7hcJYc/p6Vh6EhfUp3l05UquMpBGo8u9h67D1GmXUDBlyN0fkLFNGdab4tchLWtGdp1p0ZHkd7jXv6jv300IHaPi+lwJ7fCqLD7D/6VCFhSk3+e308/p6W2RFMoVGrLrjTURjkkeDJbKn8B2H5Afs2Gd4tGgOtN0uB40LzodQvK62rysR1D6dwfX0zj0sL8wfZmq8b4Ww5WcOVaVKokKVx6a/nzNBaXE8I2v5K8u9/L028dsS4KgQJXP0uJwEdPFa8ScvmU+aSB5dtvSrdvj2s0bBEvC+PJa1oXAdahT5CgrqLarNOHvc+Sj+Btpt5/V139J/h/wBNj6QlMrAWDbKmiUyjOxeFFqKFoX1I6h0/h9Ppp+G1wmmRYsVyK6yhaF+P+9snX6rKpdUcdayLQh9XCkNK6k69iPofx2JZuOZ/IfFeYWv+70qzfh/w0/DbSWUw0Ha9E5WqPxWsnjzIV/c8r3727a7VFep7vKtutZELR8yPw8j3Hra+h27rkSp89uVFqHx1q8K7ZvS2un1A2muNyuLxXfh+LwI/bp/oO/odulpDwxjZprhwK88vP4Y8rN/5lXqPqf2+exnJxc0018WIteT5MvVl+n+Yt32DJuApU9rn2onQvr6UdWX1ynvb077RodPntNch72bWhH6L+7by89P8vy1jE6MlqQ1KablQHkPsL/X6k/mPLaHKjRf7JrgZ/wCy8SFf4fQ/v2oadBlNRXIvNrRKy50OtKyqzfh2I/H921NLRi3hfdaiiajNkda0SpKh+IFv8+3faZ0t5zEWV8KKyuK+jxpR1J09D5H8dPw2tqa81AgcWU0tHT4vw9dq3D7rrv6WX15cq0L/AFh6+f7b/QjaYuW61xGnWkLR4FI0yqt529fQjXa8pK6bTufdbnu51oX4lMO5VJ+tidben8CcxFaixeL19fRxVpGZKr6BVvXyvf8AHy2hypDrXwqXkR/Hla20vnOLF+L0L6c2VeVKrevl+789q5lsTjInT4vEi8Hx/reH8R/w27tIantN809wFo8K8+X9/l9Npjc3ixf130eJp1Pi/Aj91732pqk46678LJk+dpacq0+XY9/y/EHa0mW8mpNNQHIsp7Ov+ydRZKlKHb8T+N7+Z2o4GLJTrTjU+nof4HX4On/GkeX+Q9dhSoKlRZXwnV5/1PF+0Ha3oUrn/wBFkRKR/f8A+fY+h7evbawMpGFh7ee0663FlUlbCF9CHUL8P+L0/wAtjRVcitOt8XOhC/7mZP7R22TrsbmvhcLlZS82RHhVnHlrofoOxGo2uKHi2qUaK3FxGznyKyodWgoV/gNx9fx+h77TIxGFU8S0GA027KqDCM/g6htTLxlRnf0Tzb6P7mwNivlao63KgRPGn5fAqx7a9lfsv9dqthvitcVp3o8LqPmT+H09fTbpYCFdZxBFaiuT2s+T/wArKr9+zm9gj2fKp7SG95GJJTEpGAMJympVZlOpPCmSkkLZgsnQFRNlO2uEtmxALiDsAezB7N2LfaQ3nubv8LvLYoLbTcyvVnhZ2qXFJsCCbpL7llJaQdSUKVYpbWRsD2xfadwH7Ku7Rv2RvZfaRT6jCi8nVpkN056ahYutsOjqVNdzZnHL5mwu9wtSctJUnbxBH+UL9oGl73d5cTdxhKosyqDgp11qRIYWHESKgTlfsRcWaycIG/i4otYA7ZWqUaK7/wCqbLfd47PM9xvwZ8vTl6NLCwHYADQAeXls44m7veNPwvLxvA3e4llYehNPyJVZYpMh2Ay0xm461SEpLaUt5VFRJASEm9rHary6cR7bs/5K+qb/ADAeF96Du+2HQYtehJlcgjDin32UFRBQXDJSlZ0JCsgAv2PnoneYmi/yZnstS8Obm8HYjr1RrT7hlYnfi8WPDmOoyc5MU2AGwhKUpabACSQhJULlR805EqvNRf6LxDUYXzo5WU41w1eqSkgg+eljfb0G/kt99WO992Dt4W5PfTVXsZQsPMReBIqyuYdchSg805EeUoXdQCxcKWVKIcULkAWkSlgInlhVavPnwJ7ruda32nVqVnzK1Se589O57nb3P9r72bqx7Ue7/d9u/g1sUinQcVxavWZ6QC+zART5jS+CkgguqU+hKbghJVmIISUnxb3z4Li7use7wt31Ld4kXDdXqVLYClkq5dl1xLZJPdQQACfMg3N9vZL28PaAxd7PXs+06vYECGa1ieqR8OR56wFKpvEiSH1SEIIKVuBMYpSFdKVLCyFBJQqZUyP7WjmMvZq9kaXB9m7DDMGnYdYRFmOxVnmqXS7Hjy2RYlx0HVbijdIUt05im23kJT6c1WeJPlS8760cVLviSpPe3r/n66323d7AHtcOUGvN+zzvpxCubS8VurXhqo1R8v8ADmPrJcp77jhJWl5SipsrJJcUtsk520hIe3D7LX/ore8b31QeOzu5xfKW7RHkpKm6TKsVLpyz2CbBS2b2ugKTqWiT0keJmeacuLz7/CdWjJmS6nxJzDzH+o9dR6bdqmHduFCjNNOvyoryH+OtS+j9bzP/ABt57SJyvi7Bc+UtPSr+SRw4Gt0m8XFjbSGajUcUJpaJKmurgRoDDjYvoVIS5LfIF7XUv1OwViPeb/Js+yFUHcBu7uH96WK4TqmK7W3IEarzHJQJD5elS1pQXM6SFts6JVcEAgjZh/yW1U96+zLjmjUt1aKjBxRPbRl6V5nIEVbax5jU2H1SdvJqIMLuwG5U/jrfWhGZLt1K7aX+vrfub7FHqDxPULE/sv8Aske3JuVl7z/ZOpdLwliyDxURzAi+7kc6lObk6jFQMgC7j4qQVDMFBSxdJ8rpUGswJT/vmI/Fm06Q6w/F8K25DKylbavQhSSn8Rt6HfyP9Xda3qbxqBS2nm6W/QYUyQk/o+Oh9aG1ADQKKVugnuQAPLTNXtbsmL7We83DdBpXHRKxQvlYsVouuyJD5SS22hIJUtTy1AJAuVG2pOsyRPRmk7xPZCa9ird3hze/jzDGJ8NUHD9DhTKdAmc4qXPixUAtGOwS4shxClFBFhlJVoDsE4G3r/yV++SuxN17W6LCFFlVF3k4AqmEGae286sgBtqS2LNuLVYC60lRsBckDbzJxxhLeXu+diNY83cYkwouopc5VFbokqn80lspz8PjoRxMudF7XtmTe1xcXqcaVPpfNQHfif2rS+lSVeoPkQbEfkQe23Sds2N7cnsdwPZWxHTcW4IlynsAYokLisImOl12lzQCvllOKJU42tCVKQpV1DhrSpROUnLiKjS2vitS0f7q8vVa19Pppr5bepHtjz528D+S8oWLMbD+np1GwnVH1utFKkzXXI3EOU6gniuA37BRvt48sQ5Uqe3AgRH5UqU6mPHYjoK3XHVHKltCU3KlEkAAAkkgAbVxOBhrEwtVMe1mBhfBtJeqlXq8oQ4EOKnM7IfVolCfIepUbBIBUSACR6l1BNG/k1fYk+xrVRiv7ycXIkLUtq7iXKs+0lL0hN7EsRmwhKSQMxQ2DYuW2ovZl3G4E/k9tzcj2i/aL4Lm8KrscvTqS1lW9B4icyKdGubLkuBJU86CEoSlQJDbanFYa3/b68ee0PjyXvBxvL61/ChwGlHl4McE5GGb2JSL3KiAVqKlEC4Sm0DY+IJYemc1S+E6z8/R83T5a+o02v6bEaad/jp2ocOs/C+Ftpn2TvZor3tDY35b48LClHUhdbqiEWy3sRFZJ0Lyxr58NJzHugLzsM9kuDlYc+wb7NU/efvLj72sT05bODcFTESo7r6RkqVUZOZttGbuhhYS6tYsAtKEAkhwIoPbX34wN/u+ltrDjrcrDWFGl06nSEeGQsqu++k/quLCUpsSChlCh47bNX2zParoGE6F/wCiuezyGIVJpzBpdYmwNGm0J6VQGFDvrcPOXNzmbBJLmXFUOTFpbXxc+dfUpWziBUG2UmnfYH3417dXvff3VwcJ1TENBx86l92LS2OK/T5TSQgzFJ0HBLeRDpJATlatcmxam93+STwbjLHcjEmBN8MvBtIqcpUqRRn6SicllS15loiuF1stoJKrJWHAm4A0ATte+xscO7oPY5xt7SsWkom1pcKs1R5eQcRUem8ZLUYHSyCtlayLjVw37C3nJijEu8He1iiXjfG+N6vUapKdU7xVynOn6NpzWaQPJCAEpHYdyZ3BZeeintA1Cj/yeXsq/wA1+5fCeIVrxCp9iRixTCXER5khIQ5KkupGUSVpCUMpKQgZUC5CAhWIPYAi8L2wt1DxZCAuo1HKlPhT/RU0gD6DsPw23D/J97wKrvy3c4+9n7fG8/i6l0SHCQh2rKL7r1PmpkNmK6tV1OcNUVSkrUSqzgF+gHbNPsr4dpe7320cN4X4vH+zWKqtQUSnUozucNqXFS4coAzKNgbAC6jYAabX+7mDI3MDKr+WBklr2qqK18n2Ip3/AKmT9sRTA7yL7vycJX+W3pD/ACpOBKfVfaMw9WazF4jc3CUeK0vPl6mpUoqt/wDLhf8ALbH03dC1PacpeHHl87UU8rFaUrMlx1fQhHmRdRAuL9+20ESCPKei38sAT/MZu6k/OMYI/fTpd/8ALbzMpkjhNcXg9e3p1/K6tCVul3e0dn4jycUKlZPNSG4bzZNvoX0/tG3mQGuF+l/83svfZs9Q6mVk0z57rn6nybDppjTrv6HgL+ZKOlKtjtLDTvxWv/odrTAe62p73t5eF901CaWibiuoogpdT3jtarkP/wDyNlDjlvPJbYFWoLNtxJzN6/yb2CqLuN9njGftd7x4jcVEuE/yDuQ8T3NDzElAtfM++FAAXzpbZIvcbeYu8/GFZ3v7xsSbwMRy/wCl67Pfnv8AXmSlazfhg2HSkWQk20ShI8tvTX+VC3j0HdfulwZ7KO77gQoi4sWVMitKH3emxbIhtEAhQzutlwGxB5VQPfby4dw1KgO8000tbHjV+s3/AMdtFZU/mN/2NPZgrPtIb46bgmz7FEi5aliCei/3WnpWApsKHhcePwkagglSwCGyNtY/ylHtC0t16B7Le6vgQsMYNQ01VGorWVpUppKQxGR8pbjptewI4pAuC0QdX+xp7OU7c/7KzbWCa1T4WP8AH9LRWZlefhF9EeRIazRkcPMkuIjNrCQnMkKWFqITxCBnaR/JC4+lyn5872iaK/JlKUt113DD7i3FqN1LUpUwqUokklRJJJJJJJO3QDA44h/7UyuV/kscKcT5KDg1P/m4g289dxtFax3vz3bYTdZbLFQxbSkPoy3SppMptbgI9ChCgfofPtt6872/Zaqm9D2SKT7NLWNotPm06m0WEusqpqltOLgFlRWI/ECgFlnRJWcoVqTbXzop25aV7Jvt1bp8B4nxZCryEVmkTPeLEMw0fenXGEoLalrIIXlJVmsc1rC2tXlLFOQf6T0R9rvDXs1tjD29D2n6hzVBw0iTFpNBdW4pifMkZVKJjNm8pYQwMqSChCeIpQtqlAYB37/yau/jEkDdDP3B0XDzlUdFOoztSwzCisvOr0Q21IjKUphajZKLlBKiADcgED/lihPG8HdgXXX+Sfo9US0jXJnS8wXLeVyFM39QE37DbzrxC5KajCVAdWwuL8dp1pZSttaeoKBFiCCAQRqCNqlsNLF/PbNF+3p7Irvspbyqa9huoTajgPF3Gdo6pV3H4L7eXiQ3HPnsFJU2o2UpJUDcoUpWyfZ3HD/kf8V/+mljf/29P2sP5UZmLiL2PcC13EbnAq/2gpcppKrXckLp0ritnTtlK1G1tWwewsfz2S4Axb/JZYnwlS7PyF0bGFMUlP8AtFuy1Afml1JH4jaw+6G+2eY1Eo/utrmv9vmzfx6beg/8j6241iffG2f/ADzw5/6HU7bYOgR+LFbd29Cf5JGhz4s7exXnWvuUpqgw2nf1nWzUHHE/iEvtH8Fja2zHMAp3PM9+zvjCBu1/lDZ9eqbzLNOm4+xHRH3XF5Q2JcuUyyfzeLCfwUT5bMn+VX3Y1/C+9Sk77Wor7mG63S2qXMlJR8KDNZKgkOK7JDrakhJNgS2oXuQDlTehIiyt6GPp7T3wJuJqtKaUlfiS5LdWCCPoq4ttqXcd/KiYyw5h2PgPfbu+RjiLFaTHTW4spDUt5oWCRJYWktvKsDdwKRewugm5Mnx9TkwcgzPHsvblcW7997WHouEojkpinVSHUp8xF+XgsMvIdU444NEmybIRcKWqwAsCRtv+Vti0+VhvdsZNuOzUp62rd8vDZB/eR+7aPTPbpr29/eNgjcluNwHFwbFxPXorU2RnSqUqA2ePNyJQgIZIjNP3UM6iBYKbJCwq/wCWEx9Fl7z8EYIiylrOGKDLqU9pKtPvbqMg72KgmETY6gOJPY6xChAoiT9mb2eXPak3203BzbS28NUdpE/FE1q6MsILNmEqGoceUC2kgghIcUDdABbf8pj7SsWs1lj2eN2jrEXCmBkcKUiEsoaenttlsMhKbJ4UZHQBcjiFegLSTttL2avZqqW5v2Wfslu7xLCpGPMXQE1KfiJ2KZKGZ8hpIC0t5kFaGWyENpJAJSFG5Uq+WZv8jpjqep9yX7RtJcW/mzrVhp9a1X7klUwkk+ZJJJ1JJJO1HzjiRggcRm+3Yf8A6Wzhf/4zwt/7ba28sqc9z8Bylu+NHW0v+96fnt7e7/PZaqm+n2YKT7PUXG0akSqexSWVVZUBT6HOTSgEhoLSRnKf19AfPbyD9pX2f6z7NW9V/dfJxZFr0qLCjz0T2IpipUlwE5eGpayCLWvmsb9hbYdlZY5g7Qc5iNrNQdd+6/qLy7ep38nng6i+yl7HmMvazx7DWio4jhrqEVpfQ65T45UiGw2FEDPJfUSm1goOM99DtgjdJuKqntBb5MIbuqM0thGJJ6WqpIatmhxUAuSnvCQCGkqKbixWUg9xttT+Vu3xUbBuF8GeyhgRpmnU+FFj1GfCi9DUeK2CzAihIFsgCHHMoIKS0wexB2svqET1mebGOMZ17eDjKrYyxHL5qqVuY/MlO65VOuOFaym5JCcyjlTfROUDQDaCwNoITt3S5t0oTNdVeHS4spvkHZUV9f6ViQ0Uo8tQtNxbz1AOzT9zO1TBrfNMsSmMicic+b69C0m4I7gjb+rW6rlYvNT5b6OP4c6hlV+B7fkT+ewfFjT8OPORYr3wM3Rkd6Vf7oN0n6+e1TNcCRZOFIsWA5/S1RQhHVwnZS/hq8u/SbHsCAfrsTboJHvSU5Fn1bjsMeDi9Skq0tfzv+0W9Nv5igfa2A5F5t/j/wB9GdCvpm7/ALdjDdTu/n4Sacdns9a3VKz5PEny/wAtldQeJTUHYkvsWYCqlUaW79nvf0FCM62mlDq8+3iSe+trbL+JiJ2jfdaC1VIsVC8qqdVElXDV2I1Oo+oNtf2Oug0l2Lx6o1x/jq6+AgpSn66Ej89NpU3dw1WWnKpKqKEOI6vitZlK/E3v/nswlXgJ1NgVYlfdeI8Wym/c0T3chCOpaFnKpR8wD/lrs0sIYIgYcabn1mrZ3+niuuq6cw/Ht/ptBn71aDuvgP8AP0nnWEf7Dx/Ui4sexNiQfrpsssYGVvaiuT8G4hXTuPm9U5k9tbH00+muxUolzesZm8bCsDEbsSqUHEORaHUrzsSArq87pIN/ysf3bDbFExbwnIEqWhbC0KyyIvSv8SDex9bj67AW7DA+8HBtZ4s+rMSqe/1ux3UZury1OvfzFvz77OxyZF4rfClohPr8fXlzK+l9ipV+Zws3RdUvAsDC7r9ZlS1ypXjU6rpW4keRANtPTt56bLTeLvxoMWU5S/d8phCE/KoKTm+moGh9bX102M/aCxr7mitxXXl8d/50/N9bj073HfbPlQ3Z4trNG+1vumorpb/hlcArR3t4hp30/LYm3bJLzUuFMRO17dK/PozqFrbY8HhzKt3soev0sPPYP9n7n95cqXS68yxk4qkOpa6F6diMpsLa30/ADa03GU53+bRzlXkPoWhWfqCu+trdxoR5bLLdDRcZO48n/Y11+FKhSErztK6fqLG9z3JSdPSwtsCzKicPJo695W4qvYcd4tBalVFhfgSt9CkqtYgEqSFIPlfQEaEnaPhCoT5UDlXaTUYq4vQ60+0VJbt5Z9UEX87gG48js8mYOPKzS22qpkYlIR1q8KlK8jY6DXXufx2l4exTWcEcSLWWWKiv+41lUn6G2l/PQWOy4sHzC7GWKh2PRoDTk+VEYYX41qz/ADegv/x2/MJ4GwvvVqnK1njrQjoRkdKenuR62/z9fLaz3kVlrFEpzlcEPo460r6U5Uqv9ALA+ug02bO4jDDUWlsc00hC0dfX1KSr8du7ob1JI2rKuL7IO76BF4UV2oxf1VLXnSn89F/+a2DcUUbBu7RpyBiOuMPo8CJEhI4voBmABULaDMSfqb7agxbiqBQaX968H9zqV+wa7ZP3qbqmt42N4lede/ov5XXVOJSlY10FspNu4Olhp57SG3SqRbqom7SVx58WnIqmRSnVu02UFpbudM7B60HSxUAAbHXTbjF3FtVSe3iOg0+VRGM6nfirK06julKiSlWtu9gPK+hdFVoe77BEBiVykWbKio+A+011t/gU/wCXb6DZN4+3r4tlRXIuF4kqKxkV1tNHMpPbUjQeY8vPa4G2VbmEr1UwHhfiQGuBKq+XrTop1VvO4uR+Fvy2XFen4t3gynIDWeLFQlSfu7uZLd+1wbFQHnax8x9BeJhuqVRpvFDTWerxUp4rCeriJCuq4Cu5TcixPpY9tiJ6pYygUtjFG755E2K/HSp2lzLOpz+ZbXcKSbaFIJGmidrZlCkW2LsBfZd1yBXmpTbi8zseUhGVp65Ppexv5Xv+Owi9hqsyorc+lsvo4HX0KKctvNNjf6WsRtorDO9/C+LWnML70MEVGEjpTIWhrmkNqJPkAHBbvcJJF799ueKNyHuaA5ijdLieLXqCvqdi5ip2P6gG9/yUAsWOhvpEpEWxvoxbS2mIFZpLFX4HQlTqylabeSgAQvz1BFtDrbYqw/7SECK196wEtD682drNx2sx7dVgu/1sfr53+Kfu2xHi2e277kXkX15ten93l9beemxxF3Hchw2pTOR/xrzNBSVJPfq0Hf0Nx3I2psCyhG6c92kr7W7xmK81h73WwvN+lUE5legIAzWIIF9e3bbVmO8IOyqWw7F8DCU5P7v5nTZKYBwrPw46xA4K0MZk8LMnNlVe+h10P499njvMm4ooODWKpRnV520o8PV566bEQbpw9xEYtalUae3VGnqvKhRcq1tMfClMrGuYW0cSfK3a40trsU4cr2LapWabKge9H4UrpfddySFMp0KQtKlFY9MoBIPppsx2ET69QYk/7MIqiH1J5jhLCHWUkauAgXBF/Q/hbZgYcwBhKjRW57rS+P8ApcykDP2+YDvb6W/LtsTbC5kGp1d2lxW4Ep1Da3EJyq1QlX0F+x+h12BJc2l1SLL/AKRWh9CFZkZfF39Ln8LA39L9r7F2LIEqqcryiJUVHRnSjMnMNNQQR9Nrjd3gag1mf70lUlDDGfOnvl8tfQflYfTYs7fti73LezfPlYtcx5WXX5WdpLSUSvElrUhN79QBJIv2CrAAXJcuMnmqC1yDsvgfqLz+H0AJ/wAiDszJLtLwvA/SoYYyeNfh/b5fnptk/frvHi1SvOUaK7FWvIprhOpzJ1+vpp6/XZe3yM5Ruie9oneF7rgOUuLiHkqitSlNI4RSlxV72zIskH6aX10I2SW7t+stcSe1EXKXKWla3UpCVZz2JOgGpNiLC5tfQnY1rO7aLVJ/9PMyqdnV9zlcwt+A8k/KU5lFr/EDb1GhJZWE92LtUw43S/dL9Em0tLGSpIShXMWPUR8riSBYqubE9gQRtCCG27YSYE3O/aOjN1mfSWM6/EiV19XfUEkGx7akA6g7EZq+DcBwHGqzToT60ZUqaRdSfoLXNzp27H02tZWN4GEsJe4YstD77CcvT/Z/iR3J/wCeyUSXeafxHWXkI6+KnOo9Kbfh3P4dzbY727V4lMRjI3lutNOVRqnohU7qXy6rqVl7CyTbJp2Fj6eWofiZyVvV4jVLlrgwlrTnQnxuJFr620Ntbi1j2PnsN0pNUx5Pc4rL8KnMK62nVDL+Olr3FzoSNduuKMfQMJRfc2F2eJNzZEJTdKu176DTXtqfwOmymWZocBVXdCOiez7heBAcdn4nmoQtrI6607lUlOuhKEgjzFyQfrtWQqTgjdK65VKNiybNYYQvJkd4qW0nVVwDlX2GhuPKwvqB0vEWN8OOt4tn49qOHpqF5s7SRKi5TqEPsKIK0HzykEa6jUAkke0dhyfK5rGW5zCGIeOvIqr0OymJlu6iAkKCvVKhcEEdtdmkr2+4B33fbA7HvtB1TEbvK4XeXFQtGfmMgQrT9VKu34HS9yNLE1eC9zmMt5bTbrTMrnc2dp+R4FK9db99BYaAfnszUb5NwXFcai7kadCfzqXldQlKk62IAKfX8/psc4E9q7BuHGnIDuA34q8yuFy9l/kDYeXb/ltfxgp9butyFZwQ647jJ1HHQlP6BXwm7a3HZWY38rgWsfXY4ms8WVE5V19CM/g4pSnLp3FxZQ/D8e2y+mbzMUYtqjlZdpy0U7qShp2yFJQTobi91HzHYX7m19jDCc53EbrjTrz/AI+nr6k/gfS+uvYbDYS8b2KqRAxvu0fwvK60Lj5WkOqzZVDsAq90m4FiP8tsbxcBb0MGz3KNKwm4thchSWpSFhTDiM/YKSbZgknp0JA0BNgds4ew3/2ccanu/Lkza+H/AD/12zRjZe8HAeI36zRmps2nIV1RWllXESLnLbUHysqwUCLG9wQMjdKRdVbB+LWmpfv7PFYWnNwlXWlSRp5+Hz7WNjcgX2hfzZ0tppiqf1VC82dLquhWnc2vp6k2/wA7sJW9KLVGufxHkYi5Er6rK4KSM2RZSSbg30ue3Ydtqqo1Cl43gORaDkXTloU06wtHSq9usHQWPawsQdo/7cv8Re7mcTtQN4M9rC/DQukK8SLKTISdfpdPfS9/qNnDjGk4Xxa63jyjU5GR/oqXL9K47oVq4ACEnXuCASLEG9rpbdTg6VhfeNLdlZIUV91LSGn0ZUPa3BSvUfQC4J1Gzcw/WWsJYtfgNU5HKyuuQlKwnouBxCnzHkSPK21K7WawpEgxawiH2A5OI4ED3phzFlUhMMfd5rTTubh3NrkKBuiwzWtp+/b93j0+Vz7DuI3YsqbUUZotWYaCFSrDzUjpKrWOozW8yNvjCzkXBG8HkPfiF06vR/u7DqMqla3AGmVdvpYkakDa4xpKad/oGUyhb8J1MqG74VJtewI8+klIPra42cNe1Jeuvzivk4Hdda96NeNHj6QpKk2sb21A172tfz9ZeHJ7UB1h2Uytjwqy/jbQnsNP9NjmGjhf2vy5f27WTmB6XPa4vRx3MvSu2VX+qT/eF7+YPkiJriEVBqVGrMVt11pC/wBT5k9vrtT4ljcKV916ELy/4fy27U3C1eo3wmmc7HyJR4sv8eh2tWYMqU1wpUTJ/julX79jLKGK6vU+U6186P7+Q+ewBXaTWao621Pa+AhXi8K+48wP2X+uvltoN7DHwnHWpaF+Lp+bYLqFGlOxXGmv/Wk/XapElIr69h77R4cbw408tCM/62X63AB8VrgWJ1P1Oxpui3X0agut/dPiMdfV8vqTp3PqNbfjt1apTrXDaa8bf/lJ2KoGIqXRoDnFe+Oj/dV/w2qCFldkM/tY1FdbitM5OAhObJ4Mv07eXp22pMc40a5VuLFd4efx9fiT/kPz/aNNgH7XRWmnJXNsZF5lp/WT/He4/ZsA1TG8V2qOOu1Hwdfl4vTXve/l6327fO2Rryq01hyltyouTwJ4vyryjzPmR+OnnsFsYsarM9yVzfx8+RHV/mPL177JjG292K6021zfR4MucJX37Dtp63tYd/TYSpO8511p+VQWULfYycVpXV0frk3HSDbQdzpp5d90pkTbj+J8EVTAdSwvP5qVN5B1aOA0vqytm6wRf6XuPO1tdvPRVVlNNcIvLfRky/F8bf8AxHr6elttO0X2g2nd3L7uHMJri1vgKalJSvixZCCNXQfG2tIuSACTltfW4x+1XJ7rvNT+vqzIyWT0/iOxt3PY9/ptCVBfKKWncZFkNOtSnIsppGSV/vJ/Z/H5bfaKbxfurrqF5PDm6VpT+qT8w00vqL99rSZTIteablUGoIz9OeK/0qzfRXr+y+1at2U1xItUZyLR8q+lSvr/AM9iym6RpGG4DTrcrrzt/J/r6n9t9pa/i8Nri9C8vz/8ddvyLAdlNf1tf91Wf/UbVNZpsqK6w1Pz5MycqkfMoeX4/T8diJOaOJSWmqDwmnvl6Nls9SGospx2V0Pr8eX5vz/47W1VrzTVLiOxXf8AElfi2ixqxFn8N13o/uq6sv57UzKiVyWeE7zTUvrRtetzIE9r4rKOP+v837R3HodoUqPF4v3XP1o/xJ/j/LvtRxosp2e5xc6OH/p+H+e1RLSxQxFi8R13hr6/1+nL6A/v2iz3ua+F1oQvqQtP8f8AXb7dYdlOuNOu/D8C/wCPP8dvoU6LFi8J11fX1oV/H/XaZ0iqj8KL91ez/wBxXiT+B2+TVPhfoc/X17fwa/8AF/8AdtvxMJ1rP+ovw/N9Pp/lt0pOqa1wov6ZC8n636v8em09NTalcPitf+bzfsP+v+e1QzEalcSK6zn24Bh2lu8q690fJm8SfTaQZ0s6jTmpXxfB/e2qfcEpp1uVF6FoV8nh/j89reBArM/71FZzsI8WVY6VehH/AC27yn+F8LwLR0rz9PV6bWk4kyG01VIrbU+IvOhSeKprxJsRY/gPTvb9mxTVaU1PgIaayL6OnP1JUnvr6g/Xz1tcbK9nFU+jVTiu8RaPB/ey/TyIHodbdj22ODWZ8qjc1S2s7mXNk8Kv3/u/YbbdIkNdOnwPiwOhHzNLWFJ/CxuP2et9NumH8Gu4yxlQsL0aoRYUrEtbp1G+KgqSy7LlNx0uFIIK0pU5mIBBIBFxe4CZ1edn/FdlrQv9RN0/t89Pr22jwqpKgSmJ7XHQ+wtLrTucpUlaSCCCDmSoEAhQIIIBBBG1sQmJ7sYf9m6buW9n9zc37M1Xp2F6vJ/rOI6lFL8hyQsAPzlJSAFyCAAi/wANsBACSlAbOJ6l/I9b1KpU5FVlb+MNuPyVqUtTtIlOKUpRKlKUpTxUtZUSpSlElSiSSSSdsnpxdjevQG69S96eK2H0Jyux/fMlKNPLxaK/vWufPaurWMt4LsBif/ObjJtCFZHeFW5KVJ8tbLAO0Ygds1div+TLx3uR3f4g3i1Pelh6sMUKEua7Fj0t5p15KbdIUpwpB+pGzJ9gT2hsBUbDFW9n7erUIUKl16U67Rn56w3Fe5pIbfgLWbJSpS7qQSesvLQLEJCsASce4yixeFVN5GJZsV9OR1p+qPPpcSe90qWQR9Dt0oEqgu/pcTsOIfR+idtl19Qex8jtG2T/APWbnxN/JVbwIFakMbud5FBqOG3nSuH774zUyO0eza1NoWl4gacQZCoWukG5La3dYK3Q/wAmhulxLiPGOMmK7jHFChKWw0kNOzltJUI8SM0VFYZQpayp1ZsC4tZKQQkeesfHu8HC8VuBhfe7i6l05CcjUKBiOWxHSkdgENuhAAHYW0GwFiN+qYjqj9Ur1clTZUpKeLKlPl11Vr2zLUSpVr6XJtfbp3LQXxnXvtlWcWYtqjueo1d2bUn1JvlU+8VuLIBuQCtSiBewFhYW29Wf5WZP/vue73/0+oX/ALiqjt5eM4aiys/yP+Di5f3KHmPw26Viq7y3eBAxHiat1SnMKQpDUqe7Ka0vZYzqNlAEgKsDYkXsdozJ7bTtj+I1wqY61LXFXnTwlJUUqSsaggixCgQCCNQQCDfb009lLfThL279wdd9m/2gXmJeMoMDgT1ps2/UIqSBHqse4ID7a8mcgEJcCFWCXQnbzXxPS3cRwIjUX5Mquv8Ajvtww9hOvYcnt1mjVuVFmsJVkdhSFR3UpNroCkEKsbWKb2PYg7V3LLGtmhVvG3F4y9nPeNVt1eNviSoXxYU9DRQxUoaieDKaGtgqxSoXORaVpJNrkMqy+F8Xa2k1HFE93i17ENUq/AzcB2fKVIW2k90guEqGvdNwL622oK5K4rX6JGf58n/DYf3NK/bH3/J7e1jS/Zv3xz6JjyocrgbGyGIk+Uq5RTZrZPLyleQbIWtDhtexQomzZG2kd/8A/JaDeXjipb0PZ+xthtikYvdXVJECoOulhmQ+c63okhlLgUytSirhlICSTlVlslPmYhDTrvC4Wdxf/Ht/wP8Ansa4dxlvH3f0vkMG7zcZYbihavudIxBLhM5jrohl1KQSdTYam/c67H2yMfieoO67d/ul/kt9xmIcU46xlFr2NMQ2WpLSQwupPtJVy0GIyVFQaQVKKnFGwzLWopSAB5L13HmI8W43q28GqS1orc2pO1bn2r/DlKdLvFQFKJAS6cyU3OUBI7AbfdZxBWcZT3KpiiuVSsVHKlpUifKckPuJBJSFOOEqUASSASdSSO+1VDVFadc+L4PlWn920ZnbJ6zV2Luf/lXPZ+obdGxrFwvvJwk6mU6zwkPv02UtsIkNKaUUrdhP5QpLjZTcttE6trb2U27P+SC3it4oY/ne3m4b+yja/v8AHoiZC5U5oHVpKnEISwFC6Sq6iASQL2IwNAW7AnxKpQXptLqMVWdibDfWw+yoi10OIIUm4JBsRcabMJ/eZvfqsDkKzvdx5VIq0cJ2LPxLOlMKSfItuuqQR5WttGZ2xpr3+VI9pjB1TwvTfZ43a1GLKhUiQl+ruw1hTDa2UFtmGgi4VkuVLsbJUltNyQoCw/klvZPwvKoH/o0mMuBVKo5MlQMMw8hUimhpRbdlKuAC+pQUlNrhCBcEqXZHnTi1nhNf+Sj/AHfT8NpmCcS43pcTkKDjfENLhNrUvlYVUeaYSom5ORCgkEnUkAXPe+0iDsOyeq3tL+wn7Q3tLbxXMY1/fbhWDS4mZijUZNJkrbp8UkEozcQZlrKUqcXlBUUpFglCUhUv/wAkTvVda4Q33YRR/wDkST/+O2xynHW8bhf/AFR8V/8Az5f/APWtqiZjfeg67/8AVNxehH9ytyU/5L2nbFi6tziNzD/s21ig+1f/AOio1jFcJdQcqkeGusxmFJayLhJmKcQ0pRUFBsqSATYqAJIB09WsUbjMRYc3JMbl/ZzrdMwOxw1R36pJacdkBpWrziSggl91RJU6SCLqKbEpKfDik4srMXFDFZqmIai/UelHPuynFSNBYHjE5rgdN73tpe2mzXbxZjx34v8AOFiX/wCej3/rWwwArQqNumsWv5KbeUy5xv53sLlf0pEgfgB8TQD02F993sM4t3G7tKlvLr2PKJV4tLditLixYbrTiuPIbZBClrIFi4CfMgWGpG2a6lireC063/68jEv/AM95H/rW3N/EOMp8ByLVMZV6bFWnrYlT3XUK/FKlEfhpoddp8YSbM9gf2it17WEqt7Le9SoQaXFq78pdDXMUGotQamX5mEVk5Q7xFLWkKsVh0hNyg3oa3/JU736DXVxd3O9HDFUw2t1XLKriX482OyTolzhIcQ8oJsM4yZiL5RfbAONWOaaca4WdGb/En8/877T6JvU3yYTpbFGo2+PH9OpyEpQiLCxPPYaSgaAJQh0JAA0AAt5bVJX5kPhfc9YsLQt038m7ucrNax5jaFXscYhs+tqO0mO9VHWgpMeLHZzKWmO2pxZU64ohJecUSAUoHltD361Sg43/AJ0ON/TyKymvIkJSWmnJoe45JAJUltblyRcnKoi58wjGE77RuuVSqVao1GovpTxZsp9TrrygNA4pZKl27Akkjy2oGVutNcLx/wCLahsEguonstjjDu6r+Uv3L4d3g7psbxaPivDylKQmQgOuwXHAnmYExpJzpSopSUuJJF0IWnOkkKF9xf8AJ8V7d9jem7yt+WPMPe6MLPpqjUCAtxTTz7JC2XZEh5KA222sBzKEnMUpBUEhSV+S9Dq1ewtVPf2Eq5VKDUUIyc5S5jsV/KbEpztqCrEgXF7aD02IMQb1d7WMovIYt3m4uxDF6V8CrVuVNazJIKSEPLWkEEAggAggEEbT3FaU7yzXnt1+09hjf5vagRcE1BubhjCMd2HBmZbJmOuqSqQ+g31ZUW2UoJAzBkrF0LSTnyeMOV5rlZ//AMtQvItP4H/jcbKdqTKa+L8/zbffAqk/9E8+j/DfYZy7ThaIQPYcqmF6o3PgVHnactfWv+7+qseX0VqPw7bekf8AJk7m4NGTin2msWtoYgwortGokh39G3HSEuz5QNyCm6G2gqwILL47E7ebtBpmKKW7xXZa30Zf95P5G99i1eIq9iPDcjCVBxZV6W+jPkprE91qLIvmzt8LMElK7nMgggkkkHXa617W3ESwdWkf2h99ErfxvzxRvQlOv8rVJ6uQYdWfu8JADcdsA+AhpCFKA0DinDbU7D1Jk8V1vhPdC/k/V2As7rTrjUrOh9C1Zs/izX1v9b99rKmVN1qU2618nVs0IfHjGZNVyrTbXNvoYb/V8Kb6n8NTfarecddac5WrPr6FeB3a7R9/itu/ItGfaKaa007xeD/vbWMzTPSP2suL/wC8scMar4nuPBqs3zZuLDN9vLZMye07Enxai+iVCUmRDkIX1x3UqC0uJ9CFgKB9QNiGo4jxbKge4XcWVd+loRwkwHZjrsfKOwCFKKQBbQAWGlrbVAjcLZZ5FljPjbPVCPK3Vfyofs8RMO1Svs4b3kYYKJTqEJC36XUQgoU8lkqBfhPC9rEaaEpcbICp3VfySWKIGN4FZ327wsNSsK0iUiVKgUlp5a6ohs5uC6t5KEsNKIAWAFkpK0gpJCx58z6jLw3KYrNGqMqFUIuZbEyBIcYkMqIscjiCFJuNDYi40Om3Gs78d7+KKeui4o3sY1q8J9PCVFq2IJcyOpJ7gtvOKQR+I2lRvjNfnyRzNk/yontRYc3v4opO6Xd9V4tRw3hB1cqVNiqztTKkoFB4SgLFtlvO2FpJClPuiwDYKrz+S99qDCe7V2rbkd5VVRT6LiuamZRp8xYTFZnqbS07FdUeltLyUNlBNklYWkkFaAfPZyX/AGrr2da/1/8AjsT0otSqXwnWkLQvxI+VSddrgS75XmekeNv5LTFreLpcndPjjDqMJTpCpEOLVEutP01pRuGUlpC0vIReyFdByhINyCss3Ela3e/ydPs0zsE0vFbFX3jYh5iU0tLQS7KqTzaW+dWwld2ojCENgAquQ0lAUp1d1ea1B3iby6NS2KXhfenjWj05hCWkQoGI5seO2kaBCWm3QgJA0AtYem1FW35891+qVmovzZT6uK7IfdK1uKtbMpRuVKsALkk2AF9NrwW8D0JQS5XwuVa6G/ChP90aAfkLDbVXsp+wXiz2kd3Te8+DvXpmG6f7xk05UN+iOTHfgKAUrMH202N9Bb8b7ZHdVxZW0mvY1xRAgN0qg4sq8KCvMt+LFqLqGFK+rYUE3I7m1yLAk2Fg53NB1+TbjPUqjx/ZH/k2aVVq9Pxs5jjefUIvAQwt9lc/gHUMtst9MGKVt5lOOEqUUgFThS2geXm9re7Xt6u8bEG8/FD3HqmIZipT6k9KU6BCG0jyQ20htpINzlbTck3JCGorTTXxXejx5UdKc3+EWAO0OW5xXdrZhmOZMiVGe7Kjtc2+hjP0IR8tz/xN9jSsQqpAgOf0g+tHAUtC830OwfhqK1KqjDTr2RGZOx5jGbwmmIEXrWhHX/h+u1GrL+pHxPTz26lf/S3sLu8VedEXCi8/nmCWiD+3byTqM6f8N12W+/kTkRmXmy7WcjFGPJcD3NVMZV6bS8iWkQ5VRedjpSPCA2tRQLdhYCw0FhtAlM/C2aVPGVL7p6WfyUO7KBgLddjb2t94ryIUKUxKh0uU/bIxSIZK5slJzGyVvNZCCARynmCDt527/N5Ne3075MWby8RtOMSq1UXZXLrtmjtWShlm40PDZQy1mGhDQPck7VAxxjKlwG6NFxliFil5OEmAiovcqlB+Xg5smXXw2tfW23CUlqqUvn4v6eL0u/rKR5H622Xs8ZdjxBtLPF27MNfF2+2JDXF/UXtIAaO0YgzPSnhT8W8fDkppCFo6EupUUJUryunX/Xamh7razS3X3a9EQhbfQ0pMjMhSTr6i37Nk/Ex/iOjT+a4s3jsePKr/AJEH/l57OjdvvEqmN2n2qpLXKY6V/FyZu2oum3n6gfhtye5tvKGDNpcWs8q7EcivoXl4sdWVafyHf0100+mz0aEr3Mw0199RlT1K8XbztbW3oO+yhXhCjT8W8J2IthfFStDrTv1vr/zsbabNYVaBAdiUZp34/iTn8SrH9+ydvlcEidzZwsvqVT2qXA4sXjsPuI8KFHKr8tqaXPqkp34ruT/wnelKv9NiGNjCjQHW/f0tiL4cmfw7Uu8quRWmm5VLd42fqaWnqQq4vtpLzJxE9vXwzS6pwGuN7u47vxci+lzz7ag/8u+xbFZawlg1x2VSYT622v0rVvhptpcXuB6WuLbfdAov2o+LXqIv46OtKk5kq7/s8/27Cm8Dc/7r5uqUarSorC8y+BxVpSlNu1r5ST53FvPa84RUf+jBypWI32mqdkisdGTP4rdz2/j6dtvjE29xrFsVyLFocpbn/hXUtteoBFhqDrpa+mynrdHlRao/KdiLYWj/AHen1Vbz9dmh7N+HOfxlwnZbHH/8912zOJP6vrr6XI8x2vYQu6TqNuw3l4ygRHZUR9dOYUl34tlqSn9SyjpodRfy7bbC3SUmLQcBuUFpphxhaVNZEo/Edv4/LY9wthmLFo3K8Lxo2qpFGaw5Fcda6PEv9XqO0WGWTyiIwxhP3XKq0WLwOAuQvJwk5UqST2KRpcdrga/u2vtze7h3DlUl16AzzS+KpbrSFhLqdb+E2BGvkTp32vHk+4ay3PdqCFofy8VCkZF/7wsc346f67FT03C9U4btGxCinVTLmQrOMqvoR2P4ft2RteNViS6xvBapbvCqmHpqP76mijN+BIAP5E7UFT3t4SgfFdaWhf8A4qPD67EVJxVi1qK570pMWrsMfpXYds6U+pR5j6i/4DajqVf3VV5pzn2YSF+JTTrQaV+fY+o12ReGlSjeDAxH/wCcuIhaFry9HSrN+FreXr5bFeDar7rlOcV7Ihf6/wCtt9bsqhu+wvxKXwUck+tSvirzpTp5FVz+/YZ3wYow5AnttUt7OheVSeF9fI/xbbk8VgbPIw8Vh/EePKy5xWvurC+laLZf2Xudfp/x2W/tQ07G+7nCTDuF3ciFvtJdQvwuZjl762I7jt57MncnvApc+L7raztzUI+fpUr66gX/AC2sd/NLxRijBr8CBEQ/nUheR1gupTY9zbqFvpp67Sh3GWTiD+Ad2ruKN1TbzVPYmzVxf1fiqXa+lrBY9ABe1vPuA4c3OOxXX2qo6hhGZSV5VrzZ/MKQuyk9XlfTW23fDW6Pf7ulgMYywvjGLKgxVcd2l5HWmnkdyglKrj6EX9SDtZNe3Hg3FEtjCWMt3tRp1R/RT+KlL7SdbXQvpWpPfUgdjpbUurKuPKBtc3Z4XgVnhQInx3+vjsPlSUqPayT1J/C9wPLZdDAsrAdUlxWpaJtIlK64uqXY6jqSNSLE9gSNnHMqFLqjvCoL3Kr6uErOcuUnSwcub/3QbC5sBoNivd/QGp8r/tRLRNmoRky5PEk97JV5nzt+/ac7ZQzOtMw9iOLPbdgVHP8AqNSovFTlv5KBFvQ2KgL+EWOxA/gzFHv73zS/67kyLRFd/TJ9Li2YeViD627bamrFFwvKi8J2JFYWx4eKgJUn8Dp+zZU1SK07iNtqLnYyK8aGsydP4+m1cyNsG8H12l4crPIYjokql5/7XKhaFL881rKH1NiB9D3YlawHFrLvvSlvIXnRnyfKrzBB1Bv6aHaQIdLd+LVGmJSEdXFUjLlUPob6/t2CcXe0fu+wk77mdqK0SmP+7x0ZuJ/5F7dra2+tu+1eW9TtsoYcZqg4ybgVTIwiUvKhGQJTnP8Ad7WPqPx2Nd69SaoOF1tSmW32FtZM2Q+f4H639AO+yWnb6t3OPK8x7m96MSkZHfjx1/DVewuUi1uw8jqLgXBOqU4ewvvGwG21P6F8JSESo9lLbVb0Oih9NL+RGxq/E8yhExG9izeNS/utGrk2nMPu/d3YcrmEM+lwpIItfW4Plfyu1aFTt5eI6W3XoG82Eutwk53YC7tJkZb3Jyqugm17BBF76gabCu8DdQ7u+xG3XnadNlQkKyc7CdKmMvkHGyk5LjT5QD2J0OxFguBuvxRKbddocrO4j+18SVXBuldwsa2I0I7aki+zRIIkfbDPdnjH7ZVRxrFtJYhSkZWnXUdKnFDQpUE2QsC2isoJtcW1G2l6PHoNLo3FpbyFsIR8l1ZfpbUj8gfw2VGFqZQaDA4XCQtDGbI6tPXlvfXtfyvbv3O1BvG3rUHDlG5rhPsIWlSETYrudP7e4/C+nkSRbYHcg87pd72t9kCBRp8WjRFyn4qFJyJurqsT2HiSbWsL37WG3nlL3p1SvY8iT4FEfYzuqSmK0kqzdShcII0v3tcADy0J20bhp/dVvLn8/Qd5teROQv4qfhutN37hd0a9j53F++t9q+o1DAe5Zpx33t7xqMrN8XoS/IV5aJsCPrbT6DYip+YQS9o+DKDKgR6zijPTsnxX4q1fAUqwsVC3SQfIGxt67fOLMcT8UYXnwN19Q+9UvoyP3+8aA5GyNRe9gdRfsBqQq4eLd6uPMR8WjO5KItWRVLlRW1IeQRrb5VHTuDawtbts+t2eE4GHIHxcMcBcrMpeVBUlKtTrc2Frm1tNLaWG1SVWEHlM20Wdi3FsXhUunQospfyOysqnld7JBF1E+ZNrEm589ulRpeLWoDcqey+whheR2Kl0KUlQtqhxOhuewNwe220zgHC8Wg819mYS3/EpSGhm9b31IP1H57LCp0hp2e/wqIw+w+1wuVfW3ky+ZSMwUVnyINx5a7CB3y23bEiZ+I+Qbo2F4nAfX0urQ0GlN+RLgF03te5GhtfXXakxXQnd3MBusys79QlKShchKMyvr65U+XnYfns2921OoM/FtW5B6awhC0JahPqPFby5r+IBWp7XJIA1vrZW73cX4jdqkvDlZpyH0PtL4TuRPVrl6bdJta+llAnzvtZRhpBfdxByJ9qN4MV9r478X+y6cyc2vhOhGvcXI7m4IIJDhndzPi/cJUSnPxc/UiQ0UuqQNLJeQUkW76n8O2zN9ljDcafg34ryH/Hn6P79ux8wb3JAI7bE+8WjO0F2JFgS+A++tORfza+l/wBltL/XZwjxi380Sb27/Dkqqe5mqsjOj9E1KdGfQi4BUASL6HUjvqdbXycHQMOSm+ap33paFKTmvlVb0sLW9DcX08tjCr0yl/D+1EukImo6EfCSjmFgE+gAVYElI1Oup1vIZp8qqYXbn0br5JSulpSVZkeE2Cu2tjob6a6G2wYWAa942LZ/EgRaJkhI6UfC6sxIINrgBNvMEH1Omzj3MSP6BcqkXgPvsKXm7qTlGlr6EdrDtrpa42UFRwrWcW1qRQfvWGqjUUp5KUq/KyFFCdc6QQhQIsQLg2NwASRb7s90ntD7r6o/AlUmosSn+uPNYdbfhSE6eeqbW1yqAIJuQPOHCym6bUw9LgV6g8WLx2HkJ62krKk/gPI/Q7L/ABhTXZ9LfiwGl80jMppfzNrF7EfXSxT5gn12/cP1fEeEqDzVeaQiqISnNwkBGb1RoSkjXQ9x67GGHZEDEf3/AK0LX4mlI8P4d/23Owc7Z088cQUufjfFE+K7nhVGC6pqVAQ6EpkdRPFCgDkXbqCTmGpB0AJNd2zDVBxH9l3ajzXO9aUSGuFIb1Oi0jpNiLBSTr5gG1z32htzON4uN28eYDpPHfW1llLjqQpakdrlCiDcJvqDqLDUgArSiu4oaxbSazihpj9KjhO5T5C2VSTZSVaAXII9RbathzLrP7e1hKvQK8+7FqC2M6E50J6s3fXzAI9CQoaEEedZh5crFEVjn6shFRpaFNIfy/pkA3AIzA6EXB1t2PcHZv8AtBQJVQdoU+ltIQiVmjuvp/7urJcKKQnUdxqR30vaxVLrLWHIrkV2ooqK30ZEIS6hD6UiwulCrpyjyF7a27aGyhV8pTYud0aOFalA3q0ZvCVZlsRa9SHUv02Z4vio7Adj5WKbi4JGt9juvtuz6XArMppCKjC+BNSn8NT6+eYa+nl3yBGxJjfBH/bel1FidS0O/fIrqhzEdCVWClKNlZtL2NzYkX9Nh7q8cUbe1g1usxeiahCeaQnpV+NvO3qO34W2Z370nAeWZbxqN8Jv5OnOn/CdQfzHbyO06j0iVxeK06v+5/i2vKfTGmmm2v7D5f7t+9vLvtKix+Qd/uf39lQkcD+MJaRJ4UVvi+P+/wDNtcyKXAntcXwLR4/lV/z2XMzHVGgVRuA69wHOnqdvk17XIGg/vHT1I2MKHX2p8px39IhCE52vF+fmP2bE+2AJ5nCbhJqU04009k/v7L/G8al4XpbnPvI4nzK/y/M6efc/XZl1zGdLw5S3J7WR5jqXk8Sv2d9sI7/vaEan4jc5B3JFRlzpzdKnbdu2lvLvf6bVcwiQlquPuFKcai5OOj/eV6j6fnb/AC2Xe8DeY601966P1/8AqPzte19lbJxrWazP5Wl8dedWRTql9SlfRRB8vMk3Pe/YRH8Ez+E5Wa9LXOWjLxY8hpWVN9bXGvfsSTfvtQVlpL3BZMn77pTTS6XAZ47C/Ah3qSlVu4tYpIPax17HYXVOxbXmua4z/K5szrrSD09u41PpqB2IPlte0PdzFrLXvSltZGF9aUZ834j6EX1BvoLg7OnD+HIsrCXKwImecxmaXIR0qbWB3UDcK9LEG/112t29sF3GaJGLgmBwmPtRLQ+w/wD2uq0puL6gWUP8SQfO49HDu69jefvLa5rBuIaXF4CMzXFdUpEq6CLZkkjL2BJBIvqNBtUqw3KgNNtV5mVTpSFK5dTscLQpV7aEG2U9yL+pBFrh1bvsX4owbhLi0Zp+LKRlU0t1BUhS7m5Ch1Jv5AggjQ2vqTb4ymIAz8CfzfNVLC+LaTKoNbitKR1pytOdJsW3AAhxBOlgQQEk2IN9simRVOLzXBQtj9dC8q1eZIIuCR6G19vUyLvgn7y93NWoOLcMsRauiA+199QhTTyg2etJKbJsbHW2tux281pGA4sXic1LYYQvxtMKOT8gT+7/AC7bVAgrRiQoc7itc1S5bC31+Np1ITm+h9D9TYfXb5lVx12A5FxHRFo/ueNCk9ukgC35H89oSYuDaC641Ke47a/mTfMn8wLj8jtMTLi8LmqXL48Xq4sd3q6bX/b9bX2tBSDDbai/FpcvPFzfolqzKb+hvr+Hf0+u02XSnZ/Dadl50eLIrxf5+W35Jw87wm6zFiIfiryrQpCutKfO4+n7dviUx+glRZa1o8GTwrSo+vqP2226X2z4lU2e01wv60x86PmT+Xp9R+7b7wqzFa47UrP0KUpKF/Lrft+7a2hxOa/S51o+T5VJV/Hrfb+doM9p3mv06Ef+Xl/Efj2Pfy9NhESGXbJ0mR+j4WRaP4/jyP47DNWqXKuuO+PJ4/1tursR3+ydX0L/AMP5j024T4nNNfFZXnyeLKM2XbpbMg0+e667zTT2fP40/wB71/j9+1g65K+I600hf/hf8P8AhtSUynyorS+LEWtGfo7fjtdMVDhNfFZ/xIX4k/XayyJDZZ+Lxf4T67Wxci8LhO7Q35jTvxWsmf5doPEdd/StbdulJ0lNSmneLFz50dSMni/522mzTzTTE+V+p4kIKVfgRbX8R22hNzP/AC/1fm/L+BtPdd5+Lwnej+P4/wCG3SRLmh1V2A1+h4iF+FSP+X+R2kyX+LxJUV7I+tHWl3qSr8vX67RMPVWlxWvdc/oX8i1+Bz8/I/j+3b7n0V2U78J3o/ubWMtBmQh3i8XlIv8AfaUjMn8r9jt/Lq8qK021FZXCyeDIvMj/AJfQbWUjDU+L8VqWv/f2ht0ifxfiu9H8d9qzpMj0+LiNri/AYm/OvJ0vK+o/W+o7+Y89vudElUZpt2fQ2H4q/wDvDSsv7dqlceVQZXFlZ+V+d1r9X1Kfp/B2nqqMB3iNNVZa2HupSOLmSr+PT1v+RBOnaO7S/icrx2Fr+VC8yVfkfP8ADbvSkReVfgc3x2H83Q6koUlX5j9n+Wu1G6iA18WA9kfz+D5Vfl2P5bdDVnYrXFlRMmT9X5frsSVMqZ8eqReJAnxM7CFZUyEKCun627eXpY7VAp7UWU2614F+Pa8kYhgVSU3Kaecivo6Vr+RxPlcev7vptcS6dA5XmmmULz/Mn/l6bVnYlTHpMpqU3KiuryZetOuX8tvpydWWpXC4PR8nzJ2vIDjTXD/v/wDmk/Tb8xA9Fitfos+w3MkHaZY0Piu/Fd8e1rOnOtNcXhZ8njR8yk/TYFg42apf6/8Avp6f27TYWMWqzK4TUthC1/Kr/L67KndGAQ0M4NXi8r8VlC0L/wB1X5H12+otTgcX+0/39hZcDhfpZfARn8Gbpzf57V6g01Kb+KvxJ6s38W2j7pP2wrqLzXF4sX/e/wAX/HYTry/8Gf8AV8ObYhDHCa/X2opKovvRtqUyvIteT/et57EQRYtuOZDp1M4X3/rz/wCyXbp12rKhM96SmPjLRkX4fD1f8tjOSzwmuE1sDSV8Kf8A30LyZP7t/LyOzQlZZ0+M1FrPFleB9CV5v23vt/VRdG4vwmUdac6Ffq/T0UP3j/P9jyHf7VpeTInx/wAabUZZ/smmlr/9V2E0vCqlyorrXC6M7f8A6D5Hbuqbwndg6DO91yv03+JC/Fr/AANrORUNqzpAxXO4rrbX+0VtaUGLysD/AB/NsNyFxfejbsrrRsRv4jozTXCa+T5f+e1lidwLepdqe4X6XaLPqUXhbDzeIIs93lWnvj/Jn8KvptDqPNNcR3bi8WCNPiozf9ls1MC4h980Zv43x2OhX+h2Rr0p13azwniOVhyqNymvB4XWv1k+n4+nodoAMYrTbH1UzxWtq52d912+26pFn0tufFezsLTnT/wPoRtSzJvxfhbUPuGAlfMDU91xrozo/wDK/wCm1NLpbvF+LtXyK67S8UNu/Ihf/mf48tjyYiLVIrcqL0dO0kboDUCBXu8/+Ht+Ipe12qlbfqKI67tQVxPMphR9pDVBd2sDB4X9tt8mQ61/bbdhVnZn3Hwvxdial0KLF2HI1Vn/AO22loxBPad2OjosnMKzG4W0CfRosrhu9aH0KztOtdK0q9b/AOhuNoDeLP8AatbWMTEcCV8Lwf40bG7iNLAwcxlhJ3EbXvSK0j32wj4vCRlTOSB4gPJ0Aap+Yai5FtgumU+B7rcnu1FCFseNKunLrp3tmB+mt9nKp1p34rTv/kq9NdgnHWE2p7T9epcT70jM7KYR4nPV1AHn+skd+4GpG0eKxmuz4k3AlYaqkByL/sPBsd4YwLjLeNXmMG7vsJ1HENalIUpqHDSFKyJ7uLWohDTY0BW4pKQVJBUCQCnt3lXaanuQPBx0dG3rbuSfoPsj+wjI3+NUmLKxDiGlsVx1Uq6OYflqS3T4y1C6ktI4zIKR5qcIF1G8sYMpueZgj/yZHtZyovNe78DxeJ18vIxE7xk/Q8OMtF/wWR9Tsg98u5zeruHqjdG3q4DqFCefz8nIVlfhzkpvqxIaUptarC5bJDiU2KkJBG1nXvbi9qCqYkXiP+fPFEWVnWtpEWUGordzcDlUAMKSNAApCjbQkm5PojuzxhE/lA/YRxJG3lQ4v2hgom0qbKaj5EM1eI0l+LNZGmVRS5HcKUm3WtHYkbD2wgqQzxsqkue67xfH/d254fptexbWYmHKDh6oVeqVFakRYECG5KkSFAFRCGm0layACTYGwBPkdpEZXvCMwGoj78qVkQhhpBcW46qwShKe6lFRAAGpJA29csG0Ddf/ACYHs1R8bYoojFa3oYoabalZFhLsyeW+IYiHSklmGwLlSgkk5c2VS1oQbfbGPtHEwrR/5OL2xp9LkVN3dG3RYTEdT61VOtw2lFABJs2hxawQB2KU+nrsj6OtrkG+F0IX1/wPLbQ2P/5SL2uMd1CQ9T94LGHqY+lTXu6kUmKiPkNwRd5Dr9yk2JLp9QE3O2eIaP0bXCQjr8CfCn6D6DsO+1SYK31GxuY3VY3304tbwHu+pzM2trhvz0tSJSWE8BooC1Z1WGhcQLdyT+OzpqX8nD7XMprhNYIon/8AkDCf9djL+Siw+J3tA4lxGe1Iwg7Fy/3pUuOQfxtFUPwJ2EPaU/lA/alwjv4x3hjAe91+l0GkV6ZToEJNEpTqWUMOqa8bsVa1XKCq6lE6/S23E8QaVBhzB6R/Jp+2O00459g8PZEJzf8AsRx/z8tsardqlZqkSBRqdKlTZTqGGIrTRW+86shKG0oAKlLKiEgAEkkAA3201M/lJPbVDYb/AJ8ZLmdN1D7PUXt/8xbUPsBVLC9L9tHdnWcW8rFp7lRlNNLkLCWm5jsN5uKCVX1LymwnUHOpBHaxooEKK1SGrf8AJb+2XKwd9rHcKYdRKLHHFEVWUpqX+G2UsBZGuUui3YkHTbLkfCNZ59+l1SnyoUqFIXFlRZTRafjvoWUrbWhQCkLSoFJSQCCCCNNvUKrbrPb1d9v77WwahidvBSMUMSmp6KsfcasPBxPEjKjFwoC+XzNcMNhRe+IDc8UZ+9u+ThOT7XGN5OE8mR5UVqoraVmQ5PbitNukakXBSEKtbrbXfW5JAmYK31mZkpuEmov6Xr2d+5r2UN72/wAo9VxFuvodPqMWkT/d0zmKo1HW29wW3QAlZBIKHU2V2vcdwdlwW9tufyU+OfdW9jG27qVKc4eIaExWIref4aXYLxbdIF9FrRNb7DUM6nQbWPiIFBuO0zBLkf8ASB1pbK/Atp1ooW2od0KSQClQOhBsQe42sd226HHm+jHkTdzu1pLFUrU1p59pp2UhhCWmk5luLWrRKRoPO5UkW12ZHtT4H/m69pXeZhNoL4CMQPVKPmTlytTMstKU6AFKUyAkEX8NjqDtqH+Sf3fRPtPvB30VBpHAosFrD8N3W6FuWky/7vgREse/URpfWMlfUhE88Tz/AN9G5XeLuWxu/u53lURmmVpiKzM4TUpD7TjLoJQ4hxOihdKknQWUlQtoCRigx5UWexFitLfXKdRFTHT4nFLISEDyNyQBe23ox/K+4KZnjdfvyoIQuLVIz9BfdT/aZkiVE/8AMc1+4em2O/Y23fvbyvap3YYYkFa2RiBqqSkpTm+BCCpas2hASeClJJ0uoC+uwbAX9xgKczjv59ivft7OdLg4s3n0SmQqZVKjyENUWptSHVL4a3OpCNUpCUG6uwJSNbjZYNs0tr9K917eh38sDjn3zjzBm6uBMWV0Wku1mVFT2UuU7kbN/wBZKYrlgD2c1GoO3nIxT+a/RZ9oP4lmTdNr1XBmKK865/2TfQt/+1SnheVtLWBv+B2Lt0m7LEeF+O7PiPsIWr50FKv8rH8Rtp2Nyv8AsUfu2t23mnWuFwUL2yK+qH8CI/6u7H1MrQcOT4uMpdUlZ+AtfgXdOXvqT2sfK312Hd6e8Os0avMO0GIiUthGTNmzdQ/Dt/z7ba2nUiLKiuNcoj/cQNs34xw39kq8/K93rlPrVnaV4Vdu3bTz12NVZXdZ3PmaOmvr1X9Yi8RTN7+8aexzTKGIufKpCX/CnzvoPU+V/wA7baF3e7vpUWlwIrWIZXjQt1p1Ry6WuBqR/wAdgeXimvSnWHZWGH4q0KzL6eLm10IWkAn8CL/js7d39Yr1UajtVSnMZ/kd4oVl/YL3H110120Q8fCbYzZsbDmHML8/VKi34M3FVbMn9nmNdsyY430UGvSn6NS3VykIVkStFlJc+twf+Wzq3n7uqNi2A5ArOIZUJiajhcVfSpX9zNa1iL9yD32X+FfZ93fYXdcgT+SqL6PAh2UUZk99FAlJPbQgH6+ezSYg8RFM4OxQ1VHJU+kofiv+BTvUlSe5Hp+Xft22Pqdg/BFGlRJUXJCf4qf0V05VeoGot5aAG3nsX7xIXuv+gaXh5+Fx8vLuurzIUodglSbpP4Xvb9yhq+FMeNRefqlOmoWx18J1rwpHzpWLpUm/qrUX0BuNuaWxNu4Wqc92lsNNVFD61o/tVdeX9tz+/ZWe0rvCr2EsLuNQIi35T7qUpQhRR0AjNci9tPpe/wBL7Lbd9J3g4ow4xP64vKr6FKulSk+tgek+lxr3H1DMfY9nyq9EoNUiPzV51MLa6sylEHsbHvYnX/XYed0uJfUHeJXt6uF/dbtPfXKY6GkuqQp1lVtLK0JHe17aDyI2oxg2vUuV70xlid+KiKlXCyLyrbSF3BK7nt+B9Nvxilu4NgOVmA9yS1ozpTKt4vMJWLE3727i37EzjnFOPN4LTkWfUVvxUKV0I6em+l/UehufP67CNZaXFm3mOqbvBgOxXJ+A8byve8JefmI7RStSki9ipHSrS1wRqPxttVVvfRWZ8Di48wR70Q/458JHCUpR0zgEFJPqAR6bKjAUus7ueHXoERibk63Ysi6Uqt6EdvxsdPx2cDHtEYSxHS3GmsGyoS1ozPxXcjqO/wAqgACNO5APqBsm9W2HFu+GG5fDkqsxUe4Zb6KdK+K1FkKKlJvfQAnpH0Gmz3oOAqNQZTfv6krlP9GTiry5bemn/Lttk7BG/wCoOCKpzTTT6IubMhrj5XU/TKUm1vxI+vfbT2Gfb03BYtaRhfHlDxDFWhCVNOrgB9OXyILZuO3oD6jXYBVpJmkcGQKNPitutYTisZPCpds6e3kUg27W2qsY4ix5RqzE+xuDUVtCFfHaW/kTk8+r5T6Gx9LHYew9vi3c4odbpe7nHkVcpDXFRHfYdSrJ28wCk6i4JBHptxxBvFn4Sd5911GdHiUwrMnt2IIB1+v79r1rzK+vcO8SbxotGgMVSe1KoOf+sIdtlbUdPENO/nYX2zhvmnUGV/2jdpNLnRc+eQ/HpwS7qf0ikt2KvUqbKTcapNzsIb0PaCxRWao4608tiC2lfHa4WdCmu2qe5vc6gH00GwYd+8+K0xFwvEWt/pyLaaC0J/FKtQe/lpre2ziyhjOozlGxHRmGuFS63Tn+lErNldjqBvZQOoIItmue2pBsSetMRaNFY4r2dDHUhbT4Utv8r3UPqCdk3CaxljKA5VIsuFTpvjVyqMinL6WJAvfTSwB/dt+4dh8Lhu1SrSpS8+VbqEoUlKx3zJGUkHz7Hz+m0su6RmPKtyqXKgMSqpx2EZumUh9bXnoDbUfn9PXYE3hY3xRg1qB7rpMKrwpTvC59DqMzKv8AxAL99dQBc29dhvGNfxlS2mGoFJlVGFnTxUtKzZkeShpmAva6SCDpqO4/YGI8OYoaYaaw8/TpTGVa8sfLmTYGykhWVX7jr2O0qn5nZlBvFxnvBntRHaX9y46kodaQgq6D4ifL6CwuL+fbYRg7kaXiP+mfeDCJv6Waw66VKc0Pmoi2pNiATcWIsLBxTa1S58Xi0aWxFmsfJkzNOfQpBCkn8QbE+nbjHolexQ7/ANyirYzZsrRS6q/nr39bEXHrtf7ZQiZoxBQJWCMWt8hkfztJzK/ujTuLa/l+/Z8blfaHwvhKV7mxliH3dCfdQhp2U0cqVqHY5b2Tf5hca3IHfYX3iQWsOVRiBXmos1b+ZDTqXSlTatCek6C+W+hNyPyIZj3dXVMW0Zt2g05edeXOhTXFaVpoe2ZNr3uP2HXa+MwROJuOsVXC+I6M5VML1xha8v6WKtK0K/0UD6G1wdhnC9Paqjrbs9mEhaF/FWiOEpUoHTt2P59+2ym3KbsKzu5oPClVxcpC09aF9Pex0FgbD0JNv2WvazjZ3CUrhNPcBGdWdqQgKS4nXv5i3kQbW8tqTi0Z+L687hxrlaW8hGdKs/Z1hz0zIN7fjofrbbO1a3b4j3lz3IE/j0SlrzcxKproTmXc3KUqum579vzvrtdI3he/pXws64XTnzIGbPc6JN72t3BB8iLbdaxiKqVmK5RsLvLpy+lGZFlIT1a6EDuNDoPxvrt22XQcSplUjCW7SA5g3BvJLq6EfCUtGVXa4W5ayjf87289DsiTusrM/FH2ox5UYU159XUvmDkbT5WNhluPLKPre9tmriTdPApbreMp+PH4r/Sl+A7lyOJub5HCbg91WN79ViL22oTS4DrsuVS5a1ryZU80wVR3LeQWizgJ79yNBprsbMnbHlu8wG1Faie68jDGRK+EnwZf7ouct/obfQbWu8fF0qgyolLivIY6kNO5/wBX8D62ufx2p/Z3xa7Kw447KpMphCHVtNL0W1p3Fwb6KuPPSx02Ja3g5reXVOLiN5cWFCX+lT0qc11SlYtlVp3IPnYbCPk0IJd4ZrrtZi8hFlo4iEZc/wAjf+ev7dq/eBifDmCIHIT4iJUqb4Uo60vK7ZlqCSEpBt3H5a7VtQxNhLC7X2I3cy6d70itdEWU6Ph37lZ0zq0PmDfv57LKPBlOz35VZq01c1a1eN3MlKr3KE6HouNBY99TfU0TwMloFs1+Vg3GTle90wlrfRk4qVlKFJCkmyk6i1ibG1xr3Bttf4mx/gOfK96St29Emr/tUculSlJJJUoo7akalJ7nz8+9ShUusyvddUp6+OjradRZKtRcgjVJB7hQIse48h2qO7TCUCK3PixEZ8n6VaEZm7jXW50PbQA/57SfcpjxhxuXxNu0apbk/BuDnqdCyK47EJXFQyq+pDdyoDzIFyL9u+1ZvbrVBlYjgtVT+qysqobqkZmnFdzlWL5FD0NtfXtsM7t8Pe66NUnYrK6dKyOrQ7HWcuUE2J/EWJJ1vtY0Kg/zg4ckYSx5UW4tR4qlxZSLqRxbWTcCxFxfzBsogAGx2Nv4ggJQ4e3V4S30159qvY391op2ZEVp1IStxAt1C9kkkDQi+nkNdmdDp/s8boKM5Rq9ieVNioTlUtDqlOs5rDNZvUDQG50089kbvKwzjzBrTECs0OLUURUfcp8V0qUlrU2zBAV4s17gWCtSdLBNKxFS6z91gUl/ms3CdkKXm6tdLaFQ8tL/AIDyofKXm8t2WO9xlegONYSqNOqKGPlWgZ/PUg9QUO5vr53264+9oHC+CIDnxUZEf+Z8h9dew+u2PMA7vPsvPcxRKlrhSsnS610pbQLWzgdzbyNwNLdiNv2t07BuN57n28xuxCYQtTrTT8cpQ5cnLmJuEHXuBoRoR5djbKQqxR7RkrEdUbditLfzrUhCdfF5aAeY9O3120RuaxFKqkBh2qRMi8uTitXyqSR5g+fY62O2SaTirdpg2eul4XpKJq2MrSlaLSn5T8Q3z9j2NtfrtpfdVW5WI4rHIMoixV+HhNDLqTp9B6E62tby2o86G++intNYXfnxai/FfYyrQ60jOnKPIgWVY9iQQR6+Ry05hJ2s8OqOy1ykTXeO1NiuhaU219Mp1GoIv56HtqyuxazQaW/8JdXRlVnj8LPxE/Qev4dvw2QEPCtGpc+fyrtUp0Wbndj/AAloUyu98qwruB2BuQRYAm1tgkGdLrHkaL9g4jsrJzUVCf73kdD5a+W2V2ZGEsR4jcalZ4spfwvAcqkhdtLkZfLt36tfI7Qw1u9wvWcJVas1Suc6tC1NOqR0ozJ16U9wq3fuCbnXzyQXosWqVJqfkqlLXKWppDV0yo6SbJKLjv6276fXYiZxCCQqnu34vEi82hfNIytKdQeE5Y3DayCFDysdP27V25LHOI91+N+QlOvsfFW1yS7ZFJuQQCDc99L6fW4tsVVPF8qLFbddiIWhebl5q0KjrUkG+RweFwi17kA+euwNieX9vIrnCaY52nZXeYQgJ4LosRZV9FfibHuRsasShO2eh2FcXUuVwGp/RFm9cObl6M9v0aj5EntcA9xYkbTMevxYFLcdae4C0IUrP+/9/wBdhzdByte3VUmvT4nwJUdDUxpSClLbpT3sdRrcG9j2v2F8+469qHFG6DG1W3aY8wGjF+F0ZXabKQ/wKjHYUiwaVpleyqCgCbKylOqr32P2yfUgWS+pGIazVK9LalVFh9iLlWlp1HUnQ5rE3te1soNj6aX2NcNbyKNhfj1Tm2GIuTpyLypUodxl7C3kRoe+vfbOGIva63Xyov8AQO6GqRajl+E67lQvUH+8SU6d7EWFwCO6MxNjLFu8bm2oDL8KKvrdjx1lSlJ0ve1iR3BSAL6kjYGxt0tvUR8b+fa1+27T9Bwa8whC8yXZrXhy/wB0gXv6kAgW/HbOtDofNT3JVeZ5qnL6luoazIbvfU+Yt3J8rHTzDQ3G7lKDjyK5PayP8BWR3hWXl72BAIy3sO/fsR2vpLDfs90Z37g0yhCF9C8ycy8uosLEKB1Otxbve/a2zbKGzdFbux3WRYDXFi0595h/K6tOdL7TjQuQ42R20OovcWJI8zoeLu7wk1g33zFyLYfT94jyEBfTc3ymxsQdbG50uCDt2pW4Wfu+ozjWHKtN5X9KhpVlrhruDdsqBuL3UUquDqLjQ7Juq7wceYclT8L155COaX8VDUcphykk9LzYN8ir6KbJ6fU6HayJulcwgp25Wg151+fherIZivrUh1Efp4a7gnRQNwD2IPnY7WeD92sXDkqXS6pLYmsPIV8VHT05x3RfQgGwINr66X2o912GKpWYs9qjYmfoNUW6pSXVRy7FV0CyVW7XPncjsCDoQsN4je/Pd9jyJFxHLQ/x3WlomQLKacavaxQdUHQpIIIv4VHvt2MNDAR11iJgjBECW1i3FjE2nP5srTvUpm3YoIByq8/MG/mbbDNI3xQIsV/DmF3kVuEvMuPIdT1ZEgDIVWCuxFr3HmNL2+cQ4IlYjr0CqNf+zGKnM061mRp4jcAhNwodxYketwSBO5eLF+9UtlfWvOjkkBPDUO4WgDLqO1/wGtto+2TmClNib0Ko7Ln0vE0XojurRHW0OpPDUC2pWlhZVj5k29L7Y6xDRnapP4sXOwvLmdirXmyq9U+qD5enmNtzVLBspqgz69hd6qQqihh9Mph2ykuWbI0t08MqGiTqCe9ibYhNVdnu8Key+xKY+Racq29Pr3H7Qe426AslfQMHwJ/E+dbC+ppfTlttPdwtS2uI1wVsOf8AmVfQ2/zG1lRqhAiu8Xr46/H/ABrc/v8Ax2k1OrtSnfheDapMoq7pQwKLKpfEaiy88Vzxoz9Kv+e1k3Haa/stv1ouu/Ca2v6ZQv7WVtA8oyQqSDTqbKlO/qI2sKw9Fo0Bz9fL4PmUraylSosCK47+ojZM4mxPVK9VOLFz8qwvJl/W76ny/C/7drkbYu77pbonOu8Tis/3838f57SIkp3i/r/rbRokV1xpv/Dt2Wy7F+FssTM57zun9IbditOO+BC+ro+u1NMLUpr4svIv5M6PEn0B8/wP7du0+fwvhf4tqKXIda/tuj/yvw2lfujNHrM6tsO/2Xx2/F/yH187/wCW3Wzrv6J7Iv8AvXTm2/hVWvhtfr/+hdr2H+nfaSulV7hfoULR+shf7D/yP4EbWhZ0pNK5qVwnXuv/AMz9PTa7cw3KdlNtOvf+q5vxH+v79quitVmL8WVwMjfV1Izfh2t9f+exaKrFlNcV3oWjx9fh/Da86VLuFaNFacalPP8A/lnMn6/xptXRatPo3xYv3pthXxY679SfIp80n8NPUbEcqP70a+FL+Oj/AHcybdvz/dtTzqe7Aa4vFQ+j9V1GVWX6ev7QNunSY9j6K7F5qLEXnb8bTqOr8iNCP4ttb4UrtLxG05wmUMPo8bWYKSpPqPprqPI7CMZTTrXFi09C/lX+snzuPUfv+h24pZ5V1bvKLiv9TqFtK6VfUEWsfUEA/jqdunQuxBSWorTjrWf/AAI6k/s2r8P4Sw5VIHNe7kIWvxo1y5voPI/ht9pxNzVGXxXskpCOvP8AN31BHcfvHmNomFcTfCb5roWtXydSf3eX126dP2oYGo0CU397yNr8KHV9P7TtJRhNr/z7/wDVk/gb7feP+K7RuK1+ulWb+PI7CrdVrLUVt2LL47Hhyr8TavS/+V7X25ZecK3hGLFdc4TS/wBfK14fyB/0O19Sqa17rs07nRk/wqSq3mNNoMOoVR34sr4m00OymuHK4P8A5HzfiL6/uP126dPqFIiutf32FZFo/j1/ft0lpiutfFZz7fzKIEqVzUVrgL+ZPy/iP9R289pjkN13aCJRoNPYei1TiNfr7BNSw3KoNUb/AFELStCv4/jXZroMX4nCe4b7H6VG0PEdPiz4DbspnP4erVOb8COx+uv4bQFnLKGc61PisOtPfL1d0+XntVVPmoEXiwHc6FqShTXzd+4/jTvtcqhQIvDi8Vf/AKtl/LT8xt9sUqK1+idWvqT/ALtv+Ow9myXJ3S4pL7rtLY4rvXk2rptUixXeVd8a9roJ+6/qbClSjcWe2678m3Iu4ykIwOLF4vG+J/HbYdmwoE+f8XoleL/0on8fI/8AHX12IWUfcNhutNutOsO+NCFf+Z/4j/InZgDbOlhxZXIcLjNvsN+Fakdbf0JHp9e+1bFZ4XDlNf4FJ/V2u7NNOt8X+qzUeP5c/wBfxGwvUHnaW65F4vWjw/3k/wDTaCJwO6c6pIpcqVwpTLiFo/tUfL9PqP8ALblUIspppt3+wX4V/Kr8/wDQ7Vb0qfKd/wDV9uj9Xdai8h4/+XbapE6RZbfC/tdq99513aSlfF/S9C9ub7XwtuEq0iJV/ateNGxB7z5+L+o+hHUn9b6j+O+w/tY06G67+i2giVEghO0gM/C4uxfTMIxXeG7K/u/xpt0reGGnYv8ARbvx0f2S/m+m1pE+MDVl2BxIEp74D/63yq9drtqRxZ7jWwxRYjv+x8HizbXyIjrUVuV8+wCeYRRxB3EtKlOz3HWv4/D/AIHY0wpN5rDnCd6H2EZV/wDHaunQXZTTcprrXt+0idyvEadzozo+baCYtZnODLB2pOtNcXoc/WR/rtyjYqiu/CdiLR/h6tqyoT+K1wmv1/4t/F9odNW1F+K717WB4ndtWhYtTTrX/oG1VKkxYrvxf/K2hvVdp34X6P8AU2iuymneJFdZ/wB79XbsK0r2Vk1+sxWtqt/FkBp3hcJeTb7jQWpXwub6/wBRfhV+B/67QZVN4TvxWUZP7vi2sESd20lg1iaK7/Yr2+ZeKIsV39Cv/HtUNMtNO8L/AN1241GHzTu1+2JfsJCinY2gcX9MtG10nHMBp1v738/i+bZUGC61/Y7dUcX9F1rRtU1SO0FjJnUSK7KbxRQcn6z7CPCm/wDaI/uE+IDwk37bVWKd4ON5TTmHPtPV/dyE5eSVMcUxk8gEKUU2HkLaWFrW2rsPYkn0F3heNj9VXy/h/qOx/btZVaG1WXWKzRoi30SnUMOsJaKnUuqNkhKQCVZicoAuSbAA32jke5ONsH8LUmvYor0HC+HKTKqlXqkpEOHDjozOyH1myUJHqSe/YC5JABO3rZj2RA/k8vYBb3YSqtFXvDxfFmR88VXiqMsDnJKDlJU3FZUlKVKACi2wk2LgAqvZZ9mzd/7DW7WR7UntFtD7cSYvCpdL6Vu0tLqemIwkkBc10aOLvZtOZIUEJdcXgb2pN/GN/aH3gy8eY8/Rr+7wKawpSo9PigkoZZuATa5UpwgKcUVKISMqEXzLZln7FuF4u8D2qd1dClNIXFexAie618quTadmJH4Zo4/ECxuCRt6o+2B7P+5HeLiek71faf3jKpGA8KQOQgUhEww0ypj7ud5TjiTxHCoIjpQ2zZd21Ekg2Hmd/JwPwGvbN3Za/DW/Umms/wAqzTJVv2i6R65tnP8Ayt1XxFP9oug4XqdQf9wwsKxZkBjwtNvuyZKZCk+qlBpkKOpslI0B17MuY38C+zz/ACW3tIuy8B7m6tJp+JWI6+BytUqUWflT3dQzOuiSB3JKFgi99LnbFXtC+z7if2ad6Evd9ix5E5nhJn0aqNNFCKhCUSEuWN8riVJKXEAmxAI0Um6uwXiiVu0x5hrHmG5a2Kph6rQ6lFyLKVKyOpJb0tdLiboUnsoLIIIJB9J/5ZSjQPsHuzxbwkN1BiuSqWl35uXejF1aT9M8ds/S31277pDpulP/ACP8ZqTiLexX7o/qtEgNdQzKUFTHHNO9gFNa9u/pteYr3J/yVNCxviBrezvMp1axXUavMm1R2biqUgMypDy3HGrRFoZaCVLICT1JAFyTc7eXqKs3h2Vz9LxC5CqKOlDsWUWH031tmSQqx00vY+e1M+jmneLwVr+X/CnyH0A8gLDauZONs9Jfae/kx93Evdo/vo9kuuSahGYge9E0Tn/ecWpRAMxchSCVLLmTUJK1pXawKSbnz5wrh9qqNc06znYWjozfqnb0n/kZMcYklYd3kbq6o865SKDIgVamtOrKuXVL46Hm0A6JQVRwuwsMylm1yScdbxMMxcJ7394WF6WG+Vg4qq7UVCPC20JjuRsf4U2H5eWxEHMFaxUQzj+197VVLwuMGtb7a89S22uXTxUMKlJaCcuXm+HzB01zFwrvrm2UjIdddcnynlrfWrOtS/4/jv67d1s/2W3ZiHwmtjYipdmnB47NT2Scd/zde01u3xE7KWzGfraKNMy+FxqclURKVf3Q6+04b6Atg+Q2Vqmtvl1M6K1zVMl8rUGMsiG/8zLyTmbcH1CwCPqNoxKqdrTX38qfgtqg7/cL42tZjFeHFRVJyf28J4hS7+ZLcphNvIJHrs0cLEezn/Jiy6zxlsVfHMJ6Ul1LWR3PVXMjBsdczcQoOuvwiSO42I/bewV/6NL7PO6DGWE8+et16hqQ60n4rcOrtpYWUkXylC3mVm4I+EQR5hS/yuu8SNhyjbutw+HehiKw5Vn2mncvBbQnlooKR3SU81a+gKBoTYgRO0RoDaS8sZyv/RjP5JR/4qHK3uwhWWpS8621UVzUk9wtdPF9fJ7zGpUn8jvgw4o3+Ys3gyeGtjCmHExWv7sia8Akj0+FGdGnkr67GP8AJAY+i1SVvP3B4jKHotdgoxBFirQcriQBEmgnVNilcMBJ1tmIuAbNf2BN3w9kz2ed+GNsW5Aug4lriFyuGc0mFRWlMJWUi51dRJISL3zCxN9hg7uZdTnBmF/bW3k/zge1pj7EbVQ40Kl1RVGh9GXhohhMZaR5kF1l1QPnnNja2yKnHhT3JUDwP9af7vqP27RXps+qT5dUqjvHmyn1yJUjT4z6jdatLC5USo2012nR+E61wv8Aydg58pCXAnE9WEOtNRXHebQvJ+lyL+bt218/rtOhS2nWuK06tv8Av/L/ANP402zxFwxPwRKbi4oqKM7/AErdQ/mTr21uB52/02clLl8hhx9qK9x0LTkQhfVl/MWO2Zp+konJJgU6VWnvMYlIW07F4splfzfol50q/Z/kRsgPaJqleaaYn4ciIfWw6pTuV0odSn/BqFW1NxrYWsbkg/j1WVRqC5K4y+hpXznLm/02T+Msdyqo1wncnX+Gb9un4bN6bThSY7pqEo+yc8Ib0oDTTHv52K++vKlbUqKM2Y98qkjQ6+dtfLbSeFI1G5VivO5EML6+q37zt5/VmkVSqVnmmmkMrQv+yXl/zPf89jnd/vC3jRcW0nCVZrj66I+7kXxUhWZIQbIuPw1vr5377ObCseLrN2VfGcCsxfddLZYfQtGVeZIUnYQreDWoEDn59ElPo/Xiu5sv1CfO356eW13RaBQaXAYdi5Pjpz/9Np9UmYjixeLQXYr7eXrakXT+wi+v4j89qd/nERNvniZke3iu0Gve63XmH6c+pOSLPQcitT0gkWQvQaED1F9jKs7y2sR0FyBAiLp03IpKV5EuoSn1sUlK0n6fkRt13hYbgYjac98ssIzo6loSFJT+Pr+ew3hLCUCBF4VBri15P7B13p+uU3IJ8tdb6bF3bo1EvLTvaiynJWHOahPr8aqXm4Tmt75FKUNf1R+HbZ0bqNx0/FEBvEeI6i+t5HV94acaXmtqTrc3Hf1102OKBSJUWstxXafnYXlU6p1HV+AIAB/PXt+Ox9i7ebQcB4ccpcXgMTeFlaS7ZKcxGmu19/Eso3TG/tDYxn0avN4NgU7mm0ISnip+KlSr2FyO1vF9LakabU8zBcCLg3n+EuFNW1n47SylKVkfW5/FNz6XGxuKC7VMR+/qpEiyn35HFdSlYWn8vMG3+Wxdi3DcDFFLYo0DjofX8rVs34WI12Mg3Sj+MQ+GcE1R1r4suDKYfSlHRIzZtdbgjRVvPa9i4awvgOluRXfvS0ZvhKdyKV+A+o/G37dvv7BT931eYa4K1wlr+Kld0ZleRuOxufMW8tiKVgOf7+j1SjRETULQnix5TuZKVevYXsNbg3uBoe2yttZBlkO77YtsIYew5Wap96Zzr6lriyI4UhX53GmulgDptbYqwPRuK3ysTIhjL+ivmzDsNQFfioX7X1ts3GYNBgNcKs0SFT3/ANZdlfvsP9CPXaxoG6qfiOU3WaC7Fq8XOlS0sOjit2P6qjrrpoST6bCxCCZqexLi3AeKIFUoL1UiymMq2n2roWlI8uoAKH43BBPrfbbe7L2kKNjyjMUHeMzS1vvtISie61y/EuNAoKGUL73sq2gNtkpvmqGMneQoNBw8h6VxfioW1mWywgG4CTrfSwA11/I0WFWKM065Pn56dk/rUJGZCU2OpLargWPkRa1u1tqlJL+QxGjvtobVG4kWLysqFKzcLhWzN38r2NvoQbGwv2GyPwdh/AbWKGPfNRqNLm508LirKVeVzfsqxsQPqO9tXFV8RwIFBbn4c93VdjIpXCS715Rraw+l9QbDbNW8bEUrG9U/QyqRKi5PhLSfxBCh3PpoP89jonEohxwZqeHiel4NlcLg81FWn+tNJ8Xn1pF7HvY2t6+mw3jjGTXNOSovKsof/ROtIyKzHzsLdr3FhbQ6bJndzjXG9LlN0t173pFR4+KjOplCdO6eojXW4JvYX2c1Vw9A3gtcq1W4XAmqTlS0oJUlQ0ISToFA6fh5i+xAIQmfOC95M+fRuVal86+x08VC82by8wO9ibgC/psTQVVR2A461E+OtHQnIE5lfu/4bc8JbnGqNKbaalvo68i0OtZe31F/+GzkpOBWnWm2ms/8f6bExBEzIcWJiiVi2e1Krj8KbxckdEqOWlKTYeFWiFpNz0gEdxbTZ1bvcQ4owlw4G8Hgcda1JizENFCZCR27gJUba6AWv202JsaufY2sttT3eh9OVLqkBX5ajX112n0eu4oxa05QYFOiyoT/AELaWgJ6TpcpVdOnfTUfltBrnb4jN8VErOLao3VIHHfQw74ErSpOumdPbt6g/sIvs8d0uGJ7tGYdr1O+PwE5VZglSvwIuD9RsYwt2rWHKW3zWfj/AOAKTmt29bX2+vtP7ma5WfEQ38qcvSn9w0/ZtR2/lEE8HcS1qBS3XIrudHyJzJy/5afj22ROLY8rEc9vhS0clmVnXnPSm/h9RfW/pYd9mHvExbFqk9cBrwLR158ikKT9PO/cW7bKTFGJ+F/2coOdiovtfO1m4aLAKJ1He+ltRptyq3uWUbpMTjTdzS6oxhKs5+a6UIVFTny6edjc6C/qB5DycW7LBlLqlUbdda49IfR0Opd603/uixsPOwPbtrsj8G+w9KxlK981TE9UYffXn46WkrQ4r8LAj8bgW/dpbd1uQxRu0pbkCVjLmkRUK5d3hZVfS/r6a3J9dpYwoi93s7i69Qa9z8CorqmF38vL5sq3WVW6gT6diLi9zY9tY+GcGUt2ByrVJRwFpUleToVr53739PLawx5valSpT+HGqhwKjF6M7STwnkeuYXyK8rEWv5+WyyYc3gz5TfIYhlQkL8aWvD/iv3v62te2o2FmXEbWCcFysBuuO0bGUJ+EvNzVOkfpfxAVcE+dyATqbnYmqW8ql0aB7moND4776VZcl0tNrNzdRNwkk9gNfQaHZT4jg4t9zN1lrI/NY/SrkZ+Eq3clSE3Tp5kEE9+5Ii4VrOI6y6401nizW8uaPotKk9idQQRftYH62ttTMJLGVhji/wBKO0RiFNzpzVGncRhbnmeI2rMhY76kDytbatxHR+QaiVSLiGowlry/emGAppz+4tABBSbgajS9xfXY6WK81w6zKpK86EqStTD5YzXHzAXSfzA87W02pWY7U/m2uNUIsV/rU0062vKrzOVV7g6nQg3N77RKSTFrLTVLbdaloRNi5erhdLn10B0PncW112i1eoUHFEVzhPcCblTxY6elDiR9BbL6Zhfvf6ECTSMUUHFrfvTmpUVjMiPPaSVNKzEZQsjqSCCbgk2sb3sDt1lRMW4cxR8KIwwh9KciV5HWnFXGiTfS/e1wddQdunStgVWvYXafd4T79O4qk5+EVcrqRYFCQDfXUkfgbnabUcUNSqW3XqXwOaQ0lXLyPC9mX4bgjKNRZQOnoddrCNSKpWZ8uswMTv0hcpaufpzUfMnNf9RehI9QBe+p26N4Udw5F4XvxirofWlGRTQQtKvRI1su/dJte4ItYbHHlKz8nY6n4jwk3ArLK4tRQnO1xbKS5l7a99b6K1J0vfUbDdGo0XCX/a2vPMZ0J6E6KQ3b081K8xbX6abXVbw/Fo0Vys157gLXmyIzHp9EAahStNLAeX1OywjtO4ylS3ay1918cVC1lHY6G+tlWtfytYD12vjbKQloe8yvYorL/uvDGekIzfCkL4C3tPGCAfO2hA7E+l2Fh/DmCMW1mJQceUnleazNRZSkp8Xfhk+Vx2sRe5tfUAU3N0uLxXKNVHckVC/hdlZbH/PTsLeW2kZ2DsB1SjOQJURh9D6OtpaQpCvRQB1Ch3CgQQdQRtVp22ZTx/ufgbpd5bmF4stjkpqeLTc92lJSdcvknQ2AIOt06DQba39nOmchQeFKZ6/F/u+Q9D+Xptnbe/u+o1UitwPe01D9LVnhcWUpaUp00BWSADp37EC5tqHP7OWN5VZoLEWLLYfXFQlDv6ybd/O5Hob+mp2FZ4yTXtWaIlRpTv6KnZ//ADKk/hsCYyoc91p/itdC0+BdlJVbUfmP27NOkSOait+DPtGxLSGp7XK/2i/k2geUBmZOn4dr2DcEVZ2fnRFmodR0u5MvGJ8OlwQk27anbKuEK7RqXi1x2vYIqNYRTnVsZouZSk2WDmSlI1VltobA2NwdL7e304uoNLnxMB1RlaH5Wd1LSunjZQAAFdrm5t39fI7ZRqU/BrtZci7vqj7uxDClKQiO/wDC5pKb3Tc9Jv2B7g30te1hDpDPeTXaNiigxJVGpL6Iq1JQ6mUgIdUnve4v9LgkK76WvtAhYQaw47AxHhL3RNp01pLE1p2KhXDsdA4UgEA+EKFhc6g3vsJQ9/8A9nJUiBjykymFoWlEiLIjjKlVtDqP2K7HW1++zEwrVPfzreI6NQ0Loi2k8V2K6FLSkkC1uxIuT3A8vM7FQSHEcvspTeLAxDu55RtEJuQ6tqKpZUltCrEoSo3ukG4A8redr7BntK7hpVZaYlcH+m6Q0pEdSmgrnot+plR1ClAWUlQN+3a6gZG5Z+fgPfc5XotWp1Yw1Xvu7vLvhL8dZN7rQdUqCjqLAEL0JGz39qpLtLwlExlS3V/0XKadkfCK/hG6VBSR1W17gGx8rbNrFnmOt2vs+YXxvhd92LSYr8qL+laWs/5mygb+hPncHaNE3HbvoFUcgVSXUaXkyoXytlLj3vrbKpKge31t3OzBiwmotZibwcB4hXCp1b/rUJV1MJkHRSxbVFxa4OhtcJOo2545wNVKzS/tlQatKp0phaefi5ypOZPdbKtVIBIByElJFxpe+1H+6VkndZ7MFLwvihzG+Dcboq7EpGTo+ErTUocsdTftqALnT1bkqg1lqU3/AEfFmsZsi0SFFp1OupSoAjQ+X+Wyh3N7zKXAlcq1iHnX3/0rWieJ5WCb6EH118tn4iqNYow4/wC68Q8k/lyJU7HzcFeniToSL2vY9r7DkmXdDeaagchKafi9GTK66F9P0P8A12U29fdu1ih1x2BDQ/UWOtrJbM4n0BOhNhbXTtqO+w9hyLvklV6fS6pXGJT8J1SmkNWU1IaPbKdCFdgb2I7G4BJvpe8al4ca5+qZHFwlfHaQ7kfj2GpIJsU/iQLXIVprOdskCJvCuMJWDa85S6zTpVLz5mmn3WinNf5LkFN73AuddBqNdiiv4gr1ZdboM/kquhf9SmtWS+ysahqS2fCq1ilYsFAgZRoTB311aBjKg++YEtHKymuYju6JSlae6b6gE2BsddSfLZZ4QxZjLisO4oiU6aulqUuLKUoJUprUhu4AKALXtcpuTYC52g+XlDq8c9Mq09rCTdUlfdaphqQhL7WUp6NLg6WCCnUkXFtCDqNmRhXF9GxbA984cpyJT/gfQiyVJ9bAkD8D2I7G+mwngWe7jJ192ezkRKipamtO+PLYi+YdxrbzH4bA0PA+Ld1WMm5VLxDN93dfCVHjhaHEfquJNiSBbsQfMA3I2gzhDGr4+rzrVWpcqh+7l8B/+sNHMpOQ3JOlzqLg/Tv3OAMQcXmm/wCq8dGXIrL1ZfQ+oP5a/XbeeJ57s9qfPlPMVGE/CWrO0jLmUE6hQvmbUPLXyAN+xwNV3ealN8q8voR1NO9Sk/QK8x+w/jsOCs9yLMelSovFixIqH0ZfVOb/AIfs/Pb5o9Lnz/ius/8A0X09dvs8rFdb5/8Aj8dpkjGUCA1wmuj+9/Hfbh5Tg+2X0GDFgfpduNYxO1Aa4TXWvJ4Nhh7EDs9pz4q8/wCsnw/s2H4DkqsyuFKp/wCg/tUrP8fj5bW+2QTukpdeqlZac59rgdeZCkX6de/4eu0ymjitcX4HE/t2lW/8oX0IJ73P102+p8Bprhtf7n/LaIvhcXiwM6FsdC8iv8/4sR5bRndKNLxAgNRfi9C2/lUn/K3+pO3wowOFxeDtTKbadacd4u3PiSmmuE11oX/H47DmcR58yrrzsCU7zUXx+HwZVZR5EHz9D6fS2wywealcKV0dXR/B02vqvzTv/mtoFNkNf1CfEz/qq8X5a9xtKR9BtlyURWsjXKLz5f1Mv7f+I/bsUscJ2l8WK71o8SMnUn8vMfXQ+Wu1PT47TrXCadRkR/ZL/wBD5fhtHVIdo0rhO06Vkz5c7V/L18j9PxNtrQgliuPKd+LF8H9qlN1KT+XmP8tuxoUB34vF6/F/dV9Dr+P8abRYdTaad4rTuT/0qjL+W15Sk8V1x115HDX8unT+B+u0CcZHjnhOttNO/ER4V/qp7WPrt3rnF5Vt3x/rZfm2+ptOi8VuVweGv9ZpR/eP9Rf0I89u77XPtfdehf8AfR4v49R+/aZWUTNNixWuai8djP41o6k9uyh5/wAdtuMuPF5Vxp2X+n6mloV05vp6fVJ2J0w3YvD4rPj8fC8KvxG3y5R2muI1ws8V/wCRfUjN9fNKvRX5bdOiyVDqkXiSmnfB/H8Dz2kUVqLKlNz4DXAyf1qKnwJV+un+6dbjyJ9DoWTGIvNcq7nRn6UOp/cD21Hqe/rtHXHgRXeK78Cax/ao+ZPkSLefY3G3Tpd4ghuyqC40148nT+qr6bCuHKY61Kc4vgX40/N+f1H79NrufXuLA4XCWtH/AIXiT+H+mwr76lcXhNPOLfyeDL1KsLeXf8dukiFLkGK1/HTt2Wy1wvi9H/mv+f8An+O3OlRqpK/r+Tr8ObpX+Y/1/bt/VxXub4Ur/dz/ADfgduk5nGnRXWnXOK9n26TXp8B3ixfiI+eOr/MH/TappU6fVOI7F/qqPn+ZX4bVFVrcpqVwmns+Txf8/XbpVoVUODArNU592rci+jpU1k6lJ1NjfuB3Hn+/YiqczCUWA5AdqzC+jwZwpSreQA7fj5fTZRxZMqVK4rry1/3k+JKfQjzG3SqxOF8VproX/ateH8x3G1522WmJcUUbhNte70IfR8ybdXp27324YRq3PtOcXoX/AOq+uw+/EalNcXoWvMn/ABZf+GxBRY7TXD+Cjr2C4nQrKvhbQ2obTrvF+dG0t5Pwv7mwrJxhyErleUWtf6+0J906X819pr4TW1VVkxeV/TZFo+X/AIbR2qjzXxev/wBW2q6y8078J17r+XJ/H79imdJIxe7wuVdiNvoyJz/L28/x2tKnQYuI8L+/qW996hdTrXzKRfWw+g10/ZtTR6XxWuK7txjvyoHEaaeXkXmzoSv/AC9NuzOlY+7wmuF/H47QDG/tXfHteJjRZ8rhfxm2/K7TOVitu+DYcGX2nEHFq2/buu7fQLTX+5t1bT8Vt1racy05xqe7Kd+E0vYkhw+Va2s8MN8+1+hR0ePJ/H/HayqdFaaacdae/wB1fy7RFnZ5Ue9HeFwmnsm1euoSnXfivf7+3yEu8X9Etf8Ah24vjaDBbjCCgl111zYgmw/6Lc/wZ9qLB3dzYvmf1D/AjYRjlR8YP0Zxp2Lwvn8O1VUKj8VyK6z4P7niT67cqVP4VUci/wBnnybTMRxOK1zTTWf5f93a2N0q/kMymKHXeJwv8aNoThd/8jabAfdaac/9X/j9u1bMW78R3bgJRTifC5MX/bbW9Nj806341/8AmunamjUbi8N1rP17G1Ogcq038i0bG7cHc2JU1GLwnW+F49uHOSua4TsTj/30p8W1lXG5UXhz/wD0Db9gSovCbd+da/k/jTYJG1vGVTxGZXyYUXi8VrOwvJ1IV/p5j/L8NqWZTXXeI7/5r5dmk9h+BPabdd/V/wDK2qJNCapfxWnc6FqyqS6nMnL+X+t/pswP3jCWq0XjFPd/tXtpTNI+L/50Uf7+xi5QqDFd4sroQv8AUX0/l6ft2r5FHozXxWmnFo/ix2jdLF1nw3huVKa4v6n6m3pT/JlexdApcGJ7T28F1mqPykLOEqWmykxUpWUqmO3skvlaSG09mwM5OdQDfnLCxS1Aa5Vpr9H0I2Y2F/bF9oHAmG2MI4J3uVqi0en5kQ4TXC4cdBJUUougm2YlViSeo2NgAI/lg1yJtn2nPZp9uX2kd47ldrNEwrCwpBWtqiUn7RD7nH/XVZshTrlgpxV7eFINkAqSle/kxPauqGQxcM4R0/WxAB/+yP8AmPz2UkD26vaudk2d9oPENl9GT7v+0HJ39L6eo261320vbCpcVt3/ANGDxJkz/pckfqT5X+GQD9Nq7hmTgZzFdFm489mTf6w7LiMMYr3bYgQ66w0/mYedYWM7QctqhxGZBNuyyfIbeovtR7i6D/KJbm8H78vZ+xDT/tJS2FpjsTXciJDC7F+nyCkEsPtOC6SQQFZgbBYWPI3GOLK9jfEc/GWLasuo1uqO8eZMdtnkOnu4q1hmPnYAfQbFW7TfTvZ3LSn6zul3j1fC8qUhPMIhuhUeRbsXWHAppah2CikkDQEAkbWMLNcezD/Je796nvaoWKN/tEhYXwvhqe1Pdh+8o82RVFsuBaGUhlS0JaUpIzqUQctwBcgir/lZ/aQo+8/eVRt0uDaizUaPgfjc/KYWFtPVVwhLiEkafASgNlQJBW68k2LZ2QWM/by9r3eBRpGHMT78q09CfTkkNQmo1O4if1SuI00sg2sUlViLgggkbIdx7iu8V13+5/hSOwA7ADyA0G0yMz0+/kq99m77Fu7TFnscby6gwh+tqmv0mLKshFSgS2csuK2Top1JzuZTdRS6ogEIVZNY6/kt/avwTi1yj4DwzTsY0TmFJgVaLV40VRYuQgyGpC0KQsJAzBIWm5NiRtiZie7FlMSory2HorqXWHWllC21pN0qSoEFKgdQQQQddtE4V/lAPbMw5S2KLS9/NacistJaaVNiwpruUaC7shhbij/eKiT3JJ2gyJ6Yezhuppf8nv7PGKMd73q3T5WKKw6JU1qG5dCloQUxKfGUoJLq7lRKrAZnFnRKL7eZsupT69Xqti2fk5qrz5E99SfCp95xTjhF/IrUoi+uuw1inf1vQ3q1lus738eVfELyEZGlSn8yGU+eRpNm27+fDSnNYXvYbVU7eO1wuVis7WDQT+cNHJTXF2+VztlgrFtUd2+XK9WZXwuN/wCSja2+DNRjHlVmBFa4rruTYVqO8SA07wovXsFSIlZlO/Fzr2jLosr/AGW0EyuFWe3v8mdjmn72fZMoVLqWSU/gqtyqSpKv7PgPiTEt9EtOsAf4Ppt5s+3nvPa3s+1HjasRZaHoNHme4YSkpt8KHdlQ17jjpkKB7Wc0uNSrd1e/ff7uSgTqLur3mVfDcGpyEypUeHw1IcdCQjOQtCrKygAkWuAL3tsJSIter0+XVJWd+VKdU66vXqWdSdb3JNyb9zc7CbyGIQsGGFjw9h3eS7um9qnd1iHiuIg1GqJw7PQgjKpmf93Ga5AyIeWy6dbgNXF+x9Nv5SzFsHdh7JmIaPR3UQpWNawxTUp/2ynXTKljsfGyw+knTxdwSDt4mohVRp34XHQ+haVpWhWVaVJ1CwRqCCLgixBAOzB3n7+vaL30UZijb1N4NXxRTqfI5qK1Kab+7u2Kc6ciRqUkpJN9CQLXO3IvjiSowu2BjMZ1prb6bcdad2qWJ8qL8LjdH6m30qsOu7DKbYvsOZ6W4omRcR0bmoDKF1FH9lIR0K7Ea2NvxF/XyGw/u7xHvLlVTkHcPcqwheTMm/4aWJTY/nsGYU3pQHWuV94Slv5fn8f4aan9h02OsE4mle/mOV94xc7qVeSmnLeZFv2ajudoD7fum+9fzGZvKqfuujcWVE/T5fAnL+ZGgttn/Fb+EpUXiymetfhaTZWZXnY+R8/O3ps7d5eLZXIMRZ7zD6Fr6krQPF5ZfTZcMUug1T4TuGWJr+ZKs7qMqk/W4Itr6f8ALayOPcpUm6Bu7jd1Xsb1TiwKghiEwrqRqpf53ASPT/TZ3Uz2eOQnsSp9R5rIvOjoyqSr1uNOx/b67Wm7FjkHf/OfwFoV4VeFSfofP8zqdms9WYvC+L0bBstZm2zN1ljI2BPmCw1AgMQOLn4CciM3i7bfcqqxYDXFlPcBj51fq/jtHp7Eqsym+V/j/Tazq9cw5QWvcOKPuvNZkoW+10dvW2w0BYymmqZ23xUVnElLpdU5V3+kYspKnUOoRnaUn6LRdJOuo8ri4G1thrC2F2v6UgZ/jqz5HfEn6HTUDyvsAUHdrPo2PKlVGqixOpcp3iscq70fiUX7+V7aW+uzBnYigUt3hco+3/fQgZduttx4iMai1j4JCeMqLF/RZGEf+SnZIb9t3uN8Rz2KzAz1GnMdakR0Z1+l8nfKLk3Atpr22ZDGMKM6041KdRk/UWrJ/mQD+R2DMU4vqm7lpys4Nl+96X1LdhSHcyk+d03sct+4uBa9joNi1Vv7l6BZWOYF4Lwy1A4k911DaPBk4ubKnTt6H6fQetha0imUaVij3pFlzVri5ktZXzl9e6e2g0voduFB3jYN3oT+LVKGuiTc36WG6pPEVbW4H/oVyL2FzqNvmn4Mo1GnvysL1tb61rzZFI6kqv8ArDX/AE+gtbZ7uFEjB8vcY9XreA58+JArMtaF50tfFtxe3c3Nj+N/x2tce7oZ/uZis4IqyMmTOhTTvAUlVuyk3sQQT2Jv6bZ5x1RMZV7ifp1vxVZ2ltNHi5gNMqgLm3lY3Hl22hbrd7W9CqOv4XqkuauFCXk4quIh1KtAW1mwzG2pB1Gp1vsrvdzCV7VkjF2FsRtcd2qO55WXwJdzJ/ED18joD9NrrczvYlbvsOS4sWnLz5lu9fVmVqexsRqANL2/AbTK9RnZWR2qVHgIz5fH0pT+oT6/X102mJwXAqnAitZ2H38vCU01nzJ9ReyVadxcG2u1ml4HSN4FZr2I/tlP93LqLGbIw07kWpI1yXvluPQ2JsT9NnHhOn4S350v3zhJ6EuqMNJQ/DddCVqVY9Cx4kqB0vaxPrqdhiR7PbrTsd1qkrfWtSfvEe7GZVvPQ2P0N/pe19rxG6ivUGqRKpFZXS6ijKlqqMJQh1XnZZbslXkNQL+Y73lJOZKpe7KgwHX4tZofAQwlXFaUkL4Kgdbp1Nh3uNR9Nu6t0FGr0V/7OOxVrYQlSY7qwtKk+qDqRfXTUD08tjZzd5jyfPiVSVW4srwpdkRWih3t3WkdKx9Qfy89jah7mWoH3p174+ZLvFaujq9Ta3499i4lDiZ2dwtFoMByL7kiolMdCHWmsqkq/EAX/PTalwTuqnu4y+1HwFvv/pejIpSRbuOxP9697fgAG1jmY1hevORao8wt9eZbHCR15fUp8R/EC3177T90+MKNjx1zleA+/FXlV8LI6q2l+2vmO+luw2IsjdDqFBa5Btp3+Pz2u6bT3YrXFa2tYlJi8L4uyy3x70oG76jP/e0IfWnI0j+95abWEGZTY+rG6+fWWIuMsQsU5aF/CVNXwms3awc8IUb2AJBPkDtxoWJKDAxGxS8EVyEtfj+E6lWZPqQSSR+IvsicK47axlPlxcZYei1FE1eRCXeriIPlc3srzHSPx02eO7Hd7u0wQ770oNDXF6OlGTrSnyR1EkpH4/UbUd9smMDE9enymm+f+RCfD05lf8LfXZSbwse0uBw4vKPvrfVwsmfrzfT8NjLeBvEpdGa59ppCOnqS6rKn9h0Gydo9bw5vBrzleayLixf9lZSVKsL+WhHqCRb9pHWN3lK7JJYhwKXhdyvVlqVKXlz/AAGitalG9hYDsPMkDt3F9pe63dngPFFZbx5Fzyn1+GUjqy5SAWiO6FC2oIBHpta4YxfRq9i1zDkVpb7DGVK1cJWXN2sVWyntpqdjqrQqNgPh1SlxOVRKVnlIyZkKVbVah2001AvYdtikwqw3OM3cOOtxYFJYWhH6XN0qy/Q9v22/HZPb2vaDlc05hyjRPvT+dHCW6hCVeliSUn9p79tiHFOK5XuFt2l1zgcdGdSF3djvX0ve+ZsH6C1j2GmyKm4fdnyufd5Xmn1fpeKVIT+VtP8AFbYBk5g3g+pUGjT58/HktcWUtSVyM6CrLf63yq8joSO/bts28K1ndLiPhu0vHrEHj9DTspBQhSu2ij0/vGuwq7gGB7r4VUq1OQ+tpXCU6vMlxZ8woXSQNNCRY6WNtIWH1f0W/g3FFJp3KtpyNT4SClDiR2zIVawPlZR/LTauJaO+Y/RsJNNu/ayFKRk62lr4S3EeZbc1acP926SbEXG1Czu7wvVP+2+A8Qsyor3xXUNIHHju/wB5KSLpuO418xmGzEwhu+wbAwG3S3fj05bWTMhYUvXzTckX9Em42H8KbvYFL5+BgPFmHqpKi5vuq4phTEpuSeIkKOZQueoJAJv2ubdiSDK6OK81x4FUlxX4r6FIRIjoVmzH1SQLgeZNrWOm1QmgysLym5VZaYyLUnl5C0hLTl/kvfKSf1bhWtgDfYtwLzU/Eb9Gn4hiwpqHVZYrqMi8/ogklKvw0JHl57PbEeEKNXsGy8OYjZYySmlIdyICeq3iAtYEd9uAkEzP09+jRaX75o2SEj+1YX1NNu69tLgHt218ra7LvG9dwviiAw7iOhyor7CuhcVHFQ4oa3ZWmykdrlJ/IaXNJKmO7oMUfZevVFhikVF1cVE998KhqUSAErzEZFG+gICCdARcbXTFCxbFrzfFp8J9heVcKZFutEhq1whY7XH46ggg67X7crmDdKxJ70/84zM2UtClJzrj/H00tqBc2+uvmb7FTOD5TrrlU5vmprHW1lRk4d9LZSSSdbEjUeQ9bmuMSmqC/VKXh5hc1CFZmoHwnXO/cG5t5E6+pHc7Az9ZxbheVAxa00uV1JRwEqzJ7Hosm1l+YUB3ubHUbF+2V+6dMQU+s1RrlcURMi+rlULTmzJ8u/mb9xY+g02WlZo7rs9iBVK5KhLW7ljoWgZVaEhCrm5uOx1Og7anZoYo3hz96tLbi0vDEqnVRjr+Kn4rax3VoOsX0ylJuL6g2O1PV8NVmvNQJ9Z4D8qK78VLXhVdFrqHiGo0GoB8/LaDJWQ8JYVdr0V+gxeOiaiOhfHaQcilHNqCbKGqewvp5XNwSUTGFZwlKbgV57OtCcis683SLDzsf29/Tb8RjCl0ZrhQIj7EpEdOdr5stzbKrQK1B00It28tgRL8rFsp/mmZUWqZlO5X7pW4gi+nqR528j522GTtjFP3Rl19mBih3i82hvjo6O2XXte37dhrcih3dzjyXRp8TlWH/jx5iF5mHEEnMc3kAogC4Frm4tqQx2FiOjf2r76EL6kf3Rrpcd/QHXtrrsTUOmysZT4Mql8NiVFVnzLWtKXEC9xcjLp6E+osexA53Q+oRds2xT8ZQIEXi/E+InP+t/rr+I2vsO1pqs/euv8AwKTlV+3ZDUWS7VIrcV1lba0J8Obq/cSP2HZuYWfdixW2vnyJ26uZbyg397up+KMOP1mlxIsqowmlLajz2A+w8nzSdCpFx8wBt3tt5d42bdlV6W7FpEqnL4qlrQt0r6rnwrJudTmFjpm7DQbezZ5qVF/Qo/w7Y+3y7posXFFSlRYjC4VUzyn4qo/W26O60kWzX8xYEkXzdtry9bfEQW7Z5rEcWBhzfJhNFep8pPCh1FWVT7N/JSwDYAa2J+pTe1tBbsN0WHMJT5cCguvsUt/O/wAJ1WVWtrApBKLdrKSBewGwBukwTgOjT5bruLELhSkfCaUvpSrQm6RbKv1uNLHvfZhJxLS6M1LlQM8piFmSlCFZk5Abadz+wH89ioZZoAb4KDS930pyVS+Gt/iqlNOoRlXnzXtdNh/kDbUC19tRYOxC1v8AdwXCgPf0pyHCUhV8ql8PyP18rag/htkTflvJ3c7wcEP+662hiqMZkcKUjgPuWIvlKvEDYXI7i3YnZk+xtvF9zYN5+L1sMJ4TrWbKnKk5ex0B7kW/6NVnxgHEiJwnVKDxMG15lcVialS478VeVTawPGlJ+cKF7XFymxsTpQ0Bve+7VJdBad52KvK1IkOoyJcV6FN+xAPc3BHiI0Nv7ZW9ujOwKbjfAbz6KjS6ijnIS0ZFOXQoEEKBBSTYnL5i5t32utz29nCW8vDjeLaXx4s1aUImp1T8VI0C0myrgk2UQTbsbHWGEjbKKXuUdaityqzyqJuZS1T4HQvOOxUkjy89LG3YXsLzBGPJ+F5X2XxlT0Z/DHqKVnhPIHYn5kEE2INwO97aA1fiu1n7+091o/StIulX42/Lv2P025UrC2HMWtf1REpf9q0rqSpY7EpPmPIix+up2giU/mgli1VZadbqkVlcKL1qTPgO5Vs3PSrQWIBsfMG9ra2OaN7u7neXPx4xVK9XF15C8vClMICEyGiSoB4NgWcF8tyNQAbHS20sZUWVRsES4tLiMIlRWlcJK1/L3Ppr5D1vbZZ7vXeaabn16XFm0v8AsuAtD6mdfMJv0g2JTqR5a6bCaGSQMM4SqkXC7cWLhj3pTn8ipUWU14UX1Xaxz21NwLkagX20Hu13Lbqmorc+LhOLFffaS7yq7LQpJHjQTcFNja41GovpfYKriJ8XgT8JVZaEIWlbTseykqt5KSQQpPkUix+o2s8Mbz+L91rzqIq0O8XO10pZd7Zkfqg+aQSAfptAMkxkzt2uEqX8Wl09iKtC0qStpASpKh9f4B2+JGGKNVJUTi5EP5+rJ/aeR07X+o2pcRYtr0XgOuxGJrGVOd1h0JVk/Xsbg+VwCe/YbUFT3w4Sw5VKLFqlR5VcqQlppbvSnMSBa/4/8fI7TJhvjj2dMB1nDlSntRJVLm8g+tbsN8oQ58Mm6kG6L6dwAdvI+t4AnwHeLFqPNIy+FfQv92hP7Pw29w6rKalYNqXCe8dNfWj/AAlo2tt4/wBXR8X/AHU7UgH9xNLb4spuLKzrz/rJ6s3125SqTFi/CnxM7C/CtPiT+B9fx2K8Y0rhf0zFz52P0uTqzJ9beo/y/Laqam8/F/Q+Pa4EWssK+oFomyoE9yLwkLY+RaPm/Ly+u1jHmSmneK10L/8AJ2vGqK078V1nbsYEVrapDNBPexg9JVKlO/etuTMdriucX5+hWTa0mONO/Ca2iGM7sNoFXdm4kFhnlXXGnXujN49rYr+6uNNO7V5da5pvi5/8f6v4+u1ghDX9r/5jbgISytl9ygkMuynfk/3vDtMi4H5r71xUZ/8AzP5f89v7kOK641+otWxdQ5UVprlXXsjiE/738fv2gGFos+JSM4Sdi8R1rx5Pk/4bD8yrVSA7yDTufJ0ZcnUnz7a6bNBKmtqLEFNgSnW5TTzDE1vpQpXzfQ9v2g32kGNQWiS6878XhMSkfOnhBSvTUeY+o7eu36jELTTrkWVQ2P8Ad6U/+6k/sPntVVOoyoDvxWuAtCvE0r5fUEDz9NpQr0rlW5UppE1jpz5/F/5QIN+/b9nlsadJEPE0BqV8Ljob+dpS/wDLv/w2J4uLIvF5Vp7Jn+df+o7H8tgRr7L1TicrUF05bnySOpGb6KHUB9Tfa1pFPdalcKeyiUwvo47SwpPn3Ntfpcfs26dLisYlnwJTfNMoWj5FNL8W3OLX59U4nNPLYR40LR1dI9R5j/r9NqHGdAlRYHFpby5SGFpX0KKltp8wU3vYC2ovp+G1JRqtPi8PmnV5Fo6Vo/d+N/4ttGJ0aS1UavQHIrTyESkIzpX4VadvxB2qUttV6l8KV+nY6M/hUlQ7g+v56HYaNcdiym3XWkPo+R1KerL+Pf8AG3/LabT67A5/mms6OP0utK6kqV6jzB/H9g27E6XdIpjTXxWpa+GjxJXb89fIfT8bW26KxRS6M05ytJzrR41ITlT+ZOv7Nvt6jNSmnJUWorY4ifk+a/cdvP6/t7WHH6XWf0sWWiUjwL6ClX1B/wCINjt2Z0/Zdan1me214GH/AJGulP7fXae9hafPab96S18BHhaWrxf8B6+v7dorbMqlxW3fGj9T5kq/Lz8v2bRarKrNUgfdXVoR8yELyqVbyPmPyI9NpnSbOr3KxfddGiI8GXP8qf8AD9fU7BvvaK07ytUiZ2Fr61r8SVH5ge/4j89rfk5TtL+dD6PkV0r/ACI8xft5+u3N6mc/F+//AKdH9qpHUr/n/nt06QZcP3XxHYufJkzp6s34WPmNo9KcnymnGnXl7FdKo7vIfroR/vJ18v4026M4eaadcdiso/wK8P8AA9O2uwhaucTt0HW4Dsp3lWmeItHX0/q+dxtcxkcJ1tp1nb5FOn0avMT+MjgOdGbN83pb+Py8+Tk513EfC/v5svy62/Z32550Jn+FyuwDiOk/em57Xg+b+6r+P2bG8tXwth8SmviNbQvudOUSS1Fa4rWRfhSpP6v8fv2rqpB4sriu9CF9aP723wimNRZTkri/7vy/9dvyZO5/4TT3g8H976Ha86T3H+LFbaae2oUqda4nFd/WRtKp33/7r4PFtXVeLPgO8J3/AHVfrbTic0m0OI7zTjrudH8f67XdQhtT/uvG6F7U9Am8V3lXf9zbtWXuE6200983QvNl2G33RRwzGfE7C3Ci8WK9nyfL838fTanaY/tf9n/ptYCrVT+18aPn+b8/W/rtFqUOU7xHWvn6vH823QyKfmGeCqhQYrV5Vbp7a1/KuU2lWv4na+kTsONSuF9oacvP8vNN5v2X29p/aa3/AGHPZb3f4cxlO3fIxCitVdqjJjx1tx1NqVFff4hJQq4AjlNrDVQPlbbM9S/lYt01P+Fij2fKkYSx8XlZUaQvKfRDiEJV+BUNrzp5rVyZFoLvFist51/J4kuf8/r32GJ9cgS88pxngn9g29Ud7HsnezJ7be4uXv8APZVocLD2K+XedjpgRRCamSmcynYE2GmzaH1FRAdSAolTaitxsgHzp9mjGlP3Vb28H73qzhoV6DhupInyKd0pW8gtrTmRm6eIjMHUAkArbSCpIOYVIkFFMqMKI4RcadafYfZV8Vp9JQtu4uLpVYi4sRcag37HYun/ANQ/3Nnb7aXtO4C9p/G+GsT4HwbV6IKJAfgPu1RDKJkrO4lQDgZW4jI2UnJ8Qm7rlwnzTMpj+i+L/d/02C48oRBtEWb6fvTjvz59imkqaqkX70z1/N/e/wCuwjKltNSuE66hHV+ttf4fmcKVwvkXtdZTI9SuqsaLAqn3DrQtHxWlfKr/AI7cpETmmluteBHjT/Hltf4jhtNfetqdHwv8C/HtB3RWxtrbZQ06dKiym/1M3XswEDitNu/3Nhf7LNc1+l/vbFLCGmovC43Xl2nefUqwhput3Ib3990WrNbtd3E3FcWlraRP5WVEY5dTmYt347zd7hCrEXtl1tpcHqOGWsOVR+BKZfYlQpTsWQ0uylMuoWULTppcKSU3BI8wSNvQ7+RylmXB3vDyZm0ZKf8A5XKO2Ft5dRiu70Md8V3/AOyaqI/ZKcH7trTiNqgyuXI+6/8AoOTaJzrrTXxWc6F+NGwXNxFPo0pz436Pw/q5fT919q+RjOoTxdp1DYR4ktK6vx/Da3lLJUW5hSYzUr4TrXR8m3I0p1r+qvZP7i/402pk4q+F/f8AnybSmq4678XapO2W2Ok+pcP4X3+J/wDJUfx/ntVPUJ2V/UJaF/3V9KtrVdY2HajWHWnfuv8A5SduDtDISfcrpHPwHeFKZ4C0frbE9BxC1Pi+5qz8eEvozJ6lsq/XB+np/wBNn3/JvT/fPtt7sIs9tDzfErPQtN06Uab5G/nszP5WGmxWvauhsxWmY3/YumrQhCQhKlc1O72H0AvtYrulpiLFNNlUaVyrvxELRmadT4XEeRH+o7g/ltGgS+K1yrv+5sSwV81Fcw5iNr7rmzMSvFyqz53/AFD2I/dsLVOmy6DOcgyghDyPD1eIHspPqD5H8vLaq/gy2dsrHj8Xb8B8trdujSp8r7q0tefY1om7J3hcWqfq9CP4/j8di4lYBxIP9q7tZNr/ANkznR/c2OY2HorR4XjYR+vtZx6DS2vitNN7RiCazbAJFFlSmuK0ztMj4Pd/71sccJpr9FtyUNq42xcu0oY2GosX9L17WKIEBpr9Ejbu45/ZbRHV7TIzI0lbTXHd+RlCVOqydLKCbAqPZIKukE2BOnfaItrbaXsfe25u49m/dNiDdri3dRWKvOqdRfnszKciKqPOQ60hAamF1xC0hOXLdKHLotZNwQcauJjPOyDGaQzF4quE0nRLaL6AegHYDyFtqmcU8cyvWja/oCmuFwv/ACdqlcfadAcaa+K09sDHM5W2GWBitfEdlNZ/FldR4k/8fqPw2iUhXClcWLkWhalIWj/l5f5em1iKjxeI06znz+P/AI/Q7frDDX6VppGf5v8An9djARjurIlZw3An/pWcjn66enYUl4Y5X9F1o/jy2M5tY4XwnWdq92c078Vr+NdquYsxy3jNLTvZk3jYXqjeI8Ly2KpFX18Ja8jvkfXXXXTUeQ2PsATMWxayxS8W4T4HyLdRdKk/nqFf59u2z/wxhd3EcVuLVHpUVtj5/Dm/A9xb8NiSXu/oNLaYdaqK33GPnX1f89l7X8ptu5xEnvNwrA4UCqOsoXkSrJ+sm+y1mUOfiN3hYcq2RebpayZVq+hIPa/1/HbROIcCQK86w7xn1oYzcVKFnL5a2/jvtxpGEKXS2nJ9Bp6FrRm61/5fTXvt1di4lqnGOIPYIwtKwbQfemN8Qr4+TO71dKU+np/oTrtcuYlw5WWuapctb/V1/CKVfjftbYMmYvxRVMR+5p8SEuKj5Pm76/T9/wCWzEpvIReHysRhvw/INmRQr+UFdWj+RhvhOXS6XFbdivZ/1kK/02+8b1N2qQG5VL5V/r+8RZTQWlSbeQP8WvtRuuNOtNutfD2/ZrrXC/v7AsbZwsQbVdrhYILrNLw5FclSqI4wx83C8Cfy0sNkHvD36te/m4uF2VzZWbriraz5k/Qg/l6/jrs+sW0yVXqW/FpfQ+hHhUrLm/A2Nj6XG2Z6nuY+yWLftbzb7i1/pY8hOfKryIIt/l+WpO0aekfe0a05FvljmUO8reXjLhMSvsRNpfX8V1CTkynvca62+tj9O2z33S0Td9jfdy47Wag+hb7SkfFfyKT+GvTsShzDmKMONtVmXCyMNIWpakZXU28rKAJ/EXvsNRl7uYHHawvRIVeiv5kSmoSyh1u4NzdBBSSL/wDDZ0FY3saCG53CjWF8b1JrjIlU5EhKGneKFKyCx1+vf9mz3i7s6Ni2qOVTd9LpcWqI61xVSEo4ite6Unz11A/PTROOsUGg/dcL4TqPAWlSY+ZX3hv/ABG5C7eRFja3bUbC+Ht3GPJWLWKpQXaihji53UurWtTah6ZSD5aA9tg2HJkhI0sS0rerFxQ3QcUYOXTs/wD3iFNKmsv+0ukg/ikg+huNrybhZrC7XP8Ax5T60/2vUpSvVVu/49xswYlIn0ulsSsRvc0thKlcVUgryp0Nteodux02iRcJwMbz258p6UxkR0LYlDhZfQptcH6g7VSXCbZlzeBhWqY8qjcCg4hQhC1J4rSb50628rEDuCSDa/lsyMBU/Fu6rDnK1mrMTeAnMjupLaf1AD3/ABB7d9NnHV8C7vsG/wBKNdD60ZXXXUBSlJHfLYeX/HXagkwvfzXKuvU6rxX/AOq/dyh+Pp5LBN/rc2Pp5bE27p0jbvd71Zx5KcpdUwbNpD6FZWJrDqXWHtO6k3JSe17EjXsNdm+zhZ2qQG2q9Egyloy5FrQtOb8bG4P7fw2H9127RrBrrkqUyhfHXnzrXmX+d/8ATZkVOuwIrXwv/I2kJtMgmVUOW1QWkRYsTJk+TPnT+RsDb8QPw2nt4udd/SxMn/oOw85XYsp35OJ83VtV4kr8CBF4vvBhvJ40qdCen6XI2PB4hXV6PhfFsXhVmkxZyPk4qeptXqlXiSfqCNvmnUig0v4UWnIRk8KsoUr9vf8A12QmJd/uDcJNc07iHI31cVpS+pKh9Dby7W01Guuw1J9u7dLFiuNRa4iVKy/osikq/IEa/wCnbbpE1FX6vApcBx115COjozqy/s2wNvT3sRcZY8n4cdp02UxFX+ljpbdTm8tL5tL3NgQDoe239iDfpP30xZcB3EL9EYfTkaRmGdWbS1r6W07X189qjcluSnxcWt1mqVBt/lXeh+OpXxPLN3Ch62J+lztOdq8zj4xu7oN3TXF5+s58mfO18qU9jYi5SSPUfTts26zW6XRmuV4yPgI8X6tuw2IIdPiwKNxWuD0I6sqAlKv8rbZ43x4rdaiuNRXlvsLzZ/ny30tY62J7EaX89lfuMruiu3+b7KNVJTmDXeOvj5fvEVOdTOp1IuCb21Avp5HaXuSw27hfCT9eo0uVK46Vu52rpUrU6FP+f1vsIYU3K1TFsp+qT6c/8defiuoWnpufCPT8QbADZu0LDTuEmm6XzeT9dSVZUq/Edr+Xr9dNmARUJI8owPZoxRWXebo1ZwywjmnVOx5qEZVKSTYZuxFh2uLjX6baMe3WRa9F4U/jvoX1ZFq/fpstN3kJqK0w741/4f412dtDqNUda/ubUJ3SYra5uJ+E4011xfzzpT5WUCO34fjfZU70xhzdzA4rvEleJOXRTv0Qk979++g20pvC3gtYSpbnCyLlOI6Glr8SvIbZFxFhmfjzEblexvSUSkP5sjDTq0qjp9RY2Ovcg6+gttTK/MsJSe6JVUixMUUuW+hiV18JawtCk97FNxrb6kD00uONREWVFfa/uZFKakLQ62r6EdiPqDs3cG7s59LgONQMPcejrXnW1KfHT2F7L9O/r9drao7t8Gz4r8qlvIXwE5H2o9uaj+Z0vcj6EaDzO0b0+JMEty9flUbCT8XFtElVekLzL4rSwtSUXsM6e5Nu5F7fTW0fElLo0/EcTFu6quVGLUYvga5opV+BC7q9RYkjsdRtOwvN/m+qnusy2KjQaj/aqRk4atf2HtcXUDbsO+xnW8L0ujcOvNc9CRK8K+FmYVe1r6W18iT56X02j7ZeUE2O7iOfExHWafFRV+hqRk+Fxl9hcXy5vwAudnNSHefoPCaqMp9baOqLKdKnW/UdV1EegPlsmpFLnuz23YtWYR05ci7tKy9ySD38rWNu/bbnWU7y5XDixZdOlRUdHOsKyvspB9DqPyN7fhrK+Uq3qAG8yJjKvVmfAi4NirY4vRPVbNHSTe5AOawPpbwg3Gm13QN5sXBtBiYNxHVl1GUtpKULaYSp9y2nhFrAW0J19STrt1xjOxG1S3OVqLD9U4S/jpz9Su3xACSSP3nv5nbPOKaLjel4jiY3ddhMTUZci1JC2Hra+ZKb69tDfUX1JOPEQQMfciDihp1yqRearcV/5mEKafi30GYGykpAPfztbXYXqtJr1G+9T6hKfYcfU6lqUrLlUQOw7XtbSw019drTBXtK4jlSokCvYepyEITl5qEtSVZQfIWPcakAkaEW7bHderlBxvxOVeQ+vhK+7qSFKzJ10PiSR2NrHyI12HCQTbpP2jpfvSjMvvrYQnOuLHK1tp/WUE3UAPUAjYOlIx5/52YDr760O9D6knLmBBsvz1BIufzGxxu5puKIFUl16g1H3c9CUpHu6VZSJCBbsfNP42AN9R32s63j+g1Sstz6XSV06U/93ntaqYUrt0gXt3OhNvTaA+3iTiQcOmLiPh8/SYqKihrrdYaCVpV3t2GhJuAQLgmx77Qd527+V7mRPgZ+PFd4qJEO7S2Vpva4vofK4JB87XAN6WIrTvFlVBa8mZMVXFyyI6e9kuaLAJ+UkpOlxfagSxjyfijlftDCqkKUlSOFo1KSjuc4SQlX45bmwF/PbvukQKw7U942KOJFa93PrY6H/eULLlTe1yUWIUfKxJ/ediWPR3cJcd2LSVsLWtS3filaVK73zEXQB6kC3mSddiLEFS/mq4dZpf3WUvLnT40PIHfMhVwfS9gRc2OyfxBvxxvFlOYowvEi51u8VcfIU5bm2TLck38jYi+hA02owhe4zDBjt3O1h2VVJDVZaWiUjK74syNCUgJNzYEC4Gmh2fNDqTUqV8+Rjx5f1tsw0jGTUDlMUT8PMUuVNaTzrUVQ4SnTexSBYH8LWIPkSbv7d7VYEppufFl/p8udC0Hz/f8Al/nsvnbAuI64j7XKodaez/3kbAe9Om+/qM4610TYSFOx3UozKSr8BrY+Y7HYuhraaabda8C/95O3FllqfKca6OtKs6F2UlSfqDsUGB+2Y0qmAmsUOuVmLToqJuRKnciQhKl+ZNrEa9x2PmOx2rvsni2LRnItGp7EJ9DX3iK71NKV83DIAzA66AA3B01B2LfaBoVU3c4obdi06osUuoqTysqB8Vpt0k5m1A+D1CSTcXA7W247rKo7KgVL7R8daGFpQtqQhX4gpv1AHxXJFux9NiRgeUy/MwJPrNecw467Fp6/1FeDPcGyTe/byBJt3BsRtpn2RMDSsOT6lgjFrKFwpqOLHWhYUhV9D9CO3kDcm40F1NvBq2HMB43980FmVW6JNdU1Pazha4rtwqygo5hpqnysLAi6QCPdbvi9zYygchUH5VLXKz/eElSmUKOgVfqHl5WFj6jYtRwZV/KODfnuUwvAw5UqDVHvuq2luxZSrKXlAvkUVaGwFhcjy12xrQ6v/Mtjdv3DXETadN6HUao6LjqIHe2tvqLW7Hb0H9o5uLiPd9zXKLlIfjrzoa8WRTZBAP7P3fht50z8JxZUB+VFafffYSlaGnY5S+lINyBcZVpGpJSQe+g77M7oETdW7epRZ8VifxeOw+jM11Zuojt6gjb6xRToFLrL9Zo1cYhSn8q3ULUWuIsnyPhzep0OgvcAWUPssY4iyqDHalPfAX8JaFdWVY0zDzANj9P2DbTVboOEqo0w61yq/DnQvw/tvofwI2h/KUIi8rWLa9AoL8qqOwp3QpPCXZSsvoFDuRpqQRtkqp7rXcZVSpYtwvXJWEJT7ubPAddRHcdF/EhKhobWJsSb6g622TV9ytBr0Bxql1DlVxc2aLny5kX+UdjYXuPS/psEL3au4cnucrUEIirR8vhUn9UkAgeuoIPa/mFYdYjN0u8PergisuYIxvUOeYlJ+ErT4mn6RKkgIUCBe9gdCDbsDCvJxRAnt1RrO+xm8fiTlv3+hHp6fum0LBlZaxQ/wokWqQs+bK6nKttXzZe+VJt5Gx+ttPnefiRqgtOUas0OooQ+hTSFRXc3UfI5b9rXBsCD662vB55hTDx5jKfRnKDS6jS5VRWhS2Isq3CmKPdsq7oc8gdQRYEX12XeKKpRt6EBjC+I2kYer0J1WZUhRQmKsggDXVJ76EW+vnsE4bwtQa9S5c+BUa2w+wtS48xC8ymV6G60JJURYi6kA2vcggHbjiSrVTeW1EwviOWwxjKnO/0NXmrJRMUgdMaR5i+oSogjW4PYGAdsYA8Ztzdfi+s7vsB/Y3eDiFiqU5+A61S6pn627tHK09qcyD8qrki4BuBfbBtVPxf/ACdpFSo+8uLgie1WZdepE2FFV7xpD+VaEpNyXEhJJT5WWAARcjZM4P3iypXApdZ615cjT/61vJX+h2twfUWtG2MKoqadacad8C0bDbMFpr9FtYurdd24P/Ca+FtMzrG3SHK4UXarUOa/ubflSkbVJqLUX9K9tQvti5M7SYvK/F6NqT3q67P4Xyfx28v2g7ftQrDUp39Ktbfz/rbc0z4EV39Lnz/rbBJ3SycHIklUfhO8WU7nR+shHUn8b6fs24Ny3WnW/AtH+1R05k/UeR/A/s2lGqRXcjvBX/ufxfbnM5XlefpfWwtac6U/Kr/Ty0/ZsNXb0Yd7Nw5k2Ol1134Xz7VOMkOtRW3fAtH+7/02n4afd5r9L/u7V+8FLrTXFayLQvo/3tjAQdXk06RcacKl8Lr46E/P/wAfT67ClYn1Se63K4q21oVmRk8P0t/Hrt+QHnfhu8HOj+PL/Xazmrai8CfFyLR050fqqOvb/UaX002nZNGR0VOVWYv9KRG87aP0qOlSk+Vx6/3hbb+ojbXFcgSvAv5flV+HoradaBK+9Rcja1+NHh2hTGpVLdblOs9GfOhaP4/j/OVnTpWqLRqXw5UD4iF9C0eL/PzG1Q8ZVGlfdZb7CH05/hKP+X+mxJKMWvRfuv6fJ1tJ+b1/y8tpMKmtT6Xyruf4CvmT1tq9DtedI1Am1mqO8J3gSsiOl1PSrL56j09CNvjFcfitNtRWfnzL/W/i/wDrtfUKhNQJXNNO5P10/wCo/j8/LbhVU8KqON+Pq6VJ/Vt30/jz2kTpS0V2Lwm4E/oX05HflV+PkD5ZvPzv3Fw7TmnWnGmsmdCM/wDeT6H8Pr29NuUiHz/3XhMI8ORXhzK/L/S31G3en0qVKa5Xi/HY8HyrbT/qP4127M6SqJUfurkWU8vo6ejxZf4/gbSX6q7S2uLFeRKYX4vlV/wP52sdoNFplZi1RzixEL/vafsP8fnt9zqa67xIvKcDP4E/L+X09dqGdOQnNSuI609kWv5FdOb6en7NvqjwJTsr4svwfIpHVl+hB1t67dk0JpqK21K6M/gV8ub0v5fntA5efF/RfHbR4cq+tKfUd7j1Ha21p0sZ9FixZ7bvNryfqr/jX89qbEEtpp1tpr/zGxFRufqjTkWe0haPld8OZP12+KzhyjNNf+P/AB67Cc7ZRztWVNGm8q7yvyL/AI/La0kFpr4u1A/91db/AMe0qpOfdeLxf8afy8tksxZLDiDFQmOtVn9MtbGZOVGc5U/QD0+m1jFb4uKG5XB8cdP+HTv+7ajqiXXXW3f7+xDhxr4rbvG+T5/8v9dmkbcIxWdwl3VB/wCDk/8ANbAEid96ca/vbHdYe+E47sHhtqe6470Z0f8AmtrpCSC7MdlO8LjfHR/5rb8jcJ11x11ledG0x2ktOxeK10LR1ZF/5j+NduUOU00621KyL/VVsWdPhqW1z7cpraZW+FKa/wDN/wC95/h+XfaPV6b915pr/wAzt/U+RFlQHGpXj+RX6qtLX89q5nSriR/it8Lxo2luxeK65zW3yl3hSuK1tIW27xfhf3V/3VJtrtUyMTi3Fd/qvzo/RK+VSfT/AIbRJDzrXE5ppeRjx5fT+P8AntbVBDrTTbv/AKBtDlvfdX5TX+yV1eJOa3mPrtWSBPXn+V0nch7OmAZf6mN4o/bS5428kazXp9UlfFyL/wAfyp294Pa5xh7NWDd1VCqntS4eZrWF36uwxCYdpzk1KZ5jPKSvIjUENJfGbyBI89kTuKxN/JZ74941OwPu03R4WViGUh1+A1U8Kllt5bSc5QgvpKVLCApQTYmyFEdtrygOJ9fyRuFa9gP2c8U4txQy9TKDXsQO1SlqldKXIbUVptyUP/DUptSQo2uGri4IJwl7O1IwvvB9q7CFMqmGYtQwvijF7rsinTYoW05HeQ+6GnGyCLA5QUkdxbbXH8pZ7Su8zCVYf9mql4aZw/hesUtqR7waUVqrEJXStkdISy0haVNraGYqGQEpQvKvJXsbSuF7V+6iM1Lz8bEqOKhXi/QPG/7dulWj1/lIN1G7DdPvQwZRt2GA6LheNUKMt+QxSYTcdp5YfUnMpKAAVWAFzrbT02k+x17IED2hnZ+KMePTYuBqI7yrqGFqYdqkjKFqaQ4LFDaEqSVuIIN1BKVAhZTefys77Te+PALfznD7tv8A5pVs26tW/wCaH+SiYruGGHGHqvheFxVtPKQ6ldZmNNyHErF1BSRNWUkHTKkAgAWp/NJzxAKu+1l/Jq7r6xIwHhP2cYOJ6Y2rhSKtS8M09+M9YlJUHJLiXn06XDoBSsEFKlAg7dd6fsdezz7SO5xzf57F0OLTqqw0677mgIMeLUHGtXYi4q7CLKA0TbIkkpzAhQWPMJCnWp7kri58683/ACt9PL6bej/8j9jGeMa7xcECVemSqXCrPA+VuUh1bK3B9VoU2D9Gk+m1hgwPc88TDZdaqlL+f/eQUqSr0IOoPqDYg6bUTsT4X99H+mzj9pKgwMG+1BvRwvS2skJGI5UpppHhb5g8cgegCnCAPK2yynw+F+i24iVuG4Zmg/YE9kp32msWVas42elMbvcLqQxM5V0tPVKYtAUIqHBZTaAghbikkKAWgJIJJGnt4ftL/wAnHugrMvdLB3A0vFEWnPrgVJ2j4Zp8iKy6k5XAp2QtC3yFZgpSM91JUCSQRtbeyHWHN2P8mPiTeNQW+FU2Kbi6t50+IyGHpTbar+oSw2AT5JHlt5J4ed+/ucXrz/rdStNBqdSbeZ2geMtnas9x/Ymwn7MLVLxZvU9leoLRh7GciK1UaP1pTS58XjZ0cJ34jBKZCTwycoSlCkdKhfx73kIi/wA5ePnGnc7iMUVfpTdS83OO6ADUm+gABJ8r7egf8jyy01E3ucM+OZRVKT/e4UoXt+AH7NsW7ksNQcY/yiVNw5VAXIS95s+U418quWlvyEg+oK2U3HmLjz2kySNwmtd1nseezp7LW6GL7QPttsM1eu1DhcDD8prmo8F1xJUiG3FRfm5WQKLhVmbSEKICUoU4bLAXtE/yaHtP4oibnK77O9OwvJravdtJk1GgwYIedc0S03KhOFbDijYJOZN1FICiSBs9fbd9jCs+19Lwu03viYwjTMPMSvuDlIM0SHn1t3eNpDQBSlsJGhICl62URtl+D/IvVOly2KhA9qmHFlRXUPsPt4UKVtuoIUlQPO6EKAI/DaZcccTLft6eyZ/6KjvaYo1BlSpuEcUMOz8PvylBTreRQD8VZ7rU2VIIWQMyHEXuQo7ZwYdd4XC4u3r1/LIUpqV7N+DayXWX6hSMWsIU6nupDkSQHLAE2BUlBP8Ah28gUu8X/Ht0sJ3akSmvhePPtb0fCU+qf3Ef39qanOOxZ7fz9ezfpMiLwmy14Fo2sIG1yvqOT+TvwS7RfbR3ZT+L4HavmT/dNHmj/O2xj/K00WVVPaugOxXsi0YLpv8A6lTtufsGLv7Xu7oertU/9xUzYh/lRT/79dEH/wARtN/9Sp21j7gw52Zkz2JPYj3ezt2E72nvapmNnCMVqRKgUh11bUXlI5UlyZLKCFOJUUqCGgcpSLqCysJSfRPbG/k7arP+xrvsrN/ZtlXC94u4Npq2ENDXicBKjICfMAILgPyg6bI72efZ+9qD2kcOP0HB2Pa3RN3kVSoD8irVeWql5gLqYjQwspfyKy3SAltKiesLBGzfhfyf24zd817mx57ZeF4tXR+laW1BgqTr24bspah6XJ1OthewoYZWyMtOftg+yBuq3aYOge0DuHaisYRqjsXn6cw6XYbbUq3LzYaiSUoUpTaVNglFnErSE2UFV/sB7ut2u9neXiig7wMEUTFFOhYfTKYi1SG3IabdMhCc4SsEA5SRfvYn12fPtY4coWCP5M+RhfCOLGMS0ei07C0OnVdhTamp0dFWgJQ6ktkoKVJtbKSm3bTZEfySch2Tvkxvxf8A4F2v/UpO1v5ZbMYm8XCfsF+x5jKrT94GDm8ZYoq8pdUgYaYgMyI9FhFdmGmY7q0RmNNQpw8RRzZbIACTDAVE9hr278JVql4O3cMYXxDSGGuPy9JZpdYpfEvwnkLYu283mQQU3cbJTZadQDg/2wmua9rPehxev+mz4/oy2kfsSkJHoAB2FtnR/JaFxr2n6s006tCHsBVNSkZulSk1CmZSR5kZlWPoT6naILd54mWcf4TrO7TG+Jd32KMnvHC9SkQJD6OhDyW1EJfAucqXG8rgSSSAsAkkHba+4b2QNzm6rc5/6Mh7Y2R+K9HbmQ8PykuKjxWXdGG3WE9cqU7mHwSClJUlOUlJVso9/eEWcW/yiVdw5J4a4lUxvQY8pCk5kqYW3CDyCPqgqH5+e2+/bK9lyve1JQMN4Tpe9GFg2nUSU/Nfafoxnc06Ww22RaQ0EBCC8NQq/E8ra1kLXyTM74f9qX+Tk3qYjibsMR+znCoNPnSkQIFUqOGae3F4q1Btv4sVxbsfMSLOEJCb3Kk7Zw9un2TGvZfxvTahhJ2VKwHijOilqlOl1+nzEdS4i1nVaSiy21ElZAcCrlGZTskfyPlYlxXIrvtMUbhrQpKsuEFeEix/7/s3v5SHC7rXsSQYuIqtGr1dwrPoZVUksBrmJQtGffS3mWWwtLryinMogKIzG19oMkjcpyIrv5ObcXuW3qbgsb4j3i7rML4lqlPxNLhRZlUpbUh9thNPiuJbSpaSQkLdWoAaXUT57YP9n+LS8Ub291lBr1Obn0+r4ww9AnxZSQ63Kju1COhxtwEWWlaFKSoEahRBFjt6S/yTx/8AfZd4X/p3zf8A3FwtvOf2Xo3/AK+Xc69/8XWF/wD3JxdqfiUX0s9TN9vs4ewZuXqdN3wb1MEYXoNEp0dcCJQYtMAj1SWs5864bKSqY4hCDlSUlKRnURoCnEftr70PZv3tVTBk/wBnTDESl+62J8WrNQqCKeuQVmOY9kNpHGIyPAdyCuw1Vs5f5Xth6Vj/AHVs8Y8P3XV05L9PU9FJ0+uVN/Ww9Btnj2VsK0Gve0XuywvWIja2X8QR5WXN4lRkLlI/EZ46bjsRoQQSNiS1n4msd2fsi+zz7Mm6CJvk9r6HFq9ampa/oaa0ZEWG+4MyIjUVN0yXwE3UpYUlORZGVCVKP5h72pP5O3e1Wo+BMW+z7CwvFmupiw6nUcPQGIyVqOVJ48RxTke/k4coFxdQ2CP5XjH0preVgTd+7LWiDFoztU4WbocdkPraJI7EpTGAB8g4oeZvh1/lXYHCdaQtC05FJV4VJO3SpOzgCaP9vH2Mz7NVYg43wTKm1Dd7XX+Va5pZdfpMuxUlhbndxtaQoocVdQKSlRJKSckuL/2W3rJieQ9va/kml1jGDi5tQp+C0yuYdN1qk013odJ7lR5cEnzufXbyhpsbmmtg2At6gr02+QnqLhvG+KMOcSg48zxajFTwltLRl4iv1gR3B7gi+nf02/Bvfiyq83Rvd8pGdeXi/In8/L112ZNTxTAxG1z8qnsLR4k50DMnz7/x+7ZRbyN8uHKNVIlGi09jmlqTkUlr6+ZsCe/rt56rWd7jH95oJqe7wRGOiXFw5w6z77Y+PlRwv7v/AB2sKrvOwbAoz8p2WwjP0KTpm7d7dztnneNjOs+5olUitNr6/B8qUnZTbw5uI8R4Xc5+IjgZM6nUK6kqt5K0IJtYW2f0/k0brI28RuYQOEsUYtfrNGqK32H5ClZdUZfLwn6efY977OuJSGnXfhO7ZE9mOJKad4XN5M6vEr5U/wCu2xoJgUaK2772ivtudGTwrzfgTfbcI8OIC/1LiLR2mmtuNSjtNfF27JqsX/bbUeJKu00058bbLAZmxMQhmbEk0PHdGoLrnP4eXNQ58zSwpaf909/27KHepjal16s+9KNTkQmEL6+KjKpxPoQfpp5kHYqpa+f4jsVnI58i/wC9sHV6kYoqjT8VqiMTV5lfCUoJUr6pJuNfrs9s2jbPRUIqoJWNT5+I3Y/2XrcJCG2vvEVaG18S+g0JCrjt3vqPTYiwthDDlBlc/wD+c6t/PKaSWHVK9DbQj6H9+w5grd/P4rjVU3T1teTw5HUdXofFrr53B+h2aeGXGqXK9w1TCeJYSMiUNKmRSthX9wLFwCPK5+gO1T4iMLGtgHAzuKKM3VObYcX1ZOLHCsv4HTv5jttCmYBi+9GGqpToqH0ZviwHVNKV6a6FKvoLj8doplz8JUF+VRma3SFoaVkd4XFjq/EgkJ+l7Eemw/RMc1R3Dj9UrzPPPoaUp3InKpVv3Xt6fu2oPKcR5Qprcql4X4cWqS1sf35Sf8yBbZXV+XiijV73zg2IwuE+hPHTCtlcsfmAIGt+4GnmdhKvYgqm8uU3S6XLqLEVCOpp/NmZ87WVY5de4JH0O1Phaj433fYtblRcWcfP4Y7qMzX++i+vlqANPLaNsvujjpdVlYod+68eFKXlzJdRlUz/ALqrhQ+oJGxpAie5uHKrPKrlf7VEVLSlJ+uXv+On4bWFAcdrMBuqVmkwos3L1qi+FxXrbt+4bC28fFsCgwH5Up1GRCfn+nnsdBAvCw4ngf8An2hH+Pp2WeLN6eHOfcgRaswhaFJzoz5fz2zDj3e7jfFrUj7BvIlRWFL4vAvnTbv0jyHr+J9LLLCeGcW7wXeL7xlLWhauvOVKzdyB6jXy0/DaTxOG2aP3tb3YGHKXxaXL4760/C4S82ZVvof3HbJ+McY7y8UNPz59Wm8BCk5kIzqS2m+hVbS4tcEnTy2ctO3OUaLFc+0eJ5SJSOvKtI6VW/UNgr8AQe2o7bGVKwhgh2l8rAq0JD+TJ4SniX73Quyk310BI8vLawEh+Zi9USfVP/OpUX1sfqqWepX7f37XGFcB4Sn1Rh2qVZ+LFQr4rrSc6k/gNf47bOGobo2vfL7U+nZELdV8VrpT+Xl6bR1bk3eLytLrcVta82RK1lKtfWwtb9n+u0k7ZXZD/B2Cd1UqK3Ao1WhVR/Ila3Y6Mqk/4gb5VdN7Aj/K2j92GDaXS6W5yuR9CPnaVnT/AL3c3/HXZf8As4bsaXu+gc1wkc11Ldz9SXF37gjQeotr52vsb7zq1S4DrdZpdPRCmo/7xHUWnfoCpJGdNzaygb32XttzKfcZXbxcUz6C0/Fiy+Ax/wCZ1/aP26jZGwMG4oxbXm6y7yspDDudpchGZOX1uhd0nyBH7DqD+48xBWazF4TVcXFXKWn5MyM3opPofO1j/lsE4djb38ONP8g9x4WdS/hPrUlKdSbNruRf0ta+nqTyPL7FWarXW6pQcOc17upfwGupaZHhSNBcWv22T0jenQKzVPvVJ60fFzx5AX03tnsLW/f+G1Pu/wAaYcqjsiViioL5pGZ3i5xkyn9YJGVHpc6H1OxTHMCfKfqlG3ewpXK/NmHxE21Gtgk/gQDswPKV9Q7wTvmwa1FbaarkVD2XwcUZ0/iO4t53GmzVwjiXHledbdo3AXTl9HFyFP53ub699Pw2RGF4O7Ssz26pPwdS4spCkoXzTWbKrv4gcwF7G5/PZkSPaNwvu0ajxXaejlUZWkqgL4qO9hcEA/ja50/DZe19vCwoEZdR3R1mvO8WvYhW+xnzIayDKn8CRcfltZUvBeDcLtOO8ZC1sePOrMpO0bDW/rCWLaW3VKNnWjpzrQgqy/4gASn8SALa7COJqjKxlP5qAzFb4GbirYfzKSjuTZNiT6XHnsthmk/bKHeNvXrNUlOYcwGzF6F5JDuc5k/4beZ7edjqR2BCcI7veQqnvmfLqkWavrdlR5C86b62WnwupvobgkX0sNmjgyk7pYEpyVFrjDFUf61NLdyqVYAE5VdvK9vPy2oMbYkdo0p92l1uEuF1ZmlsBXbzuLEW/HYqJtnboM4jwPPalP16jRPeiFq4rqI90ZvrlBKCbDuDf6bWeEMcT6pS3KDFiVGnZ0dcWQ6FsPdvCbXQfKxFrjv5EXwVvHqjtZfalcqhzNmYmxV5cyT2Q4MoFwAND3uDsR1GZz8pyfPiRVvsLVnQjoWpXa4IJBT+A0011tsTbOWcY9Vnute66zT32OApWXqzp09Sn09dPwttbJlSpUVv3D8/+yWFJzeuU9/rY31vbYUdmSq9VHGmmZVO6k5HeLmSpXoLgaHXte3r57E9Mw77m+LVHc+dGf4XTmSL3NvmI/Law8ZxG6VUCj1R2e41KyPvrX944t0O5raLBAv+Wmn5bU1aww01x4FUpKJTD/8AZOurTm+oWlQKFfidRbv2BRiKY1A5SqQKjx2OrKv9X1BHcevfblOqlUlNNz4rSH15ciF6LR28wdf4+m3bjI7Y+JnzFm72fS8WxGqD70w0h/7wmU66Mvl4lABtfkRe5BHroH5heBWaXRm3cWy6XVF9PCmLYDSlKPkpSblOumYpSL99DfYWxtXJ7tLcn1nCa5tOQlSFphKyqbUdCcpBBv8AW3Y6kbVW72o0t2BPoLtDqPut/MlOfP1J0uFAAgeVldr9yNSSg7pUjbCaorlT2n59G5qlzs/3qnVJPS4r1ac/RqSR8ySQRbUd9gmrYIgSnXJUVlcV9/Kt2PCnrQtOmi0JJKVEeh0NvUWJlDoUqgtMO4IxDKm05ebj0uroWh1nzyoeN0FBGgJBseygLWrKzPw5FlNu1SnSmGF9CFtLLTsV3yJtmQ4D3tr+A7gZ27pIkjDdIlYjgN0as1zh5E8Jp9bQQrMPJXou1/K2lu+u31Aw27gjEbjvvybUYSPBxUodTqO4KbAjv5JWLjQi1v73ZVMUff2qjwFsZkofVdriJB7G37idO3Ya7d2q/hLC/wBwxHizIt/4X93MbfKCbC99dL3vrtadiAuPq47iOU+7FlrWtjKljoOXLr8pt3uQbi97XtbYOpFCxG1VIjsqnI4DCVOuqauhSlA2AIuUm5JJPlbTZkY6iSoEDn6CzClMLQleb9ZPqm2t/UGxGmvr/btMW0vFFLl8JljjsOpQtaU+K1+/obi3kb99hPmWAih3l4vxG7iOJRqXEW/CgqS/NTH8TazbLYWtcC/bXt9QdO7kcZNVSBElRWeH0daNUpV9SCSAfoNDtk+rQKp9o3K9AZzrfdUp1GQZU6nyva3kPMDz1J2ZW6neDPi173W60whD6fhJQrKrQjsPMeo7i/f1E6Tn8pvOkYji8LlfiIz/AO8lX5jt+e1xSGovFcleP5tl9u/xHAntNtcFzjrSnpWn99+3l+zZlUx2Lxf1NoSLESnxrSoFUgOcWI+haOpK0K8Kh521B/PS19s04rqVeqkpyl+CbCQrhKaY61JB+axJsPobW89tizEQJTXCd+fZE4+w61hest1SKzn47vQtXSrPp2V+A7eg9NiiXQxMK3cOtUZyVWfda2MqlozulDqU2NxdSQlYvcZdR5i1r7LJ/dJKgcSqYXl/AX8VPzKSq97XJ7D9nkLd9tS4hwx7+ozlU64sphHFWjJ8BVtdbahV/mIsfP1C6w3PpfFl0v4CFoTm5fL1OK7FQ/zNv2eexA8vtkrD2+6jfzVfZLeM8tE1DCmmlLaCeN0WOVXhJF/CbH69gM4R94VGpcXlXXmHKct1SGpTvQlViQm+YaX0OuguDfQ7axqW72g4j3LVZqqU+K/kadkMOoQErStNyDextY6XGuyfo3s/4Sr2759qvRELRKaU6l+K7ldbUoHKb6hRtbRQOt9O2xN8pti1o+P6NhyfwpTXKvvr4qFtJGRxKtbhSLpV+RN9DrrtoKFip3kIlUivcdl5CU9Cv0a/W/1HkdD+euRpG4WqYcdfapbL9UhPuq4DrTRyK79wCeGsWuRoD6m+zx3Kw8UYcgN4cxvEfg06UtKI8hX9jppr2F9NDp3+uxxK7YysXYnxlKoL8rBDKPejDX6JasqpHohKtAk66A2B81JtfZJ7sd7+PJ9efwli11hbD8hSOXlNKjyocgE5mkhVgtBFiLEkWJBtfbSjuE8OUuK3/SMrj/rZvm76gAD/AIbDdXo2HJXN8VlHNP5U8V1AUrQd76HTz1H4+ew7HUe5cVu32wmoVFqjsD+hnmOOtPXxbK/fqSPwv+e2bfaGoG8GVjKBAqlERNp2VSlOxVlSsxWAFEXGcJIHSLKBKSbWGwa9vM3+7lsePxWmkVSkVFa+E1nXIYcQDYG6iFNuWIJ0HkeoA7W7G+qvYtqn/aPDMqK/x+nJdWXve10jUDQXt+VwNqZg0Rlbyl5AoP2S/SsvoffR0ZnT8ZI8rm1j+NjfzPfYi3c4XwvjJ1+stRM62MzS2lJCVt5fF36hqOxFjoR67VVTxzAiwG4tUeRN+ePnTld/dr37n667FWDIbUWjP1mjPck/KzZGnfmTbNlCu1j6aDtoO+0JDs22feNd72HHaDLpbvA52nR1x2ESFDipQpBFkq7kduk3BNtNLjCuF6a1KrLk9plaEfqLT0/X9vltorfjhdrDkX7WyuVcQ+n47WfKptdtNL+H6Dsfx1Q+DZ/F/RNIQjxdCsye3rsTG2I3vuhaDfb6JaG3ILa/tdoU6dFaac+Nt0SA3epT12oRWvhNOoz/APoWwfIDrrvxc6F/3/4tt3lKddqjnCl51o8HX8347QZsuVK+FKaWx/fR4VK/jvsFxuhl04b3ODkN3it+NfzdNs2X1Hkfy24yaHK4vFi9aP47+h2lMNRYHD4ry1/4l9SfqD6dtuVZqE+K63yvR/f+bYRTbKPRskYTHYDvCd2vqM370a4rXz9CsnT+0eY/bsJCFKqkrn3Xs/yq+XLsT4Ck8hPcgSvAtedC/wAfLaVRWMo6eMIWqByvDd+dHhX/AKf9dh3EcJ34js/oR+v8qfrswpC/9ltTVqG1VIDjTrXX8+x8bZVDsgZAjtcJf6NfT8nhV9doK4nF+E18nh/5bcIOHqpAlONRc+T5VoV0q9NPX9+1nCjVRr4sprI42rr/AFk/iNND6/5bVaPo25ZEhcJp1tp1lvIvxpX0/sV8p+o/eNCQU/DjvNORWpa1wn+vlXbK/O+o/MWuO425MniyuE610f4Bl1O1rIjVSlutyqXkf/8ACz+L6fj6HaRLSanC7TTrbUXI2v5P734f8NpMemuwHXGpXjX8/h/5jaBJxDKntcJqkvo/38qm1et7/wCV/wANuxk1mU0hqqPLf4OX4uTKv8/I/sG1p0rpQrMB19ppnOjJ09GVafz7KHof+m0Whniu8WUzx1/qfrev4EeWxFUKjK5Btp3rX+v+sn/QjvtVw2+F964OTieJeTKn6gj/AKjauZ0+K1UIrXwovWhfW1xU9aVeYv639df89u8KsxeFHrPBz5E5Fo+dPrr/AMe/02+amYrUpt11lD6H/Ej8PUHsfQ/S99oLkGA1xGoGdCH/AJVfKraROh/TJlGrLvNQHUL/AF0eFab+o7j+NdpdQpTTTXF2TAiutfFi1HI+jNlUhRSr/n9RtIFfxa7Fc/pZ9eT9e2VSfQ3G0kTownpjXC4UrrYX0bAkqkSvenFgS318N3oyryqSn/ppt9U1qfKd+LLXwH/HmdzZb99jenUGA1w5/Gzry+LPtGds6Tqc261A4rvjydf8euw1VnualbWdYxI1Fa5Vrx7Coq/xfi/+b2XJ5it7/E5z2doM9f6NraxnL5pritbVVUk8Xgfr7BsEAhlVLHClMcVrOji/X+Ndiqix2uLxWv0eROTP8qrnT+ND32Glq4vwvk2KKL8KK3/h/j/odiIfGN1epHxGrhRXPk2C4B4TvF+T/jscYiHFgONf7n8f6bAwhz4rXFdZzsfPk8Sf+Wx64aFEN2LKa4Tvj/jv9dqabTorv6LwdX+H1G0enVRpqU207/5v/Xa7kpagO8115H/GhfUnX/Ta5nSqaLrsVyK7/wCtdO3J1lqA1+hz59p0tf3XitZP/WU/TaVhqnxao796eyeLJ19KtPXyPfTaBOg3Hc4Tv9U/9a2tEvuymvhNdaM2X/Dt3qURqBPfgcXOhHgWn5rgG9tv2BJ5X7r/AIsqvl/5HaJ0+1M8XhtStqirhqK1La4ra+jMj9Vz/n+3a3qTjvF/U2p34LU9pyLKz/40/L/Hpt06etX8sQP/AH2XAv8A6ekX/wBxc/bypwPi+s4DxRScUUGXyVUpEpqfTpSf+7yG1BSFmxF03FlJvZSSoHQkHUPtfe3hO9qndpRt307dPFwuii1dqstTGq8Z/MKRFfY4WQx2sgIkFWbMSCgDLqSMduyHf9zapMgDieyHtCYXo3t++xnh/fZu/p3/AGvw/Hdq8OG0MzqZDYLdTpVyApQUWlZLWC3GY6r5Trgf2N4UFz2qd0FTiutrS5iNCun5gWHrf8dvn2NPb4xb7IUXEtB+xCMX0HEL7U9EJ2qGFyctKMi3kqDLubiNhpKkkD9EggjW4lQfaKo1B9puL7Q+Dt3jdPhRcQLxGjCXvQqaYdcSsPNIlcG4Qpxxbgs0AkKyAEJB2iDmwf5Wpji7+N23/puSf/Uk7O3cVCp/tU+wDXdxDUuKxXqLAfw9ldvkjyGHOPS3zcXKLJjEqTcZ23ACSggYh9o72oJXtcY3w9jGVgJGE10GA7TuXaqhnpeSpwr4mcstFJubZcp0F762FBgnfnvG9n3FCN4O6+tsRaihrl5UWUkuwqhH78GQ2FAqSD1JUCFINylQBUFRnmWxxEFiaj17BFen4NxvTn6DXqQ6qLPgTeh2O6LGxB7ggghQuFAggkEE+oP8lNudrO6vAWN/aG3lsuYepdeisNU73i1wFJpcUOPOzlZjdLTil2TcAkMlQulaSR2k/wAsFu+rUFioY79myQutRdOLFnxpTKVDzSt1tLiAe9gDbtc99kt7RXt/b1Pafo0jBtGpUbCOFH1JW/AhyFvuzMpJTzEgpQVI8J4SUJTcHMXBYCQFWBKBPKI7exvI/nL33Yw3ltdDFerMqa0070qTHU4SylQOoUGihJHkQdTa5rqm99w4v93YJqrPIOufG/8AdleuxdQ3mqpRv9zIvawO6Qnks9Kv5NjEGHN9vsc4y9nmfLbRMpjlWpcpjTMIVT4rrbwT3KSt19Pbu0R6X8tse4GxbuhxlP3fbxacui4horqmH2n0lCXLEgOtlQAcaXbMlabhQII2Itze+beV7N28b7ebsKqzCqcVCorseU0XYc6OTcsyEBQKkEgEEFKkkAgg3vveJ/LFYOn0dt7Fns5y3K6wg5A1U2XomfyIdW0HEg+YCCRe3Va5rOyrcGHn8khuz3gYS3fY2x5jLD79Kp2MZsBdETKQpp6QxHbdCn+GoBSW1KesgnxBKiBlylXndhbeJF3Qe2u/vQn/ANSw3vGnyp+RBUrkzOebkEAakhpayAASSALa7aZon8sbvGpeN67XsR7rafV6RUGIrFLokermEil8MuFxwvFh1UhxzOkFRDYAaSAgXUThLEGJftTj3EOKOVMVFeqkqqJaz5uCp55TpbvYZrFWW9he17C9h0s3rieov8qvuJr28eg4N9obdzDcrsKgwnYNW93IL6/drxDzExOS5U0hWcLKQSEvBeiUqI8wEQDiOVHoNB49XqMpaWosOAgypDzp7IQ22CpZPoAT+zbV/swfyhW9n2dKNEwRUKTCxrgqL0xYEyUqPMpqSR0R5ASscEa2aWggEgJUhICdtATv5WHdzS4r9UwR7OLjFeeT+llSmI6FE9yXGWlrVb0sL9ri9xeDJUnOZ5+b9fZS35ezdAoU/efhn3ZCxXFS6w7FlJfQl22dcR8ptkeQLEp1SdcqlWNkzw+Fs9vaa9oHeh7RmLftlvAq2dCE8KBAYTkiwWLg8Jhu5ygkAqUSVrITmUQlKUpuDBdlO7dnbDAzYX8mTuZ9n7f7vFxfu/35YTVXprdHYqlBaNSmQglLbpRKsqM63nUQ7HNlEmyVEAAK2q/av3IH2dN9Ndwu5Q5VFwi/K5rDUqU6tceRDWMyWkSHFErU2btqC1FwFFzcKSo59wViTFG7nFFNxvgPEEmg4hor/NQJ8W2dldik6KBSpJSpSVJUClSVKBBBI29D8CfywEl2gogb6NxbFXfZQkLm0OanhSFjQqMaQk8O/fRxQ1PYDWAZVk3iDn8mbu0xHjHfvB3oRaTK+ymEIc10VbIUxnpr7SoyI7aiMrquG6+pWQnJkSFEFaQRH+UgxjBxZ7W9VaoTvG+z1IhUGQr5VPt8R9eU+eUysh9FtrB1B2Ym9L+VkxHiigv4c3L4IYwih9rhJqkqQmRLj3BB4bOQNNKGhCiXBe/RoCcNO1NrmnKpPqC35T7q3XXXXStbi1EqUpSlEqUoqJUpRJKiSSSSTtMCV2jAnrBiGk4ya/kvaLA3Dmd72+x9Kfd925hMeZK2l1PJkGfirQZOYJAWSVgWVbbyYwzgyq43rLGE8E0mXXq2+6lpil0touu8S9rcNGjaQe6jZKRckgAkaJ9mn+UWx57NUVeEvcbGMsGrdU+iluyjHkU9a13WuM/lUnISVKLSkkFSiQpFzd54x/lkaV7rfa3WbjHKfW5KVJ5ytym1NMqINl8JgBT1lWJSXG7+u3Quzeojd9p3AOId2H8lcd3eImmfe+GqJhaDPTGVxUJdaqkDiZVW6kgg62toT22RH8j6p1zfHjd1zzwqx/6ljZf4r/lPcT7wfZ6ru43eZuyZrdQxDAmQJGJ0VngLCnHVrYfENMYpzM3a6A6kKLehbBAStvZA9sAey1iis4oi4IYxQur0tNOUw7VDASyEuhziZksOlV7Wy2He99LbdIccgwn9rv8A+uu3o/8AtZV/7bRs3f5LlV/apqf/AKYNV/8AchS9sy70N6sTe9vPxJvUFJRSF4klc47DTK5hMckAFIcyIKwLeIoTf0Gxz7Mu/iqezfvQkbz6Zg1GKFyqDKoioDtRMJKUPSIz3GDgadzZeVAy5QCFk5hax4GU24fMIfajxhKwH7eGNsYxWlvLoOKKTVuA1bO8mPGhulsXIF1BBGpA17jbWX8o3uln+0PuQwXvy3QNrxF9nULqKUwLvOyqNMbbUt1hKblxSFNsLKQCSgLtcgA4D3xbwpW9/fJiHe1Kw97oXiV1p92BzHMJiqRHbaKEu5UFY+GFZihPci2mzL9nr22N7Xs0tOUGjU6LivBr6lOpoM+Qtjk31LKlqiyEpWpoLJKlIUhaCrUBBKirpdA2TMuMPwJTjcCBVualSlpaaix18V1xZNghKE3UpROgSASSQADs2N53syb7dyWEsPY33lYTepdFxWnhMK44W7FdUhSkxpbYAUy6pCVKCeoWFiQsFI2lK/lTt3sVpys0L2cH0YhcR0uyJkdpKl/3n22lrtfzy3+m2St/PtD72vaaxG3VMdy0RaXFUtECkw0lEWKhRvYJKiVOEBIU4okqI0CUkJFCJwqm3/5K1ppr2asfcL/4K5v/ALjYe3nP7Nct2Tvk3OfByI+3OF1K/wDnpF20P7M/tiVT2ad3Nd3dRd1jGIWa1UnakqYutqirZU7HaZLfDEdwKADQUFZxcqIsLXOc93ind3OLcL4ypcT3j9lK9Ta21Cdd4HNclKafS0VhKuHn4QSVWVlzXsq1jGIVE2jE2T/LBB3+cbdPwnbf0TV//b0XbHO6nHU/dLvjwLvPeecfiYYrsWdLRlK1GHn4cnKBqVcBbtgLm9tD2LM9rb2p5/tVVnC9Zqm7dvCj+Go8qKlpqrmel5L6m1FWYsNFBBaAy2N73uLW2SJkNfovHtMnE35/K57kqxvFwZgz2ld3EU1unUCA7Hq7sFPFtS3rPR5gynVlCi5mUL2DqVGwCiPNDBsTG+8GvU3BGCKTKr1eqjqYsOBDRndeWf3JSBqpRISkAkkAE7a69nb2/d7Psy0dvBrtEi44wNFzcrS5Ugx5dNSTcpjSLKHCFyQ0tBAJslSALbOiT/LAbvafGkO7vfZsfi1uV4lzJbEdpSj3KlMNqU5bvY5b9rjvtf7pU4+Y1PacRS/Zf/k/aFuCk1JiVWqjSIeGU5bpTIUMrk54DUhu3EAJ0u42km5G3mTTqU01Fba4WxzvS3ybxvaBxYvHe8urceVkS1HisJ4UWG0DcNMN5jkRe6jcqUTqpSrC1Ay3sYDbFLH3GeiKojsp3hRZaGEfqfL+Gy63jbjsZYylc/RuVfWwpKsiLZtPT63tsa03FeCPdfFd6Onp2Ckb8IGF6zysDEKGELWnKhSCvv8Akf3kW28DobWztUTSroFUV2N58rBsBiBiPPnirVnY1Tmt+Onbz2DaljajYyozcXC9OqmRa1JdafR8w7ap0y/j+62xlv6xfhzG8pv3zL+O5lzZUFCsp7nUZe3cX0B2k4LoWEoFGbaoMuKvoT05wpSb2te9zfb1Wmr2AGE/l4lNuzTKozvF4K0LR4uF8tvLX/nsfrxk7VJXK8VaFo/8r8dokWluwHf0KFoWlX8abQ2aU1z/ADXCyde20gXbKZ/ljNoONOVi8rKl5/1P1tpVXq7tUa/TdH9zZNVaNPaqjbsV7P8A+F4syb6n/TYgYk16e18KJk/v+H9m2UQqWEwdWj890aNFxA7RorjsWkomrQjwZsq/y8u20xzfE1QYrk+VhPlVoR41+HN6XtpfZfUybXoDTbXxPlTn2hb0cQO+62KXKqKIXNOpazup6U+p7a/9dr9wvNLbtlbi32v8eSneVoNPRTsn6JaPEr8Da/pa4G1HQfaU38Yjd5V3ELbP6vMMIy5vLzF9fptArG5eLS6N9o3cWU6qMLy/eoS8q2VKOgKNdL+Z/wAtrTCT7tLgcriPd6uo05eVMerwE8dpX/pVAupJOmoAANxptUiSITyfbZ357vmvdeI8PQq2h/wqSkZXNLWTluCL+pB+nqZbld7VUqjUuqV6kop3NZl8mnwtpJP5Aeg9NqKg1rdfheU47VKIhf6uZOZSVa3y317f6a7X6N5O5uVFfagMzac/l6VcDN5+hUAbeYvtIkNHLh/GmEq9Af8A/OcjJm6MiEKT/rtnjHInwMZc/S6iiVC4uZH6zdv26f57BOLprsp1yqcH4Hh4rScmZP4dxfzFz5bAn2+qkCVyrT3Qvw/4ie302uBulT4zWzvtC4cw5hdv3pLXnYRlVk6laetv9f27Zi3n71ou9qst0vDlQm5F5s+eOpLSfRJOl799CT/ntf0LdrjLHn/aOBUURVsIy5lJOVy/YWGh9CTr/pcYNwm1Kxv9nK9RGGJSEJ4rrDQS05e/kLWV53Ase/rsZBtg3eUW7vB29DDjrdUo2Dn1sN+N2OpK+Inz0NiNL9J18u+zfoG9DdpRqy39qIn2eq76EodS/DyIcUL6+EFKvUAG/lfac4Xd189xqLW0LhPpzcu+sZU/S/cfTyGyv3hQKNjziSvvXAR44qpBdaUq/dBzHKf8JA+g2E3uXEbm8rBVG3gxWK9S6hCc5VHQ6x8yfx0JH0I0PodkXjrATrsXhOy63S0Mf1eqRWs6UrPYKA6bH0J7C+xZu/q+F6pw8LtVZaFo8COKOm2lj/qLg/hsxGcQ4XwvKXS3ah7rlL6FLW6tUeR28QXcJv2tex8vTa4eTMd0LeBvfw5VHKM7idD8VfStUqKFoet5i/Uk38rnW512ae7Kjz69XvfNU4C//CQjIpN/PubX+oOzLxBgvdpjfju0uoQmKojqUhhKEq/GwAuLjuLi2h8tiTCGAfddL4TTK0eFPl+2/f8A02X1LkDiBezbCikzKW1F4UWXwH0I8K/F+7Q7K7eI+1WXXIvvCVFfRmzrypWlSR6i2o872FtNrDGrn2XivypXWthpSvFm6fxsP3DbN0X2gp8XFrk+lvIfirXkdjyEFKslrWtrbX6E6dgdNlqwze5FR3SwlBqLXmGq9VosqKh3O1kslCk+pBJtqfIgafjs6veOHKphxt2jPeBpSFKU1m+mhBJIv59h5i2yIxFhqBvVrPv5qXyq5XQtpKghKlE6EEaqPlY2Onla2zWoeHJ+7SlwIDsRcqkPupa8kLZuPI+RPfsAe3ls2BDGVtCwi1hef9t6XUVocXmWp2PfxX1v3073BFh+3a5ke0m1QZXKyt3sKqMSv++wLQ3+3cpCcjn10SdjKoNNQKM57mZ51iUjpQ6kIdb/APJJStPcXBB+moOygTuxlYjlP8X+i0Z/nd/aUjXLe2nYfUa7FErPrElSo2MmnKzRmqvSFv5UK6c3rYjLY6i2vYW9NqX7KwIsVuqUvEMpcpCfC6rO09Ya9+31Tr63BudiSnbu94OEvv8AhzE8KVFz/eIspjMnKPpm/YUkWFxfXbvI3VO4jd5+U6xCYlIStXIO/AzH8L29LkA+V++w3Euv2wNViivO/CpcTkqj4GnaXIWniKHqgZVIJ88pIH12K8G4x33cVuVKlypqGP0TTq21v669L1gs37EEm20CTuLxRhyU3WaNzXAQvofQrMnue5scpv5kEH67NKjYXxRFozk/m2OJws/KvtfCcVcEEKBIQr6kC/qL224CduhBSav9qJ7EqqUmFKlP5WnfeMXhOtqAtq42Rf0BuCO1vPYgl7sqDWXW4tUolRpbi/man52sv0zAkj0uTsoI2NMURZ7bUCkoW4hfxY8h3MpXmbZtXBfsAR+IFtmnH3hSpVGblOuxVsZFIfYRdLrf+6vqTbuCDbSxO0gSkadKwdhzBuHHIGHMPMPv+P4TqMzi8lhmCzYn1Hn6DZJSIu8F13i43w8uiL6v+65E5bkgAjpJAsNDrb6X2iVDf7g2B8WA6+/UUdfgXmTYalRA1At3uQfXTYnoXtEyseQPdcrDEpCMmVbq2M7TiSLgnTTS9tANOwPed0kCCq65S3ZXuZ1la1rVkYXmyp9eq9im487kfTbu7jHG+F2ojTVPi1SjrV8WOtYkJSntdlQ6r+trG3rtbyWqNxea5Rj/ABo+nr5/htS4nrNLxu79l5WRE1CU8CVmCX8uo8Wiibdjc/ltGZfEvYD9LxRK+6soYizU/HYX4m1jzQoW1tcEG1+1zrstd+cyBu0i8LCVRm+8VqT93aUVpVobqIsSm30IudLbX9ErtL3cxZbWKKg+t/xIdmtK8/MrTdOve9wTfy2S9W34uu4jfnwKSxKioV0JkIz5kg9we9j5A629dohVEY25TeVWZ7TcrjZ5WVKZGf8AtNTprpb+PLZ2TaXPqnDr2HKivD1R6Vu8u0hKHO1woWtY29D628ij8J78sBuyokqvYNXSH1+OUw0cma9uoDuD3CiAfzuNm3Ut9e7mlwGJXvZHAXlzqSleZu4vcptmy9rkA9xpbXawBPqEIRvcsZUfFEX+lHa2h9hebi/AQlSf95Op9QdD5EabLvEu8Gg0Ge41KqzE2U+rKjjqGfKRo2pdtRfsDfy2tcX4zanwHPsvLQ/x2k5cjuXjJPpew9NCR+2w2TGFN3GHMR1mXXq9iZiavi8J2KleVMd21ikpIuFeeptc6A+fBNn3QJ2/EZ8Sr1mstf8AnWhUv9RiQjOh5PewOncd9bi+l++0Co4Ww5K+L/RcKV4eL406EE3uc35g3B9e2yqe3aO1nGT+F8OYsm05EVCHVtaZcvoEn17E3PYdjtfvbrKDArLdLrNWmzX/ANVM11CVad1JCh697211vpsTK4g4R1Cpxaz/ANnHWUU6ajKjOwrix5CLXBF9QoHsb6+Y2HMLR6puvrz8qlvMOIlK4shpC/0yhfuD1DQm518u1gNjmgYEwbS+O7hyJVELiryutO/FdZUerOQL9HooGwAFwNdipMfDmLYH2cxRQ2OOx+gkJQUK/wAQUnufPz9DpptThjK5iRlx3apAl1SjS+VlRVqVkQgZfO4trY/Ua3H12WtIx9Apc/mqzSVvvxXU8WPkGZKb2KxqDYXJuCOwAvcDZoYzoMrAdZ4VGeXKi5E+mbLrobaaDzIAvoDodgeRh7CXFcrPvxhC38/FaW1l4dgSQoEE3J9Ra97nS+1rK8SA+6aj3X44anxWHaXLQ+w/lU1mv0/ge/8AkdnjSMX/AAuLKeyL/wAebq2xvuwiRcORWHaXUGF05/IprhKzcPMPAfMG1rdR/LbS1FkRZ7TDUrItC0pyu58qs317A/t19NkCdrSpEZD9bn1mA/wmV5/lWlXV+7aLT4krEeEpFLqjy0SsisinepTavLv3H+ml9uNEddgO8r40f+a2vYcprmuE70bMCcInaBO3l4SnvwPdOeFxeAvhPnO2jT4qQbpcR6puFDyBG36/hRqLK+1ErgRaij4qHY7SVJynQ6CwIN9QRcfTZoYhpUrmuFAlsIWv+yd6s31TqPxtr+GwhV6TVJUpuLVMi2PkdaUfF63FiPqCP+dpaXlLxNFlUF+K7REIQtGRa4vhzHzyGxAJ8tfx2X9fcw5RqW+1A4CEIy5mkdKkqt03T3GmvlftsxqZAi0uByrTqF/4/F+e2ZvaDmVmg1lvkKH7xirzZkJdLT7PfVCxfy0ykFJ0HoRUHc0pB5W9nEeA8UcX3TFlUuUlWfP0qUkd7WuCR6EEHTt32eMmqz8eYSbdpfKrQtHR0emoTcf8NkOxTKNi3CT7rTr7b6EpWhL6ArKtIOhHbzt56HUeW0D2ct/2F8L15zCWLagxSGJS0oYfdWeXUsnwlRtw1eVjYXNhra7yfbLoBHA5KxbyDbU+k/HY6FfF+X6X2FqvWKo1xHXafwF/rf8AQn/TZl7yak0003KpbrC/7yFBXf8Aj/jsmKzizhNcJ179X+6pPn+d/wA9srVWNu4mxp0XZK2g+/sUV5yjT+VXnRnY4q/mt8q9Sk+Xcd9dNhfFkTFFGr0ujYtpL0VC3eXaXwgpbaV2yrzJ0UPMKGgF72sdmBQMJ1msu8/AyNykIzNNSGl5VJ76KFhe4+p+httMnVKfXmn2qzh5edGZqQlp0rQmwtdPe1tbg6jsbbMUMdvlEdRt38QGpu7f3pXokB2WuqIfyusKSsJWlN+nQEpNvS1wdtJOYKi0bC/ut2nL+6tK/StZs2mqrHz/AA2zcuPKoPArLUvJNhLUuKlaihSV20OgPfUa2B8++xtSvak3g1l1il1nDC5TCEJaVnT94bsO6bJCHUk/LcKISqwOzAO2LOItd7OB5+PKy/S3Xn0UuK0p3Kmyk9IPf1Tp3FiO9zqDm2GhqgtN8L5E/wCm2649MxHKoNan+45UJ9+E6pXMJ6nEEEkN3sUgdyLXtfUgaYKlsSoDrkqqO52F+NCLpyp/U/H66bcTE7a5HOKKpVKzyEXOhtHj/btcVOFFd4cV11bef5kf5abR4MKjNO8/S5efP4mleJtX+o2+6hL4XxXfBn/8n6227MhKwsjjDPISvurS+v8AtfEpKvw8wducll2K7ys+IhzP4P1XPwv57WyK407/AG23SbFdqkDhf+RnT/H7tqZkwJMR1qV/5zl8BC+jrzZVfnr+8/ltIqkfitfx9NihqmNNQG3eL1o/W/y9T+P+W1XLba/wfx/H/HaSkRvsPqCsdfIO/wDof97b7kyP0bsXofRlUlaf9du1QpzrTvFd/wDMf5ee1bKW606260znb/j9n8abBAKzqwzJGTQap70gNuu/p0dDv/HaaOFsE0SPKlf1V3Iv9Vasvl6j+DtNizZ8CfytUZWhaP40PmNjg/7oE7lkypwZUV3movR/g+VW0JeI3WmuVr0RfX0ofaRmy/j52/I7FLchp1r4u1XWqJz7XwnkfD68i+nMn0B9foe+w1+6Mad8cSHEhReK3KadQtC/kQroV/qD9P8ALadLokrlfuD2dH6ivEn8PI/57UUGLKiu/CeydP6/Sr8QR+/aV9peQ4nFl/7mXa8cnVipu0uVytepy8i09D7XUn8x3/jz2+3MaNcXlYDOdfyr+VX012rTOqlZd5rg52G//K1/P+LbS3IfNOttNMttr/Wy9KtO30P5bWPlOnWFVXXXeFKZWxnyqR+r/wBP9dr2oVWBKgORWmUcdaFdG1KwZVG+FP64uf5+rhq+np28tolTbiyp7c+luo60ZHWvmUnyI1Hb6eX4WMATpFjNSmv1+v8A3k/l+/S+0qMw667+lR/dy+NP4j0/ftwlNz4rXFiu/wB/I71J/b/r5bcm50939LE+Oj5VLy8T6g+vpfv9NrbJ05VrC8ri8Vp1C8+X/L9g/bt1obbTX3WV/CRtO+08V2LyvCX+r1dKv4/i21ay87zXCd8C1dKv7u3Tpe4fiUtqe5F4395CF/X0P+Y2mVdTVLac5XOjPm6UL6fxA8jtQsInwJXNNMoXk6si/wC0SfT8PUee37IkNVR37/nQj5f4/wCn02pOkAtynfiu/wC78u36hiVt6Ley7/JzbuN53s80XeDvCqOIWsSYoiv1GnLhzeExHhuE8kotlBzEt5HVAm54hGgAtgGp0+qYXrNSwviOJwKvRJr9NntIvlTIYcLbgFwDlzpNjbUWPnsEjaYhcpzmREM/C2Gqk81zXC4yM/6mfq/Ztfyp/wD4PRt6Jb5MB4IjfyTdDxdFwbQm665hnCLqqoinMplqccnQQtRdCc5UoKUFEm5Cjc6naCm+URN08xlOcL9FsWUw2it7cMB4Dr28vGWHt32F+V974lnogQuadLTXFVcjOoJUUp0NyAfw2bO+v2dN5Xs3VCk4c3ntUVEmrxXZUX3TMXJayIUEkKUppvKq50SAbjW/ltC/bHKD4RVO1BqK7wpTKH2H+lSF9Kf2+VvI+W1VJRKadcaaz9HyL8SkeX0P5bOf2WN3m6bep7QtDwTvtrgpeGJUeUr+ucmmdMSE8CKZAILea6zoQVFsJBuqxs/bL3bbqt1++2Xgjc5XPeOHmIEd9OafzvIzFFYfiB8kqWEpSw4M5UUl1Sb2ACTCGma5UB3+tNM9Gfq6fDtfkNSqM26715PF/h+mzw3DeyNvo9ofC9dxbu5aw0ul0ieulyvelUciu8cMNvHKlLLgKcjyNSRc5hYAAlFR0cWB918DyUupT2UlJANlDyIHfvtcGdKl0tO/Ca+Jw/8AzW1pTmmmmtq9qBKa+L0f9driOlrhbWBnStnH/wB1/wCW3Jt/iut/C2jVeQ61txp1R+L8LbiJ0s57rrrv/pNKUbQ0ONcXiuvIR/fUrKn6d+x8vx2+J1T5p1z4OT/1XZ//AMnfTqXif2zN3VHr1IhVGnSve/MRZjCX2nMtKlKTmQsFJsoBQuNCAfTYZnRHuR2pTXwnv/WVKH4bVD8X4XwttjfyndKoGFPaoXQ8LYfp1IinC9Nf4UBhLDecuSOoNoATm6RcgXOnoNsdSlOynf8A1j5vr/z2rtkbpXuxmtogZdad4rW1w6ri/Cda69ubbHCdb+D0fPteQRDfd5UXXYvxdp+Ln/urm3LBdJ5VpzheBfWn/Db+P2bfeK3uQiuO7BPuWi4+LF/sf8CtrWk1qVRvitf7yNtufyfnsc7oPakwFjDGe9V6tNsUGrtU2AqnVHk0JQIyHXS50m9s6NTYAD8dm3/6J3/JSf8A3zNE/wD9pU7/ANa2NBt5TyzqlQdqkri8X/c2I8F1LlXeV/X/APM/httj2lPZZ/k/cG7ksSYn3Gb86VXscQURVUuBHxzBqTj15TKXgIzSs7lmS8o28IBUdE7YLp0nhSm3dqk4g87YS4ljfeua/X6NqaQOE1sbJpU/FHIUajU5+o1SqPsQ4EVrqXIkPKShttPldS1JSL2AvckC529AMZfyX26Xdx7LWKMeYzquIZu8LDWCalW5TsWqZacmpMQ3XwhDeQZmUOJCRexUlNzYk7QVzKNXuM8sJLfF2/kO/wBl8+38458X/Arbd/sh/wAmrR95+7+Pv99ofGL2F8DvxVVGHAiutxXZENJCubkyXQUx2ChKiEgZlIIXnb0vyQqfbMc03+zad2vHonCa29D8O+z7/JPb0K9/Npu/3hSYuJX1cvCkR8RVBpbzp8PKrmBUWSr0SgOA9rHttnL2rfZfxF7KOI6bS67Vvf2E8SLdRRK9ypaUlxGpiS0i6UPBJBSoEJdAWQlOVSU3gnq/EypiJbvC2q4L8qL8XY192RZ89xp3wN7U+K24sX7rF8ewmfnEmv8A2wXXMlSpX6XJtaKq3Ca5X517bE9iz+Tod3+4SXvk3v4mlYQwB8VUPlVttzKkhu4df4joKI8dKkkBZSpSilZAQAFqdiNzP8jjU619iI28JpmqL+EioqxFU0R1KOgKJjn3NSr6iyiPpba4ELPLpUx1p3+5t9LHF+K1trf24v5Puqey3FibwcG4gl4nwBUJSIfNSmhztLfUDkEktgIcbWQQl0JQMxSgpBKSvJMOM7xf7m1paf0eI667tKff5XaS4n4XwvHtTrcd/tdul5/FfNf2233Fe5V3aOmPxf0W39nda+E7tBlZb0iuuwJ/F8aF+Nr5VJPcfs/ZsZxcUysL8B2K7ztIf6mkL8Tfqi/kR6fnstCPi7X1DqDTTTlLn/1WV4//AA1+Sx+Hn6g7VPhzKRuQMc0Gs8P+wf8A9kvaZU59LixeL0bIupR5VLlORXehaPApPhUnyI9QR/w2juVKqcLhOy38n6ubp2tncMiXjAq+OHf+4NI250fFtUlO/Fa6NhjD0Xn/AIWxqzT+Va4TTO3AQFtu31LNOJ5TW3SPir/a7UbkbaM4tprahO2A+pMKObgT/itf+RtAqNNa4vwth1VR4X6Lb9Fdlf2uw+5CLqN0kynpUV3i8HOj/wBC2iw40CVPblRWvm8P6v8Ay9Nv5yoOymtpFER9/wCLsRGy0iywMIasn4Te1hFb4u1S0f8AZbTYzjvF2bBi81Pi6nOwOI07k683h8OX/XTZHyYrXv5h11paMjqfF/rf+LbW8CbvG5ri4jl5IvyIX835/mP4vsxqHSoE/wC/u8GVky9CvlT52/02xa9OlYwJ6F0LT9xBhKjYtwkxFlNMdC/0vzaafx+P12q6TuwoNLa5qU11sdDTuc+Xn9Py9TsxodMiz3W2oETIwhXhznafX8Oz5TXutrI2hfjXl9R67M1sMYgUPxBmjxJU/wC6wHfgIyoz+LZkUzdjAda4tUdz/wCDxf57DWEaa1hf7q682vOrxfnsxYct1134XWvaLL39CMpWs+KZgbDkV3+qf7y+rYoTgmg8hxXciEZPk2G61V59Ga5qeyhDCEfrbLmob/IFUdcpdBdRnYX8XPZSVK7WFif47bAwzQ4CqJblpqVjJFLisrWhhfyLPl9O37dq/fHTN3zsWJAxHhOVUUZlO/AlZHW1Adx5d/T9lr3O93lMdlNOV6VTmESloyLyKzdP4+V/3bJzfHLqlZxv/Qzq2IqEcLq8GbzPpr+7TZtIEt5QQo0LBtUivtYcwnW5TCFJSh/gdSVa3CspufoQPXa/w/hneDS3eawbUZvKv/Cdi6qTp5lCtD38rHy2tN3WJ8W4DrLcV3D0VaJScrTqV+JXr03H4ggEbNRMjFFZd96NS2IS0ZlraQkKSr6Zh5/lsUFZQ7oo67ubxRPlMT8US19C1KaXkHSogi2ncft/HYFxDQZ9Gn8rPezsZfhSGrp/I+YP7b7aNpuNmqzPboNeeYXkXkWh1eXLr3v5kfjpfa9xj9g6DQXJ8qnxVoy9fZXT+f8A12LtEAXKzGkvE0+jO8rVHn1xfDmT835HQ6eXfY1w9u+wbiOKxiOg+8V5OtXQVI9bEFII/af89hvEmIMEVmqONQK23Toq1qyNKhl1rMT3A1t52JtbsDsbbsMeT8OSmMOYXqMWbnyp4rXTmSB/aINwD9QdCdNdoxj1Lk7o8cCx+QozcXwdClrzJ/6bfGG6NhyLihyf7wXzufw8XMlXloLXt+dthLeriiVS8OOO8VcWVKR8nzK8/pa+3x7OWH57uHH8R1SW5KffWp3O6jq9dPIWFgLft2JswMwYO6Wm9nCcDG9Z4VGqzCKjFSrPCdih1MhB+liRc2upIBHra+ypRhyvYc4kVr4CM6s7C05kflfT9hNu21ZvnqUp2ve/qXLlQX6dKzNSI7uXhqRcXt+ZTcHsbEEXG1QxvB3g4t4EV1p+bNW1k47X/eNBqpI+YWJJ1vfW3mB4xWNss36FS4vDrP2eXzSF51La6+r/AGg8x+I1FtrNGJmsRut0t1n4/ShHNIUnifQKIsTbXXavo0avYS4k+vfAY6lqQr5fXpsQR31B9dPLbQG7RdLxvA+FQ0RUIy8JXKjL9dD2JJuQLfUbUIxIe0L6kDdpgrBsX+lPdz9OlfNkzZPy76eff8tmFXZEWBAclUurMIyfNm6FW7g/l622+q7GgUGluOuvIZ4CfBkypV+Fr/6fjtnzHOIWqpAnu0GoPsSkJV+iVlUrzGh0Pp9b7Jnc5xFfvi632b4qpVJ7lGap6H15+lCEcVpxNgbXTfQ37XJ0/LZejdR70abxHS6HKpb+fPIiv3UlSbnVGtxcDQG/caC1iU4V3eYjxQ6/PgVZFOr3FztLdazJVc3vcnyGh0Iv9O5bjeib86W0xFr0RhEXN8V2GgZVJsALgaW7kEfmB22aHgMRhE2ykw7UItG4DUqnLfRkStSM4zJSO2Y6Ej8iRsd0jG8+vcTDmHHvgI6n6bPSHUJSBcrbzkL8jcg9/wA9lpUcPz5TrE9p5C+AtK1ZF5Vp+hHcA/gb7SKFSq81XomI6DVkMTUJyOsP2+Ii+uigAdT69hfyvt3MLiONlM/BtL+0fNxVsMIzLjodOVKe9y2vsdTYgkj1FtTjC1fo29CA3PgUmEtHUjmMpytq7FKhqbg+p9CNvnBQoON6NIi16nRUSl+PJZaErGml76E65T9Nhin4NwvhKe/7rq32elMOqRxYayjiI7i4GmX6WsPp5sptxBGMx/Dn2X+/yuAuFkzOpju5kqSPOytQR6A/hfaloeFMOYtlS8R4NiL8eWUmAsJUpXndska+ZsO5uQSQQJ7wRVKNS26pPqL82nSsqkSGkfCUo2BvlBsR3NwNPpsR+yhWIDTtS91u50ZlOrXnCuq+tiCQQPpa3Yi42HidmH+CI9BlSn4tLq0rx5JEOUnMhKj3IBspN/MG477QcVYOlYc4nuZqU5FXm+E0oLS3fzSFdWW/ygkDyG1pvPYxHxW5+F6chcqUvhJU1kSpSibgBSiB379z+/YfxLEx5QcL+9MUVDgPxUZnUcLKnMfI6/5G302mcDFpU3qX/VcUU7gL6UZ8h8RsPLt9b9vp32pJ27iV/wCd6gy0ORUdDsd1auK2gn6+R00uRb0G0+uYuw418Ws1xCH31dKtE9Q7ZknvfytY6+fba0jzsWz4DcqBW6c+hhGdp1cI5kouNCArUW+pFtdqS+IJR8CcWU3PgVGCwtjKtcXwO5fmsD2NrkEAjS2nkQsYxwvQZTcCBVuvMlpceRlQttQHra2tu9voQDtUYnpe8bEbTEpp6l/AzLRIjtdSlaapvcDS9xckevfb5SHa9/QOI4kXjv5U5nYWdKlAX0UNUn6g9yNoMlYf0ibAn15tqe6hhiV4OYu0ly/oT0KP4EkeY2HN6+7mfFqnFpbSF5MqkeBWZN9cijfUaHyvpr22I8GQZUDDj8Cs05EqKjNmz3VlTpbX0HkT5+em1RRuFPlONUvEK1oir+ElboX0+bZSrXTyPkPI7FCDbOz5RSPMYo5rkJ9DclIfzeJBUlSfNC9cyDmuAQdQb3Olxym7opUDEcT3phOrxYMpedDrqDkSokZQFC4OlxaxPrbbUycYYDpfDdn0+nsTWPE6l3Lmt3NrkXH0Asdqirb8cJSneE196iry50Jsr8z521Gv1BFwdoCLOJaV7e76BAoLbTUSE+2jrUhSerLb1BufLU39PTYexbK3fUulsRXaS3KldP3XNnVnvpkJ1J1AF7G/c9htLm1OVjKfyDVc90RcnwncudWW/exI7/iB9R5dIGHd2m76qNyt4zMrEsVa86apS5BTIZV3FmyQFWGpAIULC2Yai+VSVEgP0t12A27PiP05jwJUtJQlSvTsL/kdokHc/u+rNUYrMV1EWUv9Ly7pSlxWlwdeknzGl/23aO8rFOCMZUGI1u+xZzqF/CVxYqmnU9rtvoWL5gQCFAk31B77BtApHIO8J3/F0fx/nshZe27EIBxP7EcuLgOfEn0Ghoq/K9PxUlciOn0S4m5Wjucq7kW0PYEZxnNqlUrzFei4ZlU6UtKl5PGlVu5Ch3uOoXGl7eR20xhOh4I91tz6pEyLWnMt1HhV31I7G3odoEiu4ci8SA7LizYrGbLnaC1J9NbZri/e99mE8xmC37Wi3wpjSK1Rm3Z7PAldKULfWEp07380ak2BsL/Tb9qbEqfw59Le5XOvP0KzdPci4uBpf/S+xZQ00uvVRyK1SYuT9FzDVlpUkeev0uCk6g/iNi37GUHBtLfdlUOE/Tn83FydSEp/XKT1DT5hqLemu3fbJJiD3r4SlT6XExHhfEPJVdjKtbTFltSMwsW3G1A2GpspJAv4hbYR3ZQMUT577VZwbFmsPqyOtKY+EpY0NkG5SO9jcjzBA7HeLET6W659nGVsMZ0rpr+cyGHk21bKtD6gXIUNCQdb3OFcYz6W6xPqmE1rRkU1kYWEd/O6QU5j9RY31ItfYu4sMQf2wGr+B8UYSiuSsOUlCIq1pXyEjq4ahY5ErFz9Rcm1ra99iXdXjf3pF5WVL4C2F8KQhXhSu5uPIp/4EbHWMq3RqzRnJ9LeWjJ8kprI62nUKJsShVs2up1A012RtNhyoFZfnuy2H+OvI0tHjUkeRHZQBBt5gaa2vsvZVu5EnM13RVcXhtO5/wC4tO15Lk8Jr4vWv9f5tlnuhqvPwOalO5EI6epeby8j/lsdOvtT5X3WXnyJzZP7v4+f5a7DB2yJYyGos+LxZ+RzJ4FK+mo2qUK5p3hcLPt/VN13hcJr/f2nUUcKLwnWdqb5eUlXpTv6WBLWwtHy7Uk7CUCstcWqPIW+jw9PVm+o8x9NjuoOfdXHehGRCl9fh02RH88dLlYofoMppDEqKrwtO5kqT662Nj5aX1tbY+nG55Q+IkWNucqlLqk+fAqMWVCldfA8Cm7aWBvYn07HQflnLeBuLlRazUnXaTKWha+LwltBOZN7m175ri/7O1ttinFuHOVbdaloRn+Rax+zvt8Kxu007wubYlRfmzfLfysRp/l9dtTbKAtML07EmN8OOt0ulu1FcXqzx0IK8utgEpym3c9gLjv57NzdjWML16exS8UUmVFqL/hdkZ0pUrW17+Ei3p9bWOzur1ew5KiuO+7oq0I/UtmbVrbX9trn1tshN6u8altNcJ3JzTCvurvCCex1StQGYdjYm+tu2wLaQ3OIdLXxtzNT07D/ALhituxXs8L/AGWTP+YOn4a38tl9vawLVK9K+0e7mrcrUUNfemELGSQnuCpJukLHYKFxYm+mwvuZ9olqqUFyBPe460IzrjqVlWm+ml9SbnQ3N/y2+adiWfKn81S5a+Bm4sfo+X0P7SDsKtOdplC0VVT3x1TCVefo2Mt3rnOs/opTHUly4uekiwsTY2Nj20Pdm7iN/wDhKvVlujYjwm/SJUpXwHcwdabVbwlQtlvqPCb3BuNhLelEdrNUYrNUiIyLWrNIT1JznWygb5dBp9CRp3274fwlQaNPgV73fnfQvMtLqvEo27WJFib2OpBtb02MUEgEtNFYu3rYXgUGrUas05cWaiG6vl3VhK8uRQDjZv1JNjqL6dwDpt5XYtfarLv3DOha0Z8jvT9Leev7dtp+0LWPf1BcrMWI+iFChLVI5hIzR1W1SpSewFioHQEa+tsByqo67+izo6etpfWnN9D5/wAdthESl070yBiOBKbd4THRl+f/AKbManU6LXmuFP8AgfrNeJP5HZd4eqEWqO8q7VuSlfqurPCc/BXkfofyJ7bGbtIdgNcV2XKYX+tnCkq/47RiC3Q0h0mlwPhNMoRk/UttCxPVGoDTfC8a/BstffVe4rnIS0Ssisnnm/j9u0mnVysypXIVSJk/x+FX7du2iUP2y8Mp139LtYGJAda4rrO1DJcaiu8J11CPFtEers+L8WLkWj+7/ptOYkKy8/qpJalcThNLyN+JXiT+z/rtUPTaXwvk4n/k7WLeMorrTn3Tx9Kunxev/XYMrMpp2VxWmUN9ewyd0cUBV4l3CqrtLntu8X/yUfx6bWUuv81KbalPI6PApX+h9Pp67D0yXAlUFv4zaJSP91Wb+L7QoFUntNcJ11iUx/snUBSf4/DbjKCvIwYzGHfhN/F6Nvp9LTvwnf8A0LLl/Py2BqfU6pFd+6tZ4qF/1fNmUn/CTrYemumxZFqUWstfC/wrR8yVfx59tuMVNbI2Z8LpFUn/AHWL4P10dSkq/HttCg4PqnNOe+Wf/KUFfmLbR1s1nDk9t1p5aM61KT3yKv8Au09CPy2m1CVVHYv3qov/AK36uX9mxAd00FO5ZfxG4tGa4XFRk2jypsCLKblO52F/Pn8Kkn/I/tG1VSmWp7TbXFWt/wDv/wAaa+WxTNpnvSltwJXQtHgd+b8D6jaDJg7iCV75i8WA62+j58nj/Mf8CdqJilSneH8Vfg2/Khh+fRpXFd62+rr+ZP7P+N9r6C81Fi8X5F/721lkGRz70itcJrO+x+p4sv7doEbEEV11yA7/ALmxcZ1GiwOLzaOv9f5b7CFcotGdd4rVRbirX1NKWnp/z2tJnJ9x3/3ZH63/AAO1hEj8XhutO58niRn6vy8j+Gn57Q3sNSnYrbvvFC/7zSsyVJ9beX/Xa0VAgRYHxc+fx8Vr/htQmdLdubS2mnGnetvL/vJ2nbq937u+3erhrdDRXcn2rqiKc+tHjZh2Lkp1NwRmRHQ+sXBF0gWN7bBsONzXE4X+/tvr+Sa3NwXcY4z38VPh8rh6L9mqatdkpTIdDciW4bjQoZ5YAg2s+6CO1qzm9TRW/T2qaZuR9p7czuIpfKxcPTkCPXmkJKUxWpd4lMCbDKEpdbUVC/SkpJsCCcZfyn26D+br2i0bwYETh0jeNBExa03ypqUcJakA+QzN8usC+pKzbQ3z77Q2+FrfnvuxfvQZqz6GKvUV+61pUpKmYaAluIUZgC2rgtsqIsCHFLNr7eh/tAste2F/J3Ube9BZS/ijCsNGIHUtXWpMyGFMVNkAaqugSCBaxKUH02o0WcbsieXg+Lt6bb6R/wDSesN/+mrgv/1Pp+3mfHciymm3WnkdaNvTLfIP/pPmGv8A01sF/wDuQp+1a4Oj5i19hb2PMCV6Duu9oaTvtYhVqLUfeKMO8BjMpbTzjQZKi6F3UBcdFwSNCO+oPbF9k7BntGYow3WcT76GcFP0SA9HaiqYYcVIStzMV/EcQbAi2gIv+zbyx9kBLTXtX7p2uDkX9qoqsyfmVlUL/s9dtV/yw1Niy95W7Z51lCyzRpqU3+r6f9R38vz2sg4h0G0RBbiPZ3o2+3fv/MvPxXyTC+f+/tRRIzJjAkdBUAQoAeZtc2J77E+PPZUw5u+9rPD3s0z94/8AR1baaWvEEphDSoaVRnndW1LyWzMhIusAlfa4sev8mI6yPa9pMUur4wpdUX1+JSeBb87dtP8Ap9/yrFJ96e1RObDWf+gKdm/ILI2tiFzPRv2Q/Z2wv7PG77EuEsL7y2cXxq1WF1J2YhlptMdZiss8MhtxY0SylVyQert5nzV9qP2KcCezVgShYowbvtbxwuo1dFLdioYYRy7XLOuB67TiyRmZSnUAXc73sDqv+SEYkxfZ43itS/H9sJGb/wCdkM/5beTVKiOxaYxKiu8PjNIz5fCrQHX8Drt2JC/dNnf+iGQJXsff+jRtb0prc1yh++fcnII4Gbi8Phl/Pmt55svfytptk5dMlOtIdiurR/H/AF029UYUx1r+R6Er50YFUr/9ZO3lPS67Pdi8XhdCOtSE+LL5m3mBt2JYP+ZqfCPsJxMUexnUvaplbzprE2FS61P9w+62lMKMGXIYDfHKgoBYjhRNtCo6EDbKWF8NVnFuI4GEsL4elVCtVeUiHAhxU5lyH1myWwDYD1JJAABJIAJHqruckNPfyQFZlvfo14cxc6r8DVZ57bJ7+Sb3e0DFG+3Eu8F5pD72DaCyiH2Ult6etxHEGlwtLUZ1IIIsHljW+kyu6EGBv5IfDdKwu3Xd/m/FyizX0pU7Fo6Y7EWGsi/DMmUFcZQOhIQgHyv32LtwX8nTVdxHtR7vd8u7nePBxxgSE7VGp7q+G1Lh8amyWmlXbUWpCC4tKSU5VJKknKRmKcf/AMoRvmxJvk9prFFGeqy3MPYQnrodJhodKmmeXJbfcCblIcW8HsygASkISTZAGxx/Jh4+xTg32nsPbvqBXH28PYvaqKKxTl3Uw8piC8+08E3sl4LZSniWuUFaTe4I6dzOf8rB/wDXe6//AAJUvL/8tk7J/wBmP2T96vtXYolQMEssUul0xSE1bEE1KuVi5tQ2Ep1deKdQ2CNLFSkgglvfysrzTXtcPuO+BGD6ar9jko7bcom7/eP7Pv8AJ8UrCW4PCcyo7wapRorrvuvKX+fnZVzJaVLsMzaVuZCqwGRsWsANunZ8Ylm/5JrcGy6jDFT9p2qnF60JSppHu5F128oqgXLX7Jz3+u2P/ar9j3eL7JldgNYolxa3h6sKU1SMQQ462mXnUjMqO+0SosO2upKcykqSCQokKCea/Yo9sOVLcn1TcDjF+U46qQuRmZU7xSblwrL2YrJ6iskqJ1JJ129GccYN3i71v5Mus0Pf3hibCx3h7DUqYtE8jmlS6Ypa4shRBI4jrbKCogkEuLBJBO3SMzFHsIezU17TVdxDR6pjFdBhYagRpjqo8dLr7ypC3UICMygkJHAWVKINroAFySFj7Vu7aVuc3l4l3Xu1Zuo+5ZSGkTUNZEyGltIdSSm5yLCVhKhcgEKsbW2j7oMTYowRw69g3E1UoNUyqa5qBKUwtSFd21FBGZBsCUm4uEm1wCBrebPnz5T8+s1F+bNmr4sh+Q6VrcWTcqUpV1KUSblRJJJJJO1Jeeh/8nkWt2n8nbvQ3gSs6EOP4jq+b+5HgoaFvzYIH12814Xs/b+ZUBufF3I7yX4WTolNYXnqaUjyUCGrEWHcabbm9jz+UO3Lez97NMTdTinDOIZWJaI7PkNNIYa5KoOSJbryEh4rJbAStIUVovdJyhRsDNw7/LJbwZeI0e9dxlBfonFHFRCqzyJSWr65FOIyLWBqAUoBOhy9xeDM85Fx3orr8V3jsPMKU0+07dC21pNlJWk2KVA6FJAIPcDbiU7euHt6bmd1/tN+zJ/6NnuriMCt0ikitontNcB2oUtP9ajShbVxlIcUM11IW0pGgUdvPH2T/ZzrPtP75KTu/gcdiiN5Z+IZ7Sf6nTkkZhfsHHCQ0jubqKrEIOw8cxcod02N/Jr7laPhLCNT9sffGwinULD0WR9muYQFfDSkpkVBI1JJ6mGgACSXSLhaCNFwt89Y9oD+T83zb1KzEEVdUw/jlqLFT/3eIy1LZjtmxIKg2hOYg2K8xAANhmv+Ub9oejQJVF9kbdLwKdhrCDUdqrNQ0BLPHaSnl4ibfIwjKpQtYuKQL3aUNml7N6OH/JO7xW//AImce/8A79sSHnj9MT/W/wDCv/Xb2T9v6qPH+TtoVU3cvZ8PPtYcU67FX0e7ShHCN06cPicvfyOgOhO3jkF/enP8Sv8APb1//k6oW9Sj+y1VXfaalYab3JSoC5FBbxHbjppbgPED/E+EIKgbtJcuohRtZBQNunTyGcdditLlNOrQtHxWnUryrbdGoIVe+YKAIIN7229ev5Sx+U57A2FBvLajfbV+VQF5Fd01ZMdSpZRfUWbEoE97Ejz1k7oov8kxB3tQ5W7n7Gt4rXNQume8nZ3Kpl8QFsxEzDy6HM9snDAObLl1ttmr+Voh+0gd5dNk7xWojm7ledjCsil8TlG12CnWpIVdSZigkKJJKVNoHDtldA6dMW4aqnCd/wBzLtBnh2fPfdddyeLKv9VX+vltGho/+i+bb7kPcLauzndLAfM2Rvf/AJQGjY29kynezLg3d9UcLogUul0lc33iH0PR4YbBaUAgEh0tpKrk3BUDe5viotNPNOOuf4lKV+8m/wC/a6ww3RncUUVrEfRRF1KKiqeNOWGXUcc3T1j4ebUajy1tt6qbtMBfyQMXFtNdw5UsLyqpxU8k1iKrVFcVTpIyjJNUGFKvawUCdrTpcY6Zdc/kiokDegck5/BdLYYE2+fmC+zyN83VmHwD6i30O3nx7H/s4xfag3tObqpWMZWG0Iokqrc/HiokKUplxlAbyqUBY8ckm9xlGmumx/5WVv2h2qXSZzrMJ/c+2+hLDtIz54s1QKUKnJPkpJKGlpu2CpSSAtTZKY/kjv8A67SRft9janl/+aYe3Tv5Ya0z+SJq8bHmIXN4O+6Lh3d9S5LTFMqjrDSZ9WSWELWvKpYajoS6ooBJUpXDUcoBCiTY4/keMJVnCzla3Eb936pUW0KWw1WGo8mHMWEmzfMRgkskm3VlX9Qe4RP8qhjnF2KPapxDgis1Zx6g4YagMUuFnPCjpdhMvrcCCSniqcfXdYAJSEJvZI2vf5IPFtfoXtLT8Ewas+mhV7Ds2RMgZvgqfYWyW3cvYLAKk5hqQog30t0rIvs8fyXe8XeDS5eMd/GIf5qMPU+Y7D5eU02ufKUypTa1jOoNstcRJCXFFRWElSU5ChanLi3+R4wHXsLyKruN3+yqhU20K4CasmNKhSHQk2bU9FCVNXNuoBdu+U9tlJ/K6bz8UYj9ob+auVUHvs9helw3YsDP8Lmn2y65JKexcKVobBNylLZCbZ1XoP5JXFNew97WcHC9MqMpml4ho09qow0ungvFpsOtrUjwlaVJNlWuApQBAJB6dMn4zwZiPd9i2tYIxlSX6XXqDMXAnxXfE26g2Nj8yCLKSoXCkqSQSCDtqT2RP5OTeB7TVBb3lV7EzOCsDuKWmLNVH5iXUMisqyw2VJSloEKSXVm1wQEkAkSP5WOlQKZ7YVWegsNsP1fDtLlSFJQE8R7K41mPqcjSBc62SB5bbkdwrXvaV/kxsL4J9nSt09iqSMK0anLjc7wm3FxAymbT3HALhSi24hQWAF3sshKydunRUy/5J7cPjKnro2A/aeqM2vQmlJaz+756G/8AGyyEOZb/AN/T128/vaO9nDeX7MG8ZzAe8aKhaH0qkUurRbqiVSLexcbJAIUDots2Uk27gpUrvVtzftN+zBi2Dj2tbuMXYOqmG5TUyNWUw3FQ2VpNh96ZuwUHwqTnsUqIIsdXH7XvttyvbIwHh6jT908LDUrDdS59qexVzNWpC2lNraylhvKhRKFEgnVtItrcV4E5pe+xT7C8X2jNzmKN7Le8GdSJtFrMqkx6WxS0SEyFMw40hJzFYUCpUjLYA6JBGp2eG7/+TMiNYdg1T2ht88bBdWqCQ6ijUlyLnj3/ALNUmSCl1Y8whsAHQKUBcsD+SOkuUz2VseymghbkXGk91KV+FSk0mnHX6XG3lnj/AHqYy3x1+fjzeBUV1Sr1fqlOurzfUNpB8DSSSEtjpSNAO5NiYMoPeJtj2of5NzFG5zBE/epu1x4/jHD1Ij81VIUyKhqezFGq5Da2iG30JT1KTkQoJCiCq2U5b3DbsWt9u+jCm6Z2uLpbGJ5jsVU9poPqj5Yzr1wgkBV+HbUjvfytt6Q/yVGJ6zjv2S8UYXxRLXUadQa5Oo0BqR18OAuGw7y+t+gKfcAT2CSABYbefH8npLJ9s3dXTPGiLVJSc34QJI2EU3SppXM1BVv5JPE8XeMul/zuxadu9hUuPMlYlnwm0SHJS3XUuRWo4cCRkbQhRdcUAC6kBKyFBJbN/kjt1WJKC5K3Ve0ZU5lUZGXiymoc6GpfooR8i0A+oWSO9j2K6/lm94+Mmt5+E91bVccRhf7ONVZcBN0oemOypDZdcF8qyER0BFx0XWRqrTOv8nFjPEmDvbBwDFoNWlRYuIZy6XU2G1ENTI62XOlaeysqsqhcXBSCNrdsfiWFSL8Rr7nf5MvfvjfGeJKNvQlxd3uHsIzOTmVt9PMJqCgAvPBSVIC2i2pKuMspSkqCSlS0uJRoeP8AyUu6as0p93dp7RtUnVRhJ+K+1BmxM/lnRHCFpF/79/x2Ev5Z3erimmVPAm6GDUXmcPVSBIq1QioV8OY+HkoZ4g+YNhKylJunM4FEEoQRkn2C8TVTCXtS7up9BqD0JdRrjFOlcB0oTKiyDw3GnANFoIVmANwFIQoWIB2siY9TiiAS03m7s8W7l94FS3a48iMsVel5V5mFFbMqOu5bfaUQCptQBAJAIKVpIBSRtQtnbaP8rPT4sbefu5rTLTaJUqjTY7q/NSG3kFAP4F5dvxO2LODwuG78mxRFmG04EacLn5TXKuy1v/qLWvq/gf6bWnubEdLi801x2GP10K6vX/L6bNjdzuhlfDlV5lH939nrszatg2l+5nIEVlHg/i/4bZhdfU3TcuIl8Mzao7A+61FaF/r/AK2vbZkYSrzXw2p73NfJkzhSs2w7hOm/ZxqpQKzTs7C83CX/AMPTttnbfHh2qUuvP16jYhlRUL6ktIdWhP5ZTb9g1+mwEcbsZilWpp34JmtajCiu1Rt2LEWvOpP+7+WxNGYrNBa5+LEQtCEeD5vyH/PbAmEfaQ3q4IlN/e/fDH+ylLz5v97VQ76baxw/7SlGxlhdv7o/FlLT8VpX075T569vpbYxDZwZpoV25WUO/wCxziOvUZyLQYkrPn4S0I6fp5Ht+eys3P0GU7K5+fEWh9bvSh1HiXp5HXTt5a+uzYVgp2s8TEcCuP5H8quF4cqe9rjtfzOpN/LS3DD0asz8RsNQIiOGjMp1f+zSO1rdyfIfmbbNIqqMQLvzHJhyqxaXhxyLKe4fATlzeHqV/wANk1NoLuKKo+00741K/tehSf8AS/02vN5jGKOVYpdGZfQteVTquFmTl/jz2l7uMCVmU1z8qXw/9z9/7/3bFNW0Zg94zFpMpOMsJT3IsV1zgLX0R3XeLxL97HxAfTvt8/zo43wv8WvU5/gIzfMOn8O1/wADqPptol+PgiU17rxHEQ/KR/apWUr/AHEfv2EcTYAw5VKXwoEt9H9xasyfxFxe/wBb/wCmw/GEyYtcFPfzoYjcn0urLi5F/FQ705l2vl08gPPQWPbZz4pbwvhzDjkDEdQYX8LxSEJVlV6JNvPtbzP5DZJ1WNS93MVzlYmd5Ckq4qUdevmPTvcnZfpmVnGUrmpUuU/k+RSlq6fL8f8ATY3cgTXPrElOo3vR+VQYjDedfyoyqe8tTbQfkbf5Mf2fcOOu15ys1mnLRkTlzoQMuUEa37nysdb2v67L6FReLP4UCW/x/na/WVp52v8Altp/BFA+xuEuf6+OtrMvpypUrz25fJpb7RIW9Cp4Xr39FuxGJWT5PD+YOh2vafVIGF91/Fi0ngI4SkfCXmy/+VZXbyF9fP0WciJ70rzfPs5OakZErR09PoO47fTZn71KY7A3c8hFa8bSUp/Mf8/LX6bMXDbgQaGZxxTHgSqC47PefWiUvpWmyVJWo3vroQD/AALbEWBaXRqC027FiLQ+jN+l6Uqv6WUR+wg32LME4SaqmHOQn1Bia4x+ClM5fI31A8tR9bDyJMNbuPf0Vylz4nAR8ik9KcoIta2ypdYXuCVSMDu76Z7cWs81yqF+PxKVY+ZHUQT6k/nbbQ+GcIQN31GbgNO/AQlKU8X8Ow9Pw2k7vcLUvCUVtp3+z/tV/wDH/jtT75N48WgxeFF4D6H09WRfUm/naxvtZyGWJnczQK3vYwgRaNLad4HgzIWnqUlPn+76/s2zBu53iYN3l4tfwv1wqihWVp3Icj3l4gLfttr59ztx3o7xpVedbpcCI++tebwpzo79lAD+LbW+4jd5hel4jiYjdiSmH82d3rzNJV5lPmCbgWPb6X0DXX8xitNsPYu7il0usuQKzzUJb6lOwpTCs6dAOxHh9bEDU99v2bBxvXnX6DXq4j3d4UOu9S0pta4II8tbm9u30DV3i4Y+1HIO0aXwFsIV94R8ub1HY389fIfjtSN7lazVGuLKxMhC0eDKg5fx7/522k7FOcxnDMOIEK3bYIpbUdqvYyQ+vw50dKleVjY6/vI17bd38BYc4rDUB599has/FT/zNv2W/Pzuarugn/Da+5TeB8WOtCCl1KvMG9gQR6E/hsP4qxHVMOUH7rEf5qKhKHUJaKFqSO+UEAEetr2+m05B+2RtPzCid9jcJcBrlFsSvlz3Sr/eB7X1sdfpt0g4b3c4td5p2o1Rhb6ejO6FozfQ3IVrprr5EbKIVOqY3itz+UfhSkLy8Jed1rLfsSBcHX6fhsa4SpEpqjcq1EySlpVlWtCk9X4G4I9RYfjt26QZVT6PjfCUqXhxr3jNw9K/tUIWtLaj5FQuRpchKgB/e8tuPs4xXcJY3qTTTy5UWqOrdRlsjLcDuB03BAvYC/01GzUwTTapyvFr2RE5CMrq2FrShy3llN7bDz9MlYcx43ihqXx2Fp5eR8LrT5i4TqQCNFWNvO21sSsMMTxWqzAruEna2/F96NLXFz9OVZFgCdU+Xcgd7DWx2UGC38ZYjoz+CMZYslSlwszHLzXT1W7AlSilYNwQe1u3ls5sM1GBiOvP80yjoaT1ZTlUk301HltZVndrgh1p+e1ERx8ilf3lK+h73/DYe+cBEMfZzpbTTk+VUeOtjNwoU13pT6lDhuoWHa5IN7eW1dJibwaW639l2vuTCsjuaz6Mtu2ZCunXS5t5j6bTali3i1R/DjXHfQwvhZ85zNrF7i50ItY/5+Y2u8L0WvNSuLxoqOvM0tasrqv2XGn1Av699ozCyywZTq9Pacdiy36c++0jix8/wHu+pCgNfqbEaa7GuG4lLwvx5Veye8Uf+fDQTw0m5shVrG4tqCf89qDETn3D9NysrpyKaTmSlQ89CCNfT9+3fAsL3zAciz8ZUR+U2vImPNdLSm1HUBLg603selSVAgGw9JkGXVSk4txHxJ8V6nMQkdLSEO9ak/U2Fh5dyO+nmQCo0yfRosuU7h6K+wtH6WP0rz6g5kgZSD3uCPO4OmxummwKDKcalNLYfy9CmH25DSknW6cnl6jKDfy2hPzaC60/Ki1bgIR0u5f350mygPxHb8NrAymJlmPh/FFUxbz9GpOdhbuRLq3yhKVE2IsCAkaEFJFj3B1ts9MJbqGorvvSvYIYWt/LmS00FJSrTXtaxtckAd7EHY8oBw5P4fNUlD7HyyGEBSU/QlJ7a6E6Dz2vWHnXZ/uaBLWthHQjOsodZ/uagpWCLWtcG3l22kky0qxh3CXIcJrDzdLyI6mnWjwvXRSewJ9R/unYOq79GitOQIsTwL6OKkLQpOvY2I9P8tdNnd9n3eVcanurWjJ1Z0DMr9mn7tfTZNYyFGozrnIS2F5PEjPlU2vXQptp28hb63vYTep0D59T5CV/5zkMOfOpKcqVfX1tr699u+GsHY3xvWWPddQ5WKh3iqQ61+kTpbKrMCg+pNwRpbXasYkOynf0KKjk6sqUnOn6gG4P7QR9e+2s9y1K4VGbdlRMn6udrZYVn2ZLPgQPxYhrC+76Xhx16UxKXFW1HfaRnUl0g5SBp2OvfbP+FMF4orLTdUr1WhSloUpHNNLPUkd7pNiPK4OnkD3trvesmA1Ac5ppCGOrryZsqrHUeaT9R6Hyvsv8IUGg16K5FgVZD+fpWh1AUh5Nv48tmUO0TPdrN3EWNJwxjzCTr+LcG1unVdHSp+Ap0q7d8qjchVvlzGxuBpYCrxPvoxliOK390lUFh9KkvqWkusNqvaylZSAPxTa2hHch30jcxS930+XXoFWfXx/0sJXhy+ifXXXyGwY6nBtLrL7sVqUiFNSpS462si21HxAG5T6G17j0OxvujCE45idwNVt4Ls+XS3YkWax4X47S8iZCNSFpSTfyzC1yDoCAQNudRx5jKBx4ED77FYUnO1Umg1KZQq17rQMjlr6GwJHcgkjZqRd2OHKzVPejtQXKhLyqhyorQaW3YeFYBspQ1BBSL97etzIp8CgwOE1LRNWjMjO60FKct2zDtp+0fTa6SxEoKfg6Bi3C7c+LUX0TUJ+WykKVlyqBGljbtY29QdhrfRgWBAo1MlYXqHu6rokIYaVHSUqUkWuMt8qhb5gQfQXN9vpOPMUUGe57rw9n608VppWTiJPfL6EamxHpY632+MSVSsyp8DFHumUul5081CdayusrCvO5KfwN9bCw1tsQ+pUy93WuYjo0XkKpUELc6lqUtGRLivW3r639dmrSp/KtcX9RHjQrZV1Outc/EdgNZ2FtZFp8Kk29Qde1u4tpby2JqZV/uDnxcn6uyDwojApb7sqVxeNxPm2uVVppr7r/AOqbAlMrLUWLxXehfzf3v9NqisYuditOSub+fInry5lf8AbbCA3GWhZvQxc7S8JS3YGda0NK6EdSvyHmfw/dt5ezsX4j+1E+suy1rlSpC0ux8hzJ1NkD1AJsPw7X23i9NqlUo0iU66tefNwlZ/p5K9L9tdsuViDFoNef+0dJc+9O/dai1H6f1i0u1xp5E2Jv5200tMqIP3gDmCD+Jt6DtL96Rai+thGbpSpaVJSB2IPULemnlptMwzVt+eLfiwOOtDGXKpHj1872N7aWJuL6dtj3AHK152XRpURCOpWTpQpKr/qg2KNBqP8AoHzgfCUXdzwKpAZyZPnR05mv1FAaH8rC37NmT4+oOBQ3Pb0IFGYrOHMWLlLlZvhSkBaFK7GygCk20NiLkixI77A2JtxO9+vT3PfMSnQs6s+RHEzKR666EX9Lm9we+2vvtBKqjTdUo3Qw/md6LLR+7zHY+Y7G1tpkrFjsqLytZ4D6P7yB4vUA9j+H7drZMgmYGe3QYowa770armfh5vhZcv8An5Dzvcdrg9tmnu8qLsDlOf8AgMTcvg8CdNSDe/5H8L7MveVhZ2sxX3cOS4qF/rqQrL38/Mdu9j+GwfunwHWWqy37+p2T587Cs7SlDQ3Gh7HubH6bJ6s9lO5OBjJewC7Kd5CqRIr8KanMhD/UlxH0KTpqbgg3GhHlspN72HJWF6XLgUFp9C2OvhcXipSn1sb5h2vaxt3JtbbTWJ2KXRqC2668hDbCM6evKnKB9dBfbO9Rw27jeve+aDiF+EvOtTsV2yk5vKxte9vwv3+my2j1D6j75dDFZSptZdoz8WLW30PrhLSrKvqUkpvb6i+liCNPKx2yrNpbvFc4sTrX/skZP3DS+24MXYT4Tr89rIxNQ06paGvA8rIQontr21tqAB6WyjJR/au/+a/4+ezriRbAqk4M4Urmp7Odj5flUn8R/H47fuIJrUX4UWW/wEeNKHen9n/T89r+UmfP+FFe6Pm/WVtyZouF6W1z/B48pHj7qV9dNqwWJTYVqMXhOcqzw1/r/wDHaRVn5TUrmutHzL/Z+220JmvQJVU+4RMiNptaU67Fbda+T+NNqypEH57s+f8AF68nyrT/AJEbWtAalRWvivdC/wC507fEOT/4Of8A9V2s24vF/uI2ptkPtRZXvRGmpTjrXg/9B2oKpG4sr7r4/n/V2Kn0NRf0u0ZZi8LaoG2CqOYIuRXf76P1keLq26Q4jrsptp1pf6+0z7006461kcR8yP47bEmE2ead+9RMmTwL+X/LaSISxtozIkymu8hwovQ4j/ykq2p6LJnwJXF4v+PP83qP4/bs1fdcV39LsB4toHuafxYr2diV8n6qh/xvptVB8RauzeeZaKxRxfurvxEfqL+VW1nTag1K+6us50fKtH+RHmNl0gcV3/B1bFVHed4rbvR0fP8Axp/ltZE2xxPGGUdqlxWnJUXJnR40/rW8j/H5ee0b7eutNNuyqSvJ860K/j/TYarTvKyuaazxX1+F1rwufRQ/4bTH+adit8Vpl9C/H05f+WxNsuZZzq01WYvFgZ1o+Zpacykq/wBfy/ZtU09H3pzheDP1tfLm/DaTSGmpTvCaZWw/k/j8R9RtYpY4Ur701kfR0LX+skeZ26RKGbHalVluLwkdH+70/Tbs9SapKlcg00hbHyqWnqT9D6/5/Xb8egynazzTTyMiF+FWxs0rlWuL4OnaTOgo1gvkPi/HR/gX0/sHn9douIpvINNtNdf+/wBX8Ha6reJHeF8Lr/w7L+a27VOI67n6P1/ptT7peENLqLsCK47wVrbQjOlCUZlK07AeZPkPO429gqXiLdn7APsaYPpW9+hzah7wSmFV6ZTI7Uh2dVJrbsmY3lfW2hTaQHwStQGRtKbEkJPmZ7KELd+5vowTK3vYrpdFwxSKiiszpU90oaecjfEjsJIBupT4auk6FCVg+QL2/lHvaGwtv33g4awbu+xDFreF6DTVv85FdKmHp77nxQRYXLbbTACtbF10C2t+MEfKGI9s7+TGvp7Ei/x+wuHMv7ebttpH2Q/ar9lvfTOrW5Lcluum4HbiwHao7RpVGgQIsxpaktPKbREecQpQzIC7gEhSTrrbx5l0RqB8Lgo4C/Av9VX/AB2N/Zo3kO7jPaBwRvP4q0QafVExapkdKUqp0gFmRmt4ghC+KEkEFTSexAI7EjEH/aA3PV7cZvuxnuqaZf5Kg1Raaatd1cSA4A7FXcjqPCWgEgnqSodwdvR/fOf/AKT1hv8A9NXBf/uQp+yG/lNMVbl96mLcIb3ty+8eiYhqIiro1ej06Rmd4CSXYj9rAEArfQTe/UgWIBsf7z9+m6DEX8mDQ90FG3hUeXjRjDmF4rlGQ794S9FmQlyGyCAMzaG3CRf5Ta5ttG2VxiZA9j9Tv/o1+6Pi+D7URcv/AJKztrb+V3fZa3qbs+aa4jDlGmpWn/5OnsR2P8eu2It1mIZ+7TeNhPHkVlzmsNVmHV0R1WTzCWXUrW0FEWHEbCkBRtbPe+m3qTvexH/J8e2FS8MYt3jb56dRZtHad5Rh2vt0mooQ9lK2Hoz1yrqSOySQR0qsdZxtl2mNv5N6mPUz23sNgPcaK/Q6uuOtXiycEaH+8DodiL+U0Z4vtaS//aDTv8lbVPsb483a7sPaz954ixPCp2G6CqsxYtSlKIQqOtKkx7mxJJTkF9LnWwOmw9/KA71MG70PafXijd1ianYhw9Ko0CO1PhO5kKfRnC0A6ai4vp9PI7VJlTNlfyUTYa3GbzGvTGDv/uKg7eR1Hb/oxglr5UdPh8tvQz+Ty9qfdfuMdxJu13qVtui0jFE1qrQqzK/qrcsMoYdYkG3wkqbaZUlZukkLClJJQFLT2zN03sXbusGwMR+zBvShV6tzcQJRMpcLErVUjQaaqNIUcqE3KEB4R0grUpQBsDa+0od0hDNUUq7v8j5ZpricHAjvET4rcOQrPf8AAJN/S23l1Sw07Fb+ChHT15Pm/wCn023d7BntgbqsJ7oZXs8+0PLixcLzVSmqdPntF2FysvMp+DLOuRJWt0pWoBBSvKSCElRWvcL/ACUmF5S8RnfRDrFPi5pSaDCxj7wTlGvDDUa8tY8spWSexuNNr/bL/bCHdhHXG/ke680GShCsK4tdaum2ZtVSnqQsX7pUgpUD2III0Oyh/kWK7Ap+8DejhOVKQio1SkUufHaUsZnGoz0hDhA7nKZLV7dswv3Gzz3n+177M28r2Qsc7v8ABGJ6JhuoSsOVPD9EwmtTbEltpsOMRUJZbuhtK20IWhANkpWkGxBt5lbjt7OKPZ43tUXerg7I/NpDqkOwnXS2xUIaxldjLIvYKT2VY5VBCrHLY0lcQg9rTBk/AftP70KFUGn0P/aWZVGlLRl4jE10ymlD1SQ/YH1Sodwdmb/JyMCV7Y27p5tlzjMIq7rvSTlR7rkoKiQLZcy0i5tqpI7kA6+xjjj+Tj9tKBSsebxt4NOwbiiLD5V33jWW6JUmWtSYzweJZkoSpSsqgHACVFChc3jbqd7n8nv7JuNqVhbdVXGKtOxK6qPWcZSphlMQYvDW4kGWQEFK3W208KOLFSkqXayL9JzMzfyr0duX7VsqMRZxzBtOSlR7auSgP37bt34b7t4uEvYao2/n2fXoUqXDotHqy+ahmQhVOW0hL5LdwQWwsLV2KQ2q40I28+f5RPHWDt6HtK/bLd1iyFV6QvDkCEiZFXnYU+04+VtnsbjOm+ltfobG3sMe3hA3LUGRuX37xHqju+fU8qBPYjmUukpduXYz0dKSp6MtSlqGQKUgrUMpQRk6SfUEU/yrXtj9H3vBuv8A+AT+74n/AB2gYl/lMfapxlherYcxFLwo9SKvFfpczhUQtFSHWiFtpczkJcyEkaEga220XVvZ0/krsUT3MR0b2k6ZQaXMUXV0SHjSG0wL65ENyEqkNJ9EpIt2FtBsEe1N7SXsrYW3JP8Asr+zdgOmVOivuB2VVHYq1IbeFiX47jw4r0k2TeSTZI0SpRFk9O4mSMFL+4fodqLeO/xeH/c68qfm/j8dtc/yd1Q9lqL9rGvaLaw7zTjUf3MvEbTaoSmOvjhAWCkPXyXvqU2ydljbNXtHpwG7vVxR/Nhn+ynvR9VJQq/THKjYDN1BI7pB1CSkHUHan805YT7wvYd3vbutwdJ9o+sVzBtUwdV49NltCkz5Tsxlqdk4K1ocjIQAFOISoBZIKrC+yPQ1JgNcVp7Pky/5+vptvL2L/bg3c4X3Uuey/wC1TT+ZwUth2BTqs6w5KjphuklUOWhN1pQgqOR1IISmyTlCAomyPZf/AJJ/3p9qZPtG05+l3K/ci8fMcJST/ZkJtLKfK2fN9drETs/mHPs1h7Dv8k1iupYnhuCLKwtjGYxHkXRxY7xmcMC40S4TdJAsQsKFwdVx/J0e0V7G/s+7i5EXFuPEULHleqMl3ECl0mc+/kQ64iGhLjTCkFtLNlhIUoBbqybEkAV9vH25N32Nt30T2c/Z5i8tg6LwGps1mKYbDjUUjl4kVkpCksIW22sqISFcNCUhSConzzSlpr4W0yMT08l0X+RxqE+RVJ+Nq09NlOrkPyJE/E6nXHVqK1OKUpOZSipRUVEkkkk3JJ21nuujeygz7IWIY272oSX9yXuuv+9pC1VBS+Ts/wC8jd1PNEj45BSCo90X028CVJad/ubemvs1b+dzdG/k1cX7nKnvCosXGtQw9i2FHojsjLJcflJlCMgAi13M6MtzY3G3SCJn72psI+xH9qN20X2W6rJfpdRqLsXFvHfqWZKFvw0sD76AoXQqZct9iOog5dtg/wAsVPrNA3G7vsOUAuQqFKxHwJTTByNKLURZjNqA0KRZSkpOgU2lQF0gjyyqNKa+I061483/AD29ItyPtzbhN/G5hv2fvbfiR4sptlqB75lIc5CqBtPwpJeaGaFKFtSSlJV1JUM5Qnp2J5gIgNOtONOs/wAfx57ev29tL2PP5I+m1neXLW5V/sfRJ8ebKdzOuS0vMCI4VruVLdBbSSblXFVqSdgOhezJ/JPYNrCMW1D2h6diSEwvjt0WVjWNKYVbXKpiMkPujTwEkEaEEGxU/t8e3zQd91GY3L7nIq4uB4TrTsqU/H4C6ktv9ChLBALDDRsoJUA4pxKDlbS2A50iYhb/AKr/AI0bRJCnWmnOKz0ISrN+Wu2sP5PKX7KzW8XEP/o0jOG+V91te4ftKlK6al7iK5jMHAW+IUcHIV+WfLqTssfadRuga3+4sa3D5PsU/KSumtR78BKi2njcAK1DJd4hQnsE2ygIyAdLkw23w+whvj9nndVB3vYyq2EKvQZsqKwlVEnyX3WUyG1LbdcDsdpIbJCUXClHM6gAWJIzzKLTvwuFnz/+a29CvZV9uvcvUNyzHsq+2DTg5h9iEmjQKxIil6E9ASpKY8aSGhnYcZAQlDwFglpK1LQsZlEDXst/yT8WpfaSV7ScKbS8/FFGXjyMpvKf7OzYEojytnzfXbpGfzDzdQZeLf5IesNbwnFvsxsG4gahuyka8rEekCARcahAZZyG3ZCCL99sx/ySKf8A37R//wBM2qf+pMPYl9uD2+t3OKN3LHs3ezdTuSwiwhiLKmIiqiIcjxyktRYzBAWhkKQkqUsJzBASElKyrZT/AMmXvV3f7pvaUkYn3n4tp2HaQ5hefCRMnu5GlPrfiqSi9j1EIUQP7p26R8SP/KXR+L7a2Pv/AMl/+4yLsSfyTo/9/Dif+m1Vf/2OwF7fGNsL7wfapxfjfAmIYtaoNURAXDnwl8Rp7JAjtLsfotCkn6g7W/8AJx7y8B7pvagiYy3lYsp+HqL7hqMXnZ7uRrir4WVN7HU2NvwO3Sx+2Sv5VM/+/o4l/wDaXS//AFEb2/P5LY39tLCf/tLq3/qKdqD+UZx9gnef7UtZxtu/xNBrtCm02A0xPhO52nFNx0IWAfooEH6g+m3D+Tw3gYH3Ve1ZhzGO8bE8Gg0WNAqTTs6arI02tccpQCbHUnQfXbpEYH8rs5wva9W7+phKm/8AtyRsAPYN9ur2CmY+8DhV3dzBrU1MBC0VGDNhzJHDUsIejIcdbUrI2ohS0aAEAjttefymO8PAm9r2lftlu5xZTsQ0J7DkKGmbAdztKdQp7Oi/qM6b/j9DbSu4n24/Z09ozckx7PPtwCLCqEVDUVqrTeKiJVAyk8KVzDXVDlJSCFlRSlRN0qs4Wk9KwK3S/wAsfvUp9Uj0/fnu9w9XqC8pDUqZRmnIc1lB0W6ULWtp6w1CAG72IzaixZ/Kc+zhuv3dUHD3tDbsKHCoKK7VE02vQ4DQaizEyGluty0tCyUOAoIVlAzBYJFxc2VC9mH+SewPXW8ZVT2hKXiiLGdTIao0zGUWbHUpJCglTEZAeeFwOgkhXYggkFK/yg3tp0L2n59G3cbtKfJRg3D0jnUypTRadqEooKA7wzYtNobUtKUrAWS4olKMqbxjdIM1X/JXBkeytvMLXWj7Y1JSfwNHpx28iqEjixWGv12k/wCQ29M/5OPflub3S+zpjnBG8DeFSKFV52JZsyNCmLKXXWHKXBaS4AAekuNuJB8yhQ8tvO+j0lqLBYjSWbPMpSlX+ICx7fXadsobAs9Sf5INrhezvvFa/wDiwkf+42HtgX+T5jOte25uy/8AatM/9QZO2x/5Nvf1ua3S7oMc4d3i7wqRh+o1DEzs+LFmOlLjsc0+I2HAADdJWhaR9UnbInskVnC27T2qcBY3xdXItIotIq0p2fPlKytR0KhyEBSj6FakJ/FQ2nEnuCN7+Wdj8X2kMJu//EXE/wDU6dtnr2CkcL2x91H/AKcCf/bLmzx/lRN4GBN8m+3DWKN2GLKdiGmRcLswHZEJ3MluQmVKWps3A1CXUH/eGyD9kbE1B3fe1Lu6xbjersUeiUuspkTJkpWRqOjhOC6j5C5A/PaJbImpf5bAf+vk3c/+mzI/9SlbZb9i8/8Av0G6v/07ad/7dGz4/lXN7m7DfTvLwLXt1eNqXien06iPw5T8B3iIZeMgrCT21y6/hb1G2ePZWrtLwl7Q+7nFGI6gxTqRS8TQpsyU/wBKGWEOAqcV30A1PoNiJKt6noF/K2j/ALd7sv8A2m1L/wBusbYkjyGv0Tvw0L/8ztrH+Ul3qbut7OLMA1Td1jKn1+LS4c5iYuGsqDK1uNFINwO4Soj8Pw2yKo7cPUXs+6eh1QmyovwnfgIR/up2HqvvIoNGa/pStsMf31r6f29rny9dkjvc9pThNS6NAyc0jMnO0rMnNqNLeVx39NR9cs13F+I6zKclSpb6+P8AItZy7ZP0tjy1Wntz+oZuR7fnuvdlcq7iGKvq6/lT+06ftOy73/0ufVKD7+wvkfpy/wBKtF1KSk9rW8r2+p/DbMNLpEqV968GTbVe43EPP0tzBuI3fgP9LSlo+UjtbUHU2v8AjcdjsB9N9O4Ocw30aL5iZyj4Rn8Jt13J+svr8NtnLu7kcLl4rrS+A/8ACS60jqzeX+Wp8vz2IscbooFLn8r/AN1WrM0tF8uX6+Wn+W1zhrA32Xa5/jZ0L8CFeFKfO2g1/ftoo4aaFR8ITycVT8EUZxqly+d6ehDqMylLPYaC/wBexsLnYn3XyazKacrMqnIYlSup1GQp/Kx7fhpsIwatxZTbsqhofhMZupC+r9nnf8Rb12Jm99OCKN/Rc/7k+vwtK/d20/MnYqiWJkbElWx47ijlYtRYQxKXlyqazdPpfy2NJNYdwRhJyfVHkcfJ/h8tfy2E6NjT7UV7motP+Ax/arR0/t9fz2+d7zVUxbRm6XS6SuoseF1KPFlP+X/AbNjaywDRQN+0fS/ej/P0SVK+KrhOtf2lj3AP7dfI7Mfd3W6pvL4kp2nSosJHRnz5Vf8ADt+O1FT9yOF4sVvmqS/CWvKnI/0qzfmBp5fhtYxWq9u5lN8g0+ww4vp6Tly/5effy2Tsr2nxjSHx5hBiLdzAdqnFalykZMvxV9SUpJ6rjX0v2/Dz2Y+66h4cwvFc5+IxN4/6V1aUKS56C1rWFhofTaduyx3RnaW/z/AlLX+l7K67eh1t5fXanqGEapPrzleoLvJQnPHHRfI5+KRpoBpbX67RKyHVsA4NqmN26pRqeiFnXmW0m3CUofqgdtmoqdQYFLbiu8POhH0zabBfMRaXAc5+JwF/rp/4f8NgeK375rzjrVQW/F8Cevw+um079vMnEiSMYUas70I9LgRIq0IzZ8icvY2B00uddb302Z+8aiV7EdBbaoNRQwhHWpDrWdOUC9tNR/Hbaii7oMJUGqN4opby0Sv73/Dtsut6u8rFtGxHEgYSrj8KUteVfAsrMn++k9x9baD02P3N67oIjbKNL9ZwvXuFFdYW+teRfCX6/vt30P79tM7uKU7KpbdUlOoQ+tCczSV+Lzvr/nshMMYNqlele/qpLXUZS1KUtSUBPSddLACwtYC3bub7NFiuu0trlXXuVyJyIzJ8P1G2cT5QWIT42xq7QYrnCdQ8jq+fw7ZG3l43r1eqjkCgxF9fTmz9PVpex0GvY39dNiPfFvOi0t3lWpfPL8C0NXUrz7jyH11Hl32+d2uJqNKa5qU1Ffz9KkKQMzd+/lp22Lvha690G8HbuMW1l1tpp6Lx/EpWiVp/bof2/wCe2mcDYH9zRW4tZ4D7mTx8IJUn8SAL/mL/AF2WR3mYIwRKfnyq5CYYYRm4XFSnv+JH5W/fspN5/tyNNOuQMBs86v5HfChKvobg6edgQdLHuAIs7tgR7tog5m66VQYrXwuKjJ/j27VBeF6C05KqlRYYQj9d3Kn9+3mBhr2uPaHdrP3WrRV9WbK7HKk5fLUG5t+/YqxhXN/G+mK3ArLPAXn+OuEhxpKk97KRmNj6/nYA6i309xle8izQ+872z91WF5TlLoOSrykKy5GFBWXWx1BsPPvrsP7vN5cr2gqy5S4GHuSY8Drq19Sb+Q0IJ/49tdsvR9wtUo1Ubiz5bHxlpyqWg+WqvLv3t+09tt9ezRhPCWCMLt8J6Kha+vMuyVKV6nzue/0Fh5bECbJTulviOTdluzpeDWm4sqJFf6E/F4QSpXbxAaH8dmVUMO0GfAXFlU6K+wtHhU0Ff9NhPD1Zi1SV91loWj+6rYwlSeFFc/w7WDQBmZMR7m59Bxv70wvVpUKC/wD2CJBU19QUquCn0/O52mP4Fn1T7rKeyL/2qUeL+O+wfjP2mqDu+xvPpeN2X0RVupQwpqy0Jv53uVC/mLempsbUCvbMw5PlcKg4eqMqF1Z5WXIlKR59Vsw/Dysdjb/zI2w6rDM/d9FclNcOajpzoUkZ+1rg6fmO/fvtT0je5hfEbT9Ln0/JKR1KadRlUpPe411t6i3r5bAFYx3i3GU9uVS5aJUV/q4TTWdX4qQeq31At31GwDj3dnWao627Fd5J/qdafj9SMtxcKB1GmhIIJF732B4w38sdVUwxgjEbrdeo1Wp0WqMZkLQ6vxI8h3vqO1yf3bUrdb/pT3W1yudCcrrEhQfTm1vw1AglJ0NjqPprt84Pwtu5qlBco1eie7qu38LipfOSRp9b5T5EEC/qb7L1ilRcB15+LFloqjGfpW6vMtOvYG+liOxH4G2pgmWSOJCaW1F4XunJkRm4SXStP+6SLj8DcjttCqVDo1e4bUqnc0hGXJxUZlN2vp6/tuNqqiYyo0p1uLKecYfypyZkdOvYXP10IP79rqRXHYH6LoyeFTqRlzeoOhH1124GWIkyn7n8OReHP+PwEdSMjq+m/la+ne34drX2hbwKbFlQP+y8tdOqjGXK6lQ8r6EKSbg2F7j9x2HajvlxbFn8g7T0Nsf7Vq6ek9svr9dfzHfb6mCs15rn4GSU50rdSlYSvUX7E3Jt5gm/YE7XlYG0HFtewRWW/fNDQww/m4rtIUtKe5uSxcoPrmTYm+g7nZ2YWxfRmpTFZaxYxNYypyZ0ZFt/3FXub9xqSdgxqJK5VuU7SeP4srTrXite/l3B/G19o9ERKarzcr7MoXFX40SGArh2/vJGZN/W/YX12KTxBiPau788JQIDnK/en0Jz8JNkrynt3slQP0JB/dskqnN/nBrLlUpdJXkz5XUcLKpPpmHcKtfTQ9vps36JhGgymuflYZi8BaP0WjqcvokKANvp+7btS6PA5/msL8rFYR0cJNkpyf4VeX0/IDXYUkmUW7vATsWe27Ap7C4q+tbT6Dn8ux07eh9f2aDiOxYED4XRkR/5OmyexNjyBheL91qLDb6EdXWEpT9T9NkxV8Yb369VPhYhlRYS1qy8v8yLdze4+tgLf5iolSJ+e2rvWlNUtijUZ19D/FS6t2O+UKSlHV4gdNRb8L+ROwn7MO8OLXmuE7Vn2KuhCXcjq+mR5E3sBm8iBa+hGmmwrjrdPiifWefn4mlVREpeR3nGgl1m9/CUJCVpHbKQDpqSdrjDGCqNuRa+2XFqMqKjLzSUxxIypBvnSlNlaeYJNraAaAl7fHEoTtmk3cXRa9XmIDtW4D/6nFy8T6FJ/wA/89qzHOH5VZ49LpfAlLQjNyq3S0tzKQboWjVKhrbQggkG4uNkzjZcre1FYxHub5WorzIdSphZSvQ6k5RmvY9yAfO50uY4MibxsOVmDXt40RcJefhcwiRnYV/iKgkoV6gj6XNtrDxE6XGAsBV52ly2oFWlP53eLkkLyPpsSNS30BQHZQAB80i1tr1Cefpbn2jiPoWjMhcpp3K7nB+cC6T5a2H4bX1WrUDAc9vEfFWinTVoTI6OltSvCdL6EnU9vO+ttqfHMl3C8/7RwJfHpdU6X4rtlMK+t76Eg99qS8BaNgqqYjrz8Cl43ivsRUZmkPx/ipT5AlJF/wARppaw02mVHDm8ujSvdbtWhRULT93fdSVx3k+bZUOpJ+hBt3sdgvEVZ91tc/RpcqkPrSpEWfqlCV2uEOqsQknW3E6T5k3sRs1TfTP4jWKKhx2OhaZVLWFJTfwrKEkkd+9rC9repPJp0Jq7MdpfwpUTlZSFZHYvFC2Ff32FgC1xrlubgaAeZLRKjzVL5rhcP5l9BTl89b66dv4vsBNS5U+jOc/8eVBR8V1COtywvdSe3b00Oh26YC3nUafKl0Zrofi/2S7KSpPa6VX19f2m3oOyrAlQY0hUHXeG1/Gv/Db7fwa7VP0vgX19d8uljY29fXy2Xf2wiyqy3Fi50IzpSvurL6kep/K22gqE41PpbDTWTPkTmyLzJ/b/AB+GwMqk4mUNBpECstN0Z2k8DJ05cnSr0sRoRb6D8dltvF3du4SrzkWLEz06ajO07nSvKsAdK0KJCr9wdCLHUWF9J06HFadb+CjP/wCa/bsCe0HgF3FGHG3YFWlU6UxlWmRHWMyddb5gRYi4IIIIJ7aEGVpAMyDPgNQMbxJTTLCF+FSoq8uaxFipA7HsO9jfZy13FsqBhJvi5FoWjhJdd6eCo6DUep0F77A+O90tBw5Rm8Ue8ZXvHOnN1lKXk3GpFyLnuAANfW52hnF1egUb3XFiIrdEmoySIDqRmzG1lIUR0kHv6i50tq1WdwnEQV3Tb7qphzGU+g4jra4sKbITwM/UhtVrXKk+pAtca3sbW2eFcqnPxeK1VloWvradR4FfwPT92yop3s8YSlV5vGVeltxWH0J+5TLpYS73/NQFhawF/UjajxjvNrODapIw5hxlFRpzLXwHVqzOt9zoblK0kZdDbW+o02MLBBFI2I2IqpAgcV2X4PHm/V/E+vp56bfm6XeRK9/T+aloWx1ePqQpVgdL28tAe3l5bJmgb78Ebxv+xuKJb+F6uv4SHV2TDkKV2CV9SWlm9glwWJtZRJsDl7dy7g3CU+fS5a11SKhTqmlNZuIo/qG2qrX0IN9SDqLB1W22vZ+YP7Z9Y59q3C8reM3hKqS8kJDvAlOqvwm1Hte3kDa+lh9ADtey+Fg3G7brrPAp1USl+O6iymnEWBKmyDqkkjTuD5dtspmiUbFFZclOxH0TcnUpC86HFDuvsCD6628rDzZGD95ztBgfzX7xok2VSEZvd01Cs0inqPZSFKJCmyLXQRrpYptsOioUAAQyA7czU1dwpS69hyXWaW8ha+SdX0rH+zP/AC00/E6beb+Llz+abgRej/zO2xcP4ylUGLPozstD6OVWhqUlJQiQgpIBFybE63B7drnQnKdXc5//ABo/81sd4JzA5mnVRr4TUv8A9a/Ly/bt0jx3aXPbdlOrXn6F5lbWRqDUX4rr3Wj5NqiY+7VHeK10IR/6FsImcBPibDgRa83xWkIz9edHT+0diL7XVXjtRYvNNZF9P8ft2qK2/wA/Rm3XWvvUL+74k+ev4bDczEMqfFba/R5Ohf6v0/jttTMgwvo6YE/4sVrJ1ZFo/VV/of3bXL0Lhf39qHd+4060466z83Vk+n+uxglyBwnHeL4PlX82xIrZ5QQqrLTv6+3y1T+agfotiuJUcOO/pYmT/wA1td0uXQZX3WLwF/3NMyfy77KWWbfidsbEW8CktNO8V1lzo8f8eexdT2ov6WL4PlV/07fhsQysJUue18LPFcX87X/DttTxsOT6DxGpT3HYX4XUf6jyO012h+JVs7OZ3YRxdqbFlMantcLi9aMu12j4Ww5ilcrhOSor2R9tfT+X+u0584Kn3KqlYZ4Xxej+PLXbuhUpqVxWongX1ZPFl9CPMft7bQIeN5UX4VUiZ/1lITlV9T6bWcmqtSmm59BqOR9HyL/yI/j8NmDNESRPEWU77rlZEZ0cWOtS+n6j6a6W+o7bSarTp8DDnNcJC0I8WTqy/Q7fEpn39Rm3Z7KOOx1Jda+vf9o77RlT+FF5DiryLTlU1+sn8Pp5W0+mm0AyZ+Uh+Vwm58D+70+LKr8Dr9DtdTqy1VPuFZicB/8AsnUdOb1sfI/Q3H02oKay1Fa4sV5a2F+NHzJ/j6bX8JyLWeHRp/6fIrhO/rJ9PxH79uInbpRzGJ8V3itPc1F+bOjrSn8vMfv241TFLsWLwvGhfhWj/h+7y2t6xTJ+HOHzTWeEvp4qfC3/AIh5D69tqx7DkCf8Xi/AX15dFfs+n7x67dOlNGEqe04609nz+DJ/w2lRmpUX4sproX8+Q9P47EUBjDlGa+fP/Hbtf89vlOJYrv6L/Tbp0oXIsV34TT3QtfWnN0/l6Ha5i4ZixWufpcvxp+mZP/L1H79uEyjUaf8Aeov3V9fi4Xgc/L5VfhofQbcYC+Qn+65VWYyL60JU6ErT5CwJv3/L02qZ0hVzn3Wuaiy8/VldaR1JT9R5j63/AG7SYiIrUVvms+Rfzp6k/jbvtLriIFLdbdivIQ+taUr6sqVfQn1Pr/x2+Uv801/6qvxJ/wBCPQjayzpxl0+A01xWmUf3Vo8P57R6Q7Fn/dZ/Q+j9Ev5XE+n0I8vXb+lSItLd5WfUGWW19aUOuhKk/gCdQf8ATaU9TWmovNNdfz50eFV/PT19fz2tOk9hhqU627FeW2hGZCkL6kpV/wAPXaNLkwGpXIVT4HX4keHMPM/T8O20Zmocr+i8a/kXtDxDFlNNNz+Dx2Onp+ZP1Gnb8e312rJ+2WsimxYE9iVRsi86fBm8XqNf4+mw7WMPSos9yVS+hC1cVHy5VeY/br+e03B+Ga/jfFFJwbhKhvzavXpSYtLix30o4z5BISC4pKATYm5UkC3fXZhb1N0e9nc27AoO9nB83DdQqjCn4TUqVGfLzSSEqWDHccSLKsLEgnvYjXapkRSSp891rhT+jo/3Vft260+JFlOttT/n/tUq/R/XXQ/hp+O0hym+9GnPjI4/yZVf5g6/s2r0wp8X4TXjR/5Kk7SPGQBtlkp7kHfdc9njoz+NN0/gf2G48u2u13yMXhfC60f3v+Gwmt39G74Fo6Mv4fTY0gzGuE3xWuj+NNrGWEHjCadntuu+DaRJicrK+L8dC8qv8P8AzG3Wp0912U27S3v8aNen/Tb9qiHeFxWv1Ov9b/ptEiQnJfC+Fyn/AJSfl/4bfTsKVFablNfDQvwKRtyRxeF8J7P/AHNiOnMc/hzi8JeTiqYadWk5FOgFRbSq2UrABJSCSALkDbp0HlHmnW3fh/qry+LN6keu0Oa27Flf+h7dHENRZTfxuvP/AIdp1Ugc/FblNeNj/rsN52ZEDMX9LtGWiK078La23c4MxlvPxlTN327/AA+9WsQ1jjIhwGnWmlPcJlbznU6pCBZttatVC+WwuSAZW9TdbvG3QYx+xO8/Cb2Hq7yrU3k3ZDL6uXcKglWZha02JQoWvcW1tpes6W+F0cWBwvGjapxXTuE1+h/Rq2usEx3eQ/jw/wDHadPiNOz+Vd8GTYf2+UrFu87914Tvj2gsQ+L+i/8AJ2YdXwnFda+dH95Ow6MI8J3ixXev/wAn9h/47R3xJzBlcJ3i8LwbRHo3Ku8J3YlWrkJXFns9Gbr/AFkq/DYrwdubxvvuxH9kt0GGXsQ1vk3Z64bEhhhSY7ZQlbmZ5aE6KeQkpvclWgIBIKvlOMVA4Tv+Pa6oyuFKb4u1zjbdPjLdfi2pYD3g0NdEr1Iyc5DddaWpnO2lxBzNLUhV0LSq4UbXsbEECmhMO8XhO/7i9ryIRYij/CblNbcIiOfgOc0yhf8Af/W02sks8/A4Tv6u1cwrlYrjW1bJ0oEttbVTqeE7wtrBS/iubQ3G+K7tdfU6fzDPF2n/AAoDXF24JU3Ba4jjqEf4lZdv6t06q09piVVKTUYTEr9A7Kiusoc8+krSArTXQna06V0uc67tGBd/v7SURtv1K9qTpwba2ktLa/RO7fAFtubif7V13h7XnSzUv4Xwto8j9FwtpTNJnxaN75dpNRRTl+CYqK4mOrW2jhSEm50Gup2rHZPF/RbDxJzP7l2mtvhTmxpuk3M71d++J5GDt02E3sQ1qLAXVJEVqVHYKYqXG21OXeWhJst1tNgSeq4BAJFRjbAuLd2GMqlu+x3RF0jENIdSxPhqdbdLKyhKwCptSkG6VJNwSNfy2mRKFvbspvi7fq2tvlQda26dPxLW1/hmqRYDvCns9H6/zJ/5eu1ETbb9S9t0qVzG4G4s+K261kWj5NogjNNfC2XlMxBPpf6J1eT9X5di6mYvgT2uFP8AgP8A63yq/Py2nMAapNci8X9LtyW3wtpBdada4rTqF7Q339pzAHxnBSWtoE5iLKa+KzxNpUmTFba4kp1CEfrKWAnafhPC1e3jYjpWDcCU9darVdf5WBDYdbbVIdspVgtxSUCyUqJKlAaWvew2oXnLui6fhtNOuNNbWuHnOVlNuu/r7GO+LcdvU3GV6JQd7OCpOG51Ui87Fjvyoz/FZCygqCmHFpFlAixIPn212CIznCd2sh5jmMrHTGjxXWm3ejPk25vjhbcqFJ4tLYd/ubfcj4vwvk2JEIxt1m5+LiiV70r2d9C+pCMx/A/8fPZiYt9mLAbsVt2jS34r/SvKrw6eQ0/4bf2HIlZo3Dao1c5XgdPCUnMn873/AG/jsw0yMeSmm3XXaXK/V6ClOX8e9/3bLd05noO0u2JenezvK+G1K52KheX4sdOZKlD10ta9/wArfhsbw9z9Zwu6xytQRKYR1odd6FJT+z/hbZuN4odgQOVlUPJnR1ZVBXVtTIl0ustPtVl1fAf+RLpQtKfprtJXu+5XaqCWNEj0uvUtujV56Kuawj4S0rCs30/P02X+OGosp1zBrtRfhTfGjL0pUm/cfQ22J2aPhfDn3qjPLWvxdfizfU7W71OpeMqW47wke9GEKyr+b8P49frsns+nb9oqdyN+0WdJoH2ciuNNVxb+f/b+JStO3/LYeqm7as1SqNuypaJTD60+mb9tr2H57Q8U4w9w15yLXqdK+ArIhOicqR562v2+p1GzO3Qz2t5bvFgZ2ERV5F5/FoL2Hle3pcfXZlTmNBlYRm4HwdRsOYN4TvQtCOroypzW/wBNjHdxRqW1Afn8bOv9dfy/hsHY6rTVL4FBivIWvw8L/XYaGL69RmnIEX4GdHhX838fTZ6ocQTcznvm3o8rx6M60iUhCsiE6KV+fpsl6fjzeDFd4VBeW/FzZ0xXUF1GvkEm9rj02t6207VK9Ln1nwOL8SEZk5R9P9draIxAixW3fHk8PRlVss52mMqPGQ14+xbPittO4eYhVFtfQpEctdPkR6H87f5bRKLvt3tUGe5woj762FdUVV1JVbuNbXNtfL8fPYqlTq9KgNuu0/OyjL8X+6PXY/wfTML1mgsT6pEQhbGbqUgJUq3ne17HapsHzKHcsoXt4e8beDFca+xDEVjL8WRn6UqN9E+p/wAvXy2j4ElNUGsuNVSI+heZPFR4v4FtdvzeZv4o1Boz8DBsRE2Ux8LIhacifU3uLn+L7LnAeMZUqs81VGV8eVl/upzevnbanLD1JD/mayn1OLVKM47AaW/0eDLl6v489s3NYCn4jx5LqlU47CEdDWfx5b+fnbvfyt+O2jqE867Qf/OevItPQv8AW2qjRmviSuvPtJfYm0Rex9zSJhdhrC7XwnkLRk+b9b6/jsrd+O9Vr7xFd4CHulHTZSk/6n8Px2uce4xaw5Ffdde8CFdK/Cr/AF2zZXsV4XxbKclOy0dCM62s4zZu/bvYdr7LJCVpmBz2N+Vr3vThLmozKShHhUlJt5EG5/MX2ulY2adacnxaS+hC0fKjL30J7nX8/wDjtS0AUavV5yBAydC+rJ1JV+waft/zts2YGH4tBituymuhCevo+U6+Y/gbNVpu+6NKNvqZexAxXq9VFypTr60LV8LMoqy9xoNbd9q9zDs+Bw3XWuj9fbVcvAtLrzrdUoPAmoR406Zm1D1He/fbjWd30qs/CgURCF5cuTRP7B5/sO1+FPjFiGaC24PAeEq9PYdqlcYYfXl+FI6er6E6X8u/+e2wKRQqXhx3lYuTrX+p+X4bILBu6d2l8P3p8BjKlGT9W2lzYX7E+p2aXvRqjOsQHcQsVGK/4XUu5lJ/EGykD0uLbHD+Mrsh1iHdzhKvNc07x2H8n9koZc3qARofw2gYFwf7rlS2vez7/hQ0h1eVWl/D2t5A+u37hmiYji8eV78iyqdK6mkLV1N97gHz/wCmm1BiKHWYE9x3jPvoWvMhDSupP4a62/j12DYN0MnjLfEG9+s7uXZcrDlOizVsfCWw6jI65rY2OoJB7AgD6jvt9072qN6spriz8M0tEJaf9qripSf3adu1tgmRS/f0B/8A70v9LnyFLrar9iD83qCPz2C2api2U65RqpQ+O2wrJna6V/v87eV/z2XIl/unbe0MJb0J8iqT+AxUcifgIVlWq1zdPnf1Ounlsq6Ph6qQGnIDTvKof+R26UqTfzudD318j+zZyRsAwJ8VyqcFa30I+bodyi4+gNvLadhaFhzEbr+HJ8RDD/8AYKUjJmV27m+uunke9/S33LK+os8L4ud3fSuFKlofzqzfF/XPmF6g69z53/PZp0/eE7ih1tqs0lCP9lIYX+k+hF7/AJgaDuPPZX4uwH7mxG5ArPOsfF+E1Ia6XNPlNiLaX7+vlsTUdFG5DhYXiTYVRZT/AGS+K09aw87kHTUaD8tqFdstmGdVjYNqjXFlU5hia2tS8yVZM3/k2/fcH6eYS/SPv63aD18dedSZF3UqV5HMDmAsNLHTabMmz+Q5+s07muVV8XhMfN66XFwLdra+V7X0FuMw3hKfAjypVJ4HGQl1pTrQyqvqLEdr+hA8tTtwk7tsSOHKPi3hfFiImv5/0TV30qSfMGwUk+oIt9djim4SxvK+K1h6qLYR/ZcutC/wFx1fh+Oo21IaVS4sritU+Khf+1S0Eq/aNr5mPxWv7PJ/hGxgFgjY0ylUMFYSlUZzlafV4VXR44cyGpHEVpct6WB1uL6Ht6bDFKpOI4Epxql09/oyrXmSfD9Ra99PT89tG7xqs1RmnHeKheTNn+btsmpmL5UqU2601n/VUnpUm/rr+7aCZIzLyBT8UVSjP81EY609SFLKVJV26FDUfn28vTYWq1YnwIDlLi87TprfgUtYUnLbRzMNCNexHqNipNRr0CK5FqjyFsP5uFIdSUrZUfkuL3H4jQeewlWKU7AlONVn7ktfyP3yOfVC/CpJ0tY+fbaZ2Zabkd+sWBxMEb5HmIsp/MmLUVsZWJGth1IBSL30uB27nU7EWOo+F4EpyLS5cpaJSFLakRXcymV30yqHa/ftqPP0XtKdo3P8hPp7D7GdPStOZKv8ChcfWw0+mmx/PomEnYDcqjVFa4XhU0nxs/S+vb0IPoNoxJMzHjiJvLdny4EWoOVSnLVwuL4X203vkWSe1r3PbXt3IXEjB+9CLWXP6Wr1LQt1LqWkynGks3Fk5exRf6Gyj2udNtnYZwXhyvV73pRsQtrc/tWsxQv01SruRc3sT6277We8XDLtBaYdiy2EIRlRmU0F5UnTJ9Ab6gEA3/ZYBYPLRQB3HmEoFN+2USbNivoShqqL8fa4zkg3P111N9PJj0fBLu8GK407UV07OjO060kLSpPlcagj8gDrtSVnew7S4v2DxbSYVbos3KuLKhLKsttcmVWqVAgG5JFh5W1Ye7fFNLiwGGqXTn8i/HkTm4afK/8AFtrB9sgjdJG5XcY1u5qkt3isPrfWpanWmsnE0GpHby8gNmNjzd47jejS6NwULQ+lSMmcoV20yqHhN9p+HqnPdlcJqIhaOlSc3i2PODxYvF8HR/5O3Dygz4zA1RnY3wbzeA8Uc6hDC+E07IRn4lgbBQ7kEW1BH7NNirDuJncb7vvdcrOxUad4M7Wbhq8u9ipA9D5DQjsJPtAYmi/aN9qsy4TkKK0lDql2y6+pOgtpa9hdXnfal3d1ygz2nPs5LWtfUlcd1IWvX08iLi+Xv202IUhRulk2/Way0xAdwaxz0XpddaazNSkH9dKrgg99NQbWNhbYXxbh+lwJUSqUak+7n+liVFjqyK9FIKexB01A8gTr2dmHqPVGqC/WWoiEI4SlKj8IpVpfw3sR9Afp9Ns747lO17FD7rVQfXyq0pS0vxZe6U3tc2B87/uG3KJUmSIuH3aXWeE7zqItUa4vX4m/7qTfVOlwb9z6bVczA9L5pyqQJbE19vpd+ElEhu2llpTqTawJtfy25N73IrrTdLlRJueEtOR1Kc6dDqgg9vy1v3A77GGLaFFpbTG8bC/ztJW71ZmlKSNLnXKb2FyPptzmVHuKx6oNYXr0d3lF8rKkNNZ9cqVWvofIEC5B8yBtpndrimK60w1K60Zs2f5k/Q/h+3bOcveHS94MBh2s0NeHqpn+FKQn4Tir2BJHkdO4t+A2PN3WIpUDgQKpkQ+whPxcgU04k6AgjQg/revpsjeN3MKRxNc0tmLK4brXX86F7RMa0l2fS3GuhaFoyLSv+P4O1HgqtNOxW2ubyfq/3djrhtT2uE698u3I3xA5mOMeVl2l0aXg2qU7mosrPy7D/Un6lsq1SRqbA9/Ly2VGAKy7RnW6XVJfQj+qu5M3TfULJFxbyuB+eg23DjXdtRsW0t+lz6cw+v8AsnVoyqSq3cEaj9u2cq5uqaaxG3F909fSl3IvNmt2IPkCe+mzCMVhfuglvrx1QcW4NbgQHlxZWZKFtcIo6UkquSNNbXA7HQC9hshsFuNc+21VHfmyp/xHysb9wnvbUfTbQW+fdrPgUtufAqKF5EI4sVfiyi2iTbXyFjr31sLbJ6fFo1UgcXlFolIRl8syVfl+/wAvTa/cnbIE7z91zUqqe9KDkzr/AE8fTq9CAfK3kR6a22vaLjje/u0gRHaXUWKpS+lDsCro5pjJbVOpCgCBpY2B1sfPlBXPdacgOxOOvqRkQs9Sb2TprbzFx3vr6bH9f3U4jn4Nj1ml9HAX96advmZTbQqFrp/Gx0N/XZpEV15gCuJR0LEFBxRXvf32ORhpa1KVKSw/njqVoekEBQ9bXIF7/iTVtdBqkpylu0/OwvrQ7kzJZX6KJ1IPYfXvfTZf4Vwbi2sz2KXKd8CkqzI8eX8b2I+pvp+3Zj7wWouCML8g1k5rIrr0zKVr5+f8a7StUYSwKNsHJdSlUalv4crLOeEthaob+XMltVrWUe+otY+WW2l9M70+e7xeVddz/wCL9XbTow99st2jeKObyPxWvjtL6UKTwiT+8aHva+uumTaW/wAKqNxeN4/1vFtSzxi9g5l3VGeK05wmkLz/ACq2oeb5VrhfP8+x+ql8Jpt1plC0L/4bLbFDLrtUc5WJ4PkQvq2Xz+ZUcT9pkx3n+E71of6F9v489qyp0vhSnGmv19vqG58Vvi50L/voy7EJ4TTrcr9dG1pBEn7v4XCgOcVlf/l7fUyY00658XoR+G35GxFFpcBz4qOtHy+LYbjsT6zK4rTTi0P5vB8v4/v2hmgdnMlzqu78TlWv/dtvmKHXeHPivLYmo+Tw5vwPY/gdryLgKsymv0KGP8f+lv8AltdwN23Ca4UqX82boR/12Te5F+ZclZNomKJTsXlZXRNbR0fqufUbW1GxlS6zxIDvwH/CpCvD/H4jaHEwRFa/Sy31/q9fh2mtYQoLTvNcpkf/AFvm2Gb6zBGfUqnutO/C60eNH97YfreDqpWWm+Q+Av8AveFX+v5/wDFqJwv0Ty/8O0pqQ61+l/8ALRtbviURNsUr27nFDTX3qnofyfq9Sv3/AOWwrMgSqXK/QrY6+tC79P5eu2kWZjTu3KqYfo1ea4VUiIf/AL/zJ/AjUbNpbmF3xR0Kp8KK3/s+n/ydpVZiwHWm3f1PApHiSk7XlV3dSqW047S3lvsI+T50/wChH4fs2HJXCitN8V1fDzZOv9bYuBnMKDulPx3Ysritf/RfQ7WjUv70xKi/DWwpLvC/Vt3t52Pb02rZPKyv/dNuMWT8Vvi9D7C+l3/MfUHaxk4jrcfgV6jcJ3ItD7WVX7Nls9Q6phx1z4vHY/V/j/P921vTcQtNNfdWsi1+JPy5tpjFY96O8hPZyZ/BtSTtlG2YE9pyVFaRnX+lR82b1I/12o3IrXFc4rORedXh8Kv+H5aHYjnYVdiuuOxXsi/l/wCB2qmZvFdciymci0dPX/mPXbp0o2i7Fd4Try8ng29NP5J3ebBr+HMZbgsT8rNfpbvv6kofSlSnadJs3JbAIupLbwSpRN9ZaRpoNvNuo02VxeLF/hP0/wCGzZ9k/ek9uH9obBO8CfL4FI5z3NW15ghHu+XZpxaydAhtZafJ0twO4BO3bZVoIb+N153S72sdbpXWejC9WdYgdRX9wWEvRDdWpUY7jBN7m+bUjUhFMkutNcLoWj5F/Mn6K9R/lt6C/wArPu1bw5vFwTvtixFmLiCG5hqqLTqlMpjM9GJHe621yEk66Mp7eeNMAbpXN728bCe7SjuuIXiurMwFrat0x1HNJdTe4uhhLq9QRdGoPbbpI9T0u9kWn0v2afYOnb7MUQGZVQrUOTjEtOqF5CXUJbpsdJXbKXGkxQBoOI8rve58uXK7Knuy6zVJfNSpr635TuQJ5h9aipx0hIAClrKlGwAuo2A29D/5W/epFwRuzwTuDwxaKisOpqMqO0kZEQIYCIzKh3SC8pLiSPOGR2uDjj2Q/ZtrPtXbwPsdBqL1Lw7RGmpmI6o1ZTsVhRKW2mQoFJedUlYTcFKQhayDYJVEhYgavVPv/NcVCG0L6M6/F/A2OKFWIFegcLo8O3ozjTe5/J7+x5WXN1+G9wzGK6vT1crVH4dLiTX0ujxJflTFhTzgJOZKSoJJIOUggcMZ+zR7Mnto7l6nvf8AZRoEXCONaWp1PKxYQhJkS0IDioM2KnoCnEqBQ8jUFaVBSk5kms4vumNPZYoLsX2s90kprwIxRHzf+SsX/HX89tK/ywDTru8bd7wvG3RpSv8A9NtnT2OsRNT/AGkd18VxpbL/ANpYqFNOpyrbUM1wR6g3BHkdNtMfytyf/Xl4Ad/Uocr/ANvbc0pPOerxmvhyms6M/i/uq/j8tv0RJTXDa94deTozr6lJ+oJubba69hb2LGvaaqlSxvvGelRd3WHpXL5IrpYdrEwAKUyl0WU202CkuLSQSVBIIIWQ/q37YH8npulnuYIwJ7O8TENIZWpp+pUjD1PVHescpcSqQtLshJtcOWIWOpKlAgmRCZnl9Np0qL8WU1+k69iGBUvuDbXB/wB9G3o9vO9kj2c/az3LP77fY4iRKPWIyHclJhNGHEmPtXLkJ+IbJiyNelaAkElBOdBB282MORJ9ZnxKDS6dKlVGbNRTosJKcr7kpxwNIZsq2VZcUE2JABOpFjaxO6WVpaRT91clO/49qOlVJuqNS3W5aH1o+XNm/wAv3bepVN9nv2TPYa3V0nFvtF0SDjjGNQ6+FKhonhUpIzrbgxnSGm22yoAvrAJunMsFSEit3d+0H/J2+1ziljdBXtw8TC9aql4dIfqNGiQ1vOKB+HHmQ1lbLpCdAVJzHKASbDauZUmeYL9MlcJuqUt3if7Vr/h/FxttiF7c27TFHsZwPZfn7qKixiGnUGHRnX3UR1U3PHUi05tQXxeOoo4wu2kJcUSVm1ylPbI9luqeyrva+y9LqMqbhevMKqOH5j6gp1xpKsrsZ21gXWVKTdQACkuINr3A1rjDcbuXpX8mXh/evB3W4ai4yew7hmU7iCPTWUVFx9+dDS84ZATnJcStaVm91JWoE2J24mR7nnVXKa1FlcV35+v/AHvPaWhbXC/TIR/5nZl7nNyle9overQt2GHZSIy6gpUiZPUkL5GA3Yvv5SeogFKUjUFxxsHQkj0D3g1j2C/YHgQMET91sXEuJ34qJD7SKdGqVUeaUogPSZEpSUoCiFlLeYaJVkQANKHylpiD+Tzhtxfbg3XOjJ1u1nw/+0WdsW/yrqr+16G//iSpeX/5bK21l7MVR9hb2ht9NC3q7kcJu4B3i4K5ue/RBCbp3Px5MV6K4tTLSlMPBJkhRcaOdKsoUbKAOUv5VcX9r3/80qX/AO3ZO3faJUeTRCYDV914W33iKW1FqjfCdRnydCNtpexT7J+7Vrc3/wCjN+0Nk+zfLuz6bS3VqTH5NBKeakBHU6VkHhtC4IKSQoqASSTvbh9gpqf9jaz7M3Dw0tXLrnqwpTXY7bXbOphCi5kt5JSVAfLtXEnM88JuKOa+E0zkWjxo+ZKv9R6HabCe4sX4u2vvb69jLdpu5wbTfaL3EcOLhWc7FbqNLjul2KluVYRpcQkkoQpSkIU2Dls4lSctlBWb/ZP3GYy9pXfSxu0plRXTqJFj+8q5VEtBa4cJKwLN3BRxXFKCEBQIBzKIUEFJWs05bgSP3gVNiQHf60yj/f21B/JWU9mn+1xLajO50LwRVOn9X73B20lvS3uewD7FU4bq/wCaKLiSvRWmveUeHS40+Y3mbBQZcqYtOdxSMqsmdSglaSUpCk3IvY9kexfvf3ny9+Xs4UVeD8WU6kSKXXsNcqiEOBJdZcEhUZJLeYLYCQ6wrKcygu5yEFqqKezKTB38pOzJPthY3lxHuJkRAS6n9X7hH/02yzFLrU9t1proz7ab/lHKs7S/bbx2618RC0U1DrXyqT7vjbOn2PfYn3Uz917/ALVPtQPcrgdDCqpSKNKdWwxyaT/W5eQhTiHFCzTA0UgpJC86UJMZ0xJGntNOttcZC+P8mYZv+O0Gpr5XicX/ABI29Io3tufycdZno3fVP2bGIuFOKmP7ykYRpvJMpHZxTKFl9CBob5Mye5AtsqP5RL2OMOblqXTd8e5xrPgStuhibC45fTTX3QVsuMLUSTHcFwEknIrIE3SoBPY+JeYLaV8Vx3+/t/Ld4R75/wC6nxKV5AfUnQfXbZP8m/X/AGN6VPxvG9pqJhhysSkx/cjuKIbciByoCw+2znSpCXitScwPUpOUIuAsbJcUvdzVPbJpNG3dRHkYHq+8iA1S4rqcpbgOVJsJbA7pRkPSlXWlBQlfUDsSUno5u93b7kf5N72dKbvj3lYYi13eTU2mGnn8rapTk59Bc5GItwWYZbSlRWpIuoNKUQo5U7AWBP5YHDeMsUMYT30bkYVLwjV3Uw357FS59EVC1BOeQw8ygOMgHMsg5gkEhKu23x/LT4glRom6fDH/AHWUurz1f+lWeTQn/wAy8sfn9dvMF8tSmuF+unJtGJ03D/Kaex3g3cFWaFva3S09ml4RxdMdgTaS0oqYg1IpU8kx7k5WnW0uENCyUFqybJUEpwqpO3rl7YD0rGf8lHg3FlddM6qCg4Nqi5Tts6pTgjNrc0tqeMu9v1jt5FvfotolhPpb23qR7D/s77m/Z59m/wD9HW9oGhs1GryoSqvS2pTCX002EtwIiJjMlRQuXJUW1JWbKAebbGQ8Qr8qHE8Jpz/Ar/Lb2L/lK1N4E9hDAuCKCyhinSqlQ6Hwk9Ibjx6dIfaAH0XEasPp9NukGL5r+WgAxRytZ3Ao+yjjqmlri1vizUx+2YNrZS0tdtcmYJJ0CyLE1n8o77K26Ws7nab7Y/s/UmDChSuVm1tqnNcKLOgzCOHOSylNkOhx1AXYJCgtSlapJPm7Jeaa+Ft647ig9jH+R/rUCqO80uLhLFEVpTvVlTGkyywPwQEIA/wjbpEzj/I3H/36rEv/APT6b/7kadslv5QdHF9tLep/7VI//qDH2dH8jaw617UmIeL/APc+n/uqVO2Xvtl4NxHj32894ODsHUOVWq9Wq7Fh06BGTdbzpgx/M6JSkAqUskJSlKlEgAkQTtkF8czLRS7t+ZHdvWR/2fPZb9hH2eW61v3wPhTeTvErAK0NVKE3IS9MCf0EYOpJZiNX63ct1dyCpSEbY19lWk4O3te2XgmLifBFBfoWIa3MXKoaKa0imqRyMlxLaIoTw0tpUlJSmxtlSSVKuo1z8SpszgTMq2tuSOE67wmnULX/AIht7J+0Xud/k+PZuxrE3qbz93FMefqFORDo2DKXTWuUcUwtxT0wxQUNKUeK22px4hAytpAKjr87od8X8nv7YNT/AJnHtxFLolXksO+7qdWcPRIrshKGyV8rJiqVlcSgKVYLSvKlRGgJF5bd8TxxDe34VNf2UtC/8KgpSf37erNc9jf2M/Ytn1ber7QMuVjWFOqi2sG4clNcxlYDYUUOM3CZK0FSkl14hpKeESAtQJLt0O/7+T39rSvR9y0rcFTKJUZqVopcOs4chMJkKS2SUx5EVS+G4EBRHUlRANidL9J3TyFp8+U07wuN/g2uZdUd4rbvjz+JPzZtNnP7c3swQPZW34rwnhd6U/hevQ01miLlKzustFxSHIyld1ltY0URcoWm5JBJQ7z7XKuSXf7Hq6foP4ttUySFaehv8lHu5o7lYx37SOLeC3RMG05dIiuv2yNvqbD8xw30BbYSyL+jyxso9xW8OVvZ/lDcG7x5MPll4hxi7N4WQJUygxnw20bEi7bQQ2bGx4d9tE+0Ej/0Tf8Ak48J7jG3kRcX48QlNZR8MrzPESqkFDTM2MyIdwCQl1Gul9sb+wsJR9rjdO49n/8AYg+b9bln9olO3+Jpv+WGHE3vYEaPg+zi7/8AzS7t5+JjxeLwmnULX+pnGZO3tR7Z2EfZWoGLaDv99qWUurxaPTTSKHhfhcVFQkcVbq3VMAgvZUqSLLIZQCoruSjKvdyftB/yeftXV2PuNa3A0qhTZbS0UuFWcNQWESOG2olEd6MpfDcCAogZkGwOUk22vBshJ9zzUwrI+68r86NrhWzL9sD2eInst79/sdhyXKewpXoYq1EVKdzustlSkORVK7rLS0iyzqULQCVKClFWoe2IDF3XyxH3il+vUt3hNREdCP0qOnN+VtrTd7Lr0+V91l50fOjX/Ly/67O2s7v6W1w5VUdRKir+ZHStP0Pf/n6bBFQ+yWA5XP0ZlaG38ufP4lfn2/jtsAIuJub5Z4pqdZgUvhOxFo6M/FT835+WwVTsVSqy7yvFRx8vgy9X+p/P1vt2xjvaddiueNCMvy28P/PZaPYyda+9UGItD/UhK09P1P1ue/f/AE2KggnY5jVxGiqQKXxWns7eXq/u/s/z2h7r8QOtVlvmuabzr8WQ5cumhv3P/L02FMG1ivVmV/TMt9aF/Ir5dew9fPz2MH661QZTDXyLUnJ2zJV3H+R/jTatyK6SrDcMQy3u7tqXjdpiU7EfQ/8AI+lB8/X12td1GH4G7SjOcVpedCfH/wBex2NMP1ZqqYcb+Nx0ZUrz+JXbYJx3WOLAcgNOoRn/AF9hac+OD8QWnyvjARquxcW7wX6pxVoQhWVrvl0Op/4bE2IInvTmJTTrj6GM2TKvqV/H+u1ZSaPu+o1GcddqK/eORXV8ylW8hrtSUtcV3O7Aq0pfXk4S7pUn8P8Aj+/Y5t/2x0JJOEai1Wap7rlO8PxfFkWyp+l9iytYQ91u/enUcBaOKhSepKk/XTT89uNAwvRnfvUpnI/4utfVszqXRIrtGcadZQtGT5v1dqIm9pJfbEe1vRpfvRjBFLl55S3UoWnL4kn8f9OxOoGzRxHwqDhxvhRFrRKytZUdKsp/b/ltnzHMTDlB3jQJTXwH0SE5VaeZ118vT8TrbZ2b2xWZWEqTWaM8vodSt3hW6kkeY7Wv+f77UdNr4lH8uYm8QYCoLtZb5DOhC3c3V4lKPlrpYE31GxBWMJV6A1A9zRG1rzIz5Ppr5W8h+H02onq/WXazEi8ovjuKzKVk6e9vx/dbbR1BpHFpbEp1n4/iX8ub8tib9og3ljg6q1mLRmOfZyZEZVJX0p/LaHvB3l0tql8JqIuK/kyq/V/G477fGI61KgUtz5Pk2zTjfFeI6y6/Fis8dGf5EDMr8BcXtsDG6cE3QI3iY7dxbVH4EWoP5M+XIvpy+mnf9357K9jA0p2V8J5a15+hXzK/Gx/j189tBUPdnRsRtNuuy+Sm5vi8xFyZlflp+YvqB+Z1B9n6LF4c/wB7IfRm6OEsK/4bF4EuqeUX247dJFozvPutfH8Xgy/j63+n02JN4j8Wl1RiLKaRwF9WVfhVrbZ64Ywm1FgNxWv/ADfTsE70N33NSm5TrPQj+P8AhsdY5BHCeGmnazzWF8kLxLfSvwuX17f8tiiuU73NKb5qWjOvqRk6sv0+mzL3TVXAdUpbGF69TkImsIyIdyZF/koWJ/b+W1FvawDQcLyvfMCov9C0rSh2ykp+nYf6nZU2LugyuJB92tOwOFPzscdHSr9b8/4sdpVHodGgfClREL6/HkzJ/wCOxnuxxPRsZYc4XKMZ2Ol1pXUlSvUgi2vrtb1LCtGlfos7C/1k/wDPZqkBovY5WKfFOEKy1F5rDjr/APhaunL9co1/drtXU/EeI8G8OfiOWh9Hz8dodX/A20uNTs6o+HuE1wuK/wCDo2DcaYPo0/7riNpEpjxodT4vwItb8D/x2I4WCDndAlG8p2vVltprgIYf+ZCMyc31X69h5i/lobWrsz3XP+9ZFrf/AF0jq/b5+nnsu8aYcwRg2U3VKXLmwn0ZV5MhS04kaajS59D+7b8axtFxG027zcroV86fCq3cdxY+WoP02BYg2xisw0rFRagNc1VIiERV9Oda1p7+RI7fxqNqqnQsL1mfEn0HPnQ6lPQrMrMLG1jqR9dD9e+xDhHeLAo3A+0ctibTkZc6H44UpKfwAsr8wD9SSNj9jB26DfJxKzulq1OhVRhOd3kl5eGs+TrIsR1HUgXv69thIJZjtkavRKW7Abi4jZYWj5USEBWXS+l9R2/67Z+xdNw5hfFrdewlnhP9SOlfQ56nyzajQEaXtfTU33oRd4OEp8Sl4oiZ+rKwrRTEi+nSodibXymxse3oBY3w+07RnJ7tJlRejPkaVnyq/Ant6HW3ptQ+M4T8qW/lqvSuQn0RiDK8HONJ/SJt2UALHtbU6Wt57EyN/wDKwRhdyU1nWhCOjhIzdX1SbDQehJ7/AIbKfDFEanu81KZWtCFK6vD06aq/5dtiypUHhYcf+6ceLk/sncym0nzFx5E699PzO1kr+ZxeT8Ifyjs92e5S8eYIW/Tm3VcKpUt0cdKAdCthwhJ0toFg3v22eS/aar1epbbu6+k07ErC0KW6lqQuLNjp9VRnBnI0tmbC0+dztgCNhLi1RzhM53MyujL1af8APzOz1wPgyK1AYdaZfQ+xlUhHhSn/AA2sQe3e+uv12tjbJHlCT3jjfFFZl1SvVCUwhalfdcy1ITfy11/cD6jXa4pqJUCV8J2UtaF/1dSMyPqRfsf+Wl9rTDVRrzUptqfT36j+pnWOOr6pe8Rt2solNvl7bEc+TxXWHfHkR1MPxQmQ2rv8uigOwKTfzIA2qZMJcM1qjYtaYiys8XlfkdRmyqGhOv7fQ7W2L6k7F4dLgS0Ss/WlDVlIVp2srte/4dzfZdt1Frn+ai52FozfFazZfqTpew17j/htfTp/Faban4eXNiv5ckjgdSfqlQTb8Rp+F9uxtlGgg5K4U9zx05/50pj5Up9DkOik6akEj6k7XcCPPqjTcrm2H5XSvioTl6fIKBH7b6f6WsDd9WZ89ufwm1xVrVkSt050+QFlan9ummm33jfdvXoEByVQastj51oUnq/AHUW7X7a22KgkEy7gYdqlea/pSJSEPoQrJNjscJ9PpqjTT8tfLYQ3mV/GW76LwmpcKvQloy5JCwpbf9xWYak+RvcW+ulbu93p4twRKfaxvkm07+yf4WRSfI5jc6fU/vB2pN9NWwRvalMT8G1CUxNYX96gOrRke0PWn92mg/ftH2tIESU3e1Xvt42609CisLWniwnWs3UTqBc3Qb6hVx6fQ7P3T4V5+jMYj4yF8fKpa0Jy5ri9iB6X89T67ZnTu6oNUaYar1EQ/wBaUrda+pGhAJuP27bM3eLoOEsGxIEXgMMcJORrwoTp5A9vw2sSu2QcwzpzsBp1v+zX/wCT+/ZVb6fab/m5d9zUGJ7xqi/+6rSUq10Fz2APe9+wPnYbdMfbzqNheLzXjz/7LqV27WHmfLT/AI7ICoxIGN6y5WcRur4+XPHdy/odekG3VYHTvp5dtoQyuzmLWp423jYtxRUqziOiRURaunNy6U5kN6Wsb+IGx10I8r9ti3dHhlqjNOT6XE93I615GlHKlRT2SdbXv59tjHCPPtT+LAw8iqLhKTxUsOoS+pOuqUnVWlzYAg21t3BKzWMG151/3Xkpy+pqQ0trhKSu1uods1reZ/Edtrky/qXcze1VGoDFBlMo+PkaS782S2vY630tYjz+myrxhTuVntyuEiLzTq1olaOoT02GbUKFvIm9xpf0/aRTqXS8RuQHa3KlQpX9gh3Pw1D5kXPT627XN9idBwbKdfo2I5a50VaFJztXQtKb2ItoQR9NO3fTauZOIt63SKNS57EqfVouSblaRKjpC+1/ENcydCLHXsNNNpNOkSmqVLpbstDaF58imkHl3LeFY9PIFN7jvtKq26ijOz+VwbiF+VBfWvLDqiRmbuPkWNDbXvc/XWx+MLYLxRg37hWYmdhC8zS2upGXy/w6aWsBpfajywxF/iCDyEVtqA7wESlZE/MnTvfT1t21/ft8UHFXuGVyE/JKQjL1p/W9Bc9ra2IHckHy2bGJoVGlReFPpyMnj62syM4IIOZNrHtqbHy9NlfVcC8/F4vBR/cUh0qVmvpqbG47gm9tO3fYJEJNA7t8cxXWmP1H0JU0r+96H9xvfz/DZvUXEHPu8J17hr/9C2xlgfEE/C/DgVnP4+mQ6vKpX49spv38j3uRtoXDVa5/lHYufPkStX63/DYG7aYB0jaqs52K18L9T/DsCVmXA4TeKObi/dVKRISvoW356/vsSLeh2IKjiFrkP1+jqStOyzxIaXPiuSnWUZFpU06hC8vi018j/ls3WN4lEO2LLfViujYt4dLgO50cVrO6lXU2q/ci4uNPLXUfTYfptEw5KgcrWYjHvFhGdqU1dPETr0rB0Nr9xqNPz6ycGNUavOcJpD9Of+K0pSOpP0J7nysD5D9tg3V6XS3eE7SVrQj9X/hqO+umo2vjbD/dFrAw5Ai15/hPMIQtOVaXbJUq6hYJJFtTa1rG/wC83Zm16l8CLPl52EZo8fJdKuFbwFQ1ItcantoPTaxRTsL4oaltNU6Lx+Ep1HFQUKV+BFtdOx10GvlsPYVTPqmI/cLrT+SE7/ao8Sbaa9jfudBbX8S3S0G/jDSmU2l0aK5WeUQjo/i3/T8dkvvCZlYj5uqSpaGGEIXwuKvo0+vlfzNvPt5bNjejVXYDTdBi9fTkX83T27nsbdv4ssca1SltYcbozT3Af/tU6K/Ig+ehF+347MoNsAWzK6HU59G3LVaK06hcqK0vipR1dOoKgR3GXW99Bc/TbHhqjrU9uU0z4Pk8W2v6Uh13DkuLFZQta4TudOb5uH6fSw08vrtktdPddlOf+g/hsnd90h4yaBiBqVAb+98DOjpz9Sc31Gw7UEO+9HOaaRn/AFk+FX1/D942F0sT4vwouf8AwJ2uaVEda+9Ss/8A5XT+zYGyVEsZtL+FxXfB4159qaXJa/RNeD/F/Hba2q+JortL5WLkRKR8vh/Z5HYbblNO/wBjkXtadmFFHw5hL4cqs1FC/nyZ8qf2ef57G0CThKLw2oEuL/c6xsrWozU/4TrPWjrTl+bYlpNLoPK/+Oj9b5f4/wBdlbNPv9mDKboxDUYrX9qjb5RUorv/AHtH/l7LipcWV8KK9k/x/wAa/t2juRp8Br4uRaMnja+X8tlzo/3k9uNPn4v+1b25SKg01/3tDeyObkT+a5r460Zvlv8At/j89rdqdKlfdZT3Qv8AX+XaPpNvzBkbY2mqrFd/RS0L/wAK9vhWIqW078WWjYPw1TWuF8Xx7fVXpnCa5r9ItH8W2ImkHyYMPuOITLrkV13i0uWhf67SvCr8D5H9x9NriDWf9z+4vw/t2VMNuVFdcd/38v8AH+WxLRMQfF+L1sfMja3aZftjGyMxipNO/pej/wBB2q69g+l1lpz4ORb6OvL4XPqfQ/UfntSIlNOuuNQJfDX/ALJXUhX4bTI2IpUD4UppaP8AB4f2H/jtRNS1Rw8HgrFLiHCVUw5Pcad62F+F3VKtO1/r+47VwkSorvxXv/K/jvs86m3S8UReF8/yL/j/ACOy5q+HYHF4TvQtH/lJ/wCI2cS0W+oVGgc9UJ7rvwnsm1hT8YuxeG1VP07C+lWTxfjbtt+TqRyv6i/7/wDHbaL7pada4vX0fKr5fqD6fjsSEzGbTcUNVmK27wv1UK/xbVOIEUtriOu/P/5Wb1B+mw7SuLAacdi+Dqz5epP/AC9Nq2oVOfPlcLjIWhjwZ/F63v8AX/LaMeUoTL6m1l1r7q74/k+ZLifp6K+n7NraRCarMVbfCzoeSpKk/iLEHappjFGqkDlXXeBKR/H8HYiotLrMWLxXfiL/AFkfMnyv9fqP2bWJ2zp6S1hE/wBsf+TQc/TTsa4bpfUqyOO5WaSdTbQJMhtGa2nRJ8gQdkv/ACSG7efijeNiHezWafkhYUpyYEBfSUOTZeq1J7kFtlFu4FpPY2FiP+S33pu0veLizc5VM/JYnhprMBK09PORkpbkJudCpbKmiB6R1HXW2gMT4eoHsK+yXj4YclsNzahVKpIpzrTWTK/OkKbhosNSY8XgJJ8xHUQANAMmUnmj7cW8v+e32lcV4niy+PS6c/7mpf6vKxboSQdbhTnHdB00f8+53p/JI4Uapfs1YnxFFLbFRr2Kpvx1oCuGiOwyy3fsVJCgtVrjxnte+3lrJrFL/sonXm/8n029Hf5JfefhvFG73eD7PtZlIRUWJ7tZjwlqCVvU2Uy2w/kF7qDbqDmIFhx0a66cDlZc/bIDv8k1iKXPkVSf7VNJmzpTyn5Eh7BpK3nVHMpxVqiBmUolRsBcknz20R7H/slVP2W6pimfP3xQsVxMSxoTXKsUY09EdcdbxDvVKezKUHyk2A0SnvYbeOW/LcLiP2YN6tS3f7xaIvl2ZDvuiouxRwKpEB+G82opyqukpzgG6VEg20uxNxPsuYy9pWLUqhuq3fMTYVLirfkTZjCIsVx9PaKy8tORx5Wtkg5U2utSAQT0pGzhjB0Gg/yk0SLA/Qsb0pkprLbKlLsl9eQW0skLsPM2udbnZs/ytv8A9UbAP/tDlf8At7bPvsrRZVL9qDdzS5UR9iVTsUMQpDTvijrbK0KaI8ilSSkgaAjbQP8AK2j/ANeVgD/2hyv/AG9tSdGLSJH8038kfHqmF88aVU8INOuyGnSh1L9WlJS+6FjVKhzayCLWskCwAt5RQ4kpp3iu+NfXk/H0+np6dvpt6veymqle1L/J+V32eTVYsbEVBp0rDC0L/wC6qSpT1LkqTe5RlDBKhoVNOAWIIHlliaHijd9iORg3eBQ5WG67SHeFKgT0cJba06XF9FoPyrSSlQsQSCDtfdLpN6fyPuKKpF3lbxcEcVfuubRodX4GuVuU28poqA7BSkOJBPchtI8tqHdfu+o8H+VsqWGIzLKKfTsVVSvNM5dM6qY7JAH4PPhY72KNLeTm/kxNzs/dzhLF/tF48iP4ehV6A1FhNVFox1NwIxcdflqC7KS24ojKVAEpazC4UknIuA/aJgQfb0i+0XWQuHRH8WSFTFLujl6bLbdiJddCrFIaZfbcWD4eErvYbTmd+Y1v5UnEEmqe0hHw5JlrXFpeFIimIqvC2pbz63HAPVfwwfUMp9NsJUGbPo2I4lZpb3Am0uYxMiu/7N9lwOIX+Skg2vt6Dfyuu5jGMbG2G/aLwtSZtRoL1HRRKy/Fa4qKetl1xxp57Lcht1D6k5yMqSyASCtAONfZ83Z4k35Y8pOCME0iXVJVQmsNTXYqMyIMVShxpLy7ZW0IbzqBURmKQkAqIBkTgfGFXtE+1dvk9oeBRYu9VmiL9wuuuwJVOgGOpPFCQ4FdSrghCbC4tr3vpvLeXI5X+SBw29/8S+D0/tqMAf67Zk9tT2Ut1/s3ysPYcwvvCr1eqlUadlTY9W5W8VgEJZUkMMotnUHvFe4b0trfSu9b/wDg9Ye/9NnBv/uUp+1ZEEP5JClxpWO95NecaQtyFRqRFjr+ZKX3pKnPwB5dn8cu2QfauxJPx57S28mvTnVr4GI58BCFKKsqYryoyQL9hkYTYDTz7kk6L/krd5NLwnvzrOCao82x9u6I0xDWtQSlyZCU46loX1KlNPyFADya/C4J7fO5uvboPaCxLiifT3mcKYylKrNOqnCyxeK7q/HU54Uuh0qVlJBKVIIvrav8ssPcHP5POKWvbW3Xuj/z4rKP/wDizjb9o/yOxp/KpM39rcO+uFKYn/8ASydpP8mtuixli32kcN72aPSH/sphBM+TNqy0FMV5b8GRERHZX4XXc7+YhJISlCsxBKQr6/lTv/rqtf8A4Fafk/xcSRtH8st/NKr2XfZ49pv2kcJOUvC+PavRN3MVaoCpVZqkp2mqyd2YkIKyvBtYTdI4baTcBedBSGfXfYS9mDC7qMObyvbmwpSK3HSnmI636ZAWnv8A2T8la0i4Pc+Wz5xTTcSD+TGw9E3DibKf+xtGdPu5J5qREs0ublCBmU4pPGK0pGZV1gC5tt5Y4ZwTXsb1lvBuBKHUa9WHHUsNU6lxytbaybAKSnpZSPNS8qUgEkgAkdBz1H9r3DGHcG/yaBwlhPEzGJKJRKbhSFTau0ttxE6O3UoKG3kqbJQQpABBSSCDppsCfyPdAge4N6OLQ19+eqlOpKlf+CzHU8AB5XVJVf1sL9hY39qXAFf3afyYTG7qu8F6rYXouFIE/lV52uLHnwQ8UqIBKQUqOaw0F7DZNfyR29Gn0vG2N90NQlIZexDFi16loWLKedj5mpSQexIbVGITobJWdQDaf5pP8s8+t8ONapjLfTjPFtZeW8/Ua9PkLUv5cz6yE/glJCB6BCR2Fhqz+SLd4ntZz/8A0y6l/wCpULZKe2juExR7P3tA4splZpMpjDtaqkirYfqK2imLKiyFl0NpX4c7ZUW1JJCgUXtZQJ0x/JBbpcefzu1rfQ7h6VFwizh2RRmqjIQWkTJT0iOsJYuBxUpSwoqUNBdIuSbbXMiJL+U4Zde9szHUZrrW/wC7Wk/4lQIyR+8jb1Z9pb2ZXd9u4yhbkcJ7wouBKRS5ELMpVIE1EiLFZUhmNww81kCV8F0KCtCynS19vKz+U1Q497ZGPmmvHkp2T8fd8e379t4+1Xgt729fYbw3jzdU37wrULlcURaahSVLekNtOMzIBGoDqOI8Am+rjSU3sb7RKxRQP5HGTA/Re09SV5/lXg0/6VAbaA9ofdU1u+/k48Q7pqziaLiiVg3CTLUefy4Y4y4bqFx1BorXlKQhAHUdU387beNdLotHiynKPWafGi1Fl3l1w5TCUSEu3twy2pIWF30ykXvpbZp479kDffu13TQN/tfwIii4XlOoa67NVGG24oIZekRikKabdUoJTqVC4zpTcbVB5k4iJifpW/7+zC3Eo4XtBbq//T3oP/qeztE3dblN7O9kVKXuw3c4gxOiipSqe7TIpdRHuLgE3AKyASEC6iBe3rR06vz8G4kpOLYDS+dw9VI9RaaXdB4sZ5LmU3F0nMixBFwdCLjYskz0T/lsR/TG53/41r//ALcp23mXkda29gf5TPdzUPaL9mrBG+3dND+0LdBdRW8kO7rr1KlxxncbSkErKFBlSkixCQs90228pt3mA8Ub38W0zd9u5pL9UrVbdTHYaYQtfBzEJLzxSCW2kXzKWRZIBJ2qJWepftJ6fyQmDWj3cwlgjL/8sgn/AC28jeVd29bP5USuUDdD7JmBfZ6ozyCX1wITDGfrTTaYwlIct30e5Qa9wVd7G3mTu33Wb0N8k+XRt1WA63iibTo/HlJpzGfl0E2BWokJTcggAm5sbA2No3SyiAMpn7q5/gVt7A/ysSh/6KFu7dbHQjFtNV/umkVAf5kD8xt5G1WJKgSpdBqlOlQpsV1cWVFkNFp+O6klK21oUApCwoEFJAIIsRt7B4/olZ9tb+TGoTuBMtXxXCpFOlcv4VvVSnEMzWQLXC1hEkIB0VnRrZQVt04zx0cb4ru3rz7LhEX+SPxC470I+zeMP/UiaNvJGmUqtT699k4FDqkqtLkKitUyPFcXLVIBILQZAzlwKBGW1wQbga7exG8ygNeyt/JlMbpsRust1up0QUN+Ol3NxJtQcU9OSk3F8iXJJuPJGncDaPtkGZh/kfOV/wDRoK7wvH9galm/+edNtt6U4D9nLBG7/ezj7fjGiM1DHOOX+LzUrTk4iGm20xWTYlCFFtKnFAEqJSDcISNvOT+STgtRPakrRaGTPu+qQV+VRpn/AB2/PaW9pvfJul9v6u47o9VfqkXBz7VJi0h13JHepDjEdyRDAAypzuXc4liriJbJzBtKRTcMZlCcRB+1Zj7e/vB354oa33Mrg4hosxUB2loUeXgoT1NtMX7slCgtK+7gXxDqqwv/AGDW+H7YW6j/ANq0r/3HS9tr+2TuQwl7Zm5Ki+1R7PxRUMQU6mqeUw0j41Wp6MxdhOJGolR158qTrcON/MCMWewi+1K9sHdK608FocqcpScv/tOl7VxteA2FXjs/lbg0faGw0XDf/shF6f8A+7mf8dkZ7GVmva33SutDKftFkH4GJIB2dn8rqji+0Nhf/wBNCN/6mTNkN7FbbjftcbpQf/gi/wD3V/a3zOJ/UmkP5YcypW9XAMDjL4DOH3VoR8qVLkqzEfjwm7+uRPptlH2TW3YvtU7pHWuhZxfCH+6SQf3HbWP8r6vhb38EH/4nFf8AqS9tl72U2GpXtN7q5TXyYtpy8i//AEpbaSOZL/fNNfy0rQO8DdWR4/c1V/8Ab0f/AInbNfsB7m/57fagwnh2e1npFBd+1VXTp/V4TiFIbIIIKXJCozahYXQtViCBtpv+Wea4m8HdUP8A8EVb/wBvR9rz2B6dF9mn2Od5ntZ12IyapXkLboLT7mRMhqMpUeG1cjp4051aSRcFPDOtrCf5oYNziIL+U23zO71faan4cpctD9EwI17iihKwpCpKVZpjgI1BL12VJJ7xEnTtsN+xk1Fa9qrdBwfnxGn/ANRX9kopEqsz5dZqktcqVKdW67Kd6lvLUSVOKPmpSiVE+ZUTs8vYzpvB9qndQ7+piJKv/wBWfH+u0bfKcbFTiPT+WGie9N8eAYDry8n2cdyJzdOYyl3/AAvlTf1ypvew2y77JVN91+1Vuj4XRkxhATm/ulRBH5g67av/AJXeOHd8eBHR40YeVk/+aXdsw+y0vi+1Lun/APTvp3/tzaGfaQIBj5zUf8saeHvG3XO//gapf+3mNsUUuTxWm/1/Dttb+WSV/wCvA3XD/wDBFU/9vMbYcw8818Nrjf4Nr55lbRyZ6BR5jTVLc5qorf8AkyeHt3Fr6a7QXIVGqjS3Z8Rt9hHhStHzbUFGp/NQG6pKdWtHiy5/Ff8AD8fz2tH6hzTXINM5EfOpf+X5/u/PaBNh4q8c0yLVHXIFBZQj9fIv6669h/pte7ssMwHYvuvEdPX15vi/Mn67M/ClBw5Fd+LTmOOv5MmbN59zf8e+0jEVRpdLlcVqnrR0f7Lp7/gBb/TYmYvA+bu/91yuFS6sxwPl+ZSfx/gem347glp3+v5JSF9C0/wdudU3tQKX+lw83+rxU2/Dt37/AF/Lamw3jivYtxG3FgUl/lV5uhDRSnTQ3P4nzP4bWALTiYz93ZgUZ33NF4iELTlSjN0+my/3o4gxHRsULpbuE+dirR0OoV82v0P5f6bGU5mfQapEd5RfxFJzr+X/AI7FWKWYsXgT5URhaMnXn8SdLi312TI7D+XzKVZ7nETO67D3v7EfFlO8Dw5GnbpVlPlr/rswMbYeoOHHfuvwFrR8q/8AUbUFQq9LdqnCpbWR9f6q+rKOx01A2MsPYBgY84nPy30PsdKFpWfT/p32JUndbxmhYdgyZnWZi3GX2jbi+8ePC4qV5fmUkdgD6HS+2g6VvKalUH3X7vfYfcR4/l8x+Oyzxzu8awlXnGmnUVFbHWlPhX+zTX920Gl13EeKKpAo1LiLhSkO5M61hPT53H7+3l22aWopBBxYsoa1u8xvi3GX/nP5rJITkWhBTlazC2nqNNPPvbvtrepU2LQd3LbVUzoyJQ0n/F+H77bMrddhaLRqMxzTKFr6ev8AW/HbvvKp2HKpF5CqNIyZs+b9VWw3IJzBs22Z2wrRGqpWW6p7pR0dKM6Pl+v8f5nZi1We601/VOAhCf1/FteM4OpcCA27RnvB/wCg7BO8XFDVBitxWsi1v/L+t/H8eewikEDuaKTeZjfEcppyl0vPnczJzZM2XyP+ffZTwqzWYDvCqmRhf66kZVZj+X7+22zN2eF6XPitz3YiOtefIpH5bNSubrcEV6gvxZ+HoK87X+yH5bFREhCxWZS3YIdlOoaqnAfQ5lV4Bm/C+zkqlCaixW5UBlhj/D82ytm09rAdecgRfjwmHfhfrpT5DTX+PrtIxZvxiwGojTTT/wAdfCyKRl6vU+gGt9P27UZNrxhHDLxGCiTwmm/19qLGCnapAca4uTp8Sf1vLbjT8cUvkGOayLfW1m8frtCxJiDmovCgU7gLWv8AX6Vf9dmgBiQXZooVYZrzUpzkKtUULQvNnaWcua/qP+GzGnRcZV7Ab8XFFRYlIydC3eheX0zCw0Ha49PU7VcDeHiPAc/hVTCfHiv9SpS7cJtR9fPzvqLWB2F9+mK95cqA27QeVhU6UjrdaWFqTfsOwy+t7H8tkrELPwJbuce4t92e/aVu0xb7rnvcenLkKadWtfU3rYG/a1x+Gp23JhmrNYjgMVlqWhcV9GdK/F+X5Hby4m0Ge663xWlrX+ujqzKv+2/fY83etb0IDrcDCVWrcVjPk5dpbqkpV+Hlfz7etjsXYyeoMMHnoVi3HuHMJQHHZVWYz5fBm2VDmJIuMpXPu1ZCIqFZ8mfKrLf67C9K3DbwceQGJ8+W4iajKv76rKlSR3v9fxA8yPTYwf8AZ0lO0vhYjxixS32/HySQrzv3JH8aajaxsgyFhVBk4XxHS/cM/wCOjJlTn+W3odltXdyM9qU/9l6iw+ha+Ly6+lX5EaH92wTirHTu5b7g1UIOKIqMqcmqHUq73zJOXse3n+Ohh0z2mGmp8SVF52E+vwodazp8tL27XNtbdj6bSH8YTYRD6n4OadpblLr2E1/3urKpNh27/vt+eysoz7vs8b2omKKNzSIT6/i5FjqaJvY62UR3F/8Ajd9se1LQao0xAxRhOnSs+VpTusdSr98pTbW1/UHttCrWEvZp3jcPi4hxDheatPwkTE81HzegUmx73t1A+nnsDuBobtlobb7Mb4X3jbtG6pS5bD61tIU0nwqSvuARqRtkKo7wseQP6B4LD8JGZCESE50pVftfxd/TTbVlB3G0uVRnKXQce0Srt5Ep+FIQheUdjw1kHX8fXvbaBXvZgi+4X3Xc/NNp8ce/Va57EjT6dvT12774I+HEzbu/xnWefl0uVSWEcdGRCEfMr+6SNBoL+Z/AE7GlAwzi2s881wX2GPkRlPh/AaHt3sNhygORYFecpbsSVx2XcnxU+FXbzF+3f0Oz5oeJZUWluOwIiFuMKT/u6fTy/f8A5bFAkgNM6pwrPwvihvmoi5TD7qk8VPTl7HqTpp621F9nD7pdaityoD3R0o8B6fx8xsCje47jKe5xafkWt1XSuyVaE63/AC9b/t201uqkYSrNGbdlMoRKy9SHfm08r+v5/jtBxu5kuSqxFVOo4tagOfdFrQhScjrXV56DTt6a7DRxHvG5pie7ElcqheRSJCClOW/kqx1B1Fidfx21JOwlAn17msOPMMI/71F0Ulz8vI/s2Ad6WNYuA/uHwFofT8VhCOpSjp6EXHlfTt9dj9lYEWmHG7qqtYopbEqVTor/AMmZSAh3/ePzH6nX67NfCUOjfE5BpCF5+tpSMqkq+o8/xFwfXbJm4xis43ny+FzsWnPq6FpdKM30t2PmNNNL630ccPcpXsOVT3zRt4VXR4lcvKd4rSfoAfK+oAtbyI2E428S+7dDveTjOg4NgOO1RlhH+NHT9Ow2Sm7zfE7i2sz6W6zkpaM3L8VYWnLrqlWpymwsCT30tcbSMZsNYtlOYcxbUUSn0ZcmV3Irvp+09r2N/Pz2jM0jDmA6M5/YPo/8+rJzK8hmGnl37H11vtygyfUCt8GK4vFfpcVpDCH+hTqrJ4aNASTcZb38+19hehw6XS3WIuKMPORVv9cWYxZbDibeoB/aCD+6/KoVil4jr0el48oc2lxZrqUIno6UpTe+qhdOU9tdb9hs/o27Td9g3CTdLgZKiwtGZppbufNcX6dTr9RqfrfYb8SRM5Y/xpWaXKYgUGkuPymFpdadzhSlaaaXzKFvKxP46bSa97RsqqUFjDlUiLp1RYUlK1oWUocT65Dc3BHkfWwGm03G2D8L1SU5z7s2kSkL+6r6k8NI+tst/MedwLX7bT8OYb5+LEgYjrcWqNsLUpC3Wgh9xNuyvJy/cXB8tex2oTiWxulXB3TYyrMqJiiVjFFRhdK+V4pQtnTW17pVr5E/kNi+jtyqDXuQn50IcjoyuqstGfXoNtQfyI+o2OW8FRWqDxcOS1oQhrJwk9SUpHmB9PS42T+KcTYyoNUcdgPQp3KrRxWnUhSXLpB0SdQTcapP7NpXylod1ujQGp7FU90vwn86eLy/gct2sNNQexABtr3ttetYW5+U58Vh+VKaUviys2Zz0C1C6tL+LU/jtR4U3nSsUQOVap3KzcuRcfVWVQF9Mwvb0/D89v6iVes8+575e4cVjN4OhX7+/wBLfUemxMcQZMir3LRffLE+Vx4s2Lmyux3zm8tLg9afQEHTy2LJ2D6Xwm6pFqKHJUXx8VGZGltFBIzJJ9baX7bf1U3lYX6OVl80/wBLTuTq/C9tL/XS2yxcxriOg4oqbs9pfu6or4XMZCpCrgdzrlI7EHT62sRQKZ2Y36lSMJT6N70ixH6XUWEfHaQ6lbUi2pUkjsb627H6HYMi40o1UdcpbVW5rgfCdQq6VJ9L/j5H6bK047lQMUP0Gs1ZDCJqszXMOhCXLjyUTY6d9bbdMUYIqkrh4jwbUEMTmEZ2nWlBSVJ9FeSgTob3H02vj4MIqfMn15dZgVRyLFdW/FWrPxc/h/G+lh+VrAfTYipvuZqLwq88uKtxKvix7KSr6qT5Eetxf19FnUd4UqjUvi4oiMMVFhSs3Lq6fOxHcj0te17a9xshsab48W4odcgRZa0MLUrKhdk/hY6WsNB22Iawqyp8ZpPE0zBFeiuRYGLIS5TDvR+V9D8wNxY6EdxtdbvcQu0GK3wpedDHztLzZVX/AG2P102xHScRVSg1luVPZW+tHiad6VZb30J9fUAgj12e2E95+A3eBPgS34T/AEolRXVhKv8AEkWAWNdRcHTt5ARoQy27dNYy8Qe+YHNNPZM6M+dPT1bRp9NadoznNS+H/wCKn/hsBUXEjTrTfuuoofiv5V9K8yVJPmO/5jY+xHOagYciVSL8dC8ng+a/kQf+B/12vVXsgceUGmJjUBrlZUtEpHg6Vnp8rEEdx+f+goJ7rTspxpplCF/Ln6VKT5HXaxFW988SLApKEf4elSb+elkm/mfoDtQ4qhSovAdddyOIWnoX08S9hYG1rkaC2uu3bYUThUaVPdirqkCWjjxVp4rCbZ+9/W/4A9/Ly2Z+61cWjUZyve6WFrWhS3VKR1agCwHbyGot5emw7PwPS5WEvtHFdlIlIaVm7oX2vkURqpJuPI3v+2Thvevhdrdy5S+U5KoNoV8B9BTmsNSFWvr+ZF72O1viU+6WacFfa2sv4jdiIRFf8CUrKkt/T8f8tT57Am9jdDS6819wyIlMeHMrL2/09L9u+2bMLb/N7WEq9LdoOIZSKdVH+LIpchIWhnMdAm98pA6SQSCdRtoOk4lr1egN16ss587XxVtWTlSfXte3n5+R12bXdti2Imo+EMUYI593g87CfQtD6E+NlViNLXzJtqLaa99kDIj8q7zTvgX/ABcbb6i051qjVZ1rgSoT7TqkdlZV5PlOqgNDpe37NsT4jpfFac+E4jo8GnT+zYFkqYPsRYDvxeN/vbdpvNRYrjrTWfJm2iYcpE+fPc4WfgN+PJ4Vfl/FtjGswosCluNcH5NgfzTsxexIjUp1x13h5F/+ZVbaamHF/RO8PJ4c/wDx2iwk/C+L0ZNpLC/i/puhebo+VW0tIWTU8KA1xWns/wCrn8XrtXRpkqU647wejaUnhOuttcH5uv8A5bSpIixWv1F5P/M/XajScTm/+i4Tu3J+Q61F4TvX+orP07Vcic01K/S9C/1OpP8ArtyqXNcL4X+NP95P+u0ASYb7vBFlcf8AxdSP72h/12LpmH6NKa+LER/jT0q2XG7KY770ca4y+v5f3f66bN1traxEqRugJJZdo0rhNOrWhfhV/p6bdVVXhRfvXDXn8Of5vx2KZdGalcRp1n5VZFbBk7Ck+qcSK09kWj+7/wANq4gCm05kW0WqQHGmnsi0fJ+r/H8HaqgynaNP5WV4F/721dVaFi3CU9uU6yvJ/ZOp6kK+l/8AQgHaRKxDFr0XiusohTWPH09Cvr9L6X9P8owwaMDyhU49Fiutu/7T9EpHhzehva35bWcHEEWV91nvZ/76/En/AI/j32F8JVxqe05Anso/wL/ZcHb7qtK5Ce2668vlV+BSvlV6X8/ptNlK2jmdiHDLfKututPcRhfgXtyxHR3a9F4sXIiUjwLV4XPof9DsGUfGTtLlchK+Oxse06dFntcWA6haP/NJ2zWrfTtkepQgrFy627F4kCqNLYz+F1PV1f8AC/r/AM9okOFKiu8KVL/wKR+7ZjYiw9z8Vx1prO+hHg/WT6bA0ZTTrv6FaMmZORf63pto02i1ciWBn9MddpfxZUT/ABLj9PT9R2O37BosCqO81Fe/xJWjKpP8fTaybqMV11yLK6Mn6yOlX59h+e06BG/Scrk6P1Pl/D/htZ7NsFY/xKVNA5Cstymnej52v7vqNjGXiuLS2uV/SdOdC0dP5bDVQo7tUd/ra0PoV8L+6r0/A7RWcE1mU05KdlrW+hPSlS+nKPL0F9qf92WrcMIV4D3/AGI90u8HDW8ajUPPNoM9qYhp1ZQiQjVLzRWASkONKW3mIOXNextYsD2wfb3xZ7VVBoWF3MBIwbT6PKdnqaYqypvOPKbyJUVFpoJCEF0BNlXLt7pyi+aFVzEcCU5FdZ+GhfW06n5h/H7PPawYqcWqNcKfTsi0fqW/d9DsQVhYT7pxpzDvCc+dC/8Aykq2K8F4qxbu5xRTd427TEL1BxRRVKU0+18ybWUlSDdLiFDRSCCCPqAREYplBlRfhPcB/wD8yr6/T6+W1OhMqLK4U/Oj5c6fD9D+G1pJE9CcG/yuTlTozdM3z7gINXlMoTeVS5iOXkL81cu+hRav3tnX+7UW31fynmPN4uF38EbpsKI3e0+b8B2a1KLs/gHuhtSUoTGv2KkBSrElCmzZQyFQKI1Pdc+L4Pk/vHz/AGbfLUHhVlyL8iNhmVIWMXdJiyqbqsb4e3itUlmrysPT2qimGqRy6JGTs3nCF5EkaXCDYeR2vva/9pSve1ViPDWI3cBowu/h6K/A4DFUM1DyFqC+IVFpopIItlsRbW+tgBIW661wmnujwf4dv2lyYrXEad8fj/xbVGZ22X24zHO9TcZi1jeBu1xA3T6pwuXlR5DXFh1CPe/BktgjOkHUEFKkm5SoXN9u03+U3pc+Kw7jz2fGX6uxol2LUm3Ws3qkus50A97a27XNrnDLLk91r4TPRtK4brTXxdpzJxG17U3t7b0N9FGcwlFp7GFMNP5VvworpddlZTccd0gFaAbHIEpTca5xa2ecOzKDiiK5FdZRzSPEhfiV9fqD57R8eSGnYvFaZW4tH6iPl2BKM67Fqnws6F586Vp8Sb/x22q6ZXIkrN47jfb13tbh8LxMB4owyzvCwpS2kxYHHlGPUocdIIDPEKVokNhOVKUrCVJAsVqFgCbFH8re1Fo0iBum3As0GqPpXmfqkhCm467GzhYYSni2NrguI01v5bZHo9SdlNcKV+nyf+V9R/w2+arhpqf8VprI/wDrZPF+Owa7/gyjiLfeZvP3jb0MW1LG+N64/UapNdzOyHVfSwFgAlKQkBKUgBIAAA01f2KfbxnYt9kCB7KErdazCjRaXSaX9oGq2XXVchJYfSvlSwkDiGOEkcU5Qu91Wsc/VrDsqLKcalMrR/6CpO1EqF8XlfBs390n3DOhzJ9LdptZpdQlU6ownWpUWZFVkdjvtkKQ4g+SgoAjyuNQRcbb23dfyrGIoFBRQd8m6iNiSUygI96UqWljnLX1djOIKUK7XKFkE3ISgWG2Baay7yrH+7tbNRthy+3cJs3Ff8qbvFlYtoVTwbu4hUvC9IlLflUbn8rtWSWloS25J4JDKEqWHMrbRJU2gFdiQc5+0vv4d9pbeW3vLn4NRhqV7uYpy4CJ5mIytrWQsOFtsknObpyC1u52BRGd4W1fNiOtbdOCgTRXso+29vL9m6l/Yw0mLizBrj632qbKlGPIp61nM6Y7wSoZColRaUm2ZRIUi5Be2O/5V5xqlvxd2m5xFOq8lKk85VJQdQyqxsvgtJSXbHyK0jzuexwNTU8J3/0PaxqLH6N3g9H/AKrtwMqw5mkMSfyh2N9424epbkd427JmryqxTXYErFHvnI+p0qK25PKJjBGZCshKA4lJy6ZQQBk6BW8R4IqlNxlg2rSqRXqI+mZAnxVBLsd1PYi9wQRdKkkFKkqUkggkG4Za+LtV1yG7yD/+HbpPpZtzBP8ALJj3C3S97+4xFUqjCUpVMpE1KY8hYH6QsPJJaJ72CljXT02oZ/8AK87xHseQK9SN2VLRhOnMvo+zjVUU05KWpJCHnJXBJ6BqGktBIJJKlEJI885T/wDZSmetHR/e2/KW07KlfC2LiU8Y5vaJ3uu+0Pvaq2+R3DCKC/W0McWnJlc0hlTLLbIs4UIKrhsKN0CxJGtrm29mr2x97XsoYil/Yjg1TD1XdS/VMOVG/LyHrJTx2lp6mHciQkqFwoBIUlWVJC9p8f8AstvyoUlqU6x8HrYV0KR/kfUf5bTjxkGej0f+VjwRKgN16f7OLiK8Gs2f3kytCV+gf4GfLfzyg/Ty2xr7U/tvb2vabqiKXXuBRMNxV54tGgLPCbVaxcWo9TzuqgFkJABslCSVEg8+LysD/d2V1R/r7jv9/YSHcZE1r7HHt41T2RsL4lwa7u4i4np1em+9orqJ5hux5nBQ0UOHIvO0UttkWAUk5tFBXTmnHdflY3xbXcZSmkIfxDVJVWfSlGVCX5DqnXMqbnKnOtVk3JAsCSbkwXT9127Mjmmv0X+PYu2dNE+yZ/KCb3/ZcpX2INJi4ywUhSnY9ImSCw/BWpWZRjPhKsqCSVFtSSm5uCm5vpGp/wAslg2BFfdwH7OTkKryfG7PntNNZvMngtlTlu9iU3/WHfbzUkxHYrv9zbi20078J3o/UV+rtGJ0ZO+Tffjv2hsbv483i1VuTUH0oaShCOE0y0nNkaZRc5G05lFKbk3UolSlEqLb9jn2x6h7Hs7FA/m+YxPSMUcup9pEzlZMd9gOBKkq4awtBC7FJta2YEkkHLYZda/ReNC+le1jGmc+1yrv6TasuvlLvfPvOlb7t7WJd6s+nMU6ViSZzr8VhZUhnQJCATYqshKUlRAKiCogE2DN9mH2v96vsl16W7g3gVrD1XWl2qYcnurTFedAAEhlQuph7KAkrAIUkJCkqyoKUcxS3ea2ktx3XapwtulJ6TL/AJZLBDcU1SN7NcpnEjjXU4urM8LPbsX0slwpv55ASPIbY79oP2wN5ftN4jbrON3WItOg50U2lw0lEeGhRubAkqUs2TmcUSVZRYIHSE1UozTspzhdG1UpPCd2gjcJYCaX9lb2nP8A0WreVL3lUvCkXEj8qgyqIqA/VDCCUOyIzxeC0tOlRBihOXKL5ycwtY02+ren/PJvVxDvVdpKKQvELqJDsDmuYTHUlpDZQHMiCsdF8xSk69tNkMw81+l8G0iTMlcLhcZey5rPqSRNQey57b+NvZMn12BS8PMYrw3Xcsh2jPz1Q0x5oyp5lpwIcy3QMq05LKyoNwUnMPQ/ahw3RvalpvtNYN3RM0XlpztWlYVTViqK5LcYeZecakBgFtKy7xSnhEBYXY2WMud6aHXZTjTr21sxSvi/3F/wdjKMDBlCBH97U3tQO+1Tjym48n4OZwu9TqWil8m1UTNQ4hDrrgczqaaIJLxBGUgBINzewCt0e8J3dBvVwpvUgURFXewrUeeTAXK5dMj4a28hcCFlGi73yK7WtrcKyotyov6LaOJ09r9K8vadkCamzumlva19qWV7V+KKFi2fgNGF36JDVTuVaqJmocTxFrDmdTTRSbrtlykWF762C43XYulbtN42F96ECkoqj2F6oxVOQU+WEyuGb8MrCVZAf1spt6HZatzqpxdialMz/wC127Yfug38Tkx7+1d7Uk72zMU4Ldn4NhYElUsu0lp96s81FSiW60DIecWy1wkNlIKiQQEhRJFrbPz2/wDe/u0pe43dt7Om4zGNLrWG6RFaVKkUmeiQ1w4zIYjNLWgkLKszzqrm4W20o3JB2xeqgcWB8Xx+NH93YYCfvXCda+bJtK+5wtlzQWeK1wnWej/0HZj7r8cyt0O8HDW8qLSUVd7C89M9MBUox0yrIWjKXAhZQOq98p7dtg2B91it8Jrb9mTOK1sU4UQRfMZPtae1TK9qTFFFxRPwGzhd+iQlU7lWqoZqHkFxSw5nLTRSbqtbKRpe+tgpd2m8V3dfvLwvvLapKKovC9Xj1RENUgsJkcNebhlwJVkv2vlNvQ7UVSPxeFtXTE7ZtjtmVLtnMfvtf+1zJ9ris4Xr07d8jCj+G48iGlpuqGaiQh9SFFRUWWilQKAAmxBBJv5bJOgymotUY4vgWvapy/C2/YzvxW/7i9jVWbmlxZu+6f/Z"/>
          <p:cNvSpPr>
            <a:spLocks noChangeAspect="1" noChangeArrowheads="1"/>
          </p:cNvSpPr>
          <p:nvPr/>
        </p:nvSpPr>
        <p:spPr bwMode="auto">
          <a:xfrm>
            <a:off x="130175" y="-3436938"/>
            <a:ext cx="5734050" cy="76485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4342" name="AutoShape 6" descr="data:image/jpeg;base64,/9j/4AAQSkZJRgABAQAAAQABAAD/4gHYSUNDX1BST0ZJTEUAAQEAAAHIAAAAAAQwAABtbnRyUkdCIFhZWiAH4AABAAEAAAAAAABhY3NwAAAAAAAAAAAAAAAAAAAAAAAAAAAAAAAAAAAAAQAA9tYAAQAAAADTLQAAAAAAAAAAAAAAAAAAAAAAAAAAAAAAAAAAAAAAAAAAAAAAAAAAAAAAAAAAAAAAAAAAAAlkZXNjAAAA8AAAACRyWFlaAAABFAAAABRnWFlaAAABKAAAABRiWFlaAAABPAAAABR3dHB0AAABUAAAABRyVFJDAAABZAAAAChnVFJDAAABZAAAAChiVFJDAAABZAAAAChjcHJ0AAABjAAAADxtbHVjAAAAAAAAAAEAAAAMZW5VUwAAAAgAAAAcAHMAUgBHAEJYWVogAAAAAAAAb6IAADj1AAADkFhZWiAAAAAAAABimQAAt4UAABjaWFlaIAAAAAAAACSgAAAPhAAAts9YWVogAAAAAAAA9tYAAQAAAADTLXBhcmEAAAAAAAQAAAACZmYAAPKnAAANWQAAE9AAAApbAAAAAAAAAABtbHVjAAAAAAAAAAEAAAAMZW5VUwAAACAAAAAcAEcAbwBvAGcAbABlACAASQBuAGMALgAgADIAMAAxADb/2wBDAAMCAgICAgMCAgIDAwMDBAYEBAQEBAgGBgUGCQgKCgkICQkKDA8MCgsOCwkJDRENDg8QEBEQCgwSExIQEw8QEBD/2wBDAQMDAwQDBAgEBAgQCwkLEBAQEBAQEBAQEBAQEBAQEBAQEBAQEBAQEBAQEBAQEBAQEBAQEBAQEBAQEBAQEBAQEBD/wAARCAZABLADASIAAhEBAxEB/8QAHQAAAgMBAQEBAQAAAAAAAAAABgcEBQgDCQIBAP/EAHcQAAEDAgMGAwUEBQkFAwEBMQECAwQFEQYSIQAHExQiMTJBUQgVI0JhFiRxgTNSkaHwCRclNENicrHBU4LR4fEmRGOSojVUshhzdrTC0ic2RXWzteIZKFZkZnSDk5SV8ik3OEZVV1hl04WGo6TDxDlId4SWl6X/xAAcAQACAwEBAQEAAAAAAAAAAAADBAECBQAGBwj/xAA+EQACAgEDBAEDAgUDBAIBAQkBAgADEQQSIQUTIjFBFDJRI2EGQnGBkRVSoSQzscEHYtEWQ+EmNPDxRFNy/9oADAMBAAIRAxEAPwD1HnP8NpbbTzaHsvTmVt5q+31Q6zih1+stceK/BSpSmvElKPm9NPmHe3120Tv83mVSjb3qZRmqi4xCQ0lKksWzKSruu/YlJGidNb99NlTvvxLXqDwHZ7MLEKH2s0V1XSmYwrzB7pUALKSexFvrsO3VLRWQPxBdzygn7Je6nCWPNyLGHN4NDYf5pD7tGqiWsyktLWSWVK7qQF3sO6DmAtmI2xd7QW6yqboN5dSw46y+hhDuaKtV1Zmjqk5rAKubgG5Nhrrfb1R9lvDsWsbm23cO09iKw+6667SeKUrp8oKOrKuwCtCRoLny2pN+uHd329rBtSwHvQoi4uIac1kgVHhBEhtQ1Te1sySQCO6SNRrbbz9XUmpcO/Cn8ydR+8xtuQ9pGe1u+c3VY3w83XqWyxycB12ylNw1eKK5fxIHibUSS2bpsUkADkul0vmuQpcTPF+RCrqyp8hpp208x6W2E8JYclUZ1/mmeA/FdXxWshSpVjqbHsPMenrs8mMA1Sqbr5eN8OZJSKcrJNaad+LHv2UsW8B7BQBAOhttr29RS5Rs5MzxXg7odeyLh6lwN4Md12rck+j+pOtLKVJUB4fQ36hY6EEixubs72qMBNT6z759yRX319T/AAmglLybEFwC/fTUDW48+5x/u5quLZWI2JUCorYYzfF6OnQg/usPqNtWYgqFZlUZiVVKs++t9r4TubOhSk99fr5g632YpsymHMZqywxFC9Hdo0Btqsu5Iq2lclUlozKj+fDctcqa8woglPULWB2o93FRdoO8FzC+KKS4/TpubmEI61MoKDaSza4WjKTmsbKbKr3sLGC95OF6XAl0bEf3pC/AlrqW2v8AHtYnW587eV7ohGOa9hyqe6+bWxFiyFSKXI8TsNKr9CF9wgkk5bkAkgWGmy12mywYGcVf0Y1t5WBZWA96ECswKgiL8JMqFUUqGWQhNjw1ZfmANtdFJIOtyAzcM79cEYXxGxiNpl+U5KYUmUlhJTld0vqfI9wQbj0O2ancSyqy7ytZeW+teXhOrWVJSo9regPl+zTTb9gyOFKcgO9C/k/j/LZsudvHuG2eM2017cc5qA5AgYTYfyZuBIlSM2ZPkCALH9o2RiPaA3gu15+qQIkJhjMpeVDWZLOYnQa6Adh+/ZeQ3HeF/gXkX/i/57RkPyoErixfAvxJV4VJ+uxqrS6c/PuSJdYn3o43r2I258qooW/nTkyND+P+e2jMLblvaqlOsVmA9TqRx0IdzOvo9AR0hJIv5jt5Wtptl+lNtNYoiT5TOdCHeLk+VX0/ytt6D7uPafpeJGo8CqYTqjC8qWuLDjrfR2sDYC4H7dhXUK7AvJ7aP7nXdjux35YOlLlVTFmF8jyeE60iAtWgNxlIKRYfgNsvb0t7cWfiipRXaShCIUxcVC4t0IVlUb2SSbXOoF7A6dttcbyN12I8UQH69hLelXqPnYU7yrqyqPlsSenRSSRp3NtvO+pzGmnZcWVnfQ+6vOvxKz3Nzfve42DZWNmwepxqT1iaO3Yb8N31egOYSxlUH6cy+hTSJXCzcNKuy7Jv56kWsddNTszzU8B4Sw43Ai1uFUaXKUlPHYdRxYMojNxk9lcFZSVZfkULDS22BGHPv7fC+TxI8KvqB/nbyO13Nadaa59qWvIhGfJnPh89PL67ArpQ4OOR6le3+I395NDd3jb+ML0FqIhyVzTEie00gKS8wg3W6n5VAosoGx0uLa6+hL0SC1BcdlNI/RDiqyAFQA/i3128i8F76cR0HGUCfzfNP0RSVQ319LrKRoE3A1FrixBFrjUX23nu/wDahwlvjo5pkpn3JW2UHPxV5o6lEedurhrsUk2JSbHyB2MXRXG4cxjdwBP7DW8ejRcZVrAeI8j9IfdVwluoCks5/Pt4SSQoeQIPkdq6vbrpW6rFDmKMES+BKRmlQ4ql5Wnk2+LGN7jKU6p00PfS52z1vCxJKpeLXKo1E48VaupKbpW2lWlx6g6g6aG/ls4N3O96fiiBEwvWeuVSFJ5ORISVKeaF7NOA9yB2V5i4OoBMtqq7WKn3AfM7HeK07Anxa9h7+iJT/vGBHkLUpUFazd5CCUg8NSsxykWB89NUF7VOOcGz6XAlYclymP8Az4htX6k6i6Sb2I8wLXHYd9tJYxx7u+ixXMOYjpz7COFnaXkGdtKgfCrvYG9j+F++uH/aJw37+wb7+pcvjv0t1aFraWEpkMX72/WT4reYKtCQLFotdDgeoZMzLmPKz70rLfFlofyfC4/+0SOyyPI+o+m2zvY49nfFtBawvvGxREYXSMSoYq9ElIUHUsupPUlQKbsuFFja4zoJGtiRimh4fn4jr0SlwGs8qbIS0hK15U5yf+p/Db2E3e0nEWCNzdFpkqJyXu7l+agacJOQAHIbHKkqJUBoUkqFyDbaLnK+pa11RMmEtXTPr2N3MGwJbEVcrhL6/wCzuCbj8cpSB9QdnxTFcrh1gVRpltyLHS1ITplzJAB/I+X0I2zc/Oad3jQMRxc7yGEoS/Fz5VKaPzJ8ipPpobed7bHtbouMsb4ybZi1t5uiRWmpCFNKyKlWXfhOW79J0VpexB2rXaLWyICtwyRNe07jKjYSxbH4WeLFm8LPIaQVKZULkLsO9jYmxB9O5ubVDDMB2jOYoi8qtdXhpVMWx4XlHsu/YkEkX7i4BJBB2oN+e57+cuvNxfePKrhcJSs6c+VOt16akAakdyL21A2H6pRd5eA8L0nC9Zpy10iKhUWPKadztKQLJQNOwAF038iBcgJte1z3cAc4nKGgHvBentYcYgNM50U51M2HKWs8WGokhSQfnYWoglJ/RuJSRa+3Cj48wvvBwuxhysuromIac7ngSmF5EPKNyW1i9s6V9Tau4BKRoRb5xVVvddLf4Xx8iOprxZtDdNj5EaEeeh8r7LVvATvvSmuu50QaolD7XXn+ETcqGnUUgjMB5EG3ewrMZwfciwbjGvTqc7FwlXap7uYW++j74nIPiKCchURYXuAEm/kB6bJPEGIos/Af2co1JQubS/ir6TnZQtSsxUq5tkURZXYpte1yTr6qbuItBwHEk0aormwqhCUl13MFOx5gRZ9BA7oJOZPmO2oIO1r7PHsz4SgYNn4oxHEXKm4hRnTnspptgXCSlNzmv8wOtredjtK1PLg7funkxVqFiN2s8Wl09fNcX9F+qtOtjbTXQ+hB0NtnfjaLPi8hP4yKcxNhJaf4qVK4ni7pvfS+ht3uToSRpGDudwlhfeNWmoDWeVCVzEVp1HhaOlgSOm2oBNza19kH7TFN+LwneiLk6UJUcqV+d/UEX1PbT63h62WGB+RElUKvu5pfEixWV1SUwpKuKv8AW/u5baX1ubm1te52hwsc1nn25WHKdFhdWVCorQz5tDY5bDXQAkdwbHaug4A98ym+VZ4COni/Nl7ajtf91tm9hPBuHML8CU68h99a0pzZx1K8h5AK08gCbeZG2dfra9JyeT+BB22hPum2PYlxtih7BsH7UYnQia5McaW1KT+ju4QhsjvcpFgSbEm3YDbRuOa1zTrlGqlPRkXldiuoUVJV6EHS1+xB+o2wfheRyFUfw5VGVxfhJXxUpPVpcEkHyBuL2Fidb7aMpGBKzFwHQceNYhffXnUpaHV5mshWQMp1t+Bvqb6bTp+pajWA/pkfuYBHLvwIDb+qXKi8CVhz4HHWrNlVlU2onUeWh7gj1tpsB4WqFZd4lBaZRNlMNJU6h9GdKkquLHz7Xse4t3vbZ1YvVFxHS3HWuHzrHj+b012Vu7zD8+l4jruKJXDWthSY6o/ypYUAVLHY+PuLaaj67d9OlreuY8QGkPdzVaNVKzU+QpMqkVegqW7KhLUXeIwkkF1u9zlBuLanvoQRtm/2n93+N3cUT8eNU5c2lvr4/Ow7LSlAAIWsDqT2uSbpGW+bvs1FY2ao2I5+KKM6uFW4VSVkR+sknKpB11QpKQkjW+VB7gbS96WPsW4cwRTd7+EskqnLlKYnx2k/AznslabdFwSQoWva2vYsmp1X9I/2gyn+2YPqWIpUr4XyP5Vrz9Sc3nrf9/fbSu7GFiOfuqorXun4FOdU+xIQn5CDmQpIFwRfXyIy+hO1RiDAG7T2h6M/iPctSUUHH8VC5FUwkp0IRVE6ZlRxoniXIIUiwUVBKwhRBGhPZyxfRqXuvoUWqRH2FttJhO8VOVbKkixStJF0keaTYix0BBAZqIsTB4/InAwsrG7SVhfBrG9WlvRZsVENL8qO0gpTlSOtaRe6gRqR3FrjvbZYYU3mxd78p+BS4mfkpHgUsZm1EX1AAt6ga6WI0Ozi9pLH8Wg7m3MG0HP7xlI5WKlrqUnS1gLHQgka/TXZZew/uWdgYSfr3Kfen3/1DnyAAC/n3BNz5G4NiQBa7To1HbT5xKoN7YjnUw01g2BQapEQ+uE6h+LI4QSplY7p/wAJBIIuT2Ouw9vEwPRp7sTFFBa+61RpTCZCbZ476LZmXLAHM2QSlZIJQtIN7Ekvxu3FdgP/AHtcKUx1ZF/rAapt+PYj9+y3pO8WLQYFWoLrK32KjlkIy9So8hA+G6nzFx0KHmkgjUEbK2ONPSMnEtqVCjiXVEqv2S48rFEREpl+LwJHbqQsZVEG3mL3Gl/QjZVx8aT5X3+fL6+ayPys2ZSnb9LhIsMrrQCyRoFlY8lAMKM7VMUUutNeBcqEqRAWh3qbdTqB2uNRp5ggfmtHqk1XpTFUrNDiwkSmkqq6GLqQ8oL6nADYgg9RTpYqWADcXHU5OHzxEjNK73qXAwlhKm4tgVDnedhIWhGcLVmyC5QRoUeRFtO2uw3uJflVSfLitS18khHNcLwpSpdwSPoRobaG1z2Fg7E1barMXhNPSmGKR0NZl5mEqIF21I7gm2ihobWJHna+zpLd9/T3eCtCH46sq/lUpJvkH5Kv/u7Hbt26hCPiUPHEc2K8ONOwOF/t/wDzVu3/AB2jYBxzS93zv2cxG0x7rqKlI4qkZcqzqOoC1wbkJJF9bHtt1xNV5XCYa8eRf/LbP287e47XnXMB0GndaM65r+ikqaVYIte1lZtexsNTtqXZ/lla85jdxXEdr2Mm/cNQYfhMLU0uQ0oKU3eykW88hvcX0Go87bDG9CfQcJVSi8+0hx9GZ1fT8nz380gJvr2F9TqLwfZ4jNYcwbPrM95aM8hf6VRy5Rp5+QNyPIg+t70OLsURcUVlye70SqdIU7TpSOpOU+NpYsLpKbWv2Pn659+oVV/UMsXM5by5kDBuDefpfR/575+pWUm417djYEX8j9dlZumwy1i2s8WVnXKQvOp1Xy6aedvO4HY/XU7dd4eNncZYS9zRYi/6IkKQhaLpzNEgiw0uAe3la+mgOxt7LGF+fcnyp7r+R9CF8JdkpVa+qfMX+v4eh2Q6aUvc7DDqd7xr7vmq9AxQ3Pi5FrhIXzGbpSpBQQQT5X0t53IOtrHOm+dPNT61K6PgTXXcq/1y4on6dzqb6/gb7bHwhRYEWLiiU1LW+jkFLju/M3YLUoWPncAWIPb6bZqxtu0xQ7hx+s16JkYrbS1Q5TShlzpOYG49dLp9L/jsx1LTMlXh+ZNq7h4wI9kzF7tL300KfPl8rFWh2Ep3KUo6k9PbTuAD5XIvbS76xvgFql4oqVUgS4vHlVZLrqVXS1lWQrOcpHQdQVXFiLakiyV3K0jC8WVE985ELfWtrNnHT5fhpYkaC50v57MTFL0ql0vhQHVypT8pLTWdZzOJv3BIsPOyfPTte+wdNv7OGGYeqjbVuPuXW9abhyg1mmxZT01+L0yJCEyih9KVaE5gdSLaX72v522DHMcYXoPP8rLm1GE3ldYfaU4h+OrS4cQlQSts+ZGoIuLgkbUJwdXq9Plz5VW5paOpCVJKkuIvpre4I7m6bi1tdDtFbYpcprkJVJ5J9ClRX/i+FeS4Chqrq7pVqLmxNtse76tdTvUYH4gWUtH5iCqz8W0GJVIDvHp0qKl1TSl/FbQpNyQb9SQSexJFr/gnq1KxHiOs+68UVxCOAp1MWUnqWpN+nMQdbpGp1sQSb+czA28+BPwvL3cutTWKpSEpU0vIcqUBeUFK9TcEAi2liCDobCm9B+l4NlMRapx35S0Jd/S5kSGljMh5Ch0kXunQn0NiDbT1dp7YIM4jbPmRucx5WaXLaqmJ4Xuth1MqBN+VPSMyVhJBQoWN7E3GU2NrCzwlWsUUuqe5q81Fmvyk8uj9ErMpOqS2r9c+SQQFBXa9tgSk75pUWBLw5Apy0U6ahTUhpTvhuf0ibqJCwSVAg6fXts38WezLjzAe7Sm7xqXVkYlizYrUiRFaQUuxUuICkuNm912NkkCxvqL3tsfT9woGQZ/Mqh5wIc4uote+wfFi5JWHq8011NIClR1kDMFoUD0pWMxvawuAQRYUtMxbijCVBl4clUlDCJTHK1SKpJUluQBZMlklWaxFikknp0JNtBPd5Va9vG4mF2pc1vpQ7yrUofGSTqUoWq9zbVIt3vsV4hbgYSqjcXEbsqbCmtcKO7IaKXY60BVgHEJuOgkAG4ISPTbZTzTIkH79zSbgOs4jqjtWw5VK4j3JKyLRxU5VsyBky3Glkq8JsTc5dBcE6K33PUH+arDVGrPzph9DCwl1SEtpC+CoiwVkvYkW9R6ZOxtV6NKn0l2gy3+VmtJizWs2dSbHQoWbqVYDMLm6blJJFrbUxfFwljzd9woFbiv56St2AvOMuZA9PIgjL6jX8C2noboZTuM82/aFwnRvtHLlRasichhKHUTWo+RbySBlUpAAsvqCVpsSVJJuT1EW9klFLgb5OQrPA4FUgTKatDqcyUu50FItqB4SdbeWuux9v/pzsXDn3plcV9Dq2vPN62Hr6jX8tlpuVqfK736FVK9EW/ClZWpCsmVal8PKFFPzK6dTYX797bUs8PUbrzNp7o1O1SqVbdfWcbzaRzrq5VE68qG5+QoW2F3ugLQTmRqlRJJTcWKh38+0JvBoOHIG5afiybzrEpNGnx1JCXXlJdCElagCVIIUnKCbjLY5iATd45xHhfCXPyorr62H0Z2s3iS+gCyCCCSCLG/e5uDobp/DGFK97Rm8tvHlLelSl0uQl/iz3cyHnW0ApazKBUCUgWBABItclJAEqIx3kcwJr8owN/lIwHQcG4aqmDa3wJzCGl8q71LZVa1rEG6BoCk6EZbd77Z5w3FxljLEctqLUajS52R1a3abmSptHZeUg3SCFm1jYGxI7kMreRTv5wd4LdLlNSqcxCXkkMKTkWyts2ABHcdNwrQGwANyAaLA0Thb0OE09x+VdfhuqWotZrXB6rHL4SoHte1wRfYepddkEM7jCCl07Ee7TCVSoLstdRhITzTS5COL0CxCjfpKmzcKFrKSQb3ttHwhCgUuA5WYrK4s1+RmaXn4rXCWOpk+ZF9RcEWSQTcAk7gv1mfjdtqBEf8Ad3IOtOuv5OFzXykBIKUgjpUASCbKHcjYPrbfubjwGoiEcCQlSI6E5Ut99B+HkLeX02XosLfM7UcoHlpvT3b4owk03vzpbyKvS69RmPtDFSjKtlKSQHyCfiCxSlROqSMx0JIYmE5mEotLwfPrORbFUoykxXeAlSUuhCSnNZN1BSTlOoUDYi9rDvu/xBK3g7lm4HKTYtbiokRUKy/AnMJWpP4aDpJHnY37jamWzhL7OMQHaS5TosFpXKxUKOWG705m03GqAQSkEXAsLmwO19Ri1dkivzHEiUzBtBqmMp8XhcBDa+aQnJmSq4sprUi6Vi6gq5IIsfPa+wjvKqlGqkvkKhx2IXCQ06tZS6lIIyqzG6iEk2CiLE2BJ7gcwemqUGqT6Nihn4E1pKoEpF0qZUP7NfooIVcD9lxfZgYowLg2vNN4jwlEXRKjwlJXAz/C4trqbbUTmCFZSoA3t2PYEq6ep62zAlPkyslQYuLcUMNT5a/jtKlOuoQEqSom+caFOqjftYgnQaETsdRsLu0bkItWWio051SVuu9TTyCL2Kh+jcFikgkgkJIIuQAmFNgOz+ao1Qf4DbSVeHKpnNoUnUjQfhca29L56gxWnXItZ46GH0KTKad6VKQtGmU+ZOhBF+31Nm/qSW4EjG6CzNM4XHlcZD6JTqepCypTboy389DexNrX7ggC2xKmq0bC8rkK9ERwKvHRNhRVpzdaDZQT3sUqNwAACTra9x94cwRi2K1TazhKIir+62k1ZWRaVuyGGLZwGFWLikrAVlAIPUBodIvtM716DijGWCMUYSp7EWUiQ0pfCuhGYuJS4FK0ASVm3kCBrrcA1d7HIMuEVIOTlRazWX6800xkfQjJlQEKzAG97eZ0Oh0N7abEmGcRVTC9GflO51wpS0vqYdQjK8wDmICiPEct0n9YWOitbPH2CHff1FlUHI+uru5nWvDlULZwsDsASPIEZtQNqfGVOlYXlU3DlZe4FEmuqVHlIX1N6kLSvTTKrVQ0Hci4JutZY4bIg3rC8yGqRQcW4jfi8JHwFrdjp1QmUwmxIPUMqstrkX+b02mqXFd95e687FOYdRKjrdQErbzJu42uxyW18QACinNZJJG37gTdTyE9+qVSrLlMQneK0phWZ1uPnyZwNLm2ZIF7XBBOux9iTDNGwvhyXF+61BFXi81AqkN3pzAgFtwHsNcqkkAgkaG+zqOSmYaivB3RFYNTXsRz58We63FXFnux0SPCjTVCtL2BOUZhfTuBY7Mqr06jSpWHp7rL8J+K6w1PyXUlOVSUlxCrk9vK3lb8IPs84ciynW2qzEXNirmyHVqa8SUkWudTdSVDMRqCARpfYoxPJpcCVEwlFzsVdhpcxXMNBHEjqIWi4PZVswv5jLY3Nglc4Z9sO4/mMHd/u5+LKrNWgT5aFxajFadRIW0ELShQu27a4KtTYqFr21vrsOVjdnWcB7oMPSqzTs9OYmLRHmtO8XjXudDe6UqCrZe1m0EAEElse1dXZTs/C8XlERV+7VqTy68zDyVKSbsr75TbVJ1SbjsblIuYoxRKit4NxRzTFIlKamojyroRnSFJQ6kqABBzK1BAJKrk2ts9XUuzj3M97POVkarNfd3WmePKiyEOtKkJzJeSCVFKgLHL3ABOlzY37xX8f0aLKl4XawawwtE9U+O6n+sMsKvnac8nk6pKVEJKR5kKsPybh9rhSJTtR4D8J3riqRlUpN8pKSToQQSQe4Ise+xDhWmRapi2JFoMv3jK6YrvHaCkOR190OJPhUm+itCLKA0I2pXWxsEqGLeo7NxOCotL/p51lCFymuXady5V8K6iAfwzWva58zpsxq5Bge+abAleNh1Dub+7nF/x7a7ckRnaNAiUvhIWuK0lORH/AB+na+wZUp0/7UU1qe90cxwms/iSi40+vptqWDGFm1phsSFm/rfVvG3aSoFew5TkIojGVqQ+6lK0PKOgSRe6QO+bQ3t31srsffyjcBrAlSgxcPvxcUPx1tQFIWFsJdNhnPzAAEq18xbU7Bntr76OFKbwHFl/dYrXFfTn8SwekW/EXJ/DTTbD4Q7VJ/NSuvP8mY/kNde/qb7bFGlqCAsOZl2uXcmFuG8a4ji177W+9pS6u4/zC5S3TnU6SVE5vW9/ysLWttq3DP8AKCY3oFL5WvUNuqP5cvF4oQpSvWx0/G3fva52zTgndRjLGUCXVMJUlc33dlXIaT48hIGcXtmAJF0gk21ta+x9h32b97VedjtNYTlMPynVITxVIRlUBcgknTQ/n5XOztqo4/UlEB+I16/7deLa863yGGERfCnx5kJ9T6/xrbts2PZK3zPbxt5Uh3G1WisuU6Kp2O14U5iSNCTYkJvf8b6ix2QuL/ZYxvu+wHUsW16owmOSQlSWkqKsyr6gnSyrEBPqSPpZL4fr0qjSpbsWWtt9afHn/bY/gTf1BO1WoptrKJxnjInMzK09g8Tb993+HOJzeIYudHyJXmV+6+1nhHHtPx5R261Ss/JOZsilpyqVbS+vlt5I0fEk+e1+lWta1/rZu/0vprp9e+3p9uAw/Kw5uvoUCV+n5VKl/wCI6n/Pbz+u0lWlQbPce0alzkxqwF/E2hY3w3BxZhKq4cqDQcZnRVtFKv1raH8QbHaZTEfF2lVCQIsGRKc/sWlr/YL7ZOfIQlpw/E8cN5WEmqNjJxqK84hiE7l8ZVlsu5RqdBckD0G0DBdaoNBxRPdxHT35rD6FcBOfwqBJB1IGv0ufpbY03qVL3pi2uuxehHHWtf8AiJ1/z/fsn5E12e7ysVrOv9Fm0T1E9yT5D67YfUr+ze1acnMR1Fn+2OqmubtMURalFqlP4CKj0x8q+tl0DoJJNzroSCDY9zqBI3xM17C8DDzteeRCWuGiEjlepiQgEnNYdiNL/ke17q2g4QrLte5Ce6tvlcq1/q5vJHnYnKdNL2vfYlx7j+s7wZ8SjcFb8WkdPCX1KbUAEqI87eZA0Gv0OzeisynPBkUO2OYPb340X7OYanxXeO/yqWs675lJAI9SbmxOtjfvrbYYwbM91wH681k4KJSWltLR1Zrgm1/P0/DvsUYrjf0pSaM1nXkSnIjxeXf9hvf8NqvAeCWsW1l+LzfAisPqkOoy+K1wALWsdTc62zbTrH2jmali/pYMfUDFjWPJ+HuQpPJU7hZJvLtDJxUosXLaW/D8bWudmnu6nuyoFapcqosRWIS/Ai2VSVEjiEeV7gk+uo2W2C8OtT6DLgNVZFI5VKuXRlHxlX1+ut7gE67WWBqfFwvKf5+oZ0TcqXe3ynv663N/y9Nll6rpdOmLGA/vFlsqT2ZU4tqlBgV5x37QoWuLnRwkJzZdSbW8/XTzI2Ld2tRwvPw5PxQ6znRTsyFKWnKrMASB20uLfuN/PahGBMOSqzLqjtWRzS3VOsZ7KQrU9B/bofx2NcQwYuF8GxGqXEhPsVSVkm5EDLqki5F/PsfyGx9L1LTXN+mQYSrUVknBi6wviWe7i1+fKpy1t1dasvypbtcjztoNNP8Ans+5G4vi4Icr1eqPK8djOhrJmUlJGgPnex1FtPrbZCUKmV6gtcLrqMWE7xVrWjMuK1nFtQOwue+ttdtVVfeNyrTdLns8dhGRr+6roBv+++x9drhSmfiQ15BimOGWsB0uk1SjS3+V6GloX4ctuq573tp6k7CMvE7VZr0/lc6ERVJjws3hS6rzPlfsTrbW31200zX8G16lxIDsRjoVxcvy66bDDe4ulz6zPn0bg8rNdTIda/vj8PQ/wNslLTaM1SjOjcjiZVfwJWcZYoiNYoxivjrqTcBCFdSktJurpufPQel1p8ydrvDu72LS8Wvxay6w/C4qmkK/2mU2vbva/a4GzuT7KFZdqjk+VVkfEdzo/u63T+zTawqnsv1RqK/PaxD8RCFLSnJ05gNB3v8Av2Mn1CDLAyngwgFImO8L7L0bx8dPLoRZPbW4/D6+YGyz9oxyfAr1FxRPyP1GttNNPqT4m1tXTbTva2UHU2SSdQLkFZpVUoLsSVKzsTYrqXWndepYNwD9L/lbYPrjVZxG05VKz8dinOqddz+FlV8xP43J/f6nZ06jeM4xJH24g9VjRqXiiA1PlrcR0Kkd8ybo9fIA2voTa4te21bhRbsrG8uBKzrp3xVwnV3SpxN+m+mhykXA7a+Y2k1yp0t2qOOymkLffyZejMpKRpbtpc63/HaTSWXapw3YvDQth1KGkfM5mNtPMnWwHn2ttRX7z8TPz5TlWqFXuFEnwIi8j7+Rp3w9Yve30uPPyP12h1eVKo33DEcRaKivKtPF8Tn5+f7TttbCm4aVi3dLEwvXmfd0pEpUhqQ1bOlJ9L9u/by/PaVjX2W4FZoNNgcVD79LT8KQtAzKUPMn69/xJ2c2OsKPKY/jLozVG5+ezkXkV0qT1ZreV7/8dvigYMdxG0xWcUM8rkSlKWEfq+qr+vYA20H10cNV3R4ow5VG4FUp7b9LYd4qnUIGZWhsO3e/f/pYXrrnCdcitdDaPl28f/FfXrunoKaPuPz+J1zbFwslQpECltcKKyhCEeFGiv2fxfblIrPF/U/9auBrf+PTYcVIdd/wbDszeDS4E9yl8bI/kT1frK/Hb59XR1Hq1nllv/ETVGhLiDE8XDkByfVJeRCPk+ZSvIAaXN7aef5bKvDe96qT6847PdWthebhNfq30Atp/wBdljvDxDXsUYy4Up1b7DDvwkp8Ottbdr28zci9tL7OPdfgOBFabxHiPoyJztNeFX0Ovn/lt9C6T02volHdt+75P4/YTQrrVR5x5ezpRMEY3an0bFtJQia/m5V13xNq/uX8/O1tR+zYZxhFoMCqORWmUPrpyltcXKEpVYnUDXQ6n89qNmuT+K57haWj+8j9n79usbB+LcUT22mvGv51L2Fr+r2atO3V/wD3l+4+wpXPqjYidanttRWW2F5k5VpR+8Dt57bA3Mbq6pVIETFteqD/ABH/AIrSfD0+v4nv6bJbdb7LdZr3EqlZqy4rELNlU14nFDW2vl6/Q/Q7a83V1KK7hKI006hfKpU10KzJ6dNP2baH8Mnub0c+Qxx+0TNViNueT8T0tqVS+FK+PwP1+r89hmNCa4XwujY1mK4sVz++jYUYG3r+2EEuTumcPa3LUXDkDi/+fH+QO2SaliWfXuUgNdEVjNlTp1f66eWttTtpv21J7sr3ThyK8hC1rVId/upGgP59tds80KkUt2lyJTX6djr/AMSRt4brPTLNRqDck7ttNRYj9w4ywlEx5VOAivIa+9PtJyomJt+kt8i/VPl28rDOmLsUVnFGKIlBaafciod/S65ctwlX00sLjv4b2uDsz61KgUbC7EDjZ6XUU5HXfEptRFswF/LS48wLeYIM/ZtpmEoFLq2CK8yj3ih33shC1BTUxA1bkx1W0WkXSpIIC0XBFwb6L6kWjZj3xDU2V/Me+4zAUCl4EjzsOSn6fUH0pU+vVSHHRpcpOliLAgeg9BsD+2Mr3NhKlYoqmT7rNTFdnpTkS2lWobdIvaygCk2tqexIvoPCVdw5OpceNRnmG+lWVpNkqSR4tPUXvb0I8tsbe2uMUY7wRXYEWtvse61JddipRkRKS3cpKrdli4IUBYjMNAbgz9Mr7JqfkH4kai1WXEV+HJ2F5WKKbWcW4eYqkJEjI/8ArONKBSpsqHcEEkfUAgg2Ox7V93dH3dYoiV7dhUH5WDcVtOxfu7oWuCpdkqjPJVe6RmFswNh3va5yPuJxRiijV6JRp8SVUaDUVqiyEu3WllJ8wTrodQNPpra7xxbUJW7SVzVBrfHlZs/ILspGQi3WkaWtoL62uNsPTaKzp7dukEg/8RFGsB2exFvvGw3jLcPiOfS3WkLivqyLadTl4yCOh1I7hY7GxsCVXuNdqHDmNMeVSgy6W7XF5HHeLlR05VW8jqbH9tvPTb43pbxMUbwZ7FZxRLfmymE8JDrvUplPytm/cD9bUnQkkgkw8PVDlYvNcLJn8X/Hb1NIBHlHqhtlfIl1SK78VnP+vn8Wb027SYkWvRW4rrWRfVy7q/lV+ofx+u31U6lFlO8Xwf39uSEtSmuLFd/xpSvL/wBDp32I1WftMs0iQ+aozvKz+thC8mf9X/l/H4F1JixazPYad8fyL/un/O3l+Y9NoHLuz8jXGQtbGXr/ANsj6jyUPMeuvY6X+EcOT6pK5WjU99a0dSMvyp/P+LfhtVCftaTv2+5as0uVS5/6biMLRkX/AHrdj+W0tTHF/sdmTE3N4oqjTbU+owoS1qTk7rVmsTb0uQCR+B9DYwwV7MzU/iO17EL7C0fK1bKpPre3Y/gNnUTEH3R/LEHhGXAi7waE7XuGilsT2HZWfw5AoE6eeg7ee3qFhHHm7nEcVv7EYho60ZelprIhSf8Ac0P5DbD+M9ze76g1TkJ701aP10L/AHj/AIbVD+5dqjOon4cxDK4H6Vp1p1SV5fI/iOx9e9hfZXW6ltNgsMj9pJ1AqGSJrfe5TvaCao1Sn4cxZRF0tDC1qaai8B1LVjm6lKUDpt53z6c7705X5H15/wDe7n8/89tE0/ebjel4Xcw47vCmrRNSuG61Ps/0kEGylgkAjyBBB+ljsp6ru+qlZlORYsthEr+yzLypcV5WI7E+V/P9uyn+qaVsAtg/gyn1Vb/af8yjdhxfiRZX9v1okeFSVDz+hH7/AD2jq5pqA5+ujMn/ABf9do2IaZWcJNNxcUMvsPrVlQtXUnN53Pl6gnvY7U0zFHK8Br++n/CpH8fv2arsRhuSGD7l8YN0eO01Pluu9D+dWT+8kfIR6kagj6jTS9/TaxPpc9uVAdWhaP1PF/H02j1mO01Kc4X9p1oX/dO0JxqVwm5TT2fwpX8qm1+hH7wfPbKsseyw49yN+6MaFvG4vH9/RFriykJ+KhWZUdfbTyKT2II00FwL3e+6GPFxlKc9w/HfYjpUxIR0qStI7KSTf6W7Ht9dsjsO/wDjdC+hafFlV+Hp/HlswN2mI8R7vqoxXqDLfQtvrVkX0uJ/6eR0I0PqHKKFs9+5YDdHxvNo8p2luT6zk+6rV8LxKbQfELkXtmNxf/PbINQpWI4uI28Guy3F0uqTUJa+FmSppRypN7EAlPcakEKFiBs/94m9prerPYge8fdz6/0rTS8vGWBbpBsLnXQ630vrt+wcCRYsWmypUtibFQ6haX0XzN2WCEkfQ3IIItc3+ry0ig8fMKDsTMJIHsTbucBu03G9GqEpcqEpDuR9fRpY6gaG+tz+z021dWJcDEeA25VL8EqKlaEfqq80fiCLdvLZL7x8bNNOwcL8XJzsdfCV8uZGtvzANvr6mwJHuVrzs/Dj9BlPZ1xV50IWr5CSD+wgft02xX6ytXUxoGHsZB/f8THsvdrNr+oK0XGcXC++6kxapnQxKgJzcVHwlIKylR1uCQCQUjUCxHYE6gmOxaXXmHaXnXnSnM0nwuJULgoV6+eUmxtoRtlLfDC5Ws0mqNOsZH30tIUuyeXdukXUdQEnQ3I0IN9CNjSk4+xbS8ZYXoOKKeuKt/7qtCVZmu1ykeXSTcDUgFJBIIJ0KgEfHyZoVY2RkIxNQmseS6XWKTzUWqNKU1UmGl3byEBSV+YCVKuCRdJUQfLZgS3MLxaM3S5/AXFf+69dsrigjuToASBe5I11vax2zxvzxS1g3FDFZo1Q5KqLQmQ074mpCkA3aeb+ZK0EpJGoHmQCCP4A9p6l1nm8JYjp6PjrUlprOfg+aWwoXNh/ZrFyNUkGwActurR8P7hA49Ss3j7uGpTvv6l/+cuo52EOp6lx5SQTwlkaEEC4PnqNDYkawVhnn+Hg2qVDlX2Pi059Do4XMIN0g+aQrUEA9iQdCQTqsbzcL0bd9WqXzaFypXihOrQlfHuA3JjkjqUFFAcRa4BChprtbbjdz1B3jYccxHWZa0SlyFraQ0+fgqCjlzoIGh1VcEghVtCDdC2z6i/CD1B9zzxP7C9YqlZlPyosRfKrda5+AtJyKlM5krKCLHwkdQtmSQTY6Bu4HqTmDqYujtMr93Balxc/UlKSSSPUa377DmG4TOCanVoNTeQy2zKSt9a15k5rAhd/lIB7+YNz52n4hr33/lYryFxX8qF5bdKjb9xvcHsdtD7RCnygfjvCDuI8UfaijcBh+UwuO70ZkuZblIV6aG4J00tbbEntGYbqjs9iLVIjiH4q1NOqR4vIjLbuD3OpFvqDt6EJp9UgcCfF60IUrN15kuIt2It4h5HvbTbIvtFYmwk7Xn/06333UoTwrKUlZsTYFJ1t5aGxPmDamosVaS7SRZtmWWnnYEVyLS2eA+hPStdsqtPO/qPrt+7oqTiPFG8ui0Hjcda5SZSYrt+pCAV2Bvp4dD2NwPWzCe3ewMUNc/S6s+xx/EmQwhK0q7ghQIFj21Go0vcbGW6HdBWcOYypuI4tWYXNpDTqY6M4zqUsWAFz4R1WTre4GnfbC02o0llmM8n8yPDdmHs+S67Kbr1GlsfcpCaXNayZX6XM6lobfB+VaepKrWvfuDo3t2GN2p+7l/CU95mLF5hXCa+WPqSoNkk2Fz4dQD20I2z7hyjY8rNe3k7wapROAwxPQ+/C1U/wAkpMlCRcLbGVIJGoJuQBqB6BiTEbs9+LFiLfp0pSXciVFSc4KbFJBsgkaXtb10vs9ZqfpTsPOfX9IItteaMxNRnd31Lfr3NrWh/NmT4uo9rfie1tNhVtqVKpb9ZivPxVzWupH462PqD2vrY+R2CcXV3FHCptBi1Z+VRKinJlfutTawcwAWTcG4IKe1wLX8jlKvc27RhpqoNrmsIzoSrqUrQFTYAve2pA11JHnoOxk+9DGFs+TMuoo9UdxRVnXXuacW6uRlR0ryi9ynS+dI1IJ1TqL2NjndHvFw5hdqfgjHlJ5rDWL1qhyku+Bt+9g5cE5FXsQrQg2NwdggiqYjxQ+7Al8DPIUtK2L/DUL9YsesE90nQgqGl77VFZi1n7OVKLKZbQtha1u57pSlV7dJF1FJsLHuCbGxFgXSXhsj5nVNkmB283dbi32fd5bfKy30McXn6DVGl5VuMX6TcHpcRfKsXsb3sQq23oPukpbWN8L0LeXWadF971GHxas0wxlaqCwi6pAQNOKDcrT53UrQ3ByJQt7NLxlgNjBu8aI9UZVB+LTp6F5lJRYJyrNgq6bmxsSQNRckm3om//ABlheBTYuCKjx0IlIdaQ7421IUCbDuUkDLcgkakk22dbEK48eJprGz26rFE/+lKTFfXS0KRFUpPT2Og/AC2pGnY9tnnuMh0v+b5ie1ERxJWZ3PlyqUk+H91rbZyxhheLvVwv/ONg1n3XKcSlNZpqOlUWYQLLGujbnynsCQCPPbT+GMKyt3O76kxWpnH4ENrxIy9WQXH4Xvbudq0qWOWg90z57VdSagT4k+LkzvoU07k6VZukJv8A+g2P7RtmqJKdgOtz/GtGV1prhZlKtqdM2pFvI2v2PbZwe0bjGLi3EbEVqJk5HMh3J+sLD99u/psvMOYvwk06/hKqU9b819KVReF4841GSxOua1wQL+RJ028t1R/qNaKVPAitzkmPKgYuwlXsLwMUUZlCGKo7ydSYa8MWohvVeguM6LKCfPqA7G4lSsOO1SUxAi09hc1D6USkOuhKHEBepN790lVja17AjXWJuoqMqqVmfhKfTosViqNJdzfqyEOZmXB3sQokFJOoUqxPbYxYw5WXao3K62H4ubN3ShxBsVAkEWOml79tNbbek09KuvMJp13cmDe9vdXWd2lGW77xQ/Cm5eAprpSpgWs2Re4W3okjqGUtkE3JHLd4+1giBSa9yj6Fvr+8LaWVIeYPdRGoFrkaW/bYmBvgxFWfumF6pnlRYspMpqRo78BVwvKrxHp1Ke10pvsQV1qBRmuVgVDjQlw0yEoWvMjKoXNvW41BFrg/TYFdSpeSPiUsC7iRGpi5tr3C/PaeW+xws/Fj9S0oUNHUjsoC4JHpf8Nsvjd3Xvtv9qHWvd3vuOlp19r9FISOnjcMGyXDm6rdylJAINi5E42da3fQGoERa34Tq460K6k8I2zpXqSkFBUU+V/QpAP5Bo+I5WHHHebWh+nI5iAhpYWrIPCFA/pCBoQLXFwfXZ57NwwIDdtgRjfG8WBAf3fRc7D9Oaaadj5MqXkqBKQntcmxtYd9O+wLJlNUalscLP15VcJ1HU2s3Jve5H4HUWt5bfm9DE0qs1RhqVT0IqPFQjIlJSlV9VC3cWIFknsTp5bU+J50qqOscXPx8uXN831H5evpt4nrrsWAkF+IJYakNSqzLdde/wC9KWv/AAn/ACIUdfofw22L7NcDC8qfVqM7LRFzwmpUePnHw1dfEbBN1Eagp7gC4J7bZEoNPdarL7vj8Skfn+P5/u2Lo9HxRiPFtCi7vmpv2rQ0+7HdirLT6mkoJW2QFBK02FgCCDcgAg7Ofw+4qchvkS2nc7o5KnU942HGqlPo1RpzHW+1wvFxF3NwoEAIJT1JuSD5am2wJSt+lZn4Xf3aVl5h+FzCZUJWXwqVckIXeyL3UbEG97WF9qHfBLqmLfcUDDjTzM2UjlZlOWvxLuEJFr3uNQbgdrX0sONAOKIEBvCUWhxX5TEjplLSUqbRchQWmwVobHXVKgQdNNt3VW732A8Q6DfZtldh6mu8KXFlO5PvS3UryfIbiwtfS9ibenbXZ54ZoDuLYtCoLTPNSqW/1ur6kONEFPWo666+XfL2OhWGLKbPw5KlxXYmR99PFTk6k5T3uRf9gHp2vrT4E3p1Td9Pcn0uocBfCU06hfUhxGpsoZgTbUg9xa489l119emOw/8AEbuuFShJp2p1LCW6Cst0GsxOAuoupySsnH4arWSokkFSRcAkagG9j22UPtCYqoNZr0TDkqJS0SpTC1QKzFkDLmA0SspTbKVAAX1BN7bVVExJK3l1SfVPeM1+qSlNcJrhLdyuo6m1sEXKVg9RSCAoHsTe6M9oKZKlY3cnyqeiE/NaRmQ1dCOKi6VgA2yKLgWSnSx8ht2udHr7g+Ys/wBu8Q03MYl9zYj/AKojms+SU1IRmTqSC2sA6i5INjbzBBF9hTfHVmqzi2XRovNOMMOraaYdd4qm+oktm9uyiQDbUam5udrv2ZKa1XsRz2p+R9CIC3UryHKlQUkAKV2TfMbXICiSAQTcc956eLjxjEfj5pprj8VHFXx0dJzk6rV4LrUcxGqgSCTjWf8AY3k+jAYLcz+wfuXqkqlsT59QYir6fhOozIUnyQqxGUkeYvY+W3p4JlCi7oKE1RsjDD1LaRCSr5VhodNz8xINvU7eYIxxiOvT/czrK0IWlKWlo+VQ7Dv+YN76dx229E6fAo2LfZ9w3hx2X7oqK6WxwuKpTS2ZCGwpLgOigMwSq9vCSddvWdKspsoHa/vJqBD8zHlRU1VHatXoDTEWVS5ipUebDUUfd1uKKr2N0lDnzXFrgEaja9rWJKzvGoMSfKeyPsO5HVI8SlpNsw9Lg62sLai4O1dAq7TWMql9o6T7rlV5COK61+iclWDT6L3KHUqN1ZhdQJJJIOkXEtYi7r6NEpfGfX0KdjoR1dSQeg9jlOawOpBGtwSQwQVORCWqCJZ0mn16l4jw87VKGiVTqovMxIayrS4+hwdAy2ssJIulVjZWlwQdndvjOEouI2KpQXuVlVGOrmkMJydatFFSNEi+twLX79zsjqXi2lz6DTcUQKtKpdRYlIfQ60vOqO6k/pFNXObL3BsSARbvYk28XEm9qfWZeI69EwvVKcwwwt1UDOhak5bCSLkkpVcFQAFhlIBF9iGzYkFQ7LFbvSrVZ4s+LF+9IR+nad60pUAAFgk5h+FiPyO2d6JiifFx5En8F9CIMpK3UtIyqSkHVRFiP719R+V76vr2Avt47zWHK2xFXKi/FSrqWnuNReytNL39LHsdkJiLA8rBs9ue68h9x9PQ+lf6RSCQpKkqJIWDc6k6ajW+2bW7Dl46toMMt5WPpW8uswML4Sz87UUpWhaWs6HFJN1E6XST5ptYG3mQDr3DeAMJblsORKzQcJrpcXEtJYdq0VCDk5+O2gIlt3N0qcR4xexKQe5N8r+zPhugtVlyvNZ11HirQtHyOIWSbgDQEWGg19bgAbbFi4hnysBy8OT6jx+BIU7DadQFKU0dS2CQbDvbz17abaFbh14k790VO/LAeHIGF6LvGgNRYtbYipm8XOpTFSj9BcbVckpdAXZaCCkjKtFjZBSjmGazhfEfv6lvPxZS8s9iQ0s503A89D9LeY73vbbQe9vebg3eDgOmwHWpTFbpa1MSkMNZkJRk7rT2SgqA6QBYpVlNgQANOKsJVTDlJdxG6xFlQoSGHUaZlZekEE6kaaC1z2sLABQkPlDL0+T8wewZUHWveXKxGILFUfVN4vhajzARmatqG2louoCwCSLggGwgb6KfFgT58rg8DnY6ZTWROZKlHvZQuQQc1vMfQdzuDindfAnuSpT0pHwEsSlKirU0pBvkKl5e4zEDXQGwGltoe8WBhLeXApsCg4hpzD8XK18W3xGj21107ef43HYFdZTgQtlW4FZUbhHIv818SBArb6JS0uyE9BQlMj+0WkHsDorKLgkEXJOljX6Fi13CTdZw5SYuIX6Q+lqe006OYbUQChxbZAzoV4cwJ1FiBcbEGLmaNug3acWBTuaf5VPMcqvOlShZCXE27WFwRa9r6m9wsMAe0VXoFGYwvijCfJU6oz0rpdclNLQlt24Kmi9bKnMdLEi9h5ajjlORFEAp4+ZNwbXMZY8rzder2E106kVFPu1peZKkcduxIUdcisqgQm50JOlrBmSKNXqzWX8G16oLQinZkNOutZZDakgEIccCiFp0TlJF0jquRfZPb7cRYopdLf8Ac1QXFhVTJMlcB0fDfQsKCsp7XN7qANgpdxqbtLd/vRaoO6Ci4t3jUmqe8VupaTV0NGQxMaLZW2V5U5mVIbCUkKNlXQUqUAtIJvkYWfNEwz7hgNyp8TPTpqFpRKTbpX2vmtbIdU5SbpKbgi5JjoTWZUrkGmX5XAayJYkdbTkcX7AkXF7K9Rqb99ibd7vNwbiisuRaDiGlyoVRXndiyFjJmUAQvKdULOlyLEGx9SWvjPCuEqNgNzEcWJ7uqMKKt11D90dOt3EnSwIBum1jZJFiLGy07GBHzICL8TMuF65ijCWN6K7VJcpjDyJD82HNYz8eGkLspnNopaBnFk9VwO1wQWhufpeA8cUHeLhfEdPpEpcWaqfSZU9Lak5o46FE+IJNgSRopK1X1tsv5LMrFuEn6DRuPUZS3VSn1x2lq5W40cJT4PEVXvY2se99qTdnAlRYtSgSuOxVMPL5V/hLKZCWr5FFaUqBUkpN1Eam6iFAG+02alKiUMgoZcYwxDiiltRIECnIYchT/wCi+YdK1ZELAbTxstybdObuQLE3BO1DjvEdZxHFcle8GFyn3XfuDqOqPKQAm1hr8yQFWspJJB0ILY3q1WL9nIHCp0J/pjoUlHjUhQGUqta9kjKl0XWOGkKOayjWbq9z9Un4tkT3eBUWKjHWuOt10eGybIAIA4gWhNknQkXBBIIGX7qZSUatnOBKfd1V2nZUSg0Zp+DNyKalMPxShaUK6XG1o0AUhY8QuCCk2BuA0p2BJTUpultVCF1o6+KrL4u9hc2BsO/ftt+Yun0bdVAkV6qS2JVRf6GvhBClKtoAn5f8I6R2AAtshaA7vB3yUbGGKIuIZsKqUGO7KhQGnci3EI6ilCVDK6Sm5IuCLAgHUG9bMoAmglaUp5zQu4CgNboJ9SgV6ZS5UKa7mU18yU69QKh6EnvYjv67Qd626CBiOf75o2IUPyqXFXHgZPEprOVpRnuFJOVRSRcgHXUGwCfZ/wB3OCN7WF59UxvjGtwq90paS7M4CW0EICX0lXS4Au4KTYgX1Gh2U5wnv4pdel0ag43WxUaXMXCW1V+lrjhZ4LReSnKgukpSnNZBKki+tzW8InLyA9D8T4rVC3oUGqU2Li2nVFcKKtDtNWq62Ex73W0CCpCbEXKbgg6EC4vc7wsWysZbr/cLWDsjFBlKSmvNJyNN8xcpjPdJCVOOIOVRt2sdSL0mF/ac3qtSnKXijCa1v079Owh3OpPkTY6HUFNgb3sD5DY6o2/zdpWYs+BiihopHvuLyUrO0I/NNKWDkUey05gnv2JBAA12ii3D5+JQ6Op/sMznTsQypTrbTvEldGZWdHU4g+R76jsBrb8NtTezVgSLAo32tdzrzpSmHxU5VJatax11sbj8EgX02DYu5Hdo7WftHu5xitCH833CU7nS2pXfhuJsUkfqkEHtbXbUdDo0DCWEokDgto4DXShHhUrzsPW+thtsaNgx3QaaPtGCOJsQe63XJ/j6koyfMq5/j8tdk/j3GrvNS5/yQkcVC19OWwvc9vPTXTt9NrveniHlZ7/6NcXpX/eSu9tPz/z2Qm+/E7UDdzVpXGQt+UwppGe2ZSlDT6/j9O+mxrbBvBj9de1DEFjvG0/HmMp9UlPLXzT+deRZ8AsB+4D89pFNYa/S/wC4nNb+L7LzDkr/ANZR/wBNjeLI+E3/AOt/x57b2ktDDmYbjym7PYIwxFrECtT4tW4E1h1LEiL8N1LjSgCkqaNlpOcKUlaCQrqSRcWOw4eHnWmuan1BDC4qlOoVF8OQCwuFDN2A9CLW28m9zG9l3dpXnJ/KMSkPo4SkKunsQUrSodSFA36knUGxBto7sa+2tWapRnHYrK25WRbXFW74kkADNYAKUQoi5ubpubgkbXtoe18qeJyWbfGHXtu71cL1n3bhLC9b40phbqaiqO70ZU5crTg1So5yFJINwUqBtYXxaJbvPuf+X/vf9fx2iKnypX3qU6vr619XUrbgXHefY/8AHzo6l/Nb8vp277G4qTYJAXc0cm4bCkrG+N6LQWmVrQ5KSt1fy8JJCiO3a1x9b/s9eKHT2osBiA1/YISj9g2xT7Au6pqBS3941UZzrlfCh5/Eloak666q/KyQR3229TZLXF28z1HUd2zb+JsVVmqqXbLfCbttSY6kCLg+rO3yHlVpT/iIsP3na9zabJD2pMfNYWwEuI06OJNdShfV4Up6j5j079u22dSN1gz+YkfzMM7zsAO0uqVJ1r9PK6HULRmSpJsc6e3kex75baHZIxsJ1mjSm6o11xW3+EiR8ilCyii+ovlINr3tfbVW8fGbsqjYer1GpKKpFq8d1p11Ksyo76ALtKI0J0JB8+99ds9R8UxWost2BxEMvqUifTnbKS26gnKpIKe6SojMLHuR3ttn63S1m82fkxZ/KfzNHxQ7RqnVItWQxFzpTISpR6k3SQCLDsoJtY309CdhhGBcb+9GHYDq1rlKS7n8PSbHXyBy30t5W8tmFuwh0uvNVJ3FsthHAUlC4/FOVxBA1AuLm9tLaAk6a3LKM79rXX5WEmUPsUv583ht5/sOn02z9bY2nTKKT/ScX2D1Ic/B7TU+BKnvdcVpKE/Lmyo/4+X5eu3OMmjUviNUuIhj9dX61v8AT8b63124VurcL4s+o9aFpQhOcdV73/H+BptKpOHJVZ4bsDh530pXkz/KRe9+1vXXT08tvEdV1vUNZngqoi1119ox6E+np/F/RO5F5f8AytvyNVf0fFezr+f+O+0heAa9xfitL/jz/jy24vbvqo1xJTsRaEdPWtWXp8u/8X28zVor9V9gJioqtb1OKas7F/tsmf8Av7X9LxZVGvhOy87GbqSvw69jr218++w1TMJe+Z7cCBUEcd/oShf617W0+nmPXYirG7iqYNdgc/UWFxZTqY+ZN1ZVeffW/wC/8NtnSdE6lU4esEQiaa5fKaf3IYTaqmDa07wUZ6o0prrRmy6Wv+3Xah3+1Wl4DwuxAi5F1HOjgJTbNmAH+Q7nysBfXZg7vF0vBuHIkWly0L5prrRnzKzgdX/E7Zu3wOfa2qQMWuy+PFlcWOhr5U5FE9rjWyTe4731F7bfRrrk0mjD6v8Ab/M163KjygXU95mLXcWsSuUfhMPsJ+EhHSqwupYPmL6i3kL+ejIwjvaxvFaiOwJefO6tLqflyg/t7d72+hvsv+HS58Xhc3wFxczrXFspKVWAITf1GmlrfmdruhVvDmF6C+7xuacXm6f759NTb6/6dtkaep6UpvrIEi66s+po/APtGxapVG6NXsjD/hz/AC5v4t+3afjbfK1Knv0agvIWhhpSpDvy/gPU2/02xkw3KlSnJ7TvAXnz5tcv1/jXvbZsy8G16l0Gm1SL1wq81nTMQr5u5SSb2NuxOl9PLbQ6Z1C/WfcvH5/MV0+brOPUuccu/wA4MViLynKoQpKuOi3l6fwNg3GVN914cbo0V5H9IrUtavmVlIJv+Jy/mD6nZ4YD3eNV6BE+CtEXhJRmX8ygLEj9/wDntyxJ7P8AQapS3/vcr3iwh9prIvMlKwu4FvyINrXv9NnOo90LmpcmaD1lfUxpK3bz2sWtyp9RQjpSpaEfqakef7rdze420zuL3c0ue7Er0+nIRFpCkLY6P0joFs+t7kevkQfTZW07AVe+2TdBlNP8fipQv5lZfX8h+Pp9Tryk0ijYSw4xA4qGGIrXUrw9htg9N1NjOWfjEySxUndC+JW3XXW2ovQhHz/LtCxhvWwlhKA47VKihb6E/ok9Sv2bZr3p+0Tyspyg4NdyIR0uv/3rX08jp/n30sUxNxbVKpw5UqWt/P8ApeL1L7+oP7dNdNmL/wCKNNprO02T/SLm/wAuJqHC2+Sg71apIiu/AQhasjS7ZlJ7D1ve2yH36UhrBGKG5XNr93TX0oyITm6lf2Yt28/wttN3IYVlVneM5VIrS2IVOhZlIRfqdUCB20uO+oP0ttw9obAO8veDiim0bC+HpT8WirU7zGU5VPrtmJubGyRlHaxKjfXZzqXT9F1FV1LjOBkR6sdxYBY2qlGiym4tGl50IazqT82e2v179vptW4c3dNY8a+9ROVQx8V2R4cqfS9u+l/y2+p+7DFuDcZMO4tpMpEV9rKh3xIUux7EeYFie3n38rPeFiee1hf3Nhx73dCRlRIyI63lEjv8AQafib+ViBaeqkJupGMS5QoRF5VKVgjCUqW7Rsk1+KtS+YWvMrN20Gl7/AIaaaWG3WlYod5Bx2svcPPl4X91P59tlJi6TPi17kObXwOnx+HL9dO3f02OUYRn1SgxIsBn9O0lSlL8KfUXPmT/mdu1dVD1ZsPEb7SMvnGlTFSmorcql9aOrOr+9fsfQ/wDHa0p+M6zRpTcqK9kX/g2FMH0l3BtBciz6jx8/S0hah0+gA7nX8fLYwVgDFDsBuU7E+G+lKkLR4te357eC1NNtVu+jJX4MQap15SH9K9ozGVLoL9GiusZH0qzL8K0qOlx9R3H5bGXs+75OQnt0GV+gWvp6unX0OyYw7u9dlVRijO1FCJT+b/5H2tcd7eZNzb072Nk7isZUF3n4DrD+TqzId9NtTpJ6ho7xqApIPv8ApAHe/wBxm2481qU1xWns6HE7UUlxqLxHXfAjMvZVbrt4E+K03RsR50P+FOfqSrY/xTUovuaW7xvG0pP7dvpf1AesOISrLNgzB3tP43+0eLXJTWdGdXCQrKf0SdB+RJKv2bRdz9NaqlGflSv0GfLxfwJv+zts2cU7uqNjLFECA1EzvsRUZlIT4U31P4nt+zyGnLHVKw5hzDjeA8L5Iq8vUpr9Ujzt6jt63JHfTLv1tKDzIE01ZF+6Cu9F52jVn3D7pf4C82TK0ciU9+40F9bA/QbTKZWItUpcCl1To5XMmLNyHjxVHwhXYqb9R3HcXIsd2S8G7vqy0xKlRIUpD7SVx3coVmSRca+hBuPptS1Hctulqn/spioWvKlKmrJ6vIaevl9b+u0Hpik7lMSOnB9THFMxNjKg1n3DVOaWvOlbUqOspzaCywod7A9we3a3kyJmF2ncOS5/FfXKYaUt2O7dSnGra6eYA0I1IGv4OKTukwRFa4UWX+g6Wvi5lJTfsL65b+XkTpa+y/8AaLxZAwHhekuuvMyq3KSpECUwrKpSB03fSPMdgrXN9O21TpHR8kwR0pmVmd6dBo3NwMOUlha19KXVoGVlXr6kj0PnrsG1KqOypTk913jvv9bq1eJW0WuQnYspye7kXzSlOrUn9Ym5NvW51G1Quc7/AGTK15OpeXZnbthEr2DE+5IgSv7LJ/u/u/D6bVkgcq1yrXgX/wCZ2sVutOtcV0bfsCmSqpKbgQPjvr8Kfl/EnyH12HYO2u8Qn2+UFp0N3kF/+YXsV7q938/G8Dn4DqERcympClrzdY7gD12NIOA3cONc1PaYqKH+hSfGhN9CD6K9D2PcG40Id2sOBgie/wC4c79Bq7q3X2lLzLhvnKdB3CfIntaxGl7JaPrVF2p+nbg/v6P9IL6pGOyTX93UDC8Bus0H49YpzqJC+OnOiQgEZ28uguU3A179yBrsf4Xwk1VMUMYjw4yhCKo1xVx0L/tbDRPldXp5kA9ydhLGdXnwJSOQp632F/qIzJUj5x+ITdQHcgfTYtwTVqXgijN8WWtbCOuOj58pN7C/pcW9O3022dUE42Qdp3QsYme5p/P1l1tbEpaI8eOtOVfFvdLYJ0zFQBRe3XZJPUBsz8B1BrFEWR8bhykR0uoa/wBo0f7RINiU9r6XFwCAbgJXeO87jKguYo8c2EpPH4V8lQpzhFnrDs8woBKiO6bKJum+0ygYqnyqC3WaW8v7Q4af5jMjpVIuCpQFrgh9sFQsMpdDiTYLFsarXOt5os4/H7ylYweZyx5MaaxG5FlPZ0Z8iO3Sr0N/K9r/AE2tKzFrNewl/ONginoisU/NHr1IaR0sqGnNMJvcNHxKTe6bEi4BsL75kNT6pAxRA+IxUY6ZSMvhcSe9h6j/ACP02+6XvYqm7mBzUXI+xUIqkfrJcUoAFtYPnY9+1raEjRnqeoHZ8/X5jGoCtXKVSZVZo0ustU9ibwFpVNga5lI1s6g+Sk+oGo0PqHdQ6Hux3tbsPemHWmKLiCkRfvTSFZcykDW4PcHyI1BNtkNulxhhyLWXGsUS1wos1ao6ZGfojrXYI4mngI6SRe2htYHZhUDBcrDmMpcpp7OhDSkLQlR4TyQQRpcjQA2Ivpt4zpXb1YZGXdyRn/3EK/FP2gbiWiQMWxX8OYtzvL4TrTT6FZVJvcJdFwLkEAkfv1B2zFNiO0uvS8EYoaf5qF+iWlo5sliQ4O+dsjUEdvMjsNy7ycM4Xn4NYxlhKW2iVzXKyoqnRm5jvZIPZZBtl7KKkkWJJ2AMFYaoO8uVEqkrgMV6grS7FdUkKU4j5miQR0KBOl7A62FyNlKfreja4aew5RjwfxGNKxD7BEHLwXVJWEnK9Rv6Ri0vxqa8XCIvqPUf6H1vsGF93/zeVf8Ap/HltrfdpQotB3013C8VlhFEr0dSH4C1dOdXUMiew80iw1vb02Wu8nci1S8WuUHDjy1vrkKaS0u2ZtJuRcD5QPM+Q0O3rX3Bg5/yIfuDdFDTaZzUpH6mfx/NszoyWmovC2q3cKT8EfcKzEWw+3+v834fTb6TPadi8X5PlXtv0VbFjI/aC2MaJxZ7c+L40LT1J8SVeo+v/DY7wFjmK7F9zVmWvmlq+FnXmS9bUjXTNp+fe99lRi7FPC4kWK71/wDPadEb4UCm1lp3iOPoSvKr9cd7HyULEfjf12jUkgZEhvtmhd6U6U1KoVedZW/CYzcJ1f5Kyk3726gfI2N+42ZG6992jY84UV34FXi8xFUu3xkKbzpI9dBp9bjZVYcxzQceYSco0/OhbCE8VKUdUe9glwd1FIV372ufI7OtvAzUXdVhOs4Xq3vFuiMKQ07kyvstd1MqsB+jUTlNh0quNLX8xrOmjW3Lq6z5If8AMzrq93Iia3yTaNWa97rdqNRhSm6kl12E06VNVJrXqb0PDdbJIKSLEWJ7aODd9E9/O4Td9+Pv+4ZHLp4vVmRw1ZUKJ1CkBRse1lW8hsi6vRqzz/8AOW66+vJVPgSNUrZX310spJvZVwb3sR57H6/aCi0ultymqJCYf6USEtKDTWUDyAF83cW7WtrptqNf2CLLI0lgROYw/apj4S+yU+VPa482LkyJT4283mkjUaXHrftrtnDdjAw5WaM27Pp02LXqXKXFdkZXOFMYcUtxC1X0adQRlsLJKCkjVJuSY53lNV5r7USoi+tfCyykl2LKR2LSxaykGxsoWUk6g9wbzBOJcOT58DEdBZXS0Pq5Kr0uZ1sPIuS28wdLlJuCCBlNyDY2CWu1tduoXHr8ylVozkmD0nAcqqY8gSq91wkOsKaTxSjmLEXzehyixI1PlY320PLrM/dVjxug0F3PTqpTlT4CsxUlSQQktrtYKA8iDc6EagjZXby6tRp9ZpsXDmd/IpXFYj/LYE3GtrE9/MG1vPauxHj2s1SBE4vQ5h7qiuqV18JX490X0JF9cpI0J2IdQlLlk5/OJfcN2Y3KpOnyosuqVRnhrlKTIkcJX6Zr1F/mCQEkedgfPa0wkzhL3pyDtb49Hmx0rirzZXWVHyJ8iCPCRY62722QzKN6EqKw1PZm06EvK6jmmilakK75RpYWOYX7jXz2bu5b2fGsTyffOI6stdOYdUnhMO5VyFWv3GqE662sT5didmdJqdRqM+GB+TGDnEY+M61FwbQWP6cYlI8SHUWyvI7HS5ykHQ+n02xF7QZlYXnv4jgRESkTVcVGVoqTqba2Bsb3F9RfvtrX2gt1eEsJ4X94UbiQUMZlpRxSpKe1xdRJsba66aem2QN4eIvs5KYi9c1EppMhC2vl+v4E2sbaEW77T1I3og2IGX55/wDUrzmA2BMZ4jxRKlwJTSGEcr8J1KcvD9e3l2IItqVfSxxgap16lwMWNV5la1xfisKd61JsgrulQA0ylNhfWx18tuGDalg2s/FitMRX+EppbXhzI87Ed/23Fr+e0ypQJ7WHJcXCT3O80hKFLW6Ph63BCxYWyi3VYHsDe+2KNVp6OWTB/pLGxFkHcZ7RFZo2I6lAx5n4E2KuPFnwrpfp7t7ocAuEvIWQlKknUjTTXY4wvv7wlXuPhzEeGGKRNf8A0VWgRfhNv9hzDCLXHqpNiO9la3W1J9l+vVT+nsUY8w1QUcJKvvD5Vl/IAD6nXuq1u5OjcO7v90GF93zEqqPU6rvwkJaVVGMqVPW8J+hI1J1v+Wg7r9RqhlAAP3iBsLMYsMV4fxvQaNz/AAWJrCFJlMPwrPtONKVYSGyP0iSDcGwsbggEED8gNSqpw+K6tjP19C8yW1ditPewv+YGp2eW6ap4Nx5Aq2F4FOm+5GE/HQqyXYa1XAksG5sNLKFiCLXBAsRvejhqVg11ulu06KuVkTys1q6UzGuwWU3PX2BT5EaHUHbk0xoo7z/EYUeGYo6Burn0Z2rYjpbqK38XiyGo6czraVak8EEmxuSSNCb/AIBJbzq9KlV5+A1L5VD6M6OjKruUqbPncE3+n4jbSVAYxQ1A5+gy186hapEWRFdShemhbIV0ui48JI1BHnYFFX3V7r/aHgMT69SWKXi+l5XZDsdosIkKta62vmQT3BJKSe+2nokdwLj7PxL1WBXyZlHdruUlYtozjsB5cXOpfx13V0ki1hp21N7gH877M7A24Ce1KiNcWLK5WVwufUkpQlaj2V3y3A01sTmFza2zYxPNoO6WgxKNP4ELjrTF686kp1CQSU2VlvYm2trkAkW2o91m8GjYcx5yEqXUaXNfdUxPgSskynSkHXvlCsqh1JWLWBSSnuNnBTc7jecCFOoLN+0I8O4orOA8WuNSqIjOhpUWpQ8mZE5jstB+RWhzA62uNbEnZ27xt7jUDBsCU1EXKoNURwos9rq4K7aNuDulXca97X2F8RYegO1RyVA60PqTIj9WdKekDpPpbTT02soUKBQaW5FrzSF4XxDlamML8MV0myX0X7WVa9uxAOtjs3YX2laz/SQX5mTsQYWr0/j15qWwtiU+lK1Z83STrfQWFu4JvqfTbtB3cNO4ocxbxUZGMqE57JUy6nqSL+ptoO3YEag7Mbe9Rf5qqp96ZRys1aEdd1QpyDYJUU9kE3sojsdRbQlX7yHp8XDk+VhJl9+irQnnUJUp1+num4bUSm5LStcjuoJABKVDKcLT110uWvHl+YG0Ri0CDVKzVHK9hyIiVx2lKdQlYSpWXUkDuVZiFFI1OpGose+8neNXmsGxJVG4HvF9C4eVagniSEi/CudMy0glIJBJudLX2UO4ie1Fw5Vvc2LJsHFFOqSJrSZsha2JjDl+/wAyVoXofIoUNLi5LIaKNjfEbeF8W8T3JihKfvCVBaotUYcC2cytcoNlJC7aEpudbj0NespKZSGX7MiUL1falOxMW1RpaFsMJkLQ74s3zC5+YH/nqdiFqu/0M3Adpz7CGOiHxWilbbCuoNkKF05NU5Taw0sNpuIt0dGn0upUuvS89OY/tVKKVepBJtcHUG4sdb62OxbPwW7Kw5EgSpfHfp0NLTUp1XFW8gCzZUsElwZQAFm5IAvc32zhvTLfmAsMWWHsSz6Xihx1r+qvoS07/iPhKjf16SNe49LbM3dtvQ5WqONVlqbTlsZ4/FUxkjqy3LbmbRNz1JBBF+2txsq2aV7r5vitePrT/jvc39QdNf36W2dmGt4VBo27SJFqlPiylvqzLi1FIdaUpJF7WSApJ/2aj9QSQLRuckAGLTPm8Ole9N4z9ead4fNfFRwulOUHMABrZJJ7+dk/htQTESnazwuDxM+VedHT1J8vU/n5C/bY09onE+DaXiOJiPde8iLT5UdKnYfFC47ec/FaASdEJcSCjzBzAAAAbcoVCa4sSVxv07SXcy1dOtibfj28vTz2zep0B3GZZl3SmgU1rmm/jOeP5+rv3F/Ienpr32Z2CIdBpdegVmqOv06VC64FSjryKjv/AC3PofqCD2IIJBB5wgQJXxaixkQr5OpSvw18vO+3zV8TxXYrDtGqzHB6Y8jPZXSSMwUO1wRoe47+evaM11POqO0z63uSKzWcWuY8ivMc0wtTudhIQlx2/UQE3IJsSEkkAKUPO4L69iD+lIGLaXL+9LQlakqT1JWUBNlgAAggW9T3OuuwXhndXKqnHn0HEPHY5hUrjtSClKlA3KFd7EC6ikjqP42AE/iOs8XEM+VUeBFpDqWktZcqekA8XNY9yTcW1IH56pBs+yaWmpLHfGrWaxFr2KG+fdQh7l1Smoq+pLyO5CSfEdD0k62Itful4mHmoG8ufWazUeVpbDqskX8fNSrmySCekA3B7gDY4w/TK9ih2BVGmoT68QoQ7DYzhLWcjNcXGhNsxSDYE3H1JN0O7vkN/tCr28tmKugymplGnx5iRkZlLaszxk3skFQAva2oN7XAYq0iZy0JftQy43RVeBFxQxPpbLcWnU51H3yOnOlKCLAhv+0TfvYhYsbC9tou92TF3v48xLz8SnSn6XwOqP4JSSCC5m1uojICsWJKUki9ySCRhfBu6Cs4s+yTr/KtuutLgSFZ0NqbWcyWr6gEAEC5sQLWA2hMR6NPqlJx5RonJLnMLgVFCbJQ81pkWoD5wdM2pIFjqBZPq9FllBSn3FLLVbgSj9nHdriPCW9CBWcOOsLhSkpS1zV0oyOOBDjD9+k3CgmxBSbXIBta4337lPsliOfiOVQ10tioupaajp6kMu2TdtJPTlveybmyLWBAFjzBU77OSpf6n9aa4vhSo9KwRbwnsQb99vjfRv8AqpFwvVoEWJFlMLhpU7AqSSpcd1I+G+2rN8iQAlQJSsBQuds7pSrqqTTcOR7l0K4iamYPgUaqUWVS6jx1zUIUtOmZLpICkelv73kU/Q7bCqu+jDlZi0Wg1miOQqpCjrS+vJlSypICQUHuNbKym1gFC9jrlndLiWgtYtl1Ss05ubSK9HTFfhTGuqPxDrc2u07mTmDiBobHKQSNhuZvUrOEt7Vd3ab2paEU5CEqpNUUgLXF0UGXFqBAWy4m4J7pJOtiQN7p+mGhrIHr4gbCyeozq3g/+v16BnqOHpq1LlU6Q1mRmzFWZsnVKwTdKgQQQAdgbE9Piz2pbrUttaIrCuV4/Wn6BR0JHmSTtp/c1VapiPdViT/szFfYi5mpVLU7lTKfQi63WlC+RzIAoGwziyrAkq2zs7TJVUwbVsR4XeRKXCWlEpGUL6Fj5kK6S2dU21I9Rqdi6O86lipHqcRugHgPCNexHF5/oiv5+hp9eVCr3AzHQAjUAC4APe9rmm7XerjyLAxDhzG+CGFsURaMkpGTmoqOIEqWts/pGcudJdAKRmSToQrYg9mzBA3n1NzB0t73W2hh+Q1lWV8bJpwtbq0uFWJJtc699heTWIu6DGWLKXjdl+VNiu/dXeYzPqa0bW2CbpcZUSQoa5cybgEA7G1QdBxKoNplZLYdgYjluu1ByKxTlqdhKYVmRwrBQQTqbFJ0A1uO5Gy93sYs5qUxFi518eUiRFdy5FtuqXbOhRFj1WJBBBIII1OxRBmUGvV7EPuGrLYYfiqdhoUnKhXzZFg2Kbdri4BsDa99hfDeMmouLaTRqpQ4Vep1RdQ1wnUoyqzafDWoZc4uAUkgEixOwaqg0OdqjMv8Fb6d1+CJTjVU/o6rvyGlsSEoX9zlBYBbPf4DmfNnv0gajQEbWpcHAe8vDlCrMqrL++upakcg+hpbcggaag5TfUW1Ple+2W95vssbvsWz2K9henv06avK67HRdKXrC2ragdRolSdFoISTcE7DeF8OV6jYo/m+dqz8JC1oRxcy1JSkeFRTcDQ6keQBOhG3WK9FbBfeDiCN5xxNGbwKDhKA7WnZ/vGLXqchf9LpirUpSSCFB5m4C23UjMU+TgJSbEg443qqlUbe/Epcp6E/S4vJVSO/DXmj1CGtedDjZNsoWgAFJ8KwrQdttc4ixjP3fQGJWLXl1SvMQPdc1X6eHUopAs2saFCrWU26kkg3zDQhWdMUbsItZwvLqlGqLEr4HHitOryusuo1eay6AEJ7gaKCgQLjTM6fZ/8A7Dz8xqi9N22acqMujUGK3KpdJ9406rwksZEJzcZJRmbKQT48oIBGt+2ttlFgnE26D7UQML4ow8wj3i6pGaQ10pWb5Dm0UL3KTbtodCNfrcLVJ+KMJN4XrNQlMop3Uha2i7y6bK6SO/DCtSNCkEkEaAL2JR3ff1WgSms9UnSnWuadaU+nhZiQ6OxKQpIUDe5UL3tfbUs/+sascqZA3/YfxRuWxQ3Ao2J6vKoM3O/S1uvl3M1nTdlSrHrQPW5Kcqu5J2uMG73MRxcJP/aikoqGF6ujl5kefDPAUsdurslR/W89DoRcuTD2Bnd42DV7vseck/XqRlfp0pVlJcUnwqF9QcqsqtB0rNxY7LjHlalYSnwML4ow8t+l8JMWrwkXaf4F7GzibpJAJKVakBIHlss6uGzFrU/nlVvi9zSouF/5vqjni1FPQ06sL4aADnbV5KGW6R59Q1IudjBuqOwMLxMOT3pXJMIShDTS8vDRcKS2odikZdARofMX2/t4e6/BuEqNh6fg16VUYS0KlR31Jyu5CAQVBNgl0XyqsACMp7EgVEDHcCqT36NiOJkf5jhIlfMlXcZwRqhQym+hBB8gb6FFavkPE7CRysJsK4O3N1mvNyneap2Iel+FKYQEIcQfIgAeviuew00sdJ7yd4uDaDuWl4XxGy+tE6GuG01KQp1PWjKcjhUVIAJzgkmxBAJAA2QtQ3WYjwHXomLWqJzqKQ0mVNhcVtaZkVWUq4dyUq6dQUkWIIsSNrfG2PP5wZUSLAp6HsPLQppripKVpdtctKSo28Cki1/F5jztcoQA/iQjOo5jk9nWBgPBu6WfPivcN+FlfqT7tmlKRw02cJVcAhIUSkWChmBChY7LDeVT3cJY8Yr0+nvwoWIYSVx58JAzucM2SR3SSGzlKT4kZQbG217u+3gV7BGA6k7Aw9CxLS3uFCfhqstaXbJQw46yo5gCqzaioAZgkEgnYsxHhil4japtUrOel0SKhNRao0hQyRZCm8ryAq/6OxOmlhp20GZqau6/cT59xuoG0Tmvc/gPEfEdgVGtohVGA1Pp0iRbLFdJJU2pspGirBXkQDYEWF6Ot4spe7SL7mwlEXUauhpWZMfqUm3dSu9raE+vpbYP3l+03AitN4SwQ70I+6rkJ6Usq7eQOUADU62GtjbYZwLvT+zjVSgVmrIXUVvqm02fIaCulWr8ZawAFIUkZkZrpuCOkKJ2JWnaAURhrUp4+Zwh0xreNz+I8eVB/mloWhqFnyqTbUOMi/UQRYoIJIVawJB2qHK3AwlPl4Xi51vvxVtIdS0c0hpYNsq0gXIuSD39LXIH3UnpTVLYd4L78VbqHeKtBV1k2JunqB7gkHzP0O1I9iOU1iNt2eyta0PpfhPuozK6SM6DYdfhubWNzmsCSdmMbIi95t9z4brteawu3Ko1WQiVSJCVoTkRn0Az2SfEkm4Uk2AISSbXsb0qVWay1Pr2HJcrna31PtZs8eZFLYS5GKV3yqb0KSSSLECxCVEB3h077UY8/wCzlJY49RlJQ1HjuoSh5WTSyjZN3LBQGhKzbubbSsA4k+xvElOy5UXrU07FfTwlJsClSLW6XEkWKTcEZgQO+wbULPlvUC7bZRKwTK9/VbFEDjxWG4CvhOoGVzrUFWt5dNrEAgj0tsJt0efiiK/F6MmRaOEu3j6gMqu41sD+Itr3YLiOVoNSnxasvgLdW6vJ4crlgbi+hNhfQg2/PYDZrtU91z59LyMMRVI4qMg6bmxKe5GpBIJIBPoRZazaLPCdWzbuJ87qMK4j96OT2npSHKQ6iQtpKjm4SHRxunsbA2Nu4HnpffGPpLTVBpvxeJnyK6fmsn/XbHWAqm1FrL7sVpaGOBmada6UpWvRWtsovaxANhYkWB01rUpcXEcViK08j+qpX/6TXYeX+Y22NG+2vzmzpg78GZN31Vzi16XFaZfQ/nStOX+0QTr9bBSBpY+ne22b/aVxTxYFNoLTuTIj4qf1tQr/AIDQ+m2kN7dGrP2o+/xMnA8GRebN56G9yDa9jqNfLXbLe9DdxvGxljflaDhOqVFHQhpUeKVpVcX1NrC41uSBY9+21e5veaF1DLXx7MXGHF/C/wB5Ktj6An/a9ezX3aewfvpr0Dmp8SFS/nQ1KUVKUn1OTsfpr59xa+iN3HsGRYDrcrHlW4+Txx4/Sntbve/qbeZPe2g19PrK0HMyvobGmLYbXxeL/f6MnzbXDGFa9iOUxS6XSZUpfjUhpBVl/G38d9dvQiF7H+5ulutu+7n8/j6pS/8Aj6eWzSwtu9wRhKLwqNSYrCP7qR/F9jP1YY2oIROmD25nn3h32Vd79e4f/Z7lUL+d/oT5W7XP52+ttmdTv5P3Fs92BKn4sYY4C8ykIaKlKT9Dcfx5eW26o8qA01wuMjafEnRXf0T22fZ1G1uMxoaatPtEhbvcMxcEYSgYcgNIQxCYQ1kQjKnQW2Kor7vF+FtSSqzFi/pXdjKCxFgxUSf10Zs379kuW5nWnbJKah92u70dO3n97cOOK9i3HkTC+F4mel0SOpMh9Cx8Z9Wrn5IGVP45te2zK9rn2sYu71n7G4SqLK8QzUqy5FhXLp7cRXoB5X7n6AkYmwNjLeDiOe21KiTZWTMjmpDS09QX1BSlJyqKrm99Te+oB2BqXaocfMQtH8oEeG67ElBrNGl7vq991f6XadKQgZm5CddNNL200IJGtr7A2+mj4NoLr+LfgRai+0nmIrXSmQ/cJUcpOlxr5AEak6bdGJVGwQ0/VJ/3qo9K2mEdXBV2Go7d+/nqL22Tm+im4yi4oYdxk8ha5rSH2o6VHpSo+RPcXHoCbdhpss77qxvgzWqJzJWB58XEcCrRYtORKqMp1S2o7qwl1KUjpUnMQDbW4Fybntps8dyU37OUatOyoi6dKfytLYQjocuAMyQTdKvQg2PY38kRu+osV2e27KiLffR1NeJOW97kLTqlfobg66G9gdIYVpHuaA5XsRy8kXJ1rdWMzlterQa272FzbtsIahKfKyDVkbkwGj7tazjLGTE+VT1xYTErivrX4Fdzp2BNjqRfUnTy2ddbmUHBFLfagU/gPxU8Xpa6lWGunn67U+Ct49Gxv9paXRoj60Uukyn2HWlZfitjMADbUdibeFIUeqx2B8E70MUY8w5LaxvkmrqOWHFzx8j7aSRlWT4swBFwQbXIINtca7Rv1Nz3PFPx8mGNZ1HsYEnMYpxRijjz4GdDCMqEp+ZWtri476/hs/N7qKM1ghh33ehGSK18Xwpz2F837T37nZB4Cp1UagOUGs8dibTp6Wn2suRbagRZyxsSk9zra97Dy2d2+KA67g1ujVSrMU5C3Wo6nXVZUKvYJGYaAk2FzYX7kbbui6fp9FXitQBOrqVBtEVlD3J1TBGMomKJ72enIzTI6kKCkpSu6ki48sqlWJ1OW1zbZZYjxniiqYjrXCl56Q/KXnS6rPw1ixC++h0Ta3bLs8KTiCVAwlPpeI+PzUKLkYy3W04k3AUg63Tqekaj8Ns5RZLTTrnNM9D61Ou/4vrbzHbTt22YV1ndtXGyNzdTvxagYtpNLxRUXFvv/oHchSjMRa58gCPO4N7d9tE7xN39Br27mfWaMyjoUqbkSj9Go2z9u1wSfQd+22EjQ2mqpAntPc1FzJdiursnpuCfIi4It277ae3cb4/s5Ffpc9l+bS1oU1KaV1qS0o2B7nt+egIB02V6ho6+oaU1vIejZEnUUymubgNZ/gZs6kJ8KbgX/wCHr5bfWCktYjn+64Gd99bS8nTmyrCArXT0GlvM67NXEOD+LVJ9Ui/oKolKE/4fyJ7jv6X264QdwHu54893gc7KdQ01mtlSo6AAeQudfM3t6beV6b0jSI/b3bjM+yquR8E7rMUT2nIuI+BFRlStro6lXA0II8vrfX07bF27hjEc+VP3cz6i4/ToUxLsVK/7NRB1F/I6mw08++0KgbyaDKxQ5Aqlb4D6HeEtpa+lN9e1++o+u1ju9ojru9WXPalykPRZT7q2lXR8Ir6QRpmFiLXFrfs29rp1WhdijiFo/TOZoCRIi4Xwu3S2nfjwo6fD4laWv/rtU4bxe1Ao0CLXns8pHFXn+Zy5JF/rbz8zrsMY/qUWjSn6pzfjV1I8X5bJvEO8v4vNO/IpSWkI/Z+G3ajX0aVN9h4hLdQMR6VWqYcoMqfjeVwEPrR057bZn3jb269i2U5AarmdjP8AoGrJSpP1tqfw2ocf4rr1Zit8+6vgPqytNa+l+/b/AD8thOiR/i8Jprr8Pnm+n8fTbxHUOrae7K0g8/j5mVZZ3PGf1bpcqK7wnXet/wCKjOr/AJeXb8dudLelNcCLKZyZ1pRm/E+v7tiOt0GfiPEbErr5KloaakcJHUpZAN79raj0PiFyQLfiIMClz4js/wCPkdTlQnxKvoO/7Px2W0n8P/XN3c8Qi6UTXvs/0Wl0HC/vSe0hD76OK7/hA0/edB9Tte4b384DlY3cwk08jj/7X5FK9L9r/nf922escb1ZUDd9yFLZXCXNd4Ssl0fCSLEC3qT+QGyLpciU7PbrMV1aFodQjN82a/cW/gEfTb3Nj0aOkJYeMYhCTVwJ6VY2wdRsURX4sqIhbC0Zk9PhV5EbYF3k4IlUGfVqNVHcj8WUhaEZOlxB1Ssfl6eeh21XuO3zxcW0v7OVmWhdRip8S15eIn1H/DYA9pjBbtZ4eI4vDQunIVx/lzIP4ehsR9L67YGpd0Q/S85/EZ7ndT95lVWC6NPqnvR2Ihb/AE5c/hy/TaVUau1Rov3WJx1trSwhpPhSo6AG35fu2oJs7FEqssRaX8CKt3Kj/wAT1BNjb92lyL62JFYgpeF4DkVppE2atfFdUu6kpv8Ax/mdPIWj6bY436kk/t8QiVbebOf2k13AHvSfScR1mWtDGVLqo+fKltXft2v5a9rabGuPfaEo1GozeHMOZJs1CeFnQvpTp5+nl9T+OyfcqWI8ZSmIrTz61ynUtJaaWU/gBbsNf+PbbTmGPZIwbAoLcrEbXO1F9GdWbw5yL9vTyPqAL7Pahl06hMTn3vx6EyYjeFi2VVG58WW+iUhWfO1+t300/wAvp57PfCuO9/tUo3NRWZT8VfQl11r9JYeR8xfufXadXcAYNwvVGKNApzDaIruZ/t1LHyfl53+g9dtF0zeng2BS6FFixGMkKPwFR2kfo0gdvxJNzc6kk7C0uu0wyncAP4zF+3WH5mVcU1zeXhes012qfp5vx2st+pN7nt2A1GvY/hs+aDj77R7vuflfp0NZloX9Bc/x5bfOPMKxcb0Fys0vh+8YWdUdH6qDqpA+lrEfgba7LzGlGlYcwa3FgPZH32uFkR8t+5/jvrtpODt8THK6E+5ZfHHFLgUFyfAeQuqTWko/wp1AFx+f1tfzIss6bRa9iOsuT3XuOtbqluq1/L6geX7BptbYfwXxaXEa+PwGGviu/Lm7nXzNv3flsZ4Vb91tcrAaR1yEozr8SU31P5C5+ttvI62m7W6oIfti1te6KWpe0/jzBDTFG94/AY/q6Fq8Kb3yXJtYE2t2GttCBsm8We2NvLqk99ql1yVCiv5ulCh0quFJI0sMqwFDsQQNe95W+/dNvBdiuYtapL8qlxULU66lPU2nsSoeaRfW2o1NrahGYPwVWcW4jbpcWIta0KzupyeFNxcn6drny020+i9W1NukV3POJn0C3GHM1p7PG+jHk+vN4txvjGocrCVxUpUsZHHxqkEWFwq2Ug6G9/K4JMaYhlY8r0+vVTo51SlpYa6UMp8kIHZIHoNL3OyRqtOnwHWKNRms/JIySEpslalDvf1I/wCJ9dreiY1lQPus/rQjpUhfiT/H129Nou5cncs9x+osE5hIYLTsr3XP8HiQv9ZPr+PkdurmEoH6Vrofy9K0dP8A1/Py2h07FUCqSuVd6PmaUv5f+vnsa4bw/WcW1mJhygxOPNmupaaR8v1JPkANSfIbMOkYijcw9VJVZ5CLE683xciOnLfv+HmP+R2ZzW7hql0Fus0GW/0fCmL8K0q+vom/byOn5aoxjuLwvgjdK3RmmkfaWKpMh2Zk6pSz4mgfJI0sOxtfv3RsGo+63eaa+PTpTXCmRVdKXEdlD6KHcHyOnrshra2ZdvxA2IXWL+hN1mvNVOLQXkSpVLa5ibCQsKW9HOhcSCLkA97G47jYfaqM+gz+K06thiUv4Dq/Bnvqy/fyN7JUbEA2JuLn4k1ivbpd5cTEdB62IS0zIq//AD4iqJCmj2OqbpKTexF/TY83oQ4rs+m7xsG8rKwhihpTVUpzqP6rKIJ8OoTfqFxYghQ1BTby+p6Fj9VGOfiZNlOW4l1gitRZ/Hnz3UMIYyo5PxLSv8P22Vp5/htfNUmjY8dbgRZbEWah3Iw66r4Cs3yrI8PYEmxta9jsuIT0Wg0Z+qOvLyLypjrd6lJTbpSpV7rSPJR1A7+u1juR3Z4tn15/FtGzopEpeSRFkXyq1N8tj5G1ldxp3FxtpdO1d2RRby35/pL1Bs+UO6aqs4Nrz+Eq9EXF8Ud9Lq/6usgC9tQW1p1JBt2IuCbnu62g4crtBl0FpnksUYe4rS46FZVVKnE5w3YmxcbPUhQ80p11NutY3a4tqkqO67UOdRFaSw066rMtLSSSlJNje17am4Gg0AAivYGn4XrMTFvvBHHio5d1KenjMdrE+o7g/hftto6mrLB2HIjGdsocZI/7Ec1wkcfD0/IrhJyoeYc6kOtjyQtBCst9FZk62B2Sdae4v3BqXx4qPvEdSFeFBAISe5FvS4/ds5cY1xqLRp9GadYfhSsqGFIT1JTxMymlfUK6h9CodiLKCXIwu1Kfwu79xqLCOYY6F8KQwQCChVspvfte4NwR32p1fSNd0oX1n2SP8CY69T39Rs0P4UH/ADmDiKY7WaNPixeuawlTsdpaf0yR4kDQgmwJtY3sR37vbdvjGfK3aQKzKz81ToqkZfC6pCPS9jceg0FjYAdqH2aN2ErHeI5dUjNIfbpC0vrYV08RNyNARYkaG3mNNmBvPwM7RqNWoGF8iH1tKXFQvpSlZueHcdgVaA+XY6A7Yn8M9PuqrNlnAJ4mjWP0+ZnvHAn4jpdWr1GqMpdOlPolVJhhRy8IpuiWhIJBsekkC4uDa2oLqFVneLAxbRqhx5r7X3rhJyLesLqcKU/2psVLsMpIKk2B2Ufs4Y2lUavSMG16kykPwkrRKakNdDKHFpDjSxqAkkZh8qrKt5XOcY0x3dpihj3Nn9yVTJKpbuYZo6j3aBFrgG4F/LS+uyvWtO6MXzn8ftKLv09gJ/MctPXQcW0aXXutitxUKfiz2P07a0agpFyHE3Fik6kXAsQCGfTcJUveDVMH734uTj8lkldHUpZAtr3BCrg31/DbO1NxM1ArMCVAZQwxV/6whN0pbkDuseme1z6EbaYwrWPcOEn5XgQ58d1CfDnPdQHlfufK5v57af8AD95dcWevfM1dWiZDr8xce0ZTsOYyle6+Chh9heVbqbZsxBy/tsfxttkfHcKqYXacgNZ1o+R1rqTl+vmNnVjzGjVUxbxeMhHNfdetXzEjKs+Qsr1uBfbO2IMcVSLiNziurWww+th9OqsqgbEK9LG6T2IP1G2zo+qrrL3rX+WD0zl+Itpc13muL+uvZh0BX/ZzhSvAheb/AAqP8ft2psd0GK1PYqkCJwESutaPlzH5k+Vj5geevnoR0CC67S3Irvzo6P8AQjZ9/IYjDmSaHVKphyqMV6Ln6PGr/aI7EE+dxcH1HcabbP3Ubz2vsQ/Po0TJKhI5rgaKTIQRa+W5AVcFCknTztY7ZhpdOaapbEV1pHhTs2dwHuaLiiPRpT3KsTfhJ/UzHy+gJt9LgeV9lq9K1T70+fYgnp38rPzC9UqmPKpVsOQGoVIoOJZ/3VMha0opspYBso2KkoUuySCCRdJ1AJPGgey5ijFuPKlhzFEtyloojqUT2kK+OlDgUESGRcpW0SkXOmhHbyfK/ZkpdLrMufQaguLFnLQ6uOvrQysWF0jTSwFhew7C1gdvveDif3XjfC7TTK14lhNLpz77HhmU5TZsVjMVaKTqCCDqQbggC1nTxcQbORIKIowYlZG4XFuF3Ze7SU777Y6psCQ7lSlxCfkAUbldr373JA9Nv6NuwpcCqN4crOIeVlTWEzaa74Is5KVHO0pRSChwgZQn5TdJJuCXPEfn1T3lhyVLfW+t1MqBKXbPBWQBkSfEUqSACk3zWBABFjmSVu03g4t3jS2sWy18eFIW7k5hamHEq/tWCT4FghR0vcagFNhha/pqJapU/jAgEq59Q7qWJmsL8pQcOU73pVGHecpavA+ldwHmsw7oIsoCxsQSAdSa7G2DsR+9PemI6TKpEpauYTFW1kR8QHL03ICFHNcC4BvpcAbXsvB9UwvPYrLVJX7+oiGq3TXZSCpiQwNHmSQQbLT2ULEKB1BBBZO9THU/G8Ci+64kWbR1tcVqUpo8V5RsVMrv1JU2ruNLmx1vtp6dEpPkI92sSwqOLZWPN2lFpdLZQ9XqchLS2pqsr73DRqzmtqonwqNgq4FwSbneAqhS2t0DldoPOoR1c01mPFZdCutFhZSSLdrXBsbkE7I6HjCqQOO1FokF9C2uFKazhKm37dLiF6kWP0sQVAjsRN3Q1TFsWLPapdcXClVF11aHf07ClXJKXGzoFA31FiQsi9iLtNrR9qySwU4jH3tzpWLaMxAivPvoYyLdWtBzKQfUHUfXzHmBth/2sqZKwbKpvuGJ0LQrKjVWVJIuPUgEGwOg0I17aK3kb4JWF8WsQK9Tn6c/wsiuXTxWHlG4BSbjoJsQbXBFjbZB79qzQcWz4k92WhC4q0eG3VfW5HkQDbuAQO+mzGo1KLVgwYdd0TGFaRWapw5TWfmpS/D4VJVp6CwAvfyGnls3K1grFG5ul02ve/FsLqiOLIdTl+Je6ig5vlCTqk37X87DlhRiLQXeflS/vr6M8JOqlJSOx7i5IA0toBfz2au/6LRt5eCMA0GUy4xKRIQt11pfSppLYuDb17a9tfptgaXQ/wCoWF3gbCM5MXaMMQN79LptenxJtLm05akcVpRy5jcEFKiczCjY+ZQctjbuw6Bu8qlGo3Ciu8dhCkrkRVdCcw1CgPP6DyFzrrtJp8KBQaXHpdB4GRiPldVl8KbJBJ+tha+pI73vtfYBxlAxHx8ONZEVGK0n0yuJ7am+hN9NLX/Ha+o6MlTBC55+INWX3iEu7TEdGwbVH5/ultD81rhOraSMyreWttD9fO2nmC/FTkDehgh+gtNZKpCzOxerKpK+6bE9gpPSb6X7277BUaiNRZ/NSmejp/uqSq4sPLXy2qabi2VQcbvutdcVh3l30KulXCzklAsdSO4Va4OnnrtLWlNXbMLW26LXdSufhd2rUus1F999chS3Y7qChKXdBdI0IXYHMQNT3He7AmvtRXWMeUt1bE2kZ1SmkdKZTCtFBQAuSO/fsL9wNpe/zAEVqs03eNQc7DE5pKlSmOppxSh3UBoUkWVcai5B0uRWU+sRaW641Pifp2s6Hc+ZCkkWPY9ST5EdxsvXYoY/tAMcPKLebVd0u/3dU5iNqW/OYw9NTIlO01eafS30i6w4yRldSE3WErGVYAIKVAKC4xZTJ9B9y15qo0ut8DgITPiunhSmBqy8CRmScpKVAjMk6EEAnaEzT4GCJ8uBg2I3C94qdTy/yuJc14ZAFlJ7EZtBoNTbaw3eYNdlVn3NXqS+tjqRy7VvDbMtIT+sEi+U3uALEk22Tu6od36aniNIfxHXuo3hSqo05QZ/RkWh2G67ZWVKgPhqIA6SrwnyvY20szcaT4vuttqVEXFQtfCdWr9A4tVgNfCFHtrYn622TWDsHVmg4tfgYSai1FjkOtD6/wCtQ+4SCbqC0EDUag2ve9yeTN7vubCTlLxbRFv8dhLEpDrWdp5CunqVYAKzWFtLKsdNNnW11Yr7j8Szpu9Qmj0ejbxsJN7ucWvcfpX7onrSFrTbUx1kg3I00tcose4N8/S92uKMB15xqjfepTDS46ELdPCU134akHpWhXaxBSAb6dtiTCuMaXP5ulxas/FX0v02VIdyqjyG9W86reYu2VdtUk6W2ZVPr1L3jRWJ8/7lUf6rPTlyqjyDoVeYyki48jrsqLqNcwKGUNZKzPlF3F1TFuA67jKjYTYpyIr+dhEd1SJ8VaLFSQlRKHmRdQUk9QBSUEgAmfScAO8h/Qzy38WQmOOuAi39KNJF1FkEdTyB1ZBZShcBRIts2KtHxRQaNUsOQGlxajkVHmph+CUm90PpBPjKCLkWBHoNAtsIUufFxbAqmPKh7rlU74q4qV5eIgkWdChbLkUB2IIJ7ag7NHpws+2F06uf6SurFeo2MsGy4srEL8KbNy5OEjLmucpCdQq9+ogHMnXXQ7H2D6nxcJMRfHyrSovizdjewvr5+mx9Mc3QVl2pcKk0eVUX465krhR2+O9p1Og9iu5zXGtzca32WWEWsOSnatAoMt9cV9HNcB2/FiupIQtBNgFA2ChaxsSCARrUad6Bsc5lLKxu4g9XafzTXwsi1rVnQnTq8rfh6n/XZJb88UV6K1RcJUt5cVdLkc1xflyXPRp5ZrkXIJGljc7aCxlCdixeK1nYyNdKkI+bXX8bjyt2HnshsbVTFDVew9WcUYe52LNkKTzC0ZEPKRbOgnKQCQQo2+p00uvqFfHhF+223Mr8AYTrMrm5VBpyJTGVUp2A+1nTlIHFbQDooAXIAOYC3cp0ZdF3U4jlcP3pLz05CcsfgOlSmexSi6rdk6AG4sAAbWswsHz8LypXP4cp7cJbGRXQrqynUoI8iD+3v5DYzi1Bp13hdGdf4eWtvwBJt5C+ltur0DWJvsMHvC8RGYg3W0uBQZ8p2XKQthpSkSOLlyr8iQek697gjvptnfD+N6Xhee/XqpE48WqJW07CaRlQ8pJILgTcAK0N7XNxcee2x96VVo0DDktqqdHHSrIj5lJtYkX0uL3APfbMm7un/YiqT6XVIlOqKOPzFJdmtD4yFKyqTmN7JIKb3A1CiL7Ct0lacGNVV715hxujcgUajT3eLK5WopW/AfdRkW4kZroVbpKm7pCuwNkqBIVYV0bBMqU7LnwGZU2LK+K6lpOf+7dRsUhIJSALi5sNTszplLn0vC7dLdw9FRCYlKf5JVunuSU2FyCbpNheyrAeezEwpSsG1mVTMebr5cqnTYrS2nYD6szUhB6X4khPhUQRdKgAD03AIBGlpwEQRvu9oBJmTDcjkMb4awbKloixYs1pcJMhJSjKlfUgeZATYFNwQO3Y7aexzgqjYjxlTcL0aoLiyq30okOu8dObLpnKbKVca6EGxFu+ypxpg73zKqTTrK4spEpiaw+rpW26NQR56WKVDsQSCb3O3JK8UNV6A07VoSOdfa+K+pTSo6yAW3gR2F9cw7DMPxbSxGPbMS1FndeV2Mt2+KMLu4hoztQX8CVlmtIstLiNDcnUhYSLBXY2F+4AsYlUw5QYHuGVW32GJSeKx8qlK8rXvYgkWFrX7ntsUYnxY79o58DHlJlRaotaYs+U0oOtcwEdDgKdAhaUhQV2JPkTbZG4kpFexRWYk92WhcWjylIjymkHqVcEFVr6+G3lcH1J2Q19v0w/MWd/xNCTX2pUBisxetGRCHeKnr6hYggXtZWU3ufxPchOIMKfaPGVNlO1CKvkuEtpiR0rU0pfWW3D0koISS2TqNQCAbHW6fCMqs4NqTsqXnmoQnPFX4cqUgpKPMqNySB5DsbaVULBztenuNNZHH4S1LSw70+ulydCRYeVzp+GRpqLPq1vUYB9iMVPtHlL6Fu/n/bdzi8rB/q6mOFHyx5ybpKhpYIdCQVFHhIBKLAKCYftl7kqNiOl0XEcWkvordLVwHXYDTalyIGhU2oLSpOZCSpSFKBCdQQRa1DSapi2VVG4sDEL9OQuUiFIakNZ1NqStISsC986FAKB797diC5scOV6fhJjFrTXHrdIWpciE07kVzDFyUIJBuFJBUm4JIULg6jb1zILEIh/uXmCW8XGkWl4NkUGlurp0r3W1H5qPHMdUyErP92kMWuhxtRuCD03WkEJURsrN2U1qqYNxLXoFRXFfQvlZUXxIkMEdDgFxZQUT9L3FjcWp96u8R3eXwK9QZa+HFjoS7HdaCF5FC5Krdxcnt0jyIBBHX2cHaXVPe2A6o1116hyHYuZf6SUyc/Cv5KHiSBYEAjuANsjTM6W7F9wf80b3ss4W98++sUOsrWukJSmE+0rKtmQSVpcQfJWVBSUmwKVka3I2zpvR3f4jxvvBcxHi3E0pbE1hM1h1agjl0kBJbNwcpJSSSE6k3NjptqHcRSPcu6XeFi2g1t+LwWloWw+jNHUlDSs31za5RY6Eed77ZoxHiOfWYE+ve8FvvzkOrShboW1nJVmAI7/AE/L8dt+4fp4MKte5oNYZbi0bHkSg9bnUthbvhzZknukk3v9bm/pe+wnGpNLi1n3XAdcz8fhJdSsIdjymV3Sb3KraWBJ89L3NiakLa980mfFZyLfda6F+JKxYG2vp+GvbYorOGOVxHUqpwkfen1Or7+PuDbsPQkeuuoN0ahzLaldgxC2qb76y7iiJVHaSvgVGKhqqNJWEKTKSMpkslJNlHsU6BVvIgHaIa01jKsuYjlZPeKIfKvyMvCU5l8Dik9+IRYG2lySAL7dpGAXZ+7l/G7UT7rS5/CfdT48isvUdLaKIF/S/e2lTCr+F8L0auwJ7S5UqrscqiO0nqSmxKHkLGrbjbllBQA08/IE1DiqstZ6iQwvuSMf0mf9nImLftv73RNaajutIyZk5QbhQuQFtq6SbkkAE20J6bs3YrUWXKda519jIrgfK4kghbYFwcxSRaxv3APkU9QIzrTrkCViGUht/wAfFdPAzakEjUa9gdCPpc7MjDz2LcJQJ+Ep+Hoq5VXRlYXnC1KugZFtnspBz3B73/DTzmmtrtuyPUonnZvWHFKhSsEVmJjKgvZKdNdUhDrSulObVQV6Edje+osRe9yPErUVqs81Kp0JheVC2lwsqVJSqykLRYlC2yTl6Rp2t32V0Fdeite5q88+xFlP/emncyVR30mxQu46SCn8wAbkdrzdw61Qd6DE+qVBC4VLQl3hOp47CmrkX4awbJBIUSNSdRcgDbfPxNWzLLmEW9XeTiPd9VMPf0fn93JQpqUrpU4xmHwio6AgFaQnXRZBByizFYVgPfS1Td5cWkrqMqnNcKqUvihDr0dQN3Ge4DrZJUBqFC4B7bKHf+w7jzEfFwvLYXS5qENNNZsyIvWQDmF+k9RzHQ9NjcbFuGsCYj3c0FvGWHHqitcJpK6zA4XFaSm4BcQpCQALG9jroQDcgbRaSDBVuX8GgbvAxF/TLFLa46KdCztMOutBpalJN050i/VwyNAfL0FzRbqKNQcUbwX+f4CGJUVeSPIQFJ4qMmZABvcKyqUAe97WItsTb4MIVnG89vlfus1bXwk5emRbqRoe+vZQ1F+9rgAWD1O4cr1JlNMoRNpzqXVZLIXkPSpCrWOYWvY+QuNQLkqsUnmJ2qUfE1PizFuDcJe6cB0utrmxa8hC4qmncvBYV3GRR+CsG4DQNyom17kCvwthmBAw5WorUv3pFmu8JDEhrKtKk3yug3u26k+hGlxpcjZduNRaziNv3DSeO/NS7FntLQlbDiL503BGQaquFCx6R2IOxpiLGlG3VUHmpTvNVF9KGuEpfxVLtlQT3Uog6Am5N9Sddp1LgpiPUVd3lvULHKzg3dfRn69XmWESl5XVxWldCX7WKm09m81gVAAAkXtfZGYm3pYt301SrUGBLfpFLisJkMZmkqQ8gkg6BRNwLEWv31NxbYUrH2oxbWff2KM62F5VtMO5koVrexGoCrefke1+wtacjHlG49Ui4YffoNeirgJlcqtTDbqSSAViwS6lRVlINiTaxvYp444k36la/CuQYm7OvNQPekD70jKh11a+rMm+UgnxC/YmwIJBuL2N5R8H0Z3FFJ5+k1TkosdfvJUV3OpnOQhDimzcqbSpVlBNgAq51CQSnD86vYDoL/FqDD8WUtKpUV3pUlDgy8VItZaSoFKgBmSTqLLG3TEqotBn0mVS6gvmpUVeZ1pfXmskKSUgnMClaFAi4IBva2xCnwYkP1OWgpXXZVGpfuaA6+/C462ml6Ky2vbUJykgAC9rG3YeQtUGpVUrMD3y64ilr+Kh9FvFYJPVY9QBve1zpqb7GonNVlp9qU7neQ6hXNZSlKkgWuQPLyKh5i+g12q8ZMtQMRsNUuh8Bia0nnaaheX4p+dn9X9ZNr2JUNQRbrT5CCxKeejkGn3XckpC1JaYkJSU8RXkrMPmtYki5uCRt+YrrcXGUWpUaqS0UvELDrUyPPlWVHlKOvEcVlACio5XNCCVJVe+oqHKrKaagUbolQmJ6lZs5StSUXBVb5Vd8ydbd+4ueWK47s/+qvIQtCFIRxUZcyRYn8R9e1rdthanU7V4ksOJSTp0qLRpcB34D/UiQw0rwuhdiBYi4Cge2l7eXc43TYUw5P4lGxRL4FOqKFcfI0HXXE5CoFAKkgkKCVEAglKFDXsRRqgte5m5TvjffSjx9KUhYuk29R566m9tmJiypxWmqbwomRheVEhGikKWnQONr+VQNgUka28zc7J6dHHmZfT+M0J7O1P3VUugsUbgwvfbD64qJTrXTOQFnhrClAG5SOxAUO1vIc9+GA8R0t1+s7tHkMLX4obt+ElfqjLYo+qdRfta52ReE5EqvT5dLdezxUZUIdR0utpsFdxrcXOX1B/MmMrE+LfejEVrFj77HFSlfFWVZkn07nN3AubE2FxttIwZJu6TVKs67ntyePMeO8/vLqCGGGF/otFKcTr3uLAG4/EHy21HTsJ4DwRS+F91yMI+e2b/AK/5nbHe+HeZiPdK1wmsYvrWvKtfCd6MpsQdbGxBGhFwb6DbNOMfaUxRi3hu0HENUQt/MhaVqOZKjobHXTvbz7bWTTtZ9gjtuoX2Tib6xBv4wlFx4/RoGIYrH3XOhHFGVVlnNY+ZHYjyt+3+lb1IDrTjrWIWP1/GMqra7ecNPwXPnym69Was+t99edaVL8Ku3f8A5jTy2KVsSorXCalvoRk/2qv+P1/i+2inRbmGcxH/AFOv8TbL2P2nfitYhYyZ/wBYdP0/Laul72KNS/iu4nYX8+bOP9T5bYOlQa86647Ark1jqTmyuryq799dSdbk/jpsL1pWMmnXOFW315PGnP8AL+fn+OuwbulalIQdTpab3n+0dRorrnCqGfJ/e6v2XFvz/dtTf+jcxYH9stz9mb99h+z923nJVcX4tad5V2W4v/eV/wAdpdOl16fRp8+fx+AhbSUK1SlKyo+Y9SRf1/IbZ/0tueYb/UK/gT0ep/ta0GU6267UMiM6fEoJ8+2hJJ9QBsbe0Z7euCML4DiRd31WYqNYnRc/Ca6uXVb5rHSx8j37DbyTqUue1iNyLxl/JmyXT1W1/wA9frtd1qG61Kb+L/ZJV/ps7pqNp8onqNaH9CNDd9imvYy3q/aOs1BD82a7xZDs26mtSEkBN/JOiUjyTbU3u7Mbxsb0Gly58WrQor8WVwpCKXbK4nJmS6hXbUEXNwddQCCBnndDEadrPFd/w/tB76el/T8RtrekP4cgUbi4oyVFedEhqK6kOtSkgFC21A6hWVVknUXABABvsl1Oza4XHx7iIseKhqtxcRwIkCKyhiUtKXZUhbXiV8yST3FhpodSSde9tVKJ/ODjKXK4zi0UuBHaitLX4sosW0jxdybW0A0I7HYkq2DaXS5X/Y2kxV51qd4Snc+VPdAGayibaG47gnTZtUCJAwHg2I1PZi8evR+YirV08NegCCrU5SdCTqAm577ZTb3SCsDQI3eYco276K5VK9kXKlNdDCbKy/W1tSCe/e1rWOy/32bw2pVLfw409kz/ABUZL/DV6XuL3A0AF7gkkabGSJEqVFcn1TrW54ULXlSlNuw8hb09Ba+ygqeHqpvQxk5hfC+HlyquhanUNJfHxI7YKlCyjYqKeyRqTYa7MVaMKu+wZMZ01C4y0LfZ1xI7g2gy589lhEVaFqzrvxU5um/lmSDYk3Fge1gdraHVvixJWF4j6GHJTDDubqaS7Y6iwOXRVzcWII7AbVipUV2Ux7riMU5hEVOeK6jIlK0oTmGQ3sSr0NrnQC4BtsB4l5rDlSdgREIYYyOpz9Oa9xci2o8NlW/0OwXtXftX3GTqQp2Rs012qVmvUKqYjaQt9h1DEhTS+pxhOgKv1lAWAJOoAvqNbT2lKTAx5hz7LxcTtoizZTC30eNTaAcxsLj5QdCdSU7d8IxaNWaNElVSnvscdKVOqQv9C72WLdikiyhoT9TbQB3n0XhcD7Gsyn18VSX86/Ckdlg/Xy17kdrHYGrt1wTFag/3iVtlnJWWsGvNUajRML1mre9105KovMZArmGu6Vm4HrlIt3SfpsDYjpu7mVzHIZ4T6/HwulOYHXt+/wBddos/CmI5UViVAe5XgMJ5rrz9SdL3PqNbHQEka9yKv0j4rnPurldSlq/z/wBdvDW367Q2nc+M84mYbL6m3ZxDGmYdwu7S2KXFlv5IudTWdGZPXqRe97X18rEn1uLrB2Ga81iOI1FeQ/Cf/rS/7lvrre9vK/fTYJp9Yd5XlYDPg+fOf4/DadRsR15qsxPH4+hSFlPVbsSLf569tmdF/EepD9qznP8AmWXV3ZweZoWjtyqy1SaM1Tn0MQmlRX3dMriwsp/HQC5NrHN9NVjvi3eSqXvVpPNPTWKQiK1NaWhBUxnuQQoBJsoEGxOmumxzh3GDsCVxXXcmeYwpafDlz9V/wKgR+PfZ9V3C9Lxk7RazKZ+BFWvio+VV7KSLfQ3/AG7ex6XVWbC4GDDF933RV4E3A0us1lzFFUpK0Lf4TrT63T5WIsBbzHY9wfy2cmM10Gg83ihqIwiUiLkddQkJzZQfy2tn5zUVptpr4aPBl2Xu/F137EPtNO9b+Vpf+BRsr9xtt6HseMH393iIsK3LdxHgiXWXZa1ymE86hOf5b6p/IdvL/TP1Srbrrrcp3iI+deb9U/j+79u2ksH4ZdaoNSpf9hKi5GlfqqIsofhbttmneBhTEeDZ78CvM9D+Xl3fkUk3AsdPTt/xG3zv+JdFcrqVzt/9ylqt8T9reJJWKHW/BwIrSUtdATm01KrHU389NNpNOS7Rvv8AKdb+VCEZepSifL+NBc+m3Kg0aLRqW3PlOoX0ZlJz5sul7ny7fh+7Ze1rFvvmvcXC9WQ+tj/uX4XFgPDb6jsfx2X6N0Zrrd1voSlenP3vNIUTGlGagcJplCKjmVx8v9so2t+GlrC3nsO1qp4c+3jDU+XySOKjPF0zKWbfTtqBoPr57LHBFUaxRxOaqKIS2HfjtL6VZRrfTy0t+3tbUspuEqXjLEbmI6M8iatjItC82bMoCxt9QL/v89voNdFWnXKDEcXlcRob4oFGdgUxr/0qtSE2/ukft2S8uc1/5y6W18Nfy+Hq7+X+9fv59++1zvZxdKadcgcZGdC1JRmV/h1v+631P02C8P4ho1L4brry333Oh1f6t9T6ftHc6beF6vv1ur/CjiK2gs2I2d0kOfS57lZ43x4PT4/mt5dvLyP7dtDYVr+F99O76tUaqVDlZrDTrUj4oSptQBsvUnp0v6fXz2x07vh918SLQYn6dfgV83kSR5/x+YXWseYjoPPymqg/Ccf65CE3RmuO2nkf4B21emBUGzHEYr8R4QoxHUqXS6C5Fiy0Z6c6pr9Val5yFfXT1/0OotRaTPxRWWIrTP6dKf7va/f9w8r+e1TRqbVMWwI7tGp2d993O71nN9PxNx56drbOndLhhqLPcdqnwJUVaUNfrKV5jTS1vrr+V9tq169Ku8zTQqiZeMP2Zt2fIVSXiis/oIruSLxU9WcXBP4f8PPvs4t7292Bg2jONRXkLqj6PhdX6FPbiH66aD118thOt4sgYSozfxUMfKw0nxOKP07n+DtnXe3Kr0qs81AaXNffQmQtar5fLQfgNAPX8DtjW6ezXk/GYvYXtGRKysY+nyqpwuLnffXmyaqVm11vfttHjb14tGrPuvFsuVB68qlJulP09PzA7bW0TDrUqe3Wfdy+aXHQlLX6qhr+06X+g2G8Tbmp+KHefrLrEFb6+KtCPlv5fW3/AB1O2ZX0jSdPtzqBn+sUFQTlo3dx+/yB9o+Qaqy5TD+ZPC0zadl/l3/Akeezxeaw5XuPVKz0MLzcJjTN+X18u3+m2W93G6vC+A57dZ9455TCFJ6vmuLfwdbfs2O4+8B12vMNNM8dhj5M5y5vrY+XltranUp2wKfUJ3to4jDk4k5CguUaLEQ2xmUrNl8XoPy/D6bccL0es15r4TuRj5UI6VK/MHQbD82qysZVnlYGRDEVPxVZvm9D+2/lp9TsS7rsXff5bXX916VcXwp7jXy7/wCg28rqNTq89vT+/wAy9ePvaaDwBQKXiPd9EadiIfRNip4qMgzZstv39iPPbNGN9w2CN3OEq7iig8Cl4lpE1TEJjKUrUlevDIOpSBoPIi1/LZ84Or/2Xo3uHwcqr7utF+pN+wPfTy9Ns/8AtQ7x5WLcZMUtrJ/RbCUuutdPGWe2cdiQNL/lt7NadMSqLjIwcCBrsVhiZuDE+V/SnXx+L1/rpXfW/wDofMfgRt/TKa7WXW5UppCH/C6pHhc9CR6+V/PTa8fX+kd+dfj2rJEx3hOcL/yP1tmH1LIdiAwuZ1ptMiwHW3fnQrp29APZR3T/AGIw6jeBWYiFv1pq7Wbxw2O4I+itCbagfS9sGbvof2jxbAantf0dxUqX0HKpXkjTXX6a229S91OJItTwuxBa6JUFpLXAX4soGlj2UPQj87G+zNV27xaXHqD+8luVPiy4krO3KitLfgTE9TFQY82lW7OJva/cHKoaE2xZiid7rdnuymmEZHVLdaRZPc3vb63uQPM389vRer0ukSqE/AlWZi5FKz/7G99QfK1z9LXHbTby+9qAte/okBrjxZS5C4rq2lFPEaGodA87Dum2o0JvY7E1IDU5MkWBZW0KoQMZOv0aqZOA2tS4cjT4bt/0ZP6hFu/YgE977fmGsZxftbL3VYjiLixaitTTTq0f1OYL5M2oAB0sRfqy9r3KuqU53DlGcpdLlrXNWn4DqV5VKX5EehHpbTsfXZp7sYX87VBpOPJTUX33SEKi1JCU5OMpvwkj0IIUAdUkqSFEWIxu5vTBmc5Dtmfm9WiVmqOwMJUuXyr9Oyuyk8Ip4jQ6cyDbKSFd097G9tNtkbv6xhyBu0Ya6IspiKlCkf3gPl/4eZ2SRpjWKIrFU5REWrsZkZ8n6RQ/WHkSPyve/fSXiWNKgYSc5roRlVnR4fp37j6d7bTpLFpyx+PmQSEXdCmi73vv/utqoIW+tXwEZ+iQnW6L+SwNQPMdr2O1/jePPr1Bc4XWj9bPlVr3B+o/YfpfbEmFn6pQd5bGHKp96p1XfS7FmLXmUpaQpV8yRcOgg6k3I1BuQBpOhb0Xftb7hny0ZFsJzpX0pkIVoMp0Bt6i2U2J0NiKnqf1YZLBx8fuIot35ixDjrUqXS5TK2JUJ3KtP6ySTZXfztf66bU9Qos/it1SA7nWhfFaz2WlOvUmxvb1t5X17jY1xtQZUDFDlU4yJUKaj7rKTbM4kHVKx8riD0kXsRYi99LLBuHZ8p33zwkNsZ05ncnSpSbDXyvl0N+40Ol9t3XdGtH8LVGk8iwn+xnzzQ6/d/GN9P8A9AP8Thuc3nz8B1n3xApy4vUlE1DSs6Eq7ajuEnuL3t2udjjfDjivV6LIr1LlsI51SX47rCQpDeYAEHW9ri5ue5Oy7xLgGfRsRt16jM5KXNzZXWkqVy7/AM0cjUkHxNk3GU5dSgk20uoz4GEpfwmOaY6vipHCevbMladO+pNje+ump28xpeq211nT2DBAn0MCfWEncOV6sxK9XqTC+0UVpUORIjpH3hhVrhQubpNtEkkgg2PYi7xHu4gYyoz+HIFcYQww7xYqJF88e/cdj2PUCLXAAIvqFNSWqW7VOagcenTV9fK5ulzX5SbZrW0ub2079zVGMJUpph3hLRNhZfj+BSe90K0uBp5+p01JOc/VqGH/AFHMq7nE6bxtx2MsEYNiVlr+lGIrqH8zFkrTqCSkaApIubGwNu+o2b2EMb0v3XRXZ/8AVZrSGFcXw9QykK8gL9iexsdNbL17erVGqNyEWX/R01C2nYEjrQ2tPiLZOqCDrlNwU2sBrbrhkUbEdBfw5PzolZ87XbK80ru2n/xBqUg6E9PmLaentoQ7NOOCJqKWt0w/aJ3eLBdwvvBxDhz4+RhTqo61u/o0KPQdVHsFBN9dRbytslN6tJddxHEr0XjsIq7SXVqSgdMhNkPAgp1vZCrEEkk2JHbYe8zdw7WazhvEcrI+/KgO0GfISsp5pQaKmHLEeIpSQbm9wBrptmvF0d1qgvtO5JXuuZkdX8yUG7azbsfiNDQAC5Nr7IWv/pmqF6D3wRFkt+ncEf3l+MNfa3dpzXRztLR1KyjqT3GnoRbT1B/DYewcl1prlXetCFdP6yfofofLY63G1Ln4suA719Ck5VO5k5bXFvS9z+wdtNql7C3uHEb/AMi86s6dU5vTS+m3q9HqBql3iaG4P5CWyUbTIkp2A63Ka6Fo6kLR9NuDe3Ge7wttKEm9t0+PGsb7volZdd+9RUcCV/jSO/5jX/psoKpg+g4txvVsZe8VxZ1LSlMWQh0ZW1JKioEeQJ8/3bLrcVvM+yXvajSnfgTYqlIz/KtIJH7e37LbD7+OqpS6XLaaeXzVblLdjpSsqWnOCrh3JGltban6G21ntRV5imoEalCerO96VVqXQaetdaw06xIYmwHWmpWVXStC0LIDjVtRaxBt5HaVusXFaxRiyg4y468Qtx+Lx1fp8yA4S4gG2tlDiNEDMCSdUHYc3QSYu76BTazG466px0qTKaQEP5lK+I0bnqb6tQq4tr5izc3m+5sR4opuN6M0wir8gpiY6x080jQouO4UAVCx1HYkjtkvot7739+4ekhcSTgHEJnz8N0vGzsJFPfQ+mLKaWOrOMqGVknpv52uCpCQQDYqXNMwy7hjeLiTdzAqCJtPhTFSE9QypQvKtFvRSQsINtSL+RsCLerEw5RtyLlU9xrWwteV2Oh0qXFmpuOaYVY2ULdTRAC0eQIuVxuLpmKIFLfxvPqMWrt1HLmVrnzJHUlSlKJJGhSo90kXPcCpC55jIbmfmLXYtBxbz8/PySGk8VDXUpTRPUcvzWIBt6pIGpsbDdlNqkqqVZ3CUvnYsVSXc3F/rDRFxbyCxewURc9iACCFfvCxBiifXmIEqnr5Xml5X0L6nGlJspspIGVYX3F9AAQTcWssEc1g3iT6NUVsVFha0rQhQTxmjoCn9ZSdMyVdwdDpYhfWaWk4JAiNtq5hRi2ThfFsqXFrzK2KoxKVy8qP0rbSsC2dCiRdKulSbWPoQb7DlfwrRq9RuQxbTslUoikr4rSShM5qwUh1PbMi3cGxSQUk6Am0Mdqe03iPrRKQ6vnXVp6HECxz3tpbXve2t7Ai1lidr7UUZj3X0crlUl9CvDr1W01HkRpcHvtD6zT6hcKwzOoKtErAqsCqY3orXu7iMc4000rRKcnSNB2BFz0/3QPLVobwIHK4jltdaGIUXO0j/aWAJsL3F+3p5j6xoG6TDnNN1R2oIROYWl1Cc5yK89UpIuQdQq2h9NiiqPNSpT8rEeGH5UXoSqei+XNbwFQPSTqNfp6i9On9RoqY1A8ybKtozFNgrFkqLhKpT2nloWta3Ucda15e+W5F7Iy5dPLuba2kez7SMeO4ocx57jlSqQ/IVFn8vw1KyrN7hNxbLbMAPK4HbZgPI3NyqC5S6XEXSJsJLrSGsuRHY3Tpe9xqCNbWsSL7KynY6qm69p/7G1HIh9GVbSkZkKTe4Chcag9jqRfz81OoaxX1C2D0IucZzNgVanQMUcSjc2thaI+Z35eM0RbMk/rDS99RofXZC4pqPNY3n4SlVZbFXYaY4EpSRlkJ0sVWsQVotqRa+bvbZZYb9oXeC1iiJVJUtibyqs/CW1l4iD40KFrFKgAL+R1sddtENv0bFu8Gi1mLT2EIlQFLYd04qU3uWlfRKgSB/eP1JZq1SdQOxDzCIwMvdxdUi4jpVW3LY8C0dCuQVnClpUdSE62NjdSQNCcwvrsB4rwpF3cynMOV6orXwHVKjuozLRwlkniC/hSe5F7A5rAm+x9iSgff/f0CJwKpTv0TrXSrhE3AB0Pcaa6HapVipreg65AqjTH2hix3XY8d9AyTEAHPl/VUbHM0bEEZhbUAuq076Wkt7Px+/wC0lwrCZQYr2HJ+99+jT5c2nSqXIydaippxdsyW1py6pIOYKHrmBFgdnVUcZxWpUSfAdR7xgu52nWvmyrAUO3f0NiNbi+u0esYT3c4tqnv77PIRW2Wkx8y0BDqraJTmKrKtra500AOgsJKw879t4lLgMvrYzpyNZOpKr2KL6i4ue4BuRp2v5uvr1bt9NUpD/OZSt+Noms8PYIlO+9sUNMsLXOSxUYSGl5VpzNgkt2HSSrN0+RuNb22WMXef7hxRL/olioxVoVxY77Scqs/6QW1Fs1zawIv9Lh3VLCNUwHu0pMWBUX11RhCs6F26Y7nUWlJGnSbEG2hFvQ7ZrrlIlNOuSnWfnV/u3P8AH/Pb21NKtUN4l7rGTiQcc0ejSp7eKMG07lWJWVEqnZuiO6TrlN/0bnkDqhVxYggbdMCmfRp7lUi8d+EhCWKpFyZuG1e4Ngbgo8QUL6BQ/Gdhpp1qew742Fq4UhpXzJPkRp307+fbZg0nkKXjem4oozTb7PXFrMX5nIqbAugEaqaNlG2pSk97bYr6CvS3bwccwlVvhzCHeNvCi4Sw5EqjXx5r8VKYSl/2ybXAzWNge+v7yQClKnhF3e1VH/ejz8WUhpTsNprqVHWSFeDs4i2ivMggi2ux/vbadwk1LwvynvGkTfvVJW71oZSvxs31GUEkp0ItoNNle3hrGTTrlUoNQRFqlBj5lQJXWiUwjwgnMFGwBAULnL3IA21fqdnqXSxsHZCLBFOpbrrE+e8wxVEJdaWtCChaX7dbage6Sg3BGl9beYCcBPysOb0FxZTq0PoUuO+lCsqHkq6kqte5SpOUg9rki5sdr7DtRgVSsuYjgS87FU4qJUV1r4rMhNgW19rOJscqgCFJsQe21+ulUGLheJPlRGJVRojqEonx7IkNouQGpGvWgoJym1wQCLWVeLv1l3fMkIzcybvSlcXgNRWcmRKV/wC8Re3f0t3/AFv2c8E0zAeLd31SanxKjKp3FamSvhZuTkJ6UugEXQoXKSoWCkqIJAI2+6hDn1TC/wBo2mudYYlJjz4rVlOpRobpv5m9hexJFibHW7oVZgUajMQMJMzftCjPHkLixTIVOjqTmTIKDe6VtnrbIISpK7GxvsDeftkg7fGCbmBIGHItJxbQXl8rKQuE78XOhxKDYXFyUuJBHSbEix1vt1mVVqltc07LR0KTkyrHivpr5fT1vbZfYhrFU4r7VLqP9HLkZ34uZaUtvpJSOkq0AJItYEDTsbBo7kd0n84Lq8R1+Whul0uQ0qVC6kOqYIJ4wvfoScuotcJVqCAAstupF/aTG3/mKmvzyYt8YVd3EfD5qIhbCFZuFk8P+oue9vP002HaLSaXVMRsRapEYmwkLWhceQkZHEKTZaSRqPQEEEGxGuhaftHYDlUbeCxAwRE47HCTx0JRm6V6Bzp1Uk91Ed7AgC5JCaLg+VQePKqlOm80haEO57ZHEHXitLSCLa3KSLj1NjtTVv2vfucbCvCwl3h1CK1FoVLo1WffhSvhNc1ZTrKx0ht5QsDrlAV8xVqAbXW+G6/jzBtUqU/DkTOxnSubFW108fw2J8s4SEpVcDNlFxcXZePME8Kgtu0tl/leKp9rmOhbdwskKUAAsEgEKAuBYEi239gzFk+lxX69Fp0WaioxfdNepcrqYmMEaFae4IvmChqLnUC+3U6z9UJYeMcQhs3fdAXfY7iPG8Ck4o3fS5WealcWVFR4230lJUFfqm2hvax9LkbKKJWd7VLrMTBON6fUKch9aVU6VKh5kpzkC6F5SVN5+4QSUlVwNbFt4RxNijdpx2sR0NiajmEZUrUEJcR2SQuwSHLadRsRrfWw0Zh3FuA95dB4U/BzD/uuUh1ECpNZHW3/ANdlfYqyk3toUq189sbUdR6jX1NKq6C1THlwfU6rTh/LMS2NqDWWp9SxbWYi6dzsCLHfQ6lXKuPs5krLajoLpykW/MAkgUtJYgQGpEB1rPx0cwjq6Hk+abaAlOnfUaH8HxvP3ltQJ7mDeLTpVLqLTDq6XWY+ZLzQUQtslJGVRToHLmxAv6jPeMsM0bBGI4lZwa7K+xtUVk+K+XVQVgjM0TmUQ4gK6raKBSpN72HrrK1txvEu6LGZutxNKoNLq0V2ItcVbvjz9TaCg2zJKrgBV7KGhCrEaC83DFXa+2UvkJaELlU534S1jK4oEXABIB0uT9Ldu4EMLtRcOY8l+9HuPF4CHcyFHLIYcR5n0tZV+1x202/MWYadalU2qUvj8DiupalIunta/hI1ItqD31t32msqbB+0EYY7ocORcZUuXWXZb9RcRV/6ZomQolKjlfS9HWSCpaeo5Qbiw1IBBYOI8P4Ni70HMG4oxvORRJSGnX2nV8J1lZaKY7pXa5srKniag5QF9zsk6PjKBu5d98z/AHoiUiY07HlRVhWbLa6CPlIGpvcm4IIsUq/fag3pVmsz4mLWon9HPxUxWHZEUoRxU3JQvzBN/CBZVri1jto6jC1mEEoBHlbpd8lWawQ9Fq9LizH6XVEOoC0TGlWzJW2pQugqtcgkXGgvYbNj2Z8N4DqdUco2PKciFUeYWujSvixeGom6eFmNyCk2GYqBt3JJ2zZXMZYSqmDaa7S4i4sqV8KQlpRQtKtCHElJKisG9k+abA+R2bTO+yjSoFCpcqiLlUhDX3qK7nU/FUMoWuE+VZ0JNg82hYISrOk3SbEGgWlASfePfzBbvOTarVf5v8ZY+wHQas+9hqvOuxajCy5k8VJ6pDd72X0gE9inMDcgEKXeHSsOSsEOV6jZ1oQhSHVtXTmWHClVx2HVpbuNfXbliyfKn48oVZoNR4GeUjLwPA8hVwq6ScpJSpSVAm4JULggEFG+TCNU/m0YrNGaWhD6XedYQk5v1rgXFrg6g+QJ0sRs/barr4x+sfzRSYJqLTs+hSpTKFsIlIySF9OaxP01sekkWuL7PTeK1FpcWXP4X3V9aPRPYDubix8/qPW19syUVx2jUZjiy8kXi/VXSf7QWNwe/kfm9dHMnHP2odYwbKyPr+7tLWpHizGwIT8xBA1uARY6bJUffLaqvfiaEwsilxdyzeF5URC363FXzEdS8vGzC/EQbaqBtYAa2HY7ZRrtY5V2XS6zEYiyqcvLHkO2yyEi/wAMnTKsp1B8iOwIIOg/aewxPoOA6bWaNVmGH4XwnWmkBKXkKtrlHhUBrcE3F9LkHbNtEwxKxlAl4jrNRW/kyNKQpQUpKwgBPEBIWUqAylfe+tye6vU2LYpEzrAPUHokqLXp/uaUy+iVKRmi5UFKcove+oGQggZhcA28yNjbd8/KrzrbU+IuV7nWlDUWUsoaUhKieEFfKsEKFiCgi4N7EFZ7y8TuxZVJdpcRcVcVCOEtqylZxYXSdb9OpBsCRqCLjZkbv2d4NLlU3eDRqTwPeMVqqOoayqjyFWzLcShS7hLgVmykEArNj3QnLSsUjxGZyDtiN7fPX/ek+mymqIiFzsJCFyEryIlLR0gqQNELsMpsSDlvckG1RhyiO4jpb8+BkXUYUpLHJI/rCWFgZiLkB1FxqmwIBzAg7cse7zZ+8GlsUuVSWGPdbqnYrrSfipaVYFpRBsoA+YuDYEXGuwjhDeS1hKe3Aa47E1c9EiBKQo/BWk6Gw1SAbgntYquddteg7yMzRzmnfKzcNWKpRt+f2Dxvnpy35C0R1rdCU5iQQElYAUFWUAlRBuFJ0Og2vX14o3fNe/qNEyMZVxZrrSSqLMQoWCHG1g5HbXIuACP1tSc71BOA8Zb0PtHvB4FO4yFpjz4akJVFkFYUhwZrpCSLpUhYUkggEAahn4T3v/0NXWqoyw+uLmhoqkLpYnR1dKVutqJsoptcXULgEagHYhRy+PiLIQvlJ8SNS97W76k16lsrbqML7q7wupSlpOVSSka3v1C2pHqCBsIVDcZWXao5Ki1FC5VOUhUpp26lJUoq60nQnUdV9Rf8dp+7zFNBwvKblYXp/Kwn3+XmR+LlRmucls3nmsAQba6E9ttD0mB70n1LFE95D66oxHyL4WRfw026gLAq1UCSL9tdNS7EWMmsWnMUFZpWHNy2F/fLtOXzS0Zc6F5lZyOkG9ri/aw7nX12ReBKzijEe9+BjyezFfpc1h1pCH1odaSrwqaWhVrpUDcgajUjW123vtxFPxHWfdfKMPRaQ6pUiOtGbjICbnKCDqEi/bUFVrGxAEINBw403VMOU59hEppSnWkLzJ17OtqJAtfxIPcC4Og2F2t/uVut7fgktkVCLXseOYSqlJ5JfXkixZAWhyGUaOx1Kso5V3KUkFQN0ZTYbG2HfaCdwvgiu4Sn0OLW6dzXCQrRPD60h4q/W6RnSoWsSDcCxCpxN70ddouI4FQRzsLradW0Uq7DO3mHdKjchJN0kEG9wSRzatKrNLbqk+kxX36c0mnVF1ds8iOpF2HFKBuVoTdCVKAURoVkoFhomeIjn5g5i3G8DGVU96UtlbEWF91RzSAl3Wy+Gsm4UAdEqIuRoTcaRcYyWnWsPSmqdKiozpaQtF80dOoSQCAVtA3uEm4CtAddqegvQKpPqeHPdL77EVOZ2fH6uVV34irauIHRmFjYBRBBtszqLTcOOxX6NWahwFoiqdYQ6jobdGi8qgSNRlUE6gixBPbbsN8y6J8iLrEuIJ9Ldcda4HHXlT0eFST2PT5am5t9fXaRiPB1UnwH8USs/wByioXCdQvMhxo5smVwdGa/SLgXItcG42+8XGlutPtSomSV4GnUK6k5bnNfsR3v3BH5naro+8FqjYcn4cnvfdZvwmpTSi07FWrU3OoU0sXSU2FlWN0kAkWPLygLHwcSkpkiBiOLL5pp+LV2Kkl99aejMkj9InW6fLMm5BubkixMiuRYruI+QaloWheVaOs/MgGx/VN7/S1tqlqm1mLPfdgM87KRldQprpdUxdSVBQURdQUE3A1sb63IFhVoEXn2K9F/T8JGdKFZs2gC0kE3Khra+oHnoLQUB4MgnxnwA77m9zNdC+aSpHV0/UfiO4/Za9tr+RElcq3AlRFrQwhPVnGRxJXbW5Gt1EetyCe+37hajOz68401E5pb60qaa8SXFW7JBtdRGgToSbeexzFocCvO1J2l5Iq22ku+LxKKOoEX1vYA2AIOU972MieOJehfmD2D1wMLuz3WvjomxVZ+vrZdAIToPKw0B+h8jeVUcTwIE9ifQXsja2vjoXdOVRBOotmSoEXBF7EE67VVEVwqpHgVRlbC+OhpClpzdPEsLnVKvPU/ttswZW7h11qpSqM9F60tRZ8VaApXCUvIh5N9egkXFxa97gAEWVdzbcw1ZaJ/2nq1Fxbg2mz5VOyVvKmO6614JTFwAu9gL2BN7XBChax2UWEMEwKW18VpC1o6P97/AJfj5eXbZsb6KLPw5WY+DZ8tErkkdC1ozdJt4jYXsBYaAka+h2HGkcJptpr/AN1V/H57e46Xo1qpDMOYC+xs4kZ3hNNcJrwZdqmU/wD2X8fX89ps+VwnXGujwf8Ald/z8h5bUMpfF/Su5Pn/AN3tb/ltqGLznKdaai8JrwL/AI/67CVVVxWvheNe11UZHCa+F/Hbtpb108vrsPCV/tf738f5bL2eXjCrKA4WadlN/wB9f+Lv6/8ATZo1bdy7S/Z99/NfDRNxRCio6PEkOsAqSbXBBKgT6JOutth+gQHZUri8H/zHr57ag9o6itYS9indkzwuur4liurzo6svDkOHQ+Vm0kfgD57I20IMce4xW8xBveobtG33YhpbsRCFsSoqsqUBKeqKyu47jXNmv53v57fFfLXFbd+J8RCf92wH8DZwe1rgR2BvVcxbAiZIU6FAaVlv0yEtBJQRqNUZFAg6i9wCDsnMUqddlN/32E9Xh6gLfx32zO1sJEIYSYFme5mnJXC65WZpKvlz3FgoeYt3A120LWTPrNGbdi/dciOLF4SMyWXSNbXIUWr3UEk3FyASABsIowvhzFEqiu4cycCoworqkZMqeaRnzgp0uoixsNSCB57M2XyECltz4vw+B4EJX05k6WAOmlrWOvfzudsvVqpPMv8AbJ/vNqqYSicKnLRVEJSmatF05lt5SCk+V0EXBsR3sQobFWPMPYjpdBgRfePHQtpEyncXrQpheqkhd7iyiT5gjQDTRFo3kysG1SXRp73EhVdpEp1DTQya9nE31Qu172J7EH6Oui4rw5P3XxKzjKoTUPsZUUhSOuPOjqJALNhmC05klSVAWBBGgJGbSm/n4nVebQNxHimLFabadickht1K3UO2UplNrHt4hewBF9LHXbnuHhT2t4NW3g4Xe/qsjLF4XUt5JtcIFiFC3dN9RoPTYT3p0rn4HFgPIlZI+deW+ZKCbgjtqD0qBHYgi+oFxuogyqXhKI1FiLYflLS67xVFCVL+VWoBGhOuht39NrX6hak8jG7n7CRl+0Ru/ai7uYOI2pcVbFelJSp3IUP0+VbiLZkINjZSTc2A8rHUXA93Uul+9G8G1SWiloWlEdE9aCphSDbqVbum2ouBrobG9jDH2If5wYFFaxG6+xNp2ZEzgSipMxZtlUoG/X3KhcpKuoAEnYTp8HDlLdfa5Rb/ADTXLuokZ/xGWxFiCdCNPzG3n7uraSp8nn+gmU+pGcx50mXRqXi1vBHNoqKEJ65UV0Laete1rEi+p01INxtVb16l7rrMCjUF5hDb6U818rrabjwi1sxBNgfMD1tsu6JimLhJ1j3XEQwthOVHQOlPe9j3/EfntKr28el16qe9KpTmH1r6V9OXMkdhbUaeX11tfay/xFpDxz/iEXWU/OYysLwcLyqDPnwJa30Sqatqa07dXBfTdKiCRfhrBKkmw0uLm19kNiuS7Rp/FivZ0ZuK1kt1J7g6XHna3499iql73KDhxp9qBT8iJTSmnWlr6cpN9Lg6i1x6enltTVGXS8UQG3aNEyIQjKlTXUhKvT8j9R5WFtvMdf1NGrKvWDkf+IK7UV3cIIHszuVlc1/YP+NCvlV9PUHXX102M8LT/iscVpC0cVPj+ZI/jytsOv4dd4XxWV/3On8/+P5+u3ajSuQdbiz8+djryo+ZJ7WPf8NvNGl2YOkWFZ9rGUzSpVLr3NVl1fK1FHKtZlj4fDN0L9DqQk97XHrs+sA73ItUdcwvK+AtDWdp35FOpvdIubi4AIuO9/TbOOIcf4jxHhdECBh5b9Oirz8xlK+GtIAJzW00Kb3Ple3ntXRKpWWuQxHS+tvpRPaQjLw1i1nLi+hHYaag+m30fQ636ZAW54GY0fJZoHG2/qBQfuDTOeUhSVrX+eg9L+f7O+uwcrfg7vBr0SjSmkRUSlZUqX1J/P8AH8NNldvHYi4opfvSA9wJTEVUhedWVL1tSRqBmCb3A8tdgdEp33pAnxZa2Fxf9R38tQNnG6zanmft/wDUVVdrTV2JMWz6C7TIECWiU/KdyZEeFPlr9Nfx7bfO8SuwMW7vm8OV6k8eosSOPFdSjMnKlKsyb9/O/loPpsl8J49i+9G2q8yiUjOnI786ddSL+nfTv9NNtGUWThxr3bVGpaFso/X/ALyCLG/mR5H1/HZqnX0dSQ4+PgzUqFbiY3xNP9w4SY5rxzUJRkdV+t9dLgD9wvrsrcOzvcNUbr1LiIRKQpSVoUjMnKe/nrqPXvbbR/tTY93aYogN0ujU5j3vClIdQ6lKUpyjxX/In0N9PIjbMdUmuz3eK70fN03T/rsn9SmkYheYC1kX7YTUyrUujT3HYueVzSFcVH946nW9+5Ohv+4bfEXeLVMJSv8AsvLXFz5vB4U38rH8dg1Kf/I/j+Ndvha+L+iydGwn11l/iIvuhDLr0+vSnJ8+XncfWp1f+I9+3/Lbq0OL8Jp7/wAj+P2a/wDDbi7gqvUulxKzPiLRFqP9X/8AEsbG3e3mPIkXO3eKy7WZ8TDlBp/x33ejP4lafs7evnpbateg7rb39S+3+YxhYB3WVmstOVlqJnisdXFTbL+P/S/ptb7xN2TU+VTcRusue7pUdDTq/CnOLA3tprf6a/XQOLdVVWsG4Il0GvNMQloaU1/6UVYpB7f8zr32oZ1ZgT8LwMLuy86EOqW6n99idD6/89nHu0miX2Iwl9aDmBWC5cDBsqpRYDWeKhpDTDqUZvI9j37DW/lb1ttfYVqvNVmXiOqfdYVO+K6t3pSpQsba9/K58/37VjE6BA+6xWmOAtef+8pWupPl9fp9BtNxDjrC8Clt0t1pHAWlK3U6JSlWvqNdB21uT5W289Z1ujVXcgkD0IH62tjzKPEm86LiivRKo7nWwjOtpr5Uo/Xt66C3nbzG0DEOK5Ts9j42SK+lKkLTbp/jT9u1hhrF27SVFqzXKIcnPsKaayI6k5rAkZfT6WH522HKxi/BrU9xrgoWhvoyKsrLb6XP4gfhto/61Wi4QH/EZs1tfbwsLqRXmqXKpPFlrfXKR+r+r56WA/yv+OxTOclT2uad8GdX+7+Y/wCg/bst8N4woNUd4TUTOhCfk6cv4eY/y02OaziCBWcON0al/AbQjOpCupSlEetu3mba+Xmb5WvcdQdXOR+Ynv7xk6k4Udr3E5CWjJk/SpVm7+Y9dOx0HbZkxt3tGoOF+LFZ481aPiv/AKyvp/kNPx2Vu7B3EcB1yjfAQ/KTn/Wyov8As17X8u1j320Th+luz2mIDvWhHXk/WV6n/TbmCUneDhRCInGIGYLwjKitPynWVoYX1ZlfN3PfYKriJXv5xqjdEWU7xeEi6c1jfU+Yza2/ds9N91Vi4D3S1Ke1kY4EfpX4ery173J0FtSTbbHNJ9oBqjUth2e1xJXFV1KQepJsSfO34eZt2sb6/RrdNrUNleDz/wAiNmrYvnNj1N6fKpb9ZaZXkitLdX0dSbDv+G2T3Q7Xp8usz3l8eU+tf7/+G2zN6lcawlulqzsX/wBmOVhCkf3rXttjZMuL8ThfqZ8uxei9LXT1i52LMR7MXqCheJTykxYsrhSv0f8Ad8X47C9Vba5pxpp3oX4XU/KryX+HqP8AUDYujuc/VG5XjR8n93a+ouEYuI8RwKNymdFRfQ07kR1JTfVY+oF/x233Td6hPFeYQ7iKI1S6W+1iNlHHqK+Klf8AdFiCFDVJ0zBQsQdRYjZr0jfBVMG4j9zYjiLlU5Ckuw6pFXk5pj0Vk8DosUqINiQDYX0KJG5SBFpfv7dy9Kf915UyoD9lLbQB3SNM1rE2+ZJNiFJIPxiPde1ihpt2BScj/CS/KaaUVtOafpUgakE97C48wbXPlfp9fpOo9z+VvfyJXKEZEYtS3gRazQX6D9oV+76vFUmHWUKzLjqULcOUka2F8pWLEaGwvcZQxthiLjzCUulz8j9RhLVwn0LzLUtHkCPmuCQRqe1xfZg1nDMCgwGK9herPxV9MWpU2QvMtuR3zouLLaWEm1xcEEdiAKKiUv3pi1vis8CLV1cJSEX+DIHZQ1Fgbdge/oddt/U5sQIx/eQjBhiZ1wZgCBXv6UnvP52PAt9AzJsdbAaEH1A0PqCNmPREwMG0GW1QcjDk2UmPkz5Uqt3tp3NybW1Oml9ptblNYSxRiHDlZicquKtMp3q6OrQuDQAAkFROgursDpstXsXUF2vQIrUtEpjn2mnWl/pW1KcCQvv2JsCdbFOu2O+mYthYu1eHxNIYmhO0aLh6fwlozuoad79N0k6/TTz8/qdhj2hqxyuCOVad61oSl3L4siiLlP8AeHcX7n8dmdvGkz4GHKTKitIfQhCeK06jpeaIGl/JQ7gjzG2ft+pdxRS24sBl9E1hCZsVOTxJSOsD5VC1+5toQbHUO2IK6yg9kQdtW0YgruRwXKqmHMQxcW1yKt/j5qdI+VKAjuRoRfv26TmSbgbDmB1Y3d3lt7ucWsrRNiz1SoEhCsylRyvRxOtimwNxfW1jfvszH8EYNxRg2JijdLiF+nU6ooS1Ppcp0qkUuQAkqacKrktLBCkL72IBva5vNyOEqpQceQHcUcrKhLaWhiUi6lMu3PwybaAjXW4JsQb7ZdFDm5amXH7iLpXk4YQq3002LR3aLAisoY48VUp1CPDnJy3/AHfsA2+8EVCVKwbIoMB5CJvW6xxU9DlrXST8ptqD9OxF9v72hJjTuPERf/PWE0n9tztV7taxAadkUGqfBYlfFYlJ8cWQPCsd+k+Ej0Nx2IP2Tq2mFX8LBPWADPh3TtZn+PLfwSV/wMTjQcRT6M1Po2I2ehbv9r4WV9xqL6enoLEHvsSSm8OVSLytel+60TkoySmlfCStQABUB8hvrYi3ftewtimm1Ssyn4HGRzXU6lCUjK8m/wAvqR6fXTTYXq9QlUbBEeLP6EZuV+L4Y9/Mg9kg2uPS/bTb4RpGK2stnP4J/E+2+Uhbz8D/AGSr0GA7L/8AOvnXS5Gb4ExSQczaF3sHR3LZsSASAdbWWGKpS3WvdeKOPwFoShU1pA5yDfwuKRpxmgRYg3IBVYgmxlYZpbtewvytZd5qKx/WqXNRxWMydUOsqJKkKHyqBC0iwJNgRR4sm0uBAbdd476IrSl8VH6VtKbeemYAAXv3B1v3OdrtNXTYHrGQfiQfUaMfdpPiwIFU40Kr0iorSh2bFdPAUtN8jyLeEkEZkmxsSNQAdijcrg+A7jKtUuVT1r93KRws3y3AVYeWosR9LX1B2TG7DHNZoLrfuZ1yVS6ohXFaW0UtOJtoFI7pWP1tLEHXXXR+6HE0CLKfrzrWRcpKUupUg5voLnuLajz7i2m3qOkLVewbGMR7TW7UIl7vHw7AapbkVp5aMi0SmMi/C6hYP7xdJHmCdsc7yKHhyLjerQIDSJTFXSqQ7F4uVKVvDPdB+q0gjzBP1O2u65N+2+LYlLaz8DrdQtC+lVu4076XFvI39Nkjv29nyfS5Tm8bDlcRKRTmktT4C7JdSxnJS5e9iRmsdNRbTz2P1rTHUVntj1zAWJumaMH43i4XlN+4c6PD0qslStdL31Bv2GhPqBtpGv4IdxlhJzHkCJkfhIRxWsmVab3JB9e1r/h5W2HfZ83D0bEeN58+qU/OhhSZTXzIVn6gR5A+RHcaDQabbGqmG6NQcOS6W0yhCJTSkZPlzWNhsx0TTstW6O0DaJgiKriu7V1ckcKU3teVmF7mr0+B/sHVZf8AD5bBlcm8Wf8A4NtonbG5Oqle91xW57X93Y43aUefvGx5TapS6jx6QuGt1bWmZt8aWNjpbqSb/XQ3GylrjvFittO9Hz9Xh020h7J2HqNAgQK9xlsP8V+Ov9Xq1Gvn5flb02qo3uIvbBqr4rlYS3quYNlO8Ba1okR0qslLiO2TXvr+0i3mLuvd03Pr1efqjrrbaEJUlbS+lSU6G/1BuBfyI17jZR7/ACgUvG+N22qy1kixX1cKe1b4K7i6M3dN9LafXyvswd1WI6W7S3GqW9x5UJpTSl+JWVOlidSdbd9dr2DzkV8viF+8KgYogUZ+e1UOaw1Xvu9SYaUFcN9GqcySDZVtPqLeg2D8PUmVA3fS6NS87HNZ2o+Tp7mwsOw07afTaRTMXe+Wqk668t+Kh3JKYzFPWCbEjtp5HyuNruTJi/Y1uje7/j9L8NSrpakJSQpIuLa36TYggHQjvsnfUijJhkUkkmJ+JhyfVGnKXWZa0TUZXU5+pScpIOoPVcDXW6Te9r2JMzgv3zAc5CWiFUWF5ku5MzTyu+p881rH072Ntpm8CswIuKKbwqdKhc6lC1x5CcqcywQoJPnbLorsbfjtKmV1rBsBvhPZ2F5si1eHL5aeZ9SPMXF9k3q0oUZAP9ou9QaDVMxJPgVRugu0ngSmE/FQr9UEJUDpqNfTzO1BineNKwRKcwvFp6GIuVTsJ35G2ifL9Yi2oI7AEnXT4GKff2PPkYfzJaaf1SrMeoBfqDpfsLG+ug2It5m7mfXnabKlZIXA8fzdXZbZAOoIUfP6/iK+iq+ndWOR6gVHbGZzwc3Aqk9t2U7zvNIUtDSVDpUBc2Hcg+V9P3bEFD3iwMLuz6M00iVCqLSo78WVbL2OUg3J0JtYdrJNyDoP7u6DgijYobaoMtb81hpa0KQvP6X01Ta9hpqOw89qfefVeagOSvciEIWtTD6PD9AbCx0Nr+YOyq0JVX3VHlGe4HTMGmYkWqVSXFgZ0cd1SloX4m1H669tBbsLW02r4+CXWnX6pXmuahIVy6/1k2NwSdCCR39Rtx3fU2s1mqfdcnHRmzrWvKpKhpqPMHuVa2/A6aOwK41PrMDCVUiNuIW+jiodR0pYHc/UEAkevlcHbGRHdiHPuVG1Znh7CWDZ8Bx2jNLYnLQnhLdvlS+DcJQTbxWyjS5va50BOt2OMnaNiOk0astcBD+ZcXP0qZmJtmaV6hxN/pmH1244hx5uWaqmKKDApOdhcx92GjOUpSoGw6Qe1tdfXQeYhRcSRZ8ViU61nXCdS7Fdz5VqTbUKtfMmxsb31se4vtqdGpGmY59yoPM1dBcalT2/nYqMLo/xDy9fPX0I2UVX3aSp+9+hT4FRXCQxMW/KQheVTiQyvt/eJyk+oFu+u19u/wAUyp8Vvmqfkbiu8VHfwKvc6/vHrfaTvLkOxapEnwOha/1fmV3H4dvPb1pdLafKcTxFVvNw9VKNWftHhz71CXKW1MYy5cyCsjMP1T+ZFz5C+xRuuoNLaxR9t688y4iEhL7S1oHxF/Le2nfU6d/Tb6r2KYtLgR2nWePFWpKXWOFmWlK9LDT1Iv8AX8dpNbotBixWMJUGX96Qxzj7rqippxSjdKe/cDX1AIF7k28fqun0rd30HkPmDrO05jSh45dxvKfnuurbfQ6ph2OrxM20AI76+vY+WwXiPDnwp/F/veH+CP477VbTdUo0puqRWUe8UNJ61dUeY0D+jcUNUm2gWNUkAkEDY9lSotepbdZitLQiax1od8Ta03Cm1DtcEWuO/fbe6Vqzemyz2JNnl7igw5H/AKUif2fxUpUtXy63Fz5a6X8tPTYt3o1T7JYtpNeo0TlZWbmncvShx9Iso2A0Cxoqw1Nz3N9q+BSHZU/hNNeNXhydKu/19Nj2q4KaxbQWKXVGX2JUJXFgSlXzZfNKu2bTS972se9791XSNqaCK/uBBH9pQDiQcTsQMR4Scn0uJzVLmwEz6a14eHYXLaTa6SlQUkDy7eo2T7E6VKqjDsplcX7gqbAn+BactiBoeoWKkqte2W9rA7OHCcV3DjUvBE+ofdW0rdhur/sfJWbzCD3N+x11F9kJJw7iOLvBq1LqnwIXH/RaodhyDYpdQRoW1AhQUPK9iQdc99UNNUbLuPzmOaY7Qcy1pdE5DEbkqlsocp1XaSrI1ZSEvptqk6dwdewtYdxc1jqqzFrz8V2kymH5UNaF52lI4yEWUkKSe6go9wNU9hcXJ3uowK1RpTdBnvZFozOx3Wl9LiCb2I1Gh8xY2/MbaYnLw5Pwu41Pp0Wa/Ca4qUu2TmUNBlX8ij4QrsCQDodidP1tWuQshnJqdmRMebut4UWBiOfRmonNRaipC2lZ8ym3x2GoANlAkHte/bUBg7wa7FpdBbxHS5cWnYihOsOrYadDD7aFuBIeZNwVgLPUjyKibEXurabgCK1vV4tG47FOXK95QFKslaY7llFCx6cTMCkG1wCLE3JRvAxHKn8201EgzYS2nYbrWQpkZ7gtud/kN0hSBc6A6AWcd0Sk5/fEHksd0Ad7GP5WMqp9o6ozTos1bSWpTsKPk4zqR+lUnNqpXmRpp22v9zOJsWuwH6DKam8ktpXAd1y5VaOJCzYZCDfLexzEkaklR4iPvSBA5BpfHzqSvqCE5kggg3IA6gLG4I1Gt9i/c7vCqmF6W41wX1sPyFNNNdCls6hN0hR/WzBSSfPt57ZXTj9VcSTKMe4cQ7l4niz8bt4c94vsSmGlcLP40pATcAnXsAbDySbX8yPEeI2qXKYa5tir8eOlTuVAaU5a47G+VYta5AvbUHvsJSaLvGnut81Q2JrDCs8efwuE62g2UgdySEg217AdyNdh1qlSpVUnxZWeLKXlddRn60qFgQDc3HaxHbtfTZrV0oH2GDYbYwXam67Fbi+OE/8A1LNbPkHlbUEg3BsTp5C+1PRKU1S5/KteCbna/u502UggeQKT5diD3GxPhqDRp8VijVRnPFQritLV0Kju28YOlgSdfInQix2lYsoTtGnucrEzs5EPtO/rKRbpJGuYpvb1AIv2ulb08E5Eqr+WJD3f4xlbvq8/WZURhcV9jhSoshoKTwMxIcuQe3fMNPI3vtd1HF+DaNjxiVApMKFSK3IaXPj5c0VtSyEqetoloWNyAQAQSALm/XAr0qfVG6N72ixUZlPwn5TXSlatUtZr9AJuQCLA+YvswKjRqXWaC/RqzTkcfhKiu5LJ4atboFrWFwSB2FiBoLBnpo+kq7bEkZ4zGK7NgxEX7T+G/c2MnJ9ZpKH4sWO07DlR3QtbzHVlJGh9LgX7X1BuQ7cOxhLehRsZ4IgRGH1vsLrMBC7JVHmMm7gQO6CQoqsO3ULWURtoWs7moGKKNSYDtRlMe62Ex3WlXX05ct7LVdQIy6ZvLS/fZNUzdnWfZ43v4exb8DgLqSUTHWs6WpUVVm1HUXzBtWgve6Ug9wVHt6ppBf8ATBhvxnHrP9Ix9wzKXB78CgyqS1WYnOxWMzS2kryrShQyka/KCcwTpaxAtteM1uBRmpdLgNc7S+aW7FQ71Kb76WOnaw9R+Ha+3x7vJ+Hd4tSiwci42ZUqL0hXGaX1FopB16TltpcJNrG2y+wvRaXPxQxS2nn2IsqQ0nhKdKlJuRdIK+rQaAkk+tzcnJOosW1ih9tiKqfMx47wNx9BxHugb3l4NiPxaixFanvxUrU6hSU/pkZe9x1EEdxoe+2bd7Xv77LwOaq3vGiVdrgSGPhuoUtOqc/cZsthmFldjrck7cqbtU3I7patPpctc1ikR3ZrSJFs2SxVY2FiB27ajbHi4n890+pO7uWorEp+Qqpe5OLy+Zea2SOCMnEAzEJUQSAogG1j64qz04+YziZsq0BqgtcLrXF6vu6+lbea2vc3A/K2vnta/aLEc+Aw7KqLC4tO8bX9qlHZIUs9wAAEnXyGtgNu29el1Sgz2/fMRb60JVFypSULzg+BSTYpdSokFJBB0IPcCr3TYtwa61UqXVKTK51+OtEWRH/Ss21KbWAWlQI0UDYgixuLY1tTIcQLzrhWtOz6pPadqC4q4qOaiu65UrBKismx4etjmOhJIJHnbYt3h43r2A5DUWo1dh9iQqQvhNFTUhhXzJNyQkEaggAE97EbQWMdu4DdYlUbCaPfcJ1S0yoqwhMyK4PiMyG1i6ge6VDUZRqRcH6f3g4ogT2JTVPXCYmp5qKjgFOa6QkgE6aGyTpYedrjZqi16hiXRz8Qep3xd3zDrr3NL4quKwpGXLe1sp0Chqb66HtodmVuopTU/e1h5qLnioXHQmZHV4cqQpQKbkEELA8iPqBbYbxOw7KozkqLEp33qQlKUR1fCcdzgEAa5FEaWsB31AsdtD+zjGalb1YnFpzEKVS6CpMhiQjKp7NlzI11ByjXy7Ed7jQ0xDNuj1r+IkH2m6pKa4lGdl/AQtKErQrpzAixUP1TqLeZ+uuwC/QoDWF/tHS6tFivvx2kTICpGXKsfNaxVwlmwFwSDfuLWk70KzVMUb0GKXAa+6rmurlIz5uDkJ7efUEZSkgpUFXsSBZX1nAM/HmN26X9oUMcq+tppL+fqUk/KRe/xO9ybH002WsO+/mZ7+8xjYUpe6/GUpyjSqexNXTskh1qU11pRfUFST1gFJ1BFgRoNNp28jld3LVFwluqxO/V6QiOldGYznnaX+j+7KWonO0nwpCr9OhKrG6oVu3xbuvx5ElSpeRE1SoqpDSArpOhQoXsbjU62uDewIvrzB+B8WtbpYmPML4mpHv7Dsj3zS2J8JLqHI9zxGc6VE5VoJBQb2JvZJCVGLKj9non1CIQwiRo2HKzgijQK9XmlyuPNU66h1HS2vMVcLQ+Eg6DuB5DUCLUcPUafi2Xiils8CnNo4rDGcK4bthpY903uPK/poNmJvgrkCsxXN40Wnv0il4hWhir0mHI4rUWe2NbpI+G54lBQBCkki5uCVXTWfekV+L7w4EVCkrU+lDiVNtEkcbLa5QhQBVYEgEEiwuCKjU4/MeK/wDTnEjQN3ruI8WsQKpLYhIryUyIqlK4SMpIBacNwU2NrOA2AsCRc30Fg/dQ1QaXLitYYlQotbYdpE+O66VIZmNgkIBUTrrmSQTcBJuRrsiYTWI3cb0mA1VkSkYed4rDqVjMmw11FwpHqAbKSr0Gz3i76Woten0aqcrFYrzTScqnfhc4x1snv0AkZcpINjYK7Auacb/umXu42y23cYR+2WEqk61UUQqpS5SI8imyGuh5KeguoJ0CvMpuc1gRYgEu2u4h+weCHKpKdz8q1ny+JWgvb6/Uem1Hu9OF3ffNegUl+FTpuR3I6jMqPIyAPt3uStAISUkk2Hn3JE8e1mLi2BytZeQ/FYlcJamr/eGvlJt/5Onlrpa5g173wJo1kU17mimRjh3FEqrYoap7CIVUaQuVFdXm4bqNA4jzCgM17Gx7EEE2qlVhqBRn6M1152EVKErNmUlKrBVgBcgH8rEemsepQsORZVWdo1QXFYbXwsi15mHFHVNwVDQ9rixB7XGhq6ur7hTZ9Ga5WbCQlCUaq6VEApSTdRTcDuSQFG5sLmpBrGDM8291pcx69Pwu1ArLryFsPqafalNeJlZ750q7EXAULEKBvcgjaxnvcr7ylRYjbC52Zrl4t0tJQpYWMtyRwwrqCbkCwAAFrDmLFNOxXJVUiZEeLLolSlDzHyqUD3A0PfS+15AplUqkWk16lvZ4S8zUpCvyABHdP4kaHsTY3FUu3mVPvE54PwNFgO1KqcZ+nvrQlK5TSsvBfJzIKtMhJsSL2zagKGgLBlNxXaXh7GTstiFFmwkwJUphOVEWpM+JpSdbBxPUEm4AKrXFiK4TZ+F6XWqNS5cWVFr0BMeUxIstKVWIBF9QtOY2vdNtLWNzWbscQUuVQcWbucUNL5WooTn4X6WO+mxRJZ8lONi6gn5whadSReSN0PW4XiUO96TS6DRnGuNx1oWpUeUhHy6lKyB6g620uSfpsp8KJqkqlsVl2nIWib8LIiy1tup10SCc1xoU6kg3B0F29vcw7ijDlLgSqzEYfWxlWh1CQtidHU2epBAsQQSL6EG+gvskmGZ9L4ECLLyU5bqXWpDTuZKc3hIFwbDsO3axsdg2jMWurZn4l7R1Oyp78/DlRQtDClcxHdWfh9hoTY5Rew1uPPy2LMOUCvVl2W7S6fKfWjLIy8IqUzbqzkW8JACSoaEKN767CWC3ZUrFs+qT6Sjod5WevPlQ86lBIIAsUqKTroddT5AMndliefgjFDkCl8dHvFauQS6oZkq/2ffq6bp/vepNgabGlwjKOZzrxlUuBAnwM9OXNlfdVMdKmX0oJI09Sm/+R9CDD1dn1njuu/Dqj7qpC30pHUokkoUm1iVaAp+bMoWNzte4ijuu4Xps+s5Iq/eWSRnRl4a85svKdRa+v5+W1PXo8/2c94NNxvXmYuKMKYhiuwJkVd0K4DhSVWTcpzhICm3AcqhcaG9joNol6xIi5EWs1mBWaWywunLQ7F/WS3KbXZbK7eElJCkk3JGtyQTsZwYtUlT6liOjU73jS4TGWr9WflUuAgBQBuoWvewuALkbKn2bcM1mVQcQtNVFE1hc1hLWboUl1KSEuEgkAkE3NgbBQ1Ats1N8dId3N4X4uDcbolfa+KqLUmk5EupUUpC+m/6NTfSFHW3ne1iaHTHUakLCv4Lvmb65Up+I685Pnuvr4ng4rpWpKflF/PyB/bt88Nprb6js8Lh8Xx5er/lbt6X2/Sr4vC6+jL/1/Z/Hnt9HQCtdomaTug5U/wBL/H8fltUzXeE05xfH+fn/ABp+P02t6o78X/3X/L92w9UQ07/arRn/ALw+v02h5yyoqQ+F/jy/xr9do8Om/F4v+9/H8fltIWl3iufx9NrSnMf+D/H8HYOIWWGHafxZ7DTTX6TJk+VWpFvxN/2nTbSX8otJ9zbud0m7XlHkIhMLqi3UeFKmo6Y4QD3ueK6bjUWT2vYrn2fcKtYj3oUKlymejmmlK6QrpB+v1FtdtIe3nBo2N5X81/8A7O4VGaxHRGvleWhx1L7SfO6m03t2JSjTTZLUvjUIv9T/AOoWocGYo3/1+fVMUU2U1LX7urGGaS+7FW7mRzAW+A5Y31ygC4AuDY3topsYGLytJaaZyPoaXmX+skkWv/oR5DXZw4vpNGn7r6bVKp0VeFFhO05/X7xHLvDfZJ+axcStNxplVbQmyjxxDdd5DlWVvo4Ss3CQVdWmmg9ew/H02TvZQeYaa19lHB/8425afAlYe479BqPvSl1GPkTISpF+JGXpmJKettR0JSnSxJ2sH8OxZ+F6t8bIiE0t9S8mZDyM2qv7qtU9rgfTvtC9izFH2IpfPxai+x7xSqPMiyEFKW3UKIQ6m9rgoOU9/oRYjZm0ij/0NiFqU7k++rmw8l1ocQu5IIv2KVZDbQm5sASRh9QKj7YygVhzMdYpqTuI8ZP4XixOdXTk9T/zs9vPzNzoCDfz9dtqyIuCMZezJSf+zyKRUaQww1H5VeVhxbbiW1WBvoUKzGwvmBsLEgDuIt09Bao32ygRGEMVtOV+Qm/3d1Nk5QrQL01B0UOpJAIBVLptK5DAbeHHXn34T81Tq06J7oN7dxYpAJt5/iRtlaZ9o2QiAIeIqHaphyltNu8Fa31u8BaNPIa5TfUWFyB5bcl1uU003/RK2IS1pSh1CilKrm1/O/rofTQd9vlqm0GLVG8LysJ1f7lNWtDqpS+pBsAsKKTcEeoIJHc7M1GJ8JUGjMYX+z0rlVtIdUw+oOoTfS6TotCtNVA+SSQCAdktXoq7+TzK3Vo7czm/RMOUGjU2fVKSt/msyvGcykEKspIBIIBTYgep7dy7d2+7jdVijCVNxRS6dFcW+0nmEZ83DfFwoHzv5i9iQb22zZjPePhyfS4EV2rMIlUh19LSZDRyqS4AkglF1JCilKgpIJBBBSQbCfh7G8+jUFx3CUtj3hUVoddTFUPvFhYuJToM/qLalRNhcgF0mj0qcbR/iA1FCNwnE0HjnCWA6XAc/oSnLXk+doZvr5H+DtkvE+DsRyq8/wC66c2xF4qk5P1fQWt+J1P017jXGBlRcUYSpNeqjL73NKWlfNIyPpTa9j2vbtfsbXHfSpptf3ctT/czrS0P8xy/6LxKvYeXra5+uzWp6XpbRyo/xM6zTtM+YM3G1TEbvCnxMmf+P4/6bF1V3N1ndU05KoMtD7E11KXY8hXSlVukp+h/cbX77aVU/hyl/opbGdHyaJUnT02Ad6FZ980Z+LAa46F9f+JIHl/x2x+r9O0VGiZ2A/b+sEq7ImkIlfE5qkoyP/3z0q/YNPT12kTGcB0usxJVewn8CUwuLKzryqSvQpWkhVhY6m41Ch31uDz94TWEuJ75e477CErjteLiJPa+mpBuk3tbKQe2qexnvZxHih1zmpa0MZulpKunyy6fTv8AnY3sSfE9IpsFhJXj95atscTae5ysYIgRa1hefLR7rmuqS0l1YzcJxBQoX7XFwq/mB9NATfNheVugnse6866XNQpLqsnSpoeXY2Uk6m2tje/ltmLBlaxa1WYEpqJNfQuQjNnSvK5Yj9ulhoLfhrttjHONHd4O6CBRp+GapzrD6lRVrj5uYaCCHASOygkHuLHKDrY7e0s0Yv0uFHIjtYPzM0VSS7VIrlLadWjj+BbSOr6EfkdB53877V2EKfKalNxZ+f7q+ph9ClnyNvPuCLWGlxbXY/3CQ6XRsUMQN41O/o6U06uluvoCUvKBsGxfzva3mL+ux3iSiNV7FrnuuksQkTcjHCQv+1GiSRewKtE37XA+u2SOk6iqvAOf2g+3saSMY4J9n2Bg1yVS6tV0VtEdK+aXdLSnSLnQXsL3Hnb1Oyaru+6s/wA30TdzRoja5SH1qXPaT8V5PVYdvMG57kAAepDoqu4Di0GuyqpUOA/FgLTy/wA3FCTYgnRVxoLG1wNdDti5mpVSjVlt1pn70w6nLmTm6+/n+7Tt5dxs4lDU4KDBI5xJyT6lXJrfFn/enl/N4ln+PTb7Zbdnu/dWc+f9Tq/y/Dvsy8J+z5vG3oT/AHpAoa2GKi/nXKW1lazKXqR2uL/hs88Nex3iPd9Pbr1Uq1OQiElTqF5AvsPLNp5+dvx9Wf8ATmbyb1I7cz7TNx+8aswG6p9mJqIvTnd4Xr2J7m34W0/Hae9u7aw47Edde4/WnmOjLw03t9ex+v8Aw203ur9rafFdkUvHmE4SITClNNSot+pI7EpPcEfUHv8AhtnveHi2jSseVOqUtlaKXUZmdqOr62BsNRbTQa/j32Ktmi065zk/tLlE+J1g4dlYjntxaXUFv07irdajourKsixskXtcDy7kXtfXZqYd9m7Ec/kK9iN6LQYtOzZHdErUmxAJ7d02Gvb8NqPd/vco27mK27QaIw/K8a33flVra1h5enl+d9g7er7SFexRxIFUqz+RHgaaVlRrr66/j5W8rbMjqOntTakpsaMSs1TCVLqjlGi1FdRXmy8X9bXv62Pr22hR8MVSs1RyLS6e+hDbSV8VfSjXyuf2nyF9lFu+3p0ajVRyfKw8ua+tCU8V2ysqR+J+pPnfTvfZrub6pVedYo0DIwxKdS06pHTlR2P7Ba4I1AsDt5HqGnbUXbKx7+cwZrweYE4kw/iN2f7hwvE52qLzJWhHUhtN9SpX4D8bXt22V1fwXjL38/QcW8eLKYyo5dXiSk9tPr/ltoGh48awlVJcCl8N99h9Trrq75ko0ub63Og/G3kNdm/VaBu+33NQJTrzEWtU5CU5kfMk2VY+o7fgf2bbei6LXp0zgZ/MaXS1p5ETI9Zwn9jcORGqW7nq9RStTrvyso7ad+4sP2n02D6Rges1SU586/8AF+/8r/s/DbYuMt0DUCVwv0/RlSr+72t+XltDw5u2ao2I+Fwc+dpP/lef+h/d+Ko0Z7hmZePOLvdNued4vFdeyIydWe35/j9PLa4xXVMJUZ1ug0unL461ZVyP1Veot9dL2A+vpoqlYaaitcXg8Pp+RO2fcY4K4uPKTFlS8nNKzqX+r129bC58v+Wz/wBIKk9ZhdOIz91WEHeL70lePhJyr+Xyt+J/ds0cGyGmqz8V3wL+mX/nt/VHD/2XwQ21Rut9cdKEL8XUbAbCtdpdUw5g191p5a5vL9Cvmznw/jYnbz9lD63xH9JqomPKHXtR0Sl17ctXYvjXyfFaQtfTmSQpJ/K19O3077ecGGcM0ue770nu/dYrqcrSv7RZJygAeLqFrdj+FzttMpxlvBoMCLij7lCYa+On/aaW/YfMdvLz2SmI6JhyBvB914X4C4sWP1ZOpPHHe1vQHy8yR5W2b6T0v/QdOz2HgnOPxLXWb1wfiMzfrjeU7hum4cde/teL4vl2UxoVUdoPv5qnyuVQvplcIpQ2vysq2U37EeY2M8RU5rG+9XCeF5X6GVIQ07/hKhcfn2/PbUW9dVBxljLDXsyUHDz8WLGdYqU99pORpmG2FHhgDuVdiryP12B/BOsvs6TWbzn4H5iGjO6sGYbozjvF4rvzr/3dtF+yVhtqvb0OalM52KdFdd/3iCkfsJvtoDFWHNzeKKXiTdLAw9Tm51BpfML5eKEcqopJQQsDxXFzc3sddk37DlUgNT8SypzqOIhpphC/zVf/AC29wtqjgnmHsdUHlHJJrcrCWKFz4rK8nhfa+V5N/PTv6HyP57WGJaq7RsOQd4GHInXFVxeVT081HV3QPLiAaEDU2uCSBtTY0qdM9+rgN+DNnT+exhhiq0d3Di8OVNph5jKpDWZOZDiT5H0IPn5flsnpesaXV3tQjAlfY+YshDRIY+xtgPFsqPWaXT1oRNYQt1p1ASmUhR60g/I6g9SSbAKBBFtCqlM1SLihyLFyL5J1Ehr4v6ZoWUhwAjz73H1HkRs597+5z3XRkVnC8TjobXzTUVSx8TzcaCu1zbMlXmdD6lc0VxqswG+Ve5pEVSuV5hOR1tN+uOq+qVoUSQD5KVbTamvytgdRGUAld7WTTUCvYP3lwIiFsTWuVm9AUhSFZUrbeSe6ClSQfwvobEY2xxuWlUbHkDEdBqK10GrzM7HFVlfhvhYWqKpRtmy3SpKjYrQUnU5rege+nCjVe3aRKM7EflRaojLHa+dmQW9AlQ7KNjl9TZNiSBtmPdvDaxHS3MG48ZYqMJ91MBDrqRmcWyfgm58DqFZgkk2JuCRmOwLrGTDiVsBU5mg8R1SVK3fQGpX6RDSf97T+P+Wy5wyJVZal++aevJRHecgOuoCkuX6XGr20BTc+l7+tifVWJ7r3csUZ11b79OytNOrupSkAWBNxewtYgi6ToRcbQcG4ngUvC/Cr0RCEPqU0tfy9XmTYaa6HuB+Gw9LZ3bMv6i97mL2rNRYFZl+4furC2EyI7qbqiuIPygA3sCDcEXSbWtfYhw1WKphx1h2fEQ4wv+1auphxY8/VBP4kA2NyDbaiUw1FaqVGoPWuiZnVx1W4qU6kkfjc3IuDr57EUPhfZxiqQHlvRZqFdK0BKmVp8SVAXFwTa47ix01AHodVZqtQw24APBiwdgMmUG8OsNV7Fs+e14HMiU/7ottQQHXWqow01kyPry9fT1eVvrfTb8kr4spx3+/tLoauFVG3f1EqWn/Fbvprp9NvuHXdNv8A4cev8IP+MGfmLpmt/wD4uF35sP8A5xGbQKbS69S3ML4oyRV5+LDlPujMys9gfLITprYpvqALkUuNd1dZqmHH8OT8nOtrT4v+8JTb4d/1wBoDcqta5Nrq3FeOcR16VyEqI/CWwvlVux7pUq4sHLny1KRe1wNSNnpu6k4tqmDYNBxHVkTahCyxWJ60ZFSkAWQFj/aDw5vPTTTX4XUKXr2JzP0xW+4RYsPT8LxYFG4OdxeWPwnenMnzSoZSB2IF7jUDt2mYmwNFw5QeaazoyZfuqlfoUH9Um1wk2ATa9vU7OBGC+alN4oxGyhEql5mn0qT1JVoG3ib6ggFJvfUA3BzZlHvcxm7PlS6C1TuahRWuEt1Pi1AN/oATcG9rjvoNlqNKukqL6r3niQ7c4EjYErcVrlKy1T0ZGFLafyIycZNrKOXsm976aXFxYGwNk1dr3o5yHQw+v5f7RR87dgSCNPM+mwjhJrhYXbdlM5M/R/e0tqb+fcG/p6HYjlx6XAwu+74JX6VqQnxJdTdWQ6HpOgFx3tbYdFrqCV+YwIKzsXYyoOMnGqXLlc1FTzEfpKk+tk+QJNiALk+h2bdTxg1vV3aU3G8qkvsTZSVwJnK3U1xQDcON3skGxtaxSrTUaBO44jNRcUU2stdDFRjpkKWhHUlYJv8AjcakWJOumzg3VVOg4yw5iHC9BeiofqkdT8dpFsqZSDckAai6gCR5d/UbE6TqLHssrc5HH/MGm7cRDj2Z8Gu0vC7FUlfp30KQr/ClRA+nb/h5bXOPsQtfEa4vWwrwfu2LN3zHIYNb+RfC6kLTl6vPTbPWMq+7Kqkvi/p0SlI/xI129WhXSoAI79qxMb22eVxa/K8CH2v/ADQ/67KBX391z9fqydfps1t+snhNQJ7XzoUnP/n+/ZNpLvCbd/8ANf3tgm/eeIwjbhLOjypUriNSsnA/VX4c3p9NNtMeyvJgcrVqDwfuvHQ+lpXUltfbTz2zFS5jUriNbOn2aq47S8R1Jrx52PD+BB/y2NRYN+IK88Rp+0Bg2LQaDLxHQfgPvvoW6h1ZU1nvZLhN7psrU29Lak7Cm7+O1gOqNxYryGJT7WdSPElxehWbX8JUSbeV9NLbPefIo2LaNyE91CPB1/7O/bN/dJHfyPfYMpm7tqBjLn5+dHEhculrVTSu54gN7pJHdIsBYEaaBq73LaexYM4LwrxceVKVxskWt5mnWM5yt6lQdSLDUEnQmxB8r32uN5GH8RwML/0DLYQuK6n9KrIhOv6QKUQAPlINiArXS+3VH3WqfCl5FxVZEu5+r6H+BtXbxcS1Rqgz4rrLD7Erxutf2bv95Py3A0UDY6g2883UWVupSw4/eXNoAOYEYfxlWcURY+EsW07j8q6pCc6PvUNehsk98p1BF7aJI7XLNhHDkppijVlnjsSsvLuo/Ht6nX019PTYdplUwHKaotU93ZKoj7q66nq4iQALlQIv9QdQdRcKNq7eXhGvRXW6pAraGIU5XFjqR4kq0zAeQUDb6ka/hg6Ws6RWext34/pKFtqfmFFUwJg2jVRiqYXiL5rLlW7xSpCU6EZr3tbUfS+ltqjeNTPfzTjUquOMIW0nM010qbVpqL+R7W87EeYI4zcYfCpLVed47z6+E6+0rKlzTv5XuB2NiNQR6/kluBAqj7rstC8/hS74lJV3B+oNrEd+9u+3b9RqEKVHaD8/MUCNBTCO752jSnMR4clrffpac6+kpWpo9xY6WJvfy1PfQbDWJ657+d+4VHjsSsynUIt0q87m3cdhr9dnBu0iVT7Wv4odzsURhhbUpC+niKuLj0IHqCbj0tfZLbwZdLqmKJ7uCKfyVOyZ0fLxLkhTibfLe3oSDe3fZdOj2aRN5sLH8H1DVV8wjw7FwRS6W3Kgc6/V0eJGReZKu905Tbt3udB5aX2uYScb1Sg1KfRmV05cWOvhJkXS6pD121ZD56KXawAHmQSNoO6/D0qLRufn5+azqWt3RKW1egt9NCCLAg7WWNMQ4yn0tyLRmvuudPNI8KcwuOIm1j27667VShmO+WZPLMStJ3eSqXPcdlceatfhdWjItSvMEeRHmO58tNiCPTpUCluSuL1oVmaaV4uldjbXt+RF7W02I8EVXmsR/ZfEctCH5WXkndE5nR2bPe109jrqALi4GxTPxBS6D7yoM+JFqkXItKms+V9tVjZxBGvlc21IsbG9i/pmRU/eRiTd1+KK87AiVSAyw/Cba+KnRSsmnWRm6kjzIBI7EWF9mfi9+K7AiV7i8CKtSUIXlzpjrtoFeeQ+G57etwLoPDmNMOch70pdW9y1dhCkPwHcyos5SFGznlkcUgaqFidLhViNnThWq0HeDhdxp1l9C8nCkRXUFp+OvsRYgG1+ygLH07jZ2rUbUYZlf2MD6rMi1R3kIuRiV8zC1DpsQDrcXT5X7bSKEqVVMOP8JrjzUTci8/6eLKBBNjpdtaCdLlPlpbb4fwW1S6oxP/rUJH3dqotdSk3vlS+m4CbXy5gCPCbgA2mMRaXzT8qVLfp0pC0pkPpRmSlSSMqlp1NhoCQNO57G/kh/ENdfURpLsYYcHPGfxKkQlgLlUGUhp346F5XWl/rJ+ZGuqVJ7WPbUEWIO1pJnxaDK5Vpr7lNzKQ0q6eGsW7H0ym2XQ5bWvlttCrNeixYHFn1BC32MuVWis2nkdcwI+YbQ6QmLjIe5ubQw+v8AqaHXcqcwFw2lR7X+UHQXtfavUutroc16Qjf8fiD2Z5zKF3G0ql1luVS2cmRebIv5U+aD5K9P4vtondTvDgYyitwKpEYRKy9OXqQ56jsNf4tptll6nOxay5FdZWjgOqayrRlWlXmCPoekjTZiUGVPoLrdUis5/DxWkdKlJ9Ua2Cx3HkRpobEJfwz1vqL6lm1r+P4P5/aT6jH3q02Bh2vMVBocPmk5Mv63/MC418vW2yVq9UiuxUQJ9O5piKjhRX0KyrZRnJ4R/ui5skglPlYGxaW9/ELWI6DRZXwH319SM3TxEkeX1vY273FrabI2oPNReJwneBkV1oX4fTt20/y7bYv8cdbtbVnSUnxwDx85hPic2K97rr39FvP5EKzIQt3wp1vfW3/Hz2If50JTUD4svIjwdV8yb6GwI7EHW9xbTuNF/S3HZU9zmmv1kJyWVmV/B18j6abda/SuLKbiz6S/nypz5fCpPdJFj52tcd+wtcbY3R+qaqpexW2PmU7e5p+UreY67jyJAaZYepaEKWv5nWUqBu4leiRdWVWWwuMx9LR6jjBqLij7q0h9C83xdE5br0uCRqdSTca5dACbRKYMG0aU5xYnKrfUphbqWkpUy6SQlXmNATdJvca66bVWGIkD3o/S4uRb8WQtK5CurLrfzH61h9Rcg2O30bT3aqygL7MOMrxA/eVQcRyubixYjDcpyQmY614czCj8R1tQFiALkgEH0udCe7t8OxYrsCvYj6IUJCF/eE9KlWFi5fXNcC9hobeu1viKHK91ttO09ia+haMvR1NpvcEHQ/s8h21tsT1fD0WvUFujT87CFtI+9R7KW2qwGVadMyCexvcCw7X2cXqKdDQHUDAY+xyB/WCPE74j3k/aiqNwMJPLZp3CzuutKCvoNe5SdSFAaixuO206r7soteozFUwbW0RcUUv4vKylnhVBr+4s2sq17oIOa/l32jYV3f0ugz4jvF5pDEdOSam/xEWvf62tbXUa9rnazlOQHayxFo1WQtHg5XwqbtqCk+mtyO58jfYjaq7XWbqSCPiBc7fcX2L8UT6M7RfhcqiUtaFZfC55ZGzbVXmUmxPkCb2K4m8mLVIrFLal8fIpLTqfCpXcHvbKexAAN7kaDURZOHaX9rfslXqsxUW6pmmw476whKrZQW0G4Ocds2vYgjttVVegNQHfdbURbbDCv+8JzOp89CR2N++oJ010sVtZqKKf1x69kQg2mEahKpc+Byry0ZEKazotlUi+l+/YWsTrfsddWRDjwKNwKpKrmRh93i52mutTCz1EJIGcZrKt3ukqBBFjR7qKhQZVZiQKoy/zSMyWncwyK0spCkkagjXv3GnYbPOLu2agPPu0arf0XKzrTFW0FGnvmyg8wSLpssAlN7EG+pA2XWl+oOuo09niPY+DLrhoGYgqzUV3lZVW5rkkJySotvjRzci5HZabHpOvex2qOcw5jxpzCVU5KrxVsLfgKdvkeWkask3ztuWVooFJBCh302MsT4alYodjuVSJCi1HhdUpjPm4/biJsRZPmdbk+moKBo+Kd3zuN67hzFuGKphTEtBztSpkLMqE8okFEgNosk3OUkAJUNFajaOodMr1zAWqeDkMOCIZLAp4hBvZxBhjeBhKjVSBLfiyosPk3+L+lbW0AUrzdlXBUQdQbKBGhsodzWFpWKMZRJTstbfJSmn3ULayolJBuFpBJKVBSRewta4JJNjHfr8p1p9ppqK+iLxY6sn9ohVylxJuRe+UG9iLnysSZez3WoEqqOUZ3Oh9EVUpHzJVcjoNtAQfO+moOljsppk1NWs4XIznP7SqqWszH77TVSgRd1U+ltOoz1RpMNHUE9S7pt1EJ17akDXvt54YhxlK3GYj9zUunuVFmoxfush1BzJWCUcu8k68RskpsbKByk63WddVuVhzeXVHMEY3qy0UiqTEU1p/5WVuDhp0JGpUcutjdX47Z89o/dLvB3N1Tn8eFurxV8DkKtlKmpiGOkBw90uhsISQbG2oJF9voNNm9YwTALFE7Eder1Mxbi1l9hedHMOx3czqkN+Fw9hmAtcdXYkg3IMNigUal72mMb0aWxKiv/eH0oaCFNyCMrxKCCiygcxAABUSQLan5x/v/wAL1R2mu0anoyI4SpEWZmUltWpU2VJAJQTcZgQRcEEAEEmo0elz4EDEdBa+BUepDDvypucybi9yDdJPnoSB2EZpdok53R1e0H7P277Fu5ZjG9LZ90YoYYRKQ6hS09ZCbgoUbcJSDYgDMkAkZjYpxtDm1mfhefhes9E2iOqdYz9K20m56Sm90lXSbEghVyCRtvDe/vdwRjLdzhvBtBa49RYj8CRnRlUyltACUq7jMVAka6gEggG22S6q9S4s9xp1nPkVlX3UtlB0JNzqPW4sNe1tq6qtMjEa055xOeEsIUafApsqqYhfhIqLqX8yupUd0XNlpN7oFvECDYg6EE7Nqvs4owlVIGN4rq32FwlwlzELStpxKcybhYN72Xqk6kWNjoTU7umsJcJzBteaRyuT7rNU0cir+FD3zJNtQsG17g2GuzHrUCe1RnMLyqchbGZLrSuYypcWAodwbE5SSbi9j5i+we0xTAMrqXw+IqcB1CL/AOxbKyP1FDqYqWlJHxOsWCVLOVQUtQSUm3Yam42i40pcCLvBluxYkqEiUlLqorqypCVkXOVRN8l+xHfsSbaFSY+F6DRqbA94xaXVETVRc89RYYUlZ1DhSDwyVaZrZANSQCVDlVMM48xHF5+vYNyMMPqitSswUpL7erkfQlKlWFwm9yEkpKh2GlV2OP8AMDvlixiSg4ti0mVWacuorY+61JPzOItlS7rqFBJKVd7m1tRpfYQkwMJNQKC7UYUrD0191EVifIU1mWsgIZW4L5StIKQ4QRfLcgEq2XVHqrtLqjbTWSnSoudpOTqQ4m/Tc26jYBVxYgfhtfYj3I7y9+bTn2SdhSqRTmlSFOrXkVqLBsG2tlJUACOnMLkXGz9zlkH5jGAozLQ4DwlVKDiWs0uXUYX3xaF0uYoLaS6LKyIKVFSbE6KUVJKSLG1r02F63FrMDi4cwmuauLHdW1CYdDT+bXM2ysqCcxUBZLhSCbpJ7HYV3O4sxG07Xd3OKIkpb65DsBTql5JDL7KLJzp0OYZcpuTmGhva46+zvOlQMeN0uVVuSQtTqM60DhZwLWUlQIte3f0FyddjLjcN0ep/Vpb9o79zu52BvtoLFUw5Ei4axRR/ipqWRxrjXPU1Ji2ACr3BICSNbixsK7FHszV6s4j+zjsRDFR5zI6606FIZaKOpw3tdHkBYHqA1sDsWN765W6+vVLFtBw9FXCWtqLPydPLzBrxOxUGnUDKUEkBSbpIIuG9QcU4jrLsveDihmLTveDTS4sLT4LSU6AqsDmPiIJNvK3bZy5AuSuMY4/OYjWm9pQOri7qsGxMJfpH4rCWkI8OZI00PY/W3r5bIaHW6z9t58WqVFv3Wt1UhDCmgpGawJHa4vfNfQE69zs5Jtaa3oRa1AgcrNfhZX2kIfyuqSL3WgEELKLdaQbhKgSLG4T+K+fpbTEqey+jxRVo8K84BNreY0J729L32XQFOZ1tpfwkDF2G8G8hPaw5LXCXKRxVRet1KVADrSdTYWF0quSDcE5bCsk1OgwMEUKfK5piUhhbVRYdQHVNqAFnmVJASpBvfhqspKkEZiDfapxLG96UvmoGRzlcqlNO+FxJIuAoHS4vY+Rtp6B+KW5TU+i8WoPvoYaU6jOo/kV5RYmyTa4uR6EkbLalHY7liqPsMPm6w7WaW5FlOxZUXOl1haPA4kaBYNwpBKLEeYIsSCNTHd/Ka9zVKlxeiKtX6J9AzMvpNwQoDqSOoEEC4sRbUEAw/R4rtGj1mA0whhchPFS10pVfv+BveyToCCBpfa8wRClRXatAlZ0Z5WdpWmVSAkBJHp21/C9hstXuz5QzWFhJFXntRePS5TK+dfd+A6i/xEHug3IObUEW9QNRay4w9KlQKzLlNcB9tC+XWhdsqlpNwCfU20KhqCoa30IZKvv7mF8ZfHWiYldOmZinKoG6Gsw7E90kjQ30uCdqvCEOvVmqVqsz2ouSa+lDrS2EZHrgJUVDwgL0JsLXuR31NmcleYwaTi933DLwR7vfqMLMl+AhagtPAWLkJzaBSSMpANgQoEA3BGGsJ0aL72rPulhhhhpPvKE6lxCW1E5w9kV2SrVJymwI0Pa9y7gyVRovvRr4DCFpdQvMVcFSgAT2JAJy3762/MqYq1Lx5hKrNOtI9706EuPI7K5hqxJFyLKva49CDa1ztZED8mNfasA6XgGB7hf3v7vnX34LbqKXiijOujj01YIyrBIBcaN0qbVYEE2INzsSwKLQeFyFUa5pDDTT7TvhypIuNbGw7lNxdJGhBvt9bl8SwKXi2m4clZH6Xi6Auhyml9PEURkbzXsCR4QTYgKGp261enT6NPn0tqWhcqnZ2E8xdC8yCc7Ku2VYHqCCFJUkkEE22bZXbuEJqh7rxbu+rUVp59b8V1pa0yOh1tQv4h3/AONrgdtlhVsY/aPdyxhKs8dcXD01aoanVZFRVLuhTYURZbDnSQk6hSL6kX2aWDqlFxHhepcVlCJvIJaW6xZKnki4Q5p56G47aad7bI+hxZVe4kDjcDjupizFrRmSrM5bii17ag3vYBXYag7VJxOG2N/djRXcL7uX5UBmFzsp1LrXC6cyNMh8+4BTpcE+QPdWY5qjtZrMuU7nz5vB48qjfTMO4HYeVrC51JNcR4kn4I3fe6+DFX9l/u6HY7vW8grSU27mybKUdCLrUdCTbOE+bijEf3+VL5VC1q+E18tySfLz73vfbX/h2vye4/0gdT5AAS/fktcXi8ZHR/u9tdb6fuA2r5ddgQPiz6iwx/6t+Wqv4/HaiZpjrXD+M/KyZvGrN56/8tfz9I8vC1Glf1qIwv8AWzeFX1tqPy/D129UbdsWFc5nE9BlO/CrjHi+ZYSlX0FzfTt2125yXIsr+quof/8ASS83fT/obaX2pKzDoMBrhNRGM6M397N/r+fr6bBEilRWpXvSK8uKtHUjhLKVZvyP46bKPq9vuF7UZMeK7xfhZ/8AFp4r2/jvtfQ4/wDsms6//NfkNljQoWN5/wB6aqy2IqP9r1LV+HkPqSb/AI7W9VxtjKjQG4tG630eJ1aAr8O+p872ttQa5G+J3aM257JlHi4XqiMZYjpL6ISHUtIlfKyo5dSexFyLjuO41Fjb+3W3Fax5h7eNxpsV+goQw1KYv0rzBaL+R1Jt3BuoG4JBBfYx9tXCXute6DfnT2KI/NVli1nwQnlKsA29cksLv4XB0eRI0u4/bLmUH+Yee7PlofffUxFh50/ploXdOnksA5gR3GYg2AIRsL237jx8Z/aGQeOJnTe7Gi17doxvQoNDhVGFT3Y66lHYTlVHTKcQCQj9RLydQCCkLNzZO2aN6W8Os0uVTWqNyqGH4qvAnqSoLsQfP01PfvbW5ee7umz/AP0X3HcqA0/x6o6xAWlbWVDiApFyCRawub/u7a5yx3U8L4cqjDrTKKvVEIU14jy8dY0uL+M/lpbyO2b1AKhx7MsAIxdwFY3gtYoiVSqVDgMSsyGIshoKVMV3ypbPcAXvca3Gh0O3ozg2q0avezfjM1Shopc19iTyDXQkqWhACOEu+qw4e2hIsLEanz23SbrsbxaXRt+dedWtFRdWiKt1PV0qKNRpbUXAt2KTaxBOk4tH3lz6C57mqyMi18wuFIVlSpQJKFC3STYkHS49Tc7eZ1HUey+zbmRl0PEv93EivNbtMQ4XgVCK+5NX96p1RTmYqDBABISSlTbyCUqSUEKI8zYAf2L4nuGBQoDTz/3JpSFZ3cylJPa5tdVu+o1Ovc7f1JrmDYuDYDtZaXFxXTp6kSFtdPPRVZykixyqLasqSCOyrAkEWosVY6iz5UtqBT11FC0qaTnRmSm1rEEAW6uw1uD53ttFevrNZc/4+YVNUifdACTOlUvFDjvNsTc7CnWmnVFStBc5dL3KdPM+Y0BuU4QxTXnaNyrrTC1yl5o7UhGbLr31A6SD5efY2uCLy4GKHfixcPSs6+pOSOvxfiBt+UuLvQqjrcWBRKo4tjKtGVr9HbtqoWAv5G2yC9UZ22hDF7tbvOUUz8xDuwd5/n3aTCWt+QpWVp3hcRStT36QBqDr6WNrkS61hWltRaa66yuj81kdjqXIzIzA5TZfcK1F0k5gbC+o2dm66i0GfRqtRt79J5Wa+lSGpDuRK46rApUhaem2Ym4Og10ItsArwxhJr7q7izjxUO5msvhUo2BIFzqbJuRY3HlYbPV1eYsBI/IllfcPKO+BzX2coTUCrcCVFgKdf/8AEWLAZwfx79yNlwqZFpdUl4oxQzyqITv6LOPiLI1KfUXJsRoBmPoNiKTvPwRQYDEWqOrXN4SY8fipydQBtrpbyAF7kWFu22U98WLa9iOqN0aBLlLQhalLYy5eCvta400BsNTYedybm1mp7YzmQ9+BxGFiv2hosWs8KBnm9anVu/qqz3A7eSbDLbQeZvpdY+36UaLgiJKgZPekpCkqj58uVXpa1vMXINr2Guh2zKxh+VRvv9Z6M6VZE+JX00t56W9BrpptB4U+sz+E00v+78qUp1sLn/L67edvddX4Wcj3EskT5qc2vYorPwmlypUpaulpJUn8kgGwtYef1Jvs8N3fs1Uv3M/jLG9WYQhh3I1A+dS9LX0F7m+gBHmSAdu/s44cgRcRtxaozFY48d37xIXmSmwKgpPkDfWx0IuO5BD4xg/g2e6279oYUKbwuE6hpeZqQ62LJeSk3IukoBA0JSTYEkbMpSK1ykum1YnqiYHIRIFGZRx4ufoQoZFL1NwdNb3SAdCRe+tgwt3+/wBw5S93M+g1nPFq8VpUiGrMFL44N0EC/ksEG4Asqx02zbiXE8+BPltcFCJTDqk5/m87X7j/AE2VVXx/WYs/iuvZ1ueNXzKV539T+Q0A20aNShGyNrYDCzeHvtr1ZlchK+BCYmOymo7HQmOta79HoAkCyToAfrfY93O70ZVUqnClVxb66ilUdfNKGVy9tbnwOJICgod7WvcjZIt7wIrUrhVSiRXun9U5ld9b9j5dh9bntsSUneVu+a/rWGOVz+J1peVX1tb9xFrWHfyNunYm/t3ycUY8i1qBVJbE1iF8KRxelbPSLC9uoEdQvewOpGl1ThrdXulxHvar32jrbEJbErkGEJtkedtmLiVa3AJCSLWBHfU3SuGvaNrOHHX6DAlr49UaTD5xHSiQ0o9BcsLBY0BIte1jprs4N3tNwbS59Nn4oqK2IUV1Tq1u9KVKN75ja1jcn012ra9VJFrSpG2akw8j7EUGfQYtRivsYaaSpHQj4kUi6F3ue2qT5C22W97+/nEeKOJAaqGSKvNlS10pUjUXOnVf0J7WNjYbRXcbxazjerUujYhWikVFSYbTqVLyKjqIBIOnZWpGhsD5HYP3g7tXcG43coNeq0XkkRea5hHzJK7ai5taxN7m9wPrsjrtRqNUirp/R9yhRn9QLckT6y7ysVpa1rV4UdXVcaaXJJJ8rm9h67Dddwpi2fi2m4capMrmuKlKmlpyqTceYOoFr9h+dtnz7OFew5Qd6FSqlZiIfp1Bipdi/rOPqQViyTqSOkagWUq2pBs4aniLDlGrNS3jV5mK/Xq2riojtI6YbAACW0nvoBmUo6kknQWAzrOlvpq93tj6EuiCv3Ei57OVegQOar1bi09zLmWnOMyU27HXvbQ2v/nZLYh3YQIsqXPariJTCF5M+cdSiPIW7ed7/W2uzz3r4txHjyly6pFZlRYUJKeE0tB+Ivz1Gl/Qaki5uBssKJQ5WI6M41PZcQteZSHfD5kA/jYC9/2bE6b040gm5vI/H4nLZiC9EgNRWm+FEQtH66fFl/Z3+t/y2v41IdlfeoHwMmZXjy/6i/8Ap9djLDGF6DQYsuLKl80vhJUtC/lsNbdrevl22usObsftbhz39hLmkSuKrPHkJLSEtWNjmOt/Xve4HrYGp0ttTdxORCsF+Ys2Yrs+VwpXwFry5lf8fX9357OTdxg2fz7FZoOIVo5VHCXkv8TTTNr5H0NxsvpVNlQHXGnWvB8/976fTtbYqwLiOfQWnOVdWhD/AI0eLN+IPn5fT12AOq3ou0Gc1uF2iabpzEqqUZj3y8h99hSc+X+NNNudZpLXvRh1r51p8H+ew7u5rkV3iO82t9D+VC2v1Vn6XP8Aw02M6vHd4vF/2H/mtt3p2o+rr3kYMy7QcztMe910uXxfkYU7suMFbrGt7U9yvVSo8DgLSuOlCjmT+PbyPY3/AMiLffXiOLRsES+K6tD8prl4+W2ZS1aAD/W4ta+w/Rd7dUd+z1BoNPi0tdOX/SS8vVISUm2W1sovqSbkm3bz0UuVbBW44Pz+IxRVxNI0SlRWmmKNKd5pELKjMv5rbU+KHKW7x/g/4NhSk71aM7P5Xm0LfbzZko2jYtxTF4Tcp3wLzL/wpGzdegpRt6CH7+3xMG94VTddpblLiy+VW/0dFs2W2tvrbsNkZLMCg16JwnkIRlUnOqyVZrf8tp+8XexRqC05PlS88pf6JpFs2TW2nrbzIt/rn6p71J+I8URJ8pn4CFZGktW6U3730ue3fv228trO71HVdsfYOP6ygffHhiytz8G7y6bXmvHTltSEf4kkEH9o21617bG5Zqg/aiVEf+0PK8LlWooUtxVr5A5+pm8zYDbNftL4cagY3b4Xg4X/AJWyWdp7rWyHS9NqOjaRaBzgS1KbEwk1i57W+F6XugrTUVnj45xQqYt9bTXTH4xOUrWfFlQRZIv2A02Wns81mfRoFSdivZFrdT/kf+OyOcZ2a+5V7hQJ7X/ipV+47YH8W9Q1K6A2VtgjHI4MT12e3zH0a3KnyuLK61/r7HmCKlxZXClS/gf4+ry7bJmNUf7La+ptd5V39NkXt8e6d1XUdN1y63JJzk8+/wA5mfRqNvBmg6hU59LgOUae0xUaXK6mlqv6+RHhV6/tHc7ZirUajRd7U+LS6jx4s1P3xpF0qz2unODZIdR4cybhSdCPCEsVnHcrkHIDudaF9f8AveRG1ArCNLrNUcxHxck3pz5bfEsNCR6+X5bfcunfxxouqKF9H8H4m1S6tg5llieryp+69hpp3muSdyq68isqSRcHuCCNLaggEdhtnZ/FEWVVJ7tUp3RKRxaophGVXFPSZNh6kXULWCrnsRbQU2mu+5n2oDOdD/jTnHUrsSPr528/xtsqVYD/AKe5+B0SkZldaMzSrghTawfEhQNiPzBBAI9EvUNNaoAPuGexfUL6VMn4jwu3RnagxNlRemFPWvKp5IHS28e2cCwCj30vfQkPxul13Br8DhLQ+jOh1pacqkqToQUkXBuDp32K4WE2qNQX+QdyIRmy5+vh6foyQNbageosdNq/EqXapS25Ur9OhHWv8u/ncWGvp+83rtSlTn5ijjd7i6wLJn0vFESvOy1r5qKlhefxuJAsAuw8SR0gnVQsfM7aewXu5oPuZyU6yjlep9Ef5UqN1G3oD6dtkbgelRZ89vhf91fTmayZU/j9R9O1xr5jZ141x41hLC7jXg47Smv94i22h0Gjddv+OB/zEtbZ2dO5/AJ/wJnCpqadnS3Wv0fMLy/4c5t+7aOKk7S889ppbnAQpeRFsyv26bfxJsO236zFanutwJTq22H/AISlI6lJv5j8NvvfU9MNR02yg/KEf8T8hdNvx1au7/75/wCZOiT2nWmJTrLEqLKVmaUu2VSvMXtcEa3Sde/cWOzagYmgO4Slu0v4C4vWv5UpTbvfuLdwodu+y+hYYapdLcoLTqKivIlfRb4yR2csNAsjU2t+FtNiSiUKs0ujVJp1lfXH5pp3IepAScwItrlBBP0OosDt+SNL9V0fWFR5J85n65VSoB+Iy8KV93ehheXFntcrW2GFwpqEf96jqHS8g2GY9lEDS47i4IyfheH7hxlL3fYtiLYqMKUtqK6tWVSk65ciiLrQR1JBJICgD2G2rd3WOqFVN3/KtRODiTC7S3YrWUJXIhCxU23a+ayU3CdSQgEXI0pN8m72g70MOMbxsLvMLmwsvF4VsryBrY+YIJJHYg38jr6m56+oUC1OfmHKcBxF5U5/FixMOReuUwrhcVPiUgCwuPp699rlOAapWcLtz6XUWJq3MzUiLkKVxbKtZV/FcWUlQ+o8thKjLlNVmO7Ke4j/AMmf697nZu4VlyqW1Lda/TrWno/vAeR+t9h9PpXUBt/qHqrL8xUbzsO1mjUGhSp7PH5V1SOpHV3JUD2HYjT0ta20Dd1RKzhLeDRcR4c/qT9cTUkx1qzcFDl0yGjf5DmUR+KRbZp49xtQazRnKDWYnHbWrI6hfT1DsR2sR3BBuPLaTu9pDXv6JAlMrRwMq8qrdSD4Fn107EaG19h6Va6tcUpOeOZ3b22ZEeWM647QcOPz6X+qp1KP3/8AXbH9YxJKlSvvTOReZWf9bMdf2D93b021NvUS61hduU1+hQtLTv8AdSo2BP011Pl32ybix7+nvi+NHQtWTpVc9/2W/PZ7q2oNSiHPuB++6RxYFJi/r/x/1/DZfzoU+BRm5XKLyeNGdo5f2kWIP79mFveaa5qi8XwdKl/N+N/9ddte7rvaS3VYjo1JwbS8B1SoyoUViLwo8BDubKgJv9Bp3Nhsfpy7qdzQ9fks85aJUorrTnCZ4C0eNr9X1sfT6HUbNz2eZn/ah/8AvsL/AH2O3o3iDCG6CLRnK9jLBuHqfFQ1mkKnxWU8PzsTqL/QE7YG3WGjVTfTiiVhxlDFL4sp2GhpGVHCK7JsNLC3YbNis12Ayl6bRGliGo+657DvGWhb7Ckq/UcTpYEdv2/Taw3Sb4nap/QOI6e/7vZdUw1UWk8VMFYNkpcsP0RINidU2tew0ocaBqVXojXXnQnrTl8SewI765iAR9R+crdBRZ9BqlWnwGkI4+bmo7qOmR9SL9wBa/c/s2ONSN+2BqxGNXN2dLi4jcrMVnJFlIzusIWMrKjY3Qod21aKSryJtcCw2RW8Smuu4t5WLx0cBrJIaznhPNG/bU9QVY2OmqtbgbODdnjXkPeUDEby0URuapcB1fWmGk2zIBNipoquFIN7XNrdthn2ksO4ow5AiY3wkyxKpaFp96IR1qhoV4XkkAlbBNk5tSgkXuDcUtoptB3CXsUbJQ4NwT75afitPLY8DsJfiS2sX6zpcjyt+OuuxNLwFXpXDany1oQjrQj+yzgEaDTyvY6Gx+pBWGDN82KMOVn7rSWKjC6VSmsmZSVGwuLEEAXNwCTaxA20xCxzhLFGHOagOoYlcrx1xXVjO3pqQdMyQe5FiNLgE22y20lTcD1BJ5DEX+I8MQHaW3An06EuKvLkdSgIfiupHSs6EEHsVdj5i4B2HscYF5qlwJVGlrffQ+0060teZeS/cEDuO1vMefbbm7vRanypcWV1wkP8JK8/iT62+h8trSp1aLRordUi1Zfx052k/O2saXy/Mm5F7aEEdvIiItZlS22S94LkWVheXgijS/dcpmOl3KvwSE91ozdsw+ve3le4R1Bge64rfvnI+thak5/ly31J9PXuddbDZk0bFUqVAfrM+oRZTnHWlSX0BKM/6qtNO4sb3Gne52Gq/vJw5P5Sl1TDHAflfC+7r8KxpYkGxBBsDa52tej2rwcQ9TFVl9uYg1SstOSpT33LMprhZcvUCbrN+5Pl9ProCTeNieg4DoL8Xozra+deZSVHy79z6DvtNpVXwvg3CTbrT3Azo6EfqqA9T6eh/aTrtmveBUKpjys81xl8khaupF1cPyuQDqL31009O+y9ltWkqCH2ZG4vB6kzMR4yxaxxeOxF5pXXnKVZARoLeQIIuCQbA22beMKJAnymGuj3utKUJVmyqkKsDw7/AK2nbz/ftY7rsJ1mLQeFXsk1DC1KiurjhC2Uk3KUnVWU9ykki4uLdtiKr7r6XWWvf0qoymJubp+ZKVAghYTfQi1wRra1j57IXPpdLSbrWA+ffqSpESW6p+g0vGUul7wYiGGOaTH5iR0oZSsJyqJIuixULKBsCVXuLkPSbU6zhfEb7XGRnirRmWvxyE2AuSOywMqswuFAdr94b9IaqjXCn06K++tpTC+KgLS5bQ6ka31IPex77fSWIDUVijVSIthEVHCjrX1cNKdA2b65R2A0tbQgC23gdZ/G6UhqqFyfyeQRIY5hK5I4sX39S2sja0ZJkJfWjXQ+Vig/UC2mlwCBuoVV1r4TWda//KXkPkSdTobXPcWvfW/8iZKw41xYD3wFp8OfMhxPooag27kEfsOoFXqq01Kcn8bo+RCl9P5nQm3by/dt4Kxzq7e6vHz+2f2lSZauOc1w2mml8RCMvT09/wB3fU2/Hb4hodpcVx12W/FlI6EJz9Kk+n5aW/H6bDWIcYVSstMOwMkJ9jxOo8KkWsLJHY66k97fW+0ij1ms153kJ8vOhC1IddWkJ6tbZh300tbzAJBF9njp3Q7g2YIeUOMP1GVWeJWazLWt9/Lmkf2qsosO/Y2tdRBvYHW5ItU1l3n3GnXuJFX4Fr6Vp/5/Ty2EWpLVL+4OvLf/AFVI+a/l9Prra+341iB3+q/qeBLvSpP57Bv6lqCDWDxLphYX4kqH3DhSvjxWFKWlaPElRAuTr5/5/t2XFcrHNNcq07zSF9K86utPkNdTYaev/H+rlfditcLjLYfWvIlC+pKld+/0Gvax2g4dorsqfzUr4D2ZXT8yk3B0vckfQ62Nwdh6XS26lt78n4kloV4aoM91r7qyheRKnfF4u17+QAv3/wCN9mFTa1hylxW4uN+Axna+7uounM0elRQSCrOk/Lrcai+m0TCVUwbRq83S689yr/SuPnvwlKFgQSNRe/5D8tpFYxDgOl70KTS59DW+hDqlx1aIdhyCg2cTqAsZcySkeIagHtt9R6B0BNJUbrx5H1+0uBt5lRXN0eEqX/2j4rEql1FH3eehYyqzdgbaAn95B87gBVOwJxay/KpfwEIQnrzBPGyiyb/KCRpewHl2tZ04sxZhxqe/Fo1Ez0ua0l2VD4QQ0rPe6wPlXcXKbd9b632A26/Faa5WK0hbDHgy9K8vaygdDcafjax2vqP4r03TrGotHIHBHowZdlnzFbpbXLyp9PydHC4qF5VNrT52Hi/HsRqD6w63iFql8OVxs6MiUcX+7qNT3ULa69u+1XWq81AdfixXuPFfy9LqepPp+Y9fx8thd2q0uqSnKW671vo6UZTmy6ao/WKSblINwBc6EEeKPV9b1d2rsPgTnH4/aCNghLV94LWDaNAxRFZXNpcp1UWpR0rHFiqOodST2voQToQbG1wRe7phhyqcTEcWXzSJWZSZWv7Ck6pNzcpvcfXTbLmJHq9FqlWwk7nXyqUyuFlKuYasQFoSfMIKwUgEnKq19LtL2fsQT9309x3jRapRKulPMRXUj4ax86b6X8goEGwIIOlvoWi6lp+nULkYGOJrW6ejsiyMHFuEaNiiVExbFqGTENEmKQ7HleGRHWbZ2T2Ck2F9TmHobbTESao7/Q0rjvxUKzLaWsr4bXcFCtVEA+p01Hlbaom1OLKlP+62lsLW7mXFXZacp/UVa+nbUdvr2klqVS+G7KZf4HUh2RHSMzKSPFZVgpN9CDb1vodvNajXarqmpxVnBPrPBmRZjPEedIwZS8ORcPYxwvL47K3UJd/tUKuLFs3HSrXKUkC97jUaHdL3m0v7RuUFrof4SuLFzFXlcEEj00tqdPS22T1w8R7tK9LgNY8XVKDW4XFa4SlI4iFaZXGLnI4FjQA3GXQnaQzi+LQXZdedl8eU/mdU6q+fMBr2uSfyNxfzO3qqa7tHarIdoAwV+CfzCpYCMCMfHW8TFvx/dcTO/FdUuOpDoSl5KSdLE6Ejvc2Iz2sQQE5Vt6sDEdZqUqqRForXKpQ0xMRlWpACgGwr58qibKIuBpqBsWV+sYooNUbnuxFsP8VLqWM6XWpCHLEZF3KVtOXFlA2JIFwdqPea7hzG/umfFoaIs1hSuK0toZkpNilaSU90KBSpBJsTfsQSnTr79Ne7u3GfR9f2lc+UDcNYEr0/n4vG5WnVGOtqBIUs5mZCbqSdbixsAQRY/S1trvdTU6pS2qtKdojEWVS1qa4qUFKVKA6gNPMWNvK9vTaNUa5Kpc+m0ul1D7qw6hTrXiVkBGa/6pIvbSxI07K2OMH0el0HBuJffOf+lJ630rTdKnmiU8MJI1uALHtbve23qKLK7ae+fH+seqcLlzFbiCFXqzg1+vUao8D+lEuuoQvKttSSFC4sCQTfXtoRt13r7/MebwcG03CVZ/pegsLQ6+1wkcwpaAWwCfEqxz9gCT3NjcadwVgXcji3DjmDWqexFlTYvhRdDuZOodQo+JSVWURrcXJBF9kOnBMWg16XAqjyGH4Tq2M6bpS5lJF7X7K769h6nuazXJodL3CwwfX7wB1CN7me17vN0sWU27jfDE2Ew/8A9/iynMraCLcRaCdBbukXAIBFgQAe0HdXhelwH4uA8WIXFfd5piLKUVIjzMtrtq1UErT4k3IIN7DUG+3i7v4GMnfdcWrcBaEf1fPlSlYtYE66H69jqbC2xHuW9m/FvuZ/lXkZ0eOK6pKlOKSkZSCnQXtlIvYGx0tbYnSNUdRWLbMc+oHfuEIMU7tcG4co1NrNGqL61vw0uq4+RS0qFgptZA1spJsq9wLdgNg1UTCTsCXzVJi+9308Vh1KQlavJQv55rm6TcG5t5bdZs2s16qOYco2SLndU0+7IQtCEug2VmQE3CxYpVoNRci99rzEfs548wlQW8UNVaLW4UpHCd5dBTwbggWBJBBv9CCkAjUEu26lHcqP7y1bgH3F5u3pDvv73zKiIQjNwltZMyHEfUC+gvYgggCxv6Tsa499w4ybw5FZlcDioQnu+0li9wRbXoFzmA0AFyb7M7AGAcET6XEdqmJ6jRKo2vJx0KQprNfpWsKTmy5rAkkXGlxfaskbo3cOY3q0qsvIlVRhCFNLauppxootnb8ggjUC+l/WwCtmvrSsFDnJxxJewMcxe1ukz69jJ+swKJFq6Kc0nmo6pASrKbm6bXJ0IFwCLX79tn/gesO1TctUsLwMPIqNBm9HRZLsF86pvkuUrCwFJJtY2IsDbZcxY269qK/z7Puur5XeXdzlDSvVsBJFgSLBIIA+gGghTfaGdwRWZFBaiSqQiotcJL/CzQpiTp3BJDguQFeuigDa59Nq+2OfmBf3xKPeBhGvYcajz68y/FQvp5xacyUrGnEP+oNib3B1NvvdBvR3yRcefZzdpEhLmrpbvvTLkySIrenGyEnM4gPKUACSRoQdCDatb4p/CbqleiRZWGpTWSZkaCuVf0stxCrqU2U3uADawOgudlRvN3fzt32IqTvV3VVZximTXUchwHSrkZurnB4gUDwHm7Fs6BBbKSdEbUp6iG1fYsBGfR+DGEJ28w53lKxHRt4LeKJTtOXUX6WiVzkVHCU8tOis41H5EnQpFyABstMAV9p3eCxWazUfd0J+epciU01n5dKln4hSfEhJVdQFiRcXB2I6YmVKacqlUiSoUrkFxalAnrLqVLNrOMrBPQ4EhXkQoEEA3GwdhJmB7+bgcJa2OKprwhXe4Fr99bC3n6jbWus2sJsdP2tWwmwMCbunZVUruEsR0mEtb7ClJyLPLzmiviJcYWBlKCMriUk2PYEFNtqzedvIi4Iabw5iiIubCycLIlXyqIH4XN79x2Ppsc7vKZF3S7qo7tZd5XgNKyIWsqQzclWVKVDp7k5QO5N79ynMaVPCVUan4orzvOolJzR+2X/gfSx1+lxfYguJP7Re4LSn7xi4ZxpS8B4Sco1B914lwpV1rfiu6tSIb6kr6HABnbdBsQSCbIUm9rWqKxVqM7RmIs9pt9eVCnf10qB0ct30UAfoPXtsk6Xid2lymPdcTPSH2kqzxXc6FNX0WUi5ABFjpdJSQQCDtKxTjp2LARKap6+dQtS2uEsrakIsdAbWKSnyOoIvpcE9dqQomZ9zRizt2uHK9S35WF8Qop1RXmUqK6jMwl0aEaWISoX01AvcdtlLX6FXotUluz6ejgMReAvutCbHysQRrex1uNiRpt2U1TK9AqL/AAKjFS/lX0rzpulaNPMKBFjextoPP9ouM2ouEmJ9UZRN47rqFOo6V9JUNRqACPS+oPY7TXeLUlzUymAsTEbuHKMxPdiP5FykodW0kqUpNiq9gCTdQsR56a302aQY4sCmymvBKdVITl8LiLKH5a307gg7DKaLRneUiymvuq86VozdKk3ugg6WIOva2uh8yyy1Fdw5TeQa+Axx4/CXZK+oHoNxfvcg2uL+hB2WcQ61MwzAGNQJWMqW47xuOiE/y7vMJyrUgElN1CwzoNglfcAA389qzDGJOFWXMONU9/lVoU0p1HT1pJStKh3uFBKr2GpHrcMaUxFwbheJK5RE1dR+FMi5QlT1xlsDrZVtAb+L112A6rhmfhKstutMvrRNi5lurSfiLFrFehKXCgpvqbWt5DYUZSvaJcYwqk/3NTeV4mR9CmpCEXUlWUtk3A11OoHfUgXAIMrdfAgUbFrc+e7xKdW3Uw1IVfpSo5bZh3IXrc2BAIIuAdqfE1SlUuluSqXLWtEpSXUL0S6yo3HZXSbqFik6EWt3tsBT8bfZd1vmqtzqF5neK0wrM4mx0UjUhwW1sL3B0HkSt+ZYiX28Gh1ndpih+ltUlcpFLrK2o6UIVmS0olaQMoKk6ag3NiQRYAWKpeNZW9CA5WeUfi4lzIalSlIyplLYy5S8k2suwyEi4OigQSUle1DeLi2s1l/EdZ/penTaahpqRopLikDICoixzhJTZQ1ITY9tiHdzVZXFpPPuvo4k1cdWZGZSU2JZvpqBoATe4Nr6A7RbeqSqx07rqbA5DmpX3WoymnWlx83RmuVAdrjU6X0I8xbYSjYMd+27kqLT2GGP0srhdCUrUbeEWABULm1hYXtcgkzwzJi1SI5zVOXCyLfaXwvClQJBIHpe9wNPMdxtQUyr8hgitRWpfEmr61tO3+IwTZRQtPXoMoNjpbQa2NjtYSkA8fuQKzFlwOUzoYmK683Umy+2bTRViCLdiB9dlrU5UWLxPjdGX5+n/T/rsTYskxYrr7UXjoz/ABcrtlKbV5jMmwUL3sbAgEAgW1VlYqXCdc4XWv8A4a7er6XR9PQB+eYu/kZ+1ev/ANlAazuf4T+f/HYOrU+e605xag2jw9CFjN+Gnb18xf8AdxrE2qSmuFxeA34cqP8AlsLP0ye7/Yr8XzeHN/H12Yvt2yAJ8S5brrvCivLzr/vZsyvz2IqHR4tL/pSsvIX/AHF2VltroD5/X/TatXSoGF4HNT5eeavwNfq3Hb8fU+lh56DEyu1SvSm4vGWhC+lf6uX0H/DbKNndaExth49ip2fK5CjM5EeDOjw/x+7bvJbdaa4rruda/H/d9BtFocBqlwOE01/jVl/PYiw9hWvYj/qrWRjqzSHelGmp1IN/Ltf0uLbOAoiyoDMZ8YVp+F6zzeF8WsoRFqKEohT+FnXT5RNkqUPnaPhcSQTYhSbFNi0KFu/3q1Sl03dzjerTUYehSkNU5LrvFVmU4cjYWLpW2c1mlE3AISAQQBc7od1jU91x2Ayh9+LmW7MdTmy2vojum/p2P+mwcDUKjQN3zfNPeDitSFO2VxEnxAp80nvYEEGxBGy1moc/Z6jHZxyZnv2ssK0Hct7G7lBi/wBF1eo1aFHirTIUlchJeC1iwPjDSHCR2tc+Z2whgfAP2o/86jvKsdORfiX37AeQOo1Ittrb29Wt6G+RqiycG8PEtEwVxU1KHAdzykzFITleWz4l2Z0FhnOdRyqvm2Svs8bucR16ve9J/KsPxV5EUuesx+Iq2gJXYJcvoEqFupN7gm2Tq7Rjj3As6/E0rHxi1S8EUnBtLiLmwqWlKMuUqRmAyjWxt4lAaEm/e41n0t2vV52JS6zW3KdTsiVryKOdtANlD1JA9SBc/XajoIn8X3XAZ93Pozx+EtHSlQuOH5G19L+X4bSN3dVxbVHZf2tiIYisOrazoQE5raJI7gW8z52Omu3k9Y1OlBu1DYg9/wCY2Nx25rDmKMR1pqvVH3jTqc6pLUpCilL3Y3B7i4tfW+ltNTtod/F25vdLAbi0un0tC2GsuSOwnMpP42J1+p2ysnFdZo0Vyl4czsIf6VraunKm1iM1ukHzH+V9gbFOLWqNK5WqO8Sa/m6chypUfXvpfzP4X2yE/iWrZ/01ROPnHERsd8nYJuei7zHcbxXPdeGWIrC/0Tq1jMr62Hbz0Ov02hVdNLo0VyfiOXFYyZsy9EJzJGYi59Bc99Ns7+zTvEle+ak1Plr4EVhMhpC15sqhfNYdjpr6389dIm9CVjLHmLX6XKq2enSnUT+XR0pbTZQS2P7wBsSdCbH6bbK9ZoXSjUY9/H7wwf8AR3Sp3nY0d3g4j5XBDK0Repp+R8qvw08+/pY9jrtBqEvC+DcLt0v7PMTao+n4ql2UpKja5zEAkg+YAA0OxFJVAwRRuViso4//AJrW/c99bWudL/lsBiPKr0pz4K3319edDR6U3/y1P+eu3l7ev6k3bUHJ9CLm052/MBpOHJ9ZqnvSqS+O/wD2WW+VvTTS/lpr3PfaVMwHFo1L96SqhkXlUvLnHTa9wbd/87euxpvKw27hKgxJ8V1xfOry8dpo5W1WHSojtbzNxbyve+yvntVmvT26NxVr+d135Ept2PbUjXTXtbbQpp1Vx3as8/iGFT/MEKhFqmI+JKaZWuKx8Lx9OY3OupsTY2HoPptPpu73EfFYa/QIf6kLynN/H499mFgmqUbCVebozTS5TEpSEzVZOlSb63voLd82pB19Ts2sQ4g3c7lpTmKKDEfrz+dLXxV50x3VC47gltJPZWpPYEAgHTTp+fUK1ePuizpO4jeNQWm6zPefhMLypadWkKQ4tR8OpuPrdNgbDvbaBvs3b1TdBWYE+l4hRXoU1CnZSmEdEV+/ZWhACrjLexNlabOum4wr2+6gwKpAdRFYizVSnYWfozjoGYjWw1IPcXBvcbUQ3dxaDRqtRubQtiotLdXHkLzKkJTr4jqVDvc628+9uuqFNDHPqX2piYyxPih2VXn3XWeVQ/1/rdh2v+QHn32Xsp52VKcdd/tNtKY29n2vT6C3iOjNIlMLz8JpCfjtqTpZQ72IsQrsfW4NkxSsE8V1+LPd5WUw7kXHdTlUlXpY2sfPW1wPPZXQ6ut0yPcsg8cymh0dqqSm+aeydGX/ABW/Hz18tqabD5Ce/F+RDqkoX82X/psf17CbsBpjiy0fpVZFIXmyqFvTt5H6g6bVcOmwGnXOaazr/WWs/u8/9dnfqcc5kk7YVboK9hyg4jotUxRh5it06E6lUqBIulLzRuFC41BykkHyOU2NrbW9Wx3zTs/DnNv/AGeemrkUhTvUqG0VngtOG11hKSlJPqCR5bC8dyjRWuE18Ba0dHzJ89pOHcN1TFEpxqAyh9hvKt1aF+FBOpP+V9l1td+G9RcFs4jQ3bYtdwRQX59UpzFRirdTwGHbKyulJBUhQ1Fx3sdRa1trap45o2PKM39qGX1ylyExeKi+dtAQMhCtSPT6kdh22TdSqHuaU5hz3iuVS2HUoSvP+hXpf1BHcX+g732J3FtRYDcXjMLWtaHWlI+a4tf007G4vs9pbO1/SMKGQTYvs57m8OO0Gp7y6zEfmsMR1IhNO9S3FJTa5A8Z0AFxfubkknYBr+7rG9ZqjcWl4YqP3pfFXnaV8O/cA5R0jsAfLTy2fXsbbyKNVMBuYNdlo52lu8VH/jNL109SFXH4H6bP2TX6XF/S5Ef4rbepSuq5d4gPqGaYdqm6rG7UVuK1hmorRlS07naOVVreRHb8Py2XTtMddrMujT5futcLLx0rR1pve3T31t37aHb0TxViyl4co3v6qPLRFWhSkOoSVdPqLfiP3bYN37Y13Su1mpVmlxJq6jKayuypEg5Xr9tPp3Hp+Z2zbOnJU5szmXrPPnOFIa3aYS4k/gyq9UX+tfMdDGW1rW1sPXQ/hsLY034YjlOuUvjMU6L4ExYfSjL6X7n8/wB2ymq++CjRWuQpcR9a+nOpasvlbTzFzqB6XF79ouCo1UxvK4TURaOv9Kvw+Wp/D6f8dsrXOXGyuXu/aX/2xlcVzivLf/U/V737/u/6DYiwritqsu8JppaMmXpWj9v47FtD9nqfWYHwpbCH/kWu+X/LttIHs54ypbvFiy2F/wB9q6fx+o2zq+g23jc3ErTVnkmWeG67KpcpiVFd60K/3VbPmg4zgYjpf9bRzTaE505urN22zbFwLi2BVIlLldGdWXMq+X8Sf9dfw2tJqa9gOvN8Xx9KuleZCkny8r/8draXT39Oco48Z1lW71G/jTD8rG+I4EVqIt+LREc46hHgz6ganz7/AIfS+tBQd1zruKOfr1R5Lj+NppfXltbID5aaX8v37H+GN49LgbuX+QyP1eouqU6paAlLaewufoBoO2v0vsC0yTVHZ78+sy4uTOp1C0u/o0gXN/8AhtqNT30ysvWDjEpd6OHqXuqlQKzS3XF8d3wqX1ZfrrqAL+ROh2A96e8ivT6MxQcOMvvzZSUp+EjMpKO5J/HttJkw6pvu3jONT5cqLQYS+A18vEsTc9ux8z6D6m7Ex9ur/m5o0TFtBzzUMKSiQpVsraLdJ/H1tf8Az2LTdZSnaM4orvzMkyd2ePJ8/i4jafQtfWtb98yU/wB78h+FrbSzg+LRnYk/oXwJTX+FV1jQ69iNDbyvtpCdvDwbPgN1SfUYq/emaFIY1zsqAGp7keRBAsbg3OuyHxfVYHFcaped9hh1PCXly9KTcfnbz0A8jsNK9jQu1U9TX/tcUTlcR02f+u0pP+X/AA2z29D21h7VyItUoNNrLXXwHcqv8Pb/AF2y+RbZ01qy4g623CB9SZ4Wxpube+9T4v66Eq/Yf+ewzX2eF8Xb+3aVj3Xi1ji9Db/wv2/89vA/xd03fobAg+M/4gtQN6ER5vI26MSdpWRp3aO8xwtvz/iYb1ya3O2nxKtwthsObdEuO7VVWU5WWXev2w5iYgda+E71o/U27MyYHF4vCR1/Ir/TYGalO7S23ndtvpnX9V01xg5H4MOmpZfujCgtRXYr/wD4/j/vW0v+O1VW8FtT2m+V6Fo8P/L/ACPkR3Gw03VHYv6LP/H8ft2v6XiaV8Nri5/8fy/T129vR/H9LgLepH9I2l6PxOWCMGVSguy3Z73HY8TSvmT6g27jzHn5XO3Heo81KwvwpTK0IWjiw3dcri0nUX06hY3SfI312bVMci1mBwuhD+XJsEb3KJ7m3VS4s/I+2iawphXzJWXO49NCb/Tb7F/CnUaeoW0CgggkTK/iOzsdJ1Nv4Rv/ABM6EbdGDeS1/jH+e3xe52/Abbfou1d1RX9jPx7Q+y9X/BBjyw1u1i1TgSp9QfYfcWlaV58qdbG+n7zr+PpMxxWqphKvQMOcFedbS/0qMyXso76aKH1F+/4bL7drvBxHPrLkXjPrg07wZ75HLi1rnsRYgjXyNhcDa9xli/FuI3YkCBEQthia07DlOtZlxVpI1B7i46Ta4UDYjb8x6jTqL7E/cj/mfszR2d/TVn8gH/IgLW59GiuxK9Rs8WFNXkU0lRUqnyk9RSLC5QfEm2pGova21xS8V1mlxX6XAeRkqKEp6fA4ggBJ07qGoCha4IGthsyN5O7TDkDAfvRqicd/PzTq4rWR3rPxF2Gttb2Ol7X9dkrTXWqXKYad+Owh1KWv7ySf3Hz9QddvIarT3dO1eQfE/iNds1tj4hzIwRyrVNxHxVrgraTnR82a1/P+Bbb7OM+Vd5B3P1oyNOoT0/gdv2XjrmqCxRmutaMrXX8yLW/8rtr67BOLHHYv3Vpl/moquK105kvI0/eDbUfUEdjt7AWJTRiv8TRQKiyqkzZU/Eb/ABev4ufrtly+QH8fXbRm4jFjtU95UGqRM7FO4S2JHzM57ko7XKbgnvodR3O2TXp7vvluV/hzIR81iP8AUXtp+zTbWHs+U/laXUqo745TqvHbwpQBpb6/vP4beW6Ba415J+QcxevDNxCvFWMsOcKXhysy8iKiwthfX9DlV+INtsnrU7KrL/NZF8B3Jmyeh/Ht28+35bFW9tfP4t+FUMi4qVKyL+pA0/IH/odBaiuNchPqjvxF/rr/ABIP1PptrdZsGouWsQoEG8Sn7R4tptL4uRh91KVKz9KbmxPoNNvSHd1g7dpu/ozdKwIzSIXEaTndaUhTrireJSr3Ub+p28nF1z+nn3etGdfhzeHyFvyA2s5GJqzFnxOVqEpC0dWZLp/47em0gFVKr+0tWwSb83t+y/P3oceqV7fHVH0NpU6mOqOjl2UgX6UJUAPxsT9dssey7SmvtHiF3i50Rc0fi+H+0Gv52/LZX1rH+MovE5DGNXYYlfKma4nLfRQ7jS+v4bM/2XVuxYFWn/O+/lV83ax7/jtRrR3wILUOGEeeJ9z2LZUp/GVLZYlIpzXMcJh3NI7G+VNiFCxIIvci4APlT4QqcqstT5UX4a0IV0J6fLUD+P8ALYwwxvJrzVUfoLrS0I6URXdU5cw7G3cG+nmD+O1e8IuF3X/ui0Pv586cnhzdRB9PUflby26x0pbeYDubDA1EWVAwHVuK7nQuQ67lXfzUTcX1FjcWv+W03cNvwlT5TmCMUMoXS+EppiU/bKyo6FtQUCFtLFwQTpftYm1Hj+dWXaW5FpdPXKz/ANkhorUpWp7Dyte52qsCt4X/AKhPafiypTWZpa+nqsbpte1/2+dhbbIGssfVh6+B6IPzItsJ5EZG9jdbKwvKYx5g2JkYp2bmI6LrWy0fEBrdTQF7a3A0JIGyVx0zWffNNrOF2ULiyk8Va46+lKvDdJHhUDcFJ7i4IOltGbsMbVl1p/DlZlo+6/8AnLlL6uM0RqysnzHkexToewvU1zCMWA6+7ApMJcJ9alKaY6cqzqbD09LeX5bU6r/EOj6YNz/3x8S1XkczOcYtRcUU2K7LRFivuqRMS6gqSm4I4lxcpTmKSdLA63AJsdb3t3mI4FGiUGe9x6dUVJ921mEvMlt1GqQ5bsSCEmxsU3INxrc1mDRmuHKap+SUx0IzJCugo1Rcjtp2PlcHaFQK1xaW5FdzrYfWlaI+cqRpfyJIFvXy7drbeY1H8eaFlPbB49H4MtZgwYwFgvGVLgT4uKKhCzyk5JCFozNOJAOuvkrubdrabB1Qw9Xncb/+w8+xyqs3CfzqaUkebawDcWvlJ+l/PZ2S4sCqcPi+DKnOhXV/Glv3/hsV0RFLagcq74EI6M/ypHkNvLX/APyBdYNhGB+0nlhiK57B2F8btcrFqz60MK6oDr+V9ntm07KHpqRpe3kK6VuTaiu81QcWPsPoT+if60KUUZSFDT8xcgHsPQyq1JpfP+9GoiM/+3j9DunqbXv6g3vt9mv0vhcKVnz9KkL1zJV+Z7EeXYeXnfE1P8U6m1w9TH+h5kA7eJKprjtLoLcDm2ESsqkLz3y5vrb1v3H422+Y0yfKa4TT3Alf7Ja8yFa+R0/0NvUabDtRntO/Fiy0P/3M2VX/AAPltQVDEHK8T4q0f72XL++34f8APYes6vqOrJstA/tkSM7OYZSahAd+61RpcV//AGrS/Cr/ACI2qKlij3XxGqp99i/I7rmy+X8fu2CZmPJTrTkWVkfWhGZCXfCq3fKrTX0sfUdyAQ6ZidqU7xYrr+R9H9XWrMlKr6o9bDyNr2INyQdgaXor2eT+oM27oeyMUReK41xc8V9OdhXzJ1tYjyv+FvrrtTt1WA7Kb59pfAz5Mrt09N9PTT8TtDgTaNwv0K+hHV+s3buL+nmLaft2hS6vAqjXINRFrZWnokJvmV528/p2Fj/nopo9h2KOJGZPVWuadcgUtlD7HhzZOpV/zv5/57MLCeF3XeG67LR8dP8AvJVbsbd/QG2umwVFQ7hxpufFiI60J68uZSVeeg72vfy/fsVituutNuymsi8ufMnwqTa97fh3tcfhsPWVPUmR6MlZa1SmtRfhT4i2F/I+jqSr8/MbUFUqbrTX3rI+x1ZFo6V9vUef02/X8W8VrlXfjo/v+Lv5en/LYPnS59Udcao0Tj5PEwv5tdb6agdsxtb1G2fo9I9r+cn+aX2HZDVUlOc18SK/lSlS09Tax2sLjUi4Ol9TrtbO1Wlz+PRpTyKJW2EJ5N1p05eOnVOpsNRoL9tAb2JP7Qt3WKMRz4kqjYelIio4XMcJ0ZcwOvzXCgRpf8DcWs1a57NcWsuxMRu0lbE2KjrdS7l4mnzD1HkQRbzvbT6j0/pa6dFYDOOfUOfAcRbwa/KrOKIkDEdOYWha0u8dHTw3U/MBe2vYgC9uwIvsXYmRArLyPhRX6pS1pQ0tfStxCR56eJOoH00NiBeHifDPIOtyoHWv5OgpdbWPQW6gddgeoYp/2rvX0/F+ZX8f5+W2T/EXWNVXnT1gjPz+37SllkJpdddiyuLFzxX8qs7TvhV+Z7jy79r7D1Xr0WU6260zytUWvJ8LpQ5r5j/Ufs7jaGmpT6863S2nmH86k/FdUUpZSdASQCRrbX89mVRtyOI8OOuT6zEflMeNPC68ye4Nx9O9wNRt5PSdJ1Oq/VKkiAPkYKu7s59ewa5WWmX1zW82TL1LVroLd7Htca3tbuNli9gGvT6NTcRtS1wqpTnc/X+lirA0X5ZknTMk9xcA37aUTij3N91ivdC/hZUI+n5A28z2/wBQjFFflNf1+nIfYWtWV1CMqldV7X1vaxtfUa/Xb0iavS6KsLUnl88QZmXcYyKo7WWJ8rIw/FzJyIQUqZvYqRfS6M2qQRoL67fNAxZPgfCis8djiq6U+JKlaixNhc+lzfvszq9g37ZSuQoLTk3OhLuRKcy8vzBOupHnY6C+z23Nezxu0dwu5AxbTuOtCku/ek8Bbatb2IsoEHUX7HXuSTtdLH+qgKwx/X1DJa2zBig3V4nqnFlynYi31wkqXkWg58mt/Xz0tbzFtdCZ03fK7K5uK1T0RVoXwHWn05uk26gdLoN/EPoL+e1hiSjYc3c4plxaN+gX05/lzfLre6gbG47ApF73A2A5L0V2UtppnI+v5fkym5sFfnb92xNV1Ovp7nT1oNwOMyr+cIaZQMUY3lS4tLZcm8q0pbrSUHw6kZNDqSLBPne/oNqnejht2A7An0aoMP8AAQ0uVCXdK1Jz6LFhqm9wb+hHcW2d+5WP9nKWxVGuvOhSnVf7RQOt7dlA6Efu1F6/FrOCK9jJ+qVmksIfQpbvFa6UuLVqo2HhCj1HyK+qwJJOta6U0LqdUff/ABDGsVVgwerc+BijdVSZUWWhEqiOppdUgSllS0tLutiQ2vuU3uCoWF84IBvsPUihz6zAnymnePKhIzoQtfU8gC2YX730729bnbtiKfFdqkul0vrirytKXkyKSm+hNifMWtYWNxrsUUWhNcWk1nDjrjE2E6piows+VEqOoarQSCUrA0Uk3B7jzG3m9Rqk1uqU0jIHH9f3g92YpKhgGsyuHiOAzNYffWlMpp/oUyoakFN9beEnQi4IN9AXLqU+fAYozWfIjIuQ14sqkXF+3le1x3Hfts1sVJw5S6C5FqlcWiot/Fiv+BUhoC4QsX8Q8JI8rHvoQbAcaK605VOMw4t9auhCj4vQC1rE9x9QR223ddbdqCumr9fOJxcu22XDUGs4cgU2vNfAQwpMiLKSrKrNYEIt6g300uDYg63pMVvu4yxa+7AiIRKm5XVNfJmCdRqdAVXIHcA+ex1j3E0BrDjdLitP8djK6phpoqUlCh1Iy6kgWNh+I2RuE8a1R3EbnNUOVCfZzLQ1PiuNKcy2IyZwCRbXzuPMa2R6tpNT2VqrB2+z+0q1YzmTeFKarzjU+n5EZcshp9OVbbosAvW17WynXzSQbDU83e1jEcX7/RqsthCFKzZbZm/TpUdRfQjvb12HsdzapjKl81AiRUVSKj4Wa6UvJGobVkF/UA9x+HaiwbPnwIrkp3j05aEKVwnXelxJsboPmkH1Fxb1vskdfaWS3TZKJwQPj+sgJul1ijELVUxRPn8owia/I4s3lfCp0WBWPpfUE6kH8Ni+Ni+vUul+66XEqNeolba5eVCazuuw3xbhvIAFkkHQjsoWBNwLKKt4ww5g3FD+LYFPlVRc1Cecaip4606WCw3qQCBfQWBBOl77TaHveixaow008uL7xR93lNdTXfMAsad7aaWNreh2YVtVpdWNUpLLZ7H4BligXGYXqw9iP3W/Ansrhc74ecQtKEr0vnCblIPkR2I7WGl6unV6ltQHZ73O8q0qPkaQVrSpXdIsL5T3FrjU6eZSVU3m70MR4obwvXq5CQuU7kiqjxeErio7tOBRJIPcKBFxYW1B2PK5X69hylt4o5t+LKYXHQpOTMhK0qSlJOtsliq/mATa+m3sen9HFVe3OVPIz7BjCJXA/H0eBXsR/Zx15EVErK+w/IaKo/Fv1NPEAqQDax0NiSTYa7S95m6Ln8ERJ9Bp/wByYYyyloVnU3IQT1hQuEkn5VDL4bFNyTOo++GBi1qpSq9hmLztRd+7voSPFboXqTnIBAJBBKSCDe4JD7PlSqlBqldoNUqzEqiVuenJHkKOZla+g2CtCCiwKRoCkE2JJ23EVNuwziizPNYpXCisQHZcrlVwFxZUdF0rcTb8QA4iwKbWNybEgkbCm7ei16VQa1hKVVl1egxeEvl8+aQpAdQtmSlKr6NrQMydLKUsAjPq798eE4FBxRPdlOzUPxXVxZTSEhCm1IWcrhR4XEkBIzX6kHXKpABTbKJWDYsufxn3+O6lCWsql5c3bLYX1UT39SDrrsElEYZ+JNg8cCOLCFBlVnDkCfPdXyr6uVlNJa6EovZThZA6Sgm5sQFC5sDe7A3N7g+f3g1aVWXYqItBUh2LPjoCkvLICkOdsqkhOpB1BNtLA7KLdlVsW4jdiUug80h9+UnitJ6VJVoCU2OhI1NwQSPqdntvm3qNbkcLxML0vgMTaivqUvoUpJ8Zvaxt2J7AlIHfV99ligxnRZRSZV7/ALeHAlNP4cxHLhIpdOV40LKUKy+Yt20FybfQ32TVPxDAqlLfgQKStcXInl1x3Q6w4g3N026fImxsdSAD3IgEfzyRXKzVHn1sIlLaWhNlJ6TcL9Qoeab2uAR2BBTSsIUHDkCW1S6jkz9aOvItKwBa+pBBA0Pe+ljpsnZrBp4C12d8mRZjGF6XWYE/AdOlc0hpUifFdd6Y7t7FaDmCilYJOUg5eoXOh2IpNVantNtUvIwh9CVoaV4s1rqQfwsbaAnqG1CKfAr09uVKZXzrDSvvCFZVqRrmzEWzJINjfUaEdhsV1CnT3aNH+EhCIqsiOjrzABSXBqei3n6i9htbTa5NQcERUvn1P1hLrW7StNNZEP0RKqo1lspCmiMjx7dN09WgAzJTc6A7UtNW7FoLECeyxK6+cj5/Flc10NwT30Ave9/XYggGe1ykVprgc0+mHIz9KcrwKVpUPmQex00GunfYkXg6L8Sgu09HGpbXCyOu5HekBOiicqgbWIJ+ut9WrMKfGaKWbkzONfw9zVGoX/dV8JK/DkdTqLWUBZVwbgk6Agg2OjbqtKgO0amuxYnJP8LJIaXdPWBbz73tfN599g+kO1T7JRHZTKKoxFzpaQ60EPpikWsUqtmKFaG1rA3IsDsaYiXWa9RnIsCIjPToXFa/vNI0un101ykgjXt32jBaHridRNaxRKn4Wqnx15eYQ0tRSlxA7g/ik3Chcg2NiL2NMUL5DCVJrzrKPgNJh8WUgZ8nTw8xF8xHhFybhVrkAWF5sCVS59NlRWuVWjLmd8XDSCOsgnVPfpFzbUA3AMtyq4zxu1Wt3Pu5jJFpamk5rIS8tDgUlSfJRCSkAp0CCTrra+FCw4E4z6JS6y1Aai5GEPtLalR19PQrRKkq87KtqNQbEfQepO5NrHmLZcB2JBf47SeE066jiuOo/wBmr5lHQFJtf87F0UPA2I8OYcgUaqYhYle9EpQnLCQpLb4aGdsZhfihIuW1GziOpJNjdJbz+FApbEWLLivzeYXDRPgPlp9t1JUU8ZCtUqsSkpIJIykKVa+yuoY48JV0OMiQkYe9wyn4FZlsLWxnSuEn9VOZKrg6gjsUnW4I77M/BOG4EWLTao1SWF0uotJ4TrSw6hK7DysFBJvaxAKSNQNkJgukYyqmI3J9ZxDzU2rylcXn1rddeWq5VlXckKOqgD4jcXB02emHKnFiu/ZdpleSltZXct0rSvRST6GxNiNLFJFiNl6KH++zmVCcQ2w0007XnGorKEUtCnWnc905VnwkeRBuRe+hsD9FBMxzRouI36XKlo5XKuOprOU5c+YZ0K+RQva/c2tqLbMDDcuVRqDPqkV3jxZUhUpLUhfQpd7Lb7jITYAjTW3oDsqK9SN3NUn8/Kq3uhiVlkQnXVeJPzNXJyhQOYEHyCSO4G2vpKu7aBBWDakXmLarzUr9fq/8zsvau/wuI7KeR/hz/N22ucVVilxcSS6XRqh7xi/2ErKUJUk6gHyzDsSLg2uDYiwZUx8Jx13rydWT9m3sj4rtiQnCTV4v/dWuOv8A8z/B/EbW+CsMysUc/Wa86iLTqW1m/S5UqWBfMewskC/4lI112EFOVSU7worSGM/Qn/F5W7+e07eTWJWF8JRMENVBfNPp4s35ekG/a/YrGl/JFts7V2cbYVIEYgqzVerzjrsvIx8qF/qg/TsT3P8Ay2sKGw06646018Bj51f57AVPalSp/C61/L/ptq3ctuqw5Fw45vB3jVFEKkU5rmI8V9GXnNAQ4QR1IJOVLehcVbsB1K0HbCY3NOeCMCReV+2WPHeSojKEutR19K5Svl0tfKSDZIsVWuCBcmNVsbSsUT26NQYiKXSOLwmGmulSk9hm/IABOoFtqTefvNn7waz87FLiuq5KLn6kp/XVbRSz59wBoLAa88FMxff0CLPl8qwuQlKnVeFNyB/w9fPTZuurfy8sX28CbK3e1il4I3cy+L40QlK/w9H+mhN/zF9pmL8Q4ji+zxTa819yfqnK9K+nKlxIBI+mun5eWxFUN2UBrcjiV2LEXNlMUt9XFa+WySbjzUBe5Ppf8hXfThavUbdBuqdgS5XKohMSptNdWHUvZWm1edjYX1SDYZhYXsCK11rUw2Yo90u73EkXHmJcW4cmIlVR6Kh11qQ6ErlNNtgKayHpdyhOcp7gFRA77OaBQcEY3diSq9E5Wr8Dl8zS8j6fwvfOAbgIc1t2ULW2i/aFreDA+4USKivcKPFi1KO6I6O5SFyQSEJSQeGokEHpN0kEnrQsNuxWnHcUU6bS6vTlqTybroUlt9KvEm3kdcpudCCCASNvCdT6mNLWbreMRLUIFG+WdMwxS8LwH/ekSK/KzIUlC0DMnKe4V4gbFXc2OYaAhJ2gUykz8Rz24EVnIt9X+6nz1Olzby/4bfuIZvKtNz57r6GOnxrGbL521NiPr3v+xn7hYcp2qT5XGhSqdkSpp2P4kr8wpJ1QsDTubhR11IHhNLodb/FOsFuoytQPA/aZ7FnaVmLcB0Hdfu+qVUlOoXUZTXAYWvxJWvSwvrYdzb02zvvnmQIsCkz3YnHfqiE/eEtdeW4zouACQLZsvYkA2ubjQHtK1el1Ss03DkrjrRCzSlZPDmOiTbXt6202CqZGar1Lgc/yr9IoKlLTnayqUrUgHuDY+nckD129rqbOm9MrOlA24H498TQovSpCrezKXdXhF3C8D39XmskqUhSGml/2aLetr3Jtci/p5HZnUmXhyVheXjJ11fHQ6pKUrt8ZFtMp0OYKvobixBHpsh99m8mvYcxHhqltRP6Eq7/KyJHzR1dISD9CFEn8Nil7FvP4SiYcdZXCfpykplcVYyPeYUkjuCka37a6ee3k6NME0x1Dc/gf+JnlNtZb/ErZC6piivcV1nOta+jJ4Up18z2tpe3mCbnZi01qBhygy2orzHvFhrNI/wDD9CRfsDpfvbajwfIixaW/KixM761Z0K/Vv3/j8TsuqpVZUWsy+QeWth9SeaX8rltSND59tP8AO521OkdPq0CfVag5dvz8SmlCod59xlV3EDVZoMul0Zpc2o1SO1FVTWovHRIUBbiJygqCkG5FgTY6Ea3GcNbjazXp7lGoMRCKvCQnnGnZAYXqNCW3CFA3FjlBFiCQNLilPxV7hxlExHRs7CIqs6E/raWVr3Hnax0877NvFuP5W8aLEr1LqzEWtwl+L9E65bs2VA6A6jvkPa4uRtu06ujUPj5E0q9QjHmJbeL7Ou+nBvElNUlh9cpKv6lPaXmsLkAZgbhOoGpNjYaEhRUfG+KMOT5buI6It9iVljz4s9K0cwwDbKc2uidEqHbpt53cHtWx3cR43puMsL4nfRFqkVMh+KmUtK4c0Is4AARYk3UOxBKuwNyvsFVPEbvHoNZqzdUpy15pDU9oPoTYAWAVcjtcWOlr28i499ToRmFL1WwlwMus4S5ufhKuPv4erzSkUvNdK2X7FQjuEdlhScoI0Uk3BuDsaYY3p0vFFeYo09776xAVlQ7bK4sZibpI6VDQXubg2PYHZZ0rfJhfC8+XA90uIhMNLaQlpWZiRcgguNqIstKgChaSCm2oOoKjreOZUqvP1ml54q331LQpCzmSlRNx9dD6bZNg7lb1/kRN/RCzbMTe9u+wlgNyLXqjx5TDquF8ykqB0t5npJFraW89sjb28d0bG+MnK9QaSiEtfSrJ/aW7Lta4UQDe5uQB6bClMjSsR1lhqfUFo460oW674U30uonQfU+Xcka7am3cbst32A5XCxG9Cfmv5eVdkLSvr/ukaA27jW4/dk6bSJpE95I+ZFQOMGZXZgV6qO818RedKfiq/V8v90eW1nEwdWZTrDTWdHHWlCP1VX07nt+e2nN527+l0uK3iPDjtOfizVK4sVh1Cltqte4SNclr9tB/ktcHUavYyrzGF6CyhcpC1OrW6vKlKUG519fx0v30B2Ausd32ASSfLiBtKwlhyBzdLxay+xNQlSGlId6s2oBt4dFWJudRfsdulGp8rC7UuVheorfe5fLKU11IyKtdC09xr5nUd/LTV2FNze7Ssz26XiOJNm1eVkQvqGVu+hyEAXsexN9PI99kxjTdLK3c43xDFwlLX9ylPtZVf2zQ1sofMbZbgeYJt223jYmnQb/8w6OMRJz48WU6466zkfWlXzeJX102g4IYqk+qPwOvmsiuA1m8WmuUHvoPLZky8Je+Wn58CnriymE5pUDKfCdeK36oI1IHY39NqBSZVGnxKzAZyP053joWjqzW1INu409fptWi0tZ22HB+ZwYtlY9dx+Ht42DcRwK81EyMMOq5hK1lPEQQQQdPQ379wNNmVvR3iz2nXJ8qucRaE5+QR1J4VtQbdyD5+nkNk7iT2gao7FjxcLtIQxKjodU6pI6VHxAAeYNxraxHnY7NL2esa4DpdGnyt4L0V9c1Cl8xNRnSpNyFNkG/1sO1vrtrnXpo6+2hi6KtZ8ossR7/ADervVgQMGwKs9ytIYdYi/FKVqYXbMFkHqAASkXvYaW7bCSd0MqVKRKxRUePn6FtcX9H+f49z/12K6rUd3OF69VncENP8q8/xWs6+ltJPgHckDyHkB3vtXR8QtVl1z4Mp/8Aw/qn9/7tsjU9Xc+Nc59Rz4SVRsAbr8OcPixGJTiM2Tipzq17a/6k7TqYKM61woHApaEIzL7Jy6eva/59/wAdq6ZinBuF4DjtZiSkPrQnKpSPm8gL6/u/PsNkTijHs/EfxYv3XqVmSj9U+V+9tl6u9qPJuJYWM45mncO7y/sk65wq2iooR8uild/PUdj/AB6sSB7SlGdi/f6J/d+ErN+HkNfXbz/YrsqK78J1edfj/vJ/j/TZhxcRuyqW3K4yM+fLk/vH8Ndn/wDUNRpSFByICwup8Zrs71sJYo4bX6Bf9kh1Hi/A7QMaMc/S23eChefL8gzfQX7+Z2z9ghLs+vQGmmePkS6pf7Nf49Rs4d+FWrO7mBQqy1wPd03IhTXzJ07jX8/3+Y21qdYNUn6ojFQdhKekU6symn4sV3o6unP1J+oH/Ha+ZwzRoGDYEr32tdUlSnecYWrKhlgfT9gHqSo+Ww3QsfUt3m5VL61r+LxflTe2g/jvtToqUqvSn3XXlr5pX/T/AC7bVrrSpjg8QmdsL8XbzmqDFgRcGssIfyZZS0fQWBFvX9v19Q6v72N42LaW5heVUX+SX42v1rW1P8WPY325nDjvF/tFr/V2t4mFJ7vxeDkR/wCa2Z8TzFi3lAuDhVpqK4671r/X8X0/j+LFlL3euz6W47wUI6f0q+nL/ptcCmQKC027VHUIzq/RLX4tf8tvmu4l+F/SmdEJaFZWkdKOx/b5bCJWGrLQpxJvd+1GEn6W678uZCVeLN/kO1j67KuJiVp3YTQ+7wv0q/4/AbUq5cqK6411/wDuu2fpNet3EU0d2VwYyJs9qU1+l2o2GHWp7cqL40KSvJ+t+H12FkVx3Ytw9NalfpdjaimvVVlH+Y790eUKpSmoESqdfKvpTn/WbUfUenr6ee0xNcad+FxtjXcLSqNjzC7+HJWTnad1tf3mj3BFtQD+YvodqfHe6Ks4Xd4sCJnYz5v8Ov4eH/L/AC+P9Z/gR6d1tHI94iFtWyQKVB96f23R+t8u1wijfC4XG60IVm7K/A6eR/LTZctSqpRp/CdZfYQvwp/W/D9h/Zt9t4srMV370y+4wjMjioXlUlNhY2HkL2Nxrr6DbG6b0Vbf07E5naZO6eIYoHxfi7TE/wCuw7UvejTr8CK0ha2EpkNL/wBshVjn9RrfXzI2vMNUufVIqJTXRnQrOhfiSoG34fhsHrP8G6jSKbqOR+B7ELfpts6gee0hhvaU5SnYv6VrItG36hvbwNgNbbWiPZ2y7o9Yda4fxl/L0frem3PfTinn8BxKW741zUfuBP8AptWx3OFsN7zpvFgU2L/fW7+63+u30/8A+HdXqW/ivS6dD4kkkfsBPM/xxqjR/D+oz8gD/MX+39t/bfqe+377IyMT8qDgy2w1vDdwbPcpdZp3HiyvioVkCV5dOttd7G9spBAsfSwJd+7rENBn4jYlfp6Wtr+yaK+Cry4lr2PnYgX+u2csa0537LwKo7EWthjMjitXUpvXsQBpa+o8xrfQg1WDMcVnCVUbdivL68vSu+R5He2vcEf8rHXb8kdfu1PR+s31vym4kf0Jn66/h3UN/pmntPIKj/xNRb06/ParP9DS32IsJSltK1y6jUC/dNrgAjUEjUGwVUBul1Rp911pCH4SlKaydOVdrlBA+Ug/ldPrqb1xNe3g7vvtRhKI/N5JGafCSgKfZRY5rADMpB7hQF9Ow1Ow7VKJAoNBYlRZedya0laeL41Jt4T+Hls+tKa8C8nietqG/wA5wwxBanz+faayIz/os+bKr5sv0PlsS7/2ouF8JUnFDTKH2FoRn68vT6hVxa9rX7A2J0BG1ThiY01F+dGTNxUfq9u+02oRZW8GBL3cync9OlNLdiuoVmVHUe4t3KcxCrDQAqB76GW2rOwQdlm94jMSralVSJPi53GJTWbqSErSq5FlAE2UO3fW19bjbVO6CXwsG/8AhrSpX970/HtYbY8oNNxHQWoGHMWs8CqUt1UV3qKuJkWAlYOtwRqCSTYjbYWHqb7hwa3PiveNhKv8Kjr22w+l1bNY5x6zOr8VzFDvJYadrL8/i9fQlX63fS3re9j6DaipyGqXQZ891pC0MNKW6hSPEnW9/rr3/YdrrGbDvF4vRkm9aFo/0+nmPW+y53hYi9zUtujNdC5Xj/VUjzB+h/4HYNdj29R8h8xhDuWL5xEWVP8AejTP6fMr+7rtGUv7/wAX9TbkwJXxGor3wM/T+s39D/p67ROdd5pxp3b3BsVVnYn7UnOK7/vbaR3FM+5sENz/AO+p1f8Ai/4dts2R2OfnttfrqT/n+zbTmC0ymsGvwIDK0Slo+7rV8yiAE6+Wvc9h+Gu2HfeW1aov9TFNQfgRtUrH1L+HKn0RC8mVKs6f0iCDfyFiO48r9j3GxBUsRRZUCW1Pai1SFy6n6XMR43mh/Zk+ak9ik2IAH4FU7q6DjKs4cnxcZUl+l1Bh1aEJX8yPl1FxYjzGlz5gbHNNw+1S6W3FlS1rQhfFWw74cx0/I2NiRqQPoNkep9Wo0QJvYD+pkJuYYgbMj16s1TixYnAR0upWhGVOnbJftr537jT6ScQ4NdrMDmmpbDE3IlakLaGVXqBlt1X1Fu9/K+zAcNB5BvhPZFo6Uf3f2+W1BOTF+Jwpf+4rb5r1b+ObEs2aPGCPfuXWvaMNImHJHCpbcWfwOaQrr6MqXFWsF/mBqLDXW5N7f1SkxWneVn54K2Pma6kd/Ig2I8/9BtTzQ61+idbXk+Tasenu/wBr/wCtJ/j/AI7eH1er1HULDbYeT7hxtUbZPqsyVwnOE63NYWlXpm0B/A31JHnsA4fnNO/ovhozKX1q/dfttYVedA+I067wM6VfFQvLl+oH7dqCgVfn2m+aeQta/wC1zeL629PPy1ubbNUaduzloCyHbMhpr+24n9z/AI/h+GxPSpTrUXi8FC0fKpagr8j6G17dh9fRex6o007+v/6DtJZrsr/uudCFoyLy/MnZF9M26QH2wvqFKiyvitdHiy5On6+RP7L67VkuHAai/FZQtfyLV1fs/wCW1HUK1KitfCe6/En+96fUbD9SxL8Jx2e8+hHz9X/HZjT6QyN4lfX6xAiuuc00tHD8a0p/09PqO2wbUa3zTv8A50UPxVoy5V9WX8bA3Hl520t5HaVUxKqk/mostcqKtP6LVSkq0uLWJJOtjb8/Laug4b96Sm6NAiLQwt1TXnn8tCbE5h+Q0G3sun6JFHl7lD90FsR1eK7w4EWX15VJaVIdzZfW3n3uRrfTz8yXBtFdaa5qe6xOQ/8Aqr6VX7EW7W+n7tRtoLd9uV3VYXi+9K9wFucL4qX1nIpBtqEk3uOxFzf0tfag3sp3cz4rlG3c0lcKt51LjrjtFDEhQHZXlY9gRY/lt7B+g220AVMJftfiLWXH591xrDjLiKpCWpa+jpUk3sjtqDrf17DXY1wRRMOUF33piinIQjMpakZj8NHmE2PYK0tobfgQI+6rBG8HFEVv39khIRljq+RWlwQo6Fah2BNiRa9yAS0t4Ps30vmmHYFcqiGH0pd5dLoVy76QM6SogKU0s9QF7pN9baDqf4dNQDM39p23bBjeLO3fO0ZiqYSxCxnYV1NIUtalIJAOgSbkHQpJ/MW1X0HF7XFYapcR+UjN0oaQc2p+XqGhvqDoRoALixZU91lLgRXHaC6whaF5HWpCMuVJvcFA8Qv+Nu5OmzGoW4bDlUgN1SlxH4s3qV1u5k+d9B217d7i2p0tOo6SNQQdnAkoVWZy3o48pdLaYlRcEVul1Ff6WPyDiWFZRa6dDl01ItbXXUG3TcpvIwviN3iu09edfQv4qEvx3dblaSf0a+6ToQbg9rh/uNxXYD8Cs07nWKc/wnVJyrXHV3vkyhQSbDUEgnQ20vQxsBbvvj8rSWIS1qVwn4qOEtlSrXylNjoQDbUeWvYL9rRUgoyAH94Qus/KNvKn0GV75wuzKir6eLxb5FaaAjLc9xr+GzJie01WZ9GfgT8MffUJzNSIudSHEjuFJOoI73BNxssZdBn4XityqzLbq9LlZmlVSOlSXYawdC82AbpItZSRYWVcC20WlVf7q21Fl81nzcJ2OsKQ4nyVe5HbQ2Nr/lszV1qzQKEI8YuXhBVt7Fer1BcpdUwmt7qzNSshRy+unr0+R8tdbd9lrPiysRwHGnafFivrSlbT8dCczyD56KIGosD3B+lxsct1jlXfhZELXmzoyDL1CxQfK1tCOwOt9p1OlNRWnGvdyJUVeZHCWvq+nYeRA7W1F/PbA138T0ah8Wp6/aXzFHQU7wcGxeFKp9LqKEZeE6hIaUpOnjBucwJV52ItqD2cmDPaSxlAisNSmWEZMqfvCfCr0ulRT+I0F+xsdIsulxap8WVE4K82Rak+HXt+Z+ulxf6CmxHhGVQYtNrzUtibTprWXO0sZ2XUq1C+xvYgi2oAI02b0/W7kp7mnAx/SWKBl3QqxPWJ+N6p75gUlinPr8XLpQpDi+yjqPPzte51v32X+8XC+9qLS34rtOQ9S32kyEyIqil+KlN+sgpy2By373Cjc6E7FFAelYcdYqlGeW+t9edbS+pp5NjqjsRpcFNwQQCL67N6bXYtewuxWYETrpy0LdaUgr4jCulY76CxuNLDUemzvTrh1Jj3QAf6SuwTI272Ti2jOscKto52K6rIh1KWvPyGUKJBuASe2hub3flI394ogfcK9h6FKX/4XSpKbfiQSfSwAN7XGu1Zvj3L0agxqFVKNUJSEVeG6pC1upK23m8t08RtIGoOgOo1Bv32WOHn6o66/Qao7nmxU5mnc4SmQxex736kk5T6aEAAja2q1ep6OSFxA2AqcSxxdXJ9enuOu0nlYS1dK+lamUHv5jNbQgEjta9gLC1BpmKPfLjTvK54qkqSpfjzA909Vik97i/ceRGxqqE7S/v7UtbD0XK/xfEhOWygVd9PW4+hBFxsZ1XePu53oYcq0/goi1eiQ08VMJKEKeSEqzIGUdLl7qbUAUAqWkkJXY26TX/qZbU2AZ9jiFpG/iT6ZvpdapfK1TCaETVo+OuHbIpYsM+XMLKIt2v+PYbL6r4gdlc3/R/6fNnzXzJUfLuQQTqLkXOvbYHh4h59pjhRKojjr4SJXCV8ZINkugnSxBGZtVlpIVbMCCG/hCmtY3wlPpc9lFLxRRGuO0vwsVZpBuVpWrs7Y5VNkgE5VJ0KgH9bp9frF7G0Fc/4lslhtJiaj1rFECqPuuxGFxfEjOn4qbAdgbnuNbj/AJNDAe8Vrmm2p/wF/N1hP/oIudPLy89Bfamqj8CqYo9w8L3c+thC82X4WYZgQR5XAJPndB7kgbSKVu39816pQKM8hFXp0VVR93LXm5hCQCtLKuytOoA2JBsOxtm/6fq+nNtCj9sSghHUZ+HMb1l+K68h9cXwfKpOYEgi5PbQG4FjcdiCb2h0uBS6o3RuUXwJSVdWcKSl0EHUaEX1IIvqNbaXVUBED3y5WYGdaJSEtOpdRlVmI7EG3e1wLXuO9xt+xp2Mv5xokX3iv3XFQl1h1CyniX0KVAHKCB0m9rkgggXvp9H6lhmq1K4Yc8/iC8lbM01iZFGdlROFVl0t+UlDTrrWXJm+VZBBynyKgLHQnUX2q8R7qp9Uiv8AFxvNlc00nhR5iWnY6XR2cQcgUlWve501Glwc8YhxXiP7RuO1R1xCIq+ElCHc3EQdb6aXyn667O/AGM4ErDnuZ3jzYsppXCakLDvT9Cb2APYeXla2nq9LbVqgePU5WLNiCuDN3WKKzAlutcdiVS5XK1SOu3wVG/CkNkWJaXaykk3QTcFQIsAb0N0u8GvSpdGixKvF4HxZXINZ5CbeqAcziCeoJRqQbg3FjrnAKYtGnwHXZcV+nVdp1qO66s8VzTKqMSrs6k27kggCwGgF9NZarMCdVMOZJVRw3IVHztKGaRFNzl+pBuQPI5gO+2enRqaNS2rXgEHI+D+8eVJ5OY33WYyo1G9/SsTrzsdMdbS8qtCoFIUCCFAqNiSO9iEgmxbgqTxYsSBXnkTeAhDqHV+NTSibi4AuoK6gTqATfXU6J35YIlV537RussfenU8drPlRI7ZS7bQr1KSq17akkAEKCWvDlGiwHeUWtjK61kWj48VVwFsvJBsbE5kqTe5Sb3BFy6IabqWnF1HK54/tCtWjiQ8Z1TlazAntROdWwpC0ZUfFb1NnUEHW3fS5HcgAXDWq28elz8OS4GI8kV+U1kV2SlSwCOIg37kXukm/Yi4JGyAnTa9/ONhd117PS36pHSw6rp4nUm+tjew1uPrci+x5vzMXhVZ12nPvoYlNZEMWStKilJtraxBVlFrWzWNwSNvRUY2BRJFaH1K7BD0B1pxqA83FehLUtph3KlPfTS/YnROUEAZtB22On627FdluxaeiVCqMXJKYW1mWlYvlKdAQpJOYKSdCkkixOyuwzQItUpcSfXveiIr7qWIs9pJadbkWzFlxaRmbUUdgSQSEnVJuDmNR3cORXJXNzX0QmuEv5eMhOqCpF7cQDQEHve1wQNhWJs5lmrRJFxXizn4suqV6rLWxKQpK5E1JzR9Ep+JrcKASCFdiRcEG42rI1IxHzTdZozTEqVTo+ZrgWdYlMXCiEnQi6bWJsMwBGltq+osu7wZ7jVBqMqLCfjpWhWXIrMbEX8lW0IHcjMCD2LP3e0mLFaj0aLSeJKhNJdaairy8ZoaONWsdbnML2sbW0JBpXRu8jIVM+4YezNTYs/G8/GVUZY6IXSpCOnMrUrvYXJAsPzvfTbOXtx7xZWPN40TAdLZz8B3MlWQqyqNwADbw2uogAkZb37jbYnulrdVuvlyvGtaFurXkPVe5uR3Tppp2t522ybg3d7K3ybwZdZae4E3ItDXF+b4l0oIBAtqbKvcXVpob3QN9ommlS1JiEm5fA7v8zcujNRGOdi9eTRKku+I2N/EbqJ8iT9b7U7lAxG1xIv2NXNp2b48iHKzPx0kfpMlyopCstwAQAb2sL7EdGo2PHZ79Gwl7oXUYquFIiynywlxQtdAUNAo2Nr6EgC4uL18mJi2jSp7s/moSEKVxXWnSpTaLnRSQQoqQbgkC9r6Akg0s0aN94illIBzPjDlOgSnW4splD60O5EOoRkUnU2v3sdcp7ggXsNRsZ7249UawvyrstD62E52lNWS6l0d89jqCD5ixNjoO8eYKDFdb9zS1uSn0MSOPHXx2nE6WWQdLHub2Vc6ga7Qd6dYadd4VZob7E3hZGJ8NfT0WIzXPcHpIIuQR6DY+noWpMAYmY9TKYo5ddxHFdpNGny0LW/IRIalJaKlZRbMhfT0kd76AaEE9hoWmSIGPKyx/Tfu6ozWmlvqkNJWw46LIUUqFhZdk5kkggqJOpF0VVqxjyLi1iBRqGiU/FiplcVCQtLzCgbFs9j0mxTZWYEgAHTYzw/OlYXr1NlOuoXFrbS1tJadCkpWoatqToAqygLWIIJIOmgjzLIzJGzQJlGwvXmKNijnfdD76Yb6mLKXHdW3lElq+ikgkBSdSUHUXOxFGqErCUqW1WXuPFYzsNSI9+E8gFVlozWUlQBJFwR5HQg7D2EBQcZRalFxHVqphRCHWuE6tgPxVLTayXUWK2z5JdBKACoKtcDa3xXil2fS2MEO+65XHWpqFV4qx+lGqSrUJspPQpBHcggm1zfuqnHzHqWlXSIkpqU5S8W0njwpSMsWotKyLb16HmyelSb2SpKs2W+UgXCtjDCmB3eV96RaswjIpVOdQ71OxX7fDWSnu24E9KrGxsDa1gAVDEPFnt4ci9cWVH+Kw7dTDb9rLQq1ykG2UEg2AsCAE7BlXxp7rnscKW/KfpeRXAQ+FLeSl0/CUSQpS0puUr6lkCxNwCaV2B3xGa3j/AKpXYsBqJxXmKJNXlhvtLX8B5aFgtusquQXWl9RuQpOdJ1GW6k3hSIGKJ77uN8D0739CzraqVJSEJqDRSrMFJSoZ1X6rHTqUbA22ssQ46pdea+9NPrivuod67KacUBo4Ei+VwFSh5Agq0N9h1sSnXX5WHHkSoWZC3WldXY+SgboWCLhR0IvcXO0Pavc2EQ31GPDEWmEcXNUH3li2l4Zfq/JOqadirYTIdZvc3y5ioG2SygCQVWJsbkxpWNq9Wfe0qfEhLXV1olRek5m0rAuEvaLOXUBRt3GhOu1jims0bDlLbd43uuLVJCePkaCkuJ0J8xdV+xBBBJI1sNimC1hevNMNRYnuibx1MNSkW5eU0rq4S9QlNlm6LggHTuTZ0epQmV770qVhxylz2nkc0ngP50f2thayuxXokhXdWnc90xjjFMDFFLgUblGELpzquOtLXCUp8DIboVqkkC5I0Iy3ubbN7epjGl4Sw441wpS3+FyrrrTWdKV6oAXrYgHv3ta/cbZlqlRd/RO/p5S+L4OptJ11PrY6+V/3bvStOObD8RHUWZ8JXTnmnZXKwOvJ1KX82XtptTzUcLicX+Pp+3+NNubS+FPlymv8HjOXKQb219B+3W+1bUql/wCNn/jzttq2NF1Ett31Gn4jxkxFaZzxaclUx3+6pNggHSw+IQb+QB87bAGPZHv7FFSrP/dVyFIi9f8AYINkaEnuBc+RJJ87bPDd8Hd3276rbwZTORdUQqGwhfiyKGQX7d1kq76BIIGmoJUKFhzCVGbr1eltvv8Aiai6ZctrgJT8+lurVIJGlrbY9p3ZMaVdsE932EHfdb+Lay1wKcwvi9SwlTiQAc9lWsj1v37AHa5rGPqziiLwpUta6cwvPHYzZUK0sHCjte1wLgEA20ubgVVxrVMZO8q78CFnTkYQv07FR0zK872sPIDa4bV8Jtpr9H/H8fs2pp92cmRY+0YEuKUxxXeK78nXsX4WwtWcb15jDlGic05KzJ4WcJ6ACTqQbWSCb2Pbta9hWD9wi8X/AM1to32JqXAxRvkgNT3X4qER1KhPxXQl2PIuC24U3zLSLZVWtbNrptqL4oWg19zRu4beJKo276u7r69LfrbFFhLUh11GWqNxygoWxKSSQ6pI/RSB0OJAbcyLCSqV7QI+9YXwRKdXKpEKgokQpiV5VJSsqHDXc38DKFJN720JOhOnMLbqMGxqzOxQ7h6EivFS4tRW0gJQ8ojVRT260KBPqFWN++2c/albai1nBkWK8x7kfhOphyHV9XLhaBwCvUHh3TkJFwHFAlVrnC1Votzsh7Pt4iuwHgx3n26phyoZ2ELyO/ruKN+4vaxv1C1ioXuCTd2Lo7VLgOV7Eb2RDCehKl5stvO5Pn39APLap3dU+LQaW/Xp/wACnRWulaldLiQL57i9+34/uOymxxvHxHijFrkql1zgU5DXwoq+lCkm4uoH1BFvMDse428tqOlfVuLL+ceh8REgt7n9vTxH8Xn3WmGGIrqcmdA8FtdfU6G1wCDrc220L7PKGou7n7R8HlfeOZ/L+qnyH4Wtb6ft2zPTZs/Fs9ujV7D0Wo8d9qPxY61sKcaz2SdBfOBqL6EZhpfXU+OJlLwHu0boLVQYpaFxeXjuv3yNqOgzZdQNdTa227oaVrTkYlCQeIpE0x3eXjKrVmA9KzoWrMxIaKmMgOX4a7XTe1ylRIJJINjYCONZzsV1yjRWeVp8JWVf95fmCDqLG9j3ufK9tnlgvEM/C+A3Gp8TnX6c1wo/CyL4jB8KQoHUC5IBNgFEi1zsH1ml0He1S3KM1UOBUX2kyosrJ1x1A/1WWgEkpCgMjoJ0ypVbttndV6fTrh+oJJRTwZnLHDcrGVLYpbTqJq6XKRI6l5lNpGhsq40yqUQD5pvp5lWG6RKxRKYi9eRCEcd3w5rDtcHQnz87bHC8BwMG0vkItOWuU+pKJT7qPn8Pe35W8gNO5tIly4GA8LuVSf0P/MjNm6j6fS4Frfjt5LR6CzS2Mlme2ORmK3jtHAPEg4nmtUGB7mpbWTp6un5dRfQWJ0/G/rsGPUV3hN8LJ/vX/ff09dbHaNS94TWMq8266zyq2EZncnSly19R9fXyIuR2I2YeMYUCl4SpNei0l9/3i+18Xw8NBGuuqVAjtpcGxuQSAWqm7rNjbOFHAl9JX9RnEW0ihcL4TTK1voRnyIQVdHrprb629dh6tzJUCA/Fi/AfWtORWTKrLrmA+tuwt5H02m13eXKqmMm8JQKtFYpdOa4UeUtrK62lWuVz5SG1JDZUi4TZRIOoAtvFo+I+Kw069yq0K63WncyXEnsQoA6HzUALXBA7EadP8O9jzL8xw9P2rnMG5rNU5rmpXNPo+frObQ3J1F9D2BJH0HlXYqxNS4H3qjPL4/6JaFpKVJ0sNba/t0vbXYsq+JWqXz8+VLXKWtpLDTUiyVqWR4lZQAVfKVAjsCQSdg6j7vJWN4E+sxaiwiUw6hK2nejKlWgWe9k+psLa+l9kxoblfLGJCplMXqI8qqSv8f6/635fXYlouDWp/Ea5thD6E5vio+X6ai5F72JFx2JO1bMiVnC89+l1SJysqKpSHUZPCoeh8wbjUd9O+37IrHFd4Xgz/J4f8vy/5bTZvWXI2zo/Adpc9yL8Ba2F+NrqQq3mNBcfl32fG6HdtjLeNgipYoiy2Fs4aQvJx3xxVNWC15Ek3Nja2uvYDTRMT607WWoEXlGM8Vrl+LHayreSCSnMANSL2CrXItcm19nFu0NZpeEnKW7x2OaVnypUU+Vhe3e34aa7ZevvRa9rfMA7y2o2H8Rz5SPdfAlLycXLxUpzJHcWuO9tdBfa1omBsbte9t42CMPP8jCWvmEMOhUqPYda+GbKKB1dQBuAdCNTHZmuwOPxXs60ZErV/eVYa27anUX7aG+11SMc17Bs+PPdZ+6uKzK4ShkUlQtZRGhB1HYgd9s3QMgzvBx+R8SqW7Pcdns/0B11pzGVe6H0NJ5XNdKVKUAb6i3p2Nu48tu+ItxXv6l1KvVmXFbrcqa/PakJf6MqiSG1jtYX0UNb6kHb53ETZ9Zpct2l1ZC4SF9MBfUqO0VkcNKvoNEgixFhcW0kK3d15qVLiz6hKqNOffU6hXFKeC0CSlCkaWJFhaxF82tgNvolGgo1FAzyCI4LA48YErwLQazhdj3y0tFUpzS2os2GgcVvS3i7LSDoQdCPLz2zbvIptUoNew9FlUnlYL6//OpwvgSmlXSe/SLEEEWHn6EbbIVjml0uvQKNRqch9CFoQ6pNs2a+iB9T9dPXZG75HMR71d4zm6ClxGKdCoilynVrQEpTmSFlFvOyVXA0F+97bFOnpqUInxCVE/MQicLyqXPn4Slfp2Pv8BSr5XmiOpANxe98wIvfLbXXaTR4MqqRX6Xza2H4vx0JUk9SBcKAsPK1/M9/TYy3j4e/m5+zzrWJoVbfpEhKmlfOlrxFtQ1JbI7aXuD3voZ1nFOF8Wz2MUQKGiKxNYQ7HVHsnNpZYV9cwN769vXTznUkGnbunkfMvagPmZzxB7L9Uwvuvb3oT62h+LwEyuE1fpSbeoIJ9e+ugte+yxpeJ3aNS28R0FlDHStK5WX5km+XXQXubXvY+nkwsfb2sRyt332Ni1zgQmFZuV0yuIOhHrYdwNPP0GyVqGIeLhxzC8pnJCfWp3o8SVa6/hrqBYEafXa+mNA/UX38SECY4EGN6+9Os70KoxVKpwEcBpLCOAjLxE+qvU62H09dgmKHf0WxhFwI7VJTbVLloXn8HFXk/edPx2YOE/ZpxliOU3FiuxUSloSvIt35fUfh567aCZuOFEG0WWGMJtVmU5xZfAQxHW6pS0fqjTTv3+h/LbjB4sV3hO/P40bauleyBjeg0tEWKzFlPvo+LIS7m6fNPlfsO1vTyB2VeLfZx3l0HiVR2hvykMZuiL1q07afU/hYna9ugu4OJGIJbscUYogbwYjWHGeO/wAJaHUK6k5VEXv9O3020Nj3C/2ogMfa3Pzr7Slx2krKkNrFgQlP5i30/cotz27fHkDHjFZlUmVFf61qdfazI7+Aj935d9tL4owxPxRA4vBXx4S1+HpV1JH/AA/bbZ6ukqmCIzVYF4mW6jCn4coM92A7wOA7wncqT4D9fW3ceQvtDj71XYsVjkInWx86+lP0/L8hs2o+6qs+4a01WWkL5rK61n8ade182mhJIt/xMGV7OrUWAxwnULlLRm6VdOU6DyHa2nr389lLd6nic+14rFb1cWuyuK10f4Ufx/psVULeLvBrLXKwImf5M/CP/D9/7+2x3hz2foEB1uVVHudWhfh0y/h2B/0/dYqr0zDmA4DnF4EXpzJT/Hn/AB9NoVrFXyi5rEz5i5WKGp7fv6W+t9/wozHMn8r2/wCH012NsRY6iz8JQItZZYQthGThNJzqcV5dr+g8tPXTYUrEufi2qOT4DWTOrLx3f1bk2H7fKwvfYgwdgKLK4jsr71KzdC1r8KvoL2H4+m3m9bra9xCtk/gSosVQQJ+TMOyqX+liLR1q9epQ9D9P+Y2FcQxOE7xf19vQXFO4uLK4jrURC/4/ZslMd+ztKdgP8q0vP1eBH+nntopQdPZkRGtGqfMyURba4o9Qdiu7Tahg+fS5TkWUzkWwrJtzaoEprbZrE0Vjo3K70HcEYtgVnjdGZKHUfrIOhH7NvQ6O3Qcb0ZifFyPxZrSVpX/dI28n4kWVF21D7Mm/12gut4Nr0v4C1/dVLX0pUfk/A/sv+Oxn/wDtLP6jZ3j7lWv0sBroz58mX5vX6bLZrCsCl0Gu0as05fHXmlQJuTN1pGrZ087XH7D67a8ptSgV6K34FoXtQ4n3fNT2nOEznzo/g/j9ds//AEmnebKxjMrQBU+8TGlU5+VyEprolQmuAp1F0qU16enmfLt+Asb4B3i4XwQ6+1ihlHAm/wBqvw6d9LG19b20JN7XveFvbwJijC8CRVKWzx+AhXwkJ8SR+RNx6W7bIvD9CxHi3+mapEfisLdV9wdz5krGU3BJunUXCSBcHt5bI6jS215xK3MWc4mmqjW8OVR3mqDLYfiv9bSs4zJSe6FDuCD+RBB2rnUbLODNao39VzoyZl5V/KofxptLwbj1qs1n3W7LY+P0tZ15er017X7A+pG3x/8Aif8AhLUPf36B93sD8xTO6Gjj/C2CsdyuLPiNf7NpX7yP+GzIRhGVKlONfIjqS6nqzX7G3lss8fQnYGI3Irr2fhtI/fc7e4/+FP4X1el/idNXeuFVW/yRifOv/k67tdCKf7iBB3b+2/tv7b9mz81QwwTDgVmBPo0ppfX8VP6jmmoHorta/f8AbsKzt3TvvRug8JC2OrkJWTL1eSVAagj0sOwPlqa7r3+C7I+frSrZxUuJS+K3KayL686EL8SVf57flv8AjXqOibr+o0F5AYEHB+c49T9YfwDeuq/h+gH4GP8AEWe5TENZwvjeBRoHHiyoqFIlNLvlcaAF8wtY3sB6gm/fXa43x02l1nG7bVLiZEITzCo8dA6VnvYadxc2FtmM7QaW7Xn8W8ohEpDXC4qUZcyO9j66jTz2XyapS4uKJdZrMvI+hamnY7q8vRmJGUWvmt2P7iDsro6q6dM1Ybgz3SAVUnMrYsWLA+/u+Baci1fLr+t53sNq6Vi6jYDrNNqlL4D686lZPlU0dFgn1+oNiPwvtd4yxhArPDoODWUSpT6OK0pHSjJpcK9b+nckH803jLC1egV5yqOxH0MU7K6614kNqsdQSew72JFrJuBcXxba7tMS9JyB6P4iO7AJEL8f1Ol16stypURbCJXW0l9GXvYany7i/wC3sQdm5VZXuHBrEWV4MiUdCPly6H8PK2yYrVSi17CWGpTvxH4sxphXZXEaK8osb3JT4R3JFh3Gzz3jw4srBEThOo4C2lL/AMSTofx2b6TRYS+odskiMUDwMz43X2nYHCn/AAEQlu/PmRkvcLR6X0JSbAHtskMU1f39VH3ZT3Q+rhMLz9KU9ki/lf8AZsUb0q81Ad+yVLl8dDC87+RXr2T+Hnpp+OwI6y1KgSGnfH40K/V9P27O6DQsmbX9n1/SMV/bIClz6NK+L/6SdT8qk+R/j/W+1oxFa4XxevP1oV/pf1G0YqaqlGYddd+OhGT9nofy7fs2lYQcaqkpugyuhb7qWlrX0pSomwcJ+VPqrsO589t1V2rh4UJuk3BVNdn1Rx1pn5koR26vXv8AwNts7oWXZ9GY96ROuKn+seJSk+aF26T+I1+p2TE/2eMW4DrNNitfHiv5eFMSjoUrQraXYEJV6E6KBuDoQNP4YwO7Fwl7r4y2JS2uh3xZVW/eB9b7Zmg0dl2oe6wfsJndt+4SZ8YklRXaW41RpaGH0fonUozJSodgoa3T6j02G2Vu1SKw7KiIhSloyykNXW0l0XuU3sch7i+oHfaKxukxvQZTk+LiFErjq60O9KFJ9Ldkkn5v3bc5DVZpbrcWs05bD/67C8yFa+Y+UjUdyCNdLnb5t/G+m1ZsLX1hkHyOCIeo7eJzmwJ7X6i86sqcv+R9D/12FaqxKa/SsrRtYOVOVKlcLjLyZv0SreIf6j69htRVCTVHXXGmns/6/wDh89vl1lNbPmsYEq5lfMS1/ZVBf/oP/HakeRKi/pXl/wBxafDl/wBNrBRlfouhf+Lakqcrlf0ueL/eR1J2d09fltgzBvFlRlNRfkWtasmdHVlSfMjTTyP47fuFmHXWm+K9kR/5rN2N/W9tP+Gmw/W5HNT22netnq4T8dWXMk3uFaa2vcHt6G4O1oiou8LhNf3ev5fz/Hy+v7NvSGjZWElHMK0yIEB39Lx86c/QvNmT3024e/muL8LoR1fL1Jv22F0mVKlcg0yjjv5snFVlTpYkeWtrkaG4Gg02JaJhDn5TkCVUGEP5c+XMerzOX9b8thp05rDgQP3TiuTKlSuE071/31nKr6fntT1rEMpqexRp8RC2F9GfJmT5WufK1/P1+m0/HdGdwRS35/NozrT8LPb8/PTzsbWP7LqujV7EeI6XLlVSJySOtDXCXmU8hV7hd+1rJ00I77b/AE/+Gr7CS4wP3hETdG3Sa5RqD8KLkQvN4EWV1bEOEY9Z3g1R9rDlPQhxjokO5ClSVXsCTbxA2sfMZe+h2QzNBlO0b3zS8QolMIQlbrSVhSkqGihoq9x2Um1+51uDtoTcVvBawbRnJUVlCJUrIhXFt8RdrpCr2OW2gVqBoDprts9P/h8d/Fplin5hyxgmqRZXIbwYjFRirQpCXUpWlac1gTbN4h3FtD2I0vt/R5mCIs9ijNMsMTYrvCad4QRxlJuUrSSO5872sQSBsZuVml7xsLsYjivPsPsJVxWHU9KbaGx7EX+uhuPWygxzTpTtZbagPMZ32syFOuhHxU+VyPMaW7jvrbb3dehFSYHxJD/EcO7r3M7PluuvIYffkZVsO2zZ7kedhqTYHsQRb0DLao9GrMr3W67KYQ+lSE9ebhr9Re5APbTt32x9h+qNVniRapLXFm5ktLYUvqZVftob5QVXBvqDcd77aEwGKzhxpufXqs/VFwl8VLq+pSkfqi1zoNB3JHcnaVrS0bDKB9jcxH4tw7WcOb7n8OYyl8OLFTzDUhCMnGReza1gCxSRcEjQFAPY2DYexY7ysRqjS+VhZf0qPmSfP8vXy8/Pa89qnB9Cx5hijbxqFMQzVKQppanWv++QFrsto6HVKjmF7EHONLmyB95T6zKYo0V3IxFypzpX0KTYEo/W+h9Tp2125q1p8ZW73lYeYiw+1RotT3jUauLqK8yUVyHmGdKfKQ32unLYqSbjQkagjYNj4j5p3iwPjsZ/0rSMqVNHsu3Ym+hTbQg/TYgqU6LFi8q70MTWFRXflV26VD1IJsR3F/pYheEMOVmlxXOfZWxnUrwqGVOuhJOtj528zqO9vOdQ6amofu1rlpUbocRoTtZivtRXlsIcyqzaqzW7aAjXU29fP12X8+k+5p78qgy8i1rVxYq/0Ti73JIFylR8yDqO4Nrg2kyHaXF+LL4C/wBdr9U/Q6d7D9/12HzGiu/C4S8i+vi5/CodiTfNrqLa32891PFCdtx5fP7QwQ/MhUuR75lOeNh9HQ7FVbO2ogHsNCk6lKgSCB3voDGn0uU0041wXFrbR0o8Kv2Hufp6HztsMqojrTrFUi9EphfQtXhUk921W+QnUjUjQg3FiSRsQRXYrcqKythaP0rTviZX5oNtD9CDYixBIN9vIGqi20Gz1IztlvQ8K1nG+EqtKo3x5VLkLadhKTlW4gNpWC2rMbqAUrpIBukkE67L+iGfKi8hP+I/lU70eGQhNwpYB1zC4Cha4uknQ3BVgfFuKML70PekCW/FhTWlKdYytutSEgFRbKVAEpuNMt1p6gAq4CvmHh7C9ZxvyDWIUPxavIdqVGnxV5HYMxKlfCV5A5SpIVqlxAFxYkbfS9N03SNpVqpHB9R2so6QQj1f7LymIE9la4tUSvLn6kuKFrgKtdDiSB1DUEgHQgh37pa+1Kab5rrQ+taFZEhOZOtwQenMe5HY3OltgbFEKjff8OYoiLfYX8V9cXqkR3UAgTY6CQeIBbiNi4UARrYXgRMYysGwG6XP4HvSnOtcVbSsrFSpzhHDlM9sybC/YqSRYgG42b0PShp2yvx+feYv88Rkb76U07S3J9Bl81SIrSeYjtXTwX7eNaPkWE9JtqQAdQLDOdPhOtT2JXXnbXnaWtOXKo30P0IuDrqNbaDZr4fxDPxvPxLQYFQ4DGIaWpppTq8qmakzZTDiT4VtOBS21K7pXkBAuDtXJ3fVmBhLmqziGLKfp0dDq0SEZVpST1WWSTl8wlQNspANjpf+JegvrtN3qPuH/MHZgz+j1qVyHCg8Bh9/9FxUBKVadTSzYmxt38j3sDpJ3U4Vi4ci11qqUmFC96Ly1FGcIXHkJTdh5s30BQr5dCFC2mwZSK/+ki/31f7yRbUehtre3l6bAm8mtbwcOQHJ/F94xeOhp1bDpStMcmyFlPchI6bAm2lrAaea/hLWtW5ou+OMSc7ftmn41F3fUaK/zWSUyv4q1Zsqcx1J0sAfy877VEuvYDlUufKoMuUhCGMzT7SupK0nVIOtlp0UNNRYjtthqNvRrLtZ91wKg+wt9Ks6dUq11vZV0kG3ncHzA1Gzy3LtxWt1+JXZ8t5C5S05UO3Vw30NqGdBuVKQoKUCNbaAi41+lHUbVyolK1bPlGljHCUXerQqTjfBryIWPIsdLs+jZOAiuJQqypcIfr5x1IBsSSki9iqfu8wA7iOqMV6jPTWH2FcVC2H8vLr8LrJzagpVqEkAFChoOoFE4nxHjelyvc1GlrRT4sj3vAaWsKVBd0Cyy5fpaXpm1sTra520D7O29X39Klxao9wK9KShch3w+8Moy8RQNgXU9ioDqFr3uDsKrULaw3CHlhincx9l4FWddqDGThJldTWXh6GytL5SkjqsSLXI12RGLvekCjMT+b4b9OkKadW1ZeZGpCtLhR0vcadyNtsYpR703fYonz/61FhSH4crJ1JdbaKw2od8qiMtu/f8dsY4U3l4crzXNVTDD6FxXUplcJ0OtKQD4wCSVJHmk3J1sTcXy+sUs+GqTP78ZElq1b5i/wAa1R2LijlZTT/3pph+OpHzKV4kEHsoaHzBB076PLALMDDlLb4svJK/S8JfSnKb3t9CQbj1v2vbYh3sYT3cwIsR2fSYqOdhNKjvr6U5QAUrSvWwGbVWhCbXJAIAg/SGpUpiA1LyPoR+izDz1C0kaKSRqkgkG4sTfbDF7GkIuVfIGR8wqVrUcx/UWPFlbjMWVSfxH2WH3ajHyeJl9tKQVJuCEpJBCh2IKjoddoO5ne7u6xvgOrNQMTN0vFEJC6dPi8XIp5JJLDqQSLnyChYg5gbX2E6XO3q4c9njFnCpyKiww0+/CUwhan46COptaLXWgKJVmFwkaE2Nhl/2S8Kz8W4tl4tda/o6nSFO5WmitScuZKlXHibANjYGxGlxt6nqtr6XpTW/IU/+I0yZwwmvN527Kfi2jQIDWLPd33zj8V1rNmVkVbW40uTcW10tsEI9kaVPgMcWtrffX/X+TdTmeUBYLZzCyVa63PUALa3BP98Dde3gblmP5voi5taRUkRYsdh0JU8rrQrIoHpVlVmzeQvfTTaV7OW7rfdVKNHgb1acvDfuGUjKh/4r9QYypIQS24UadSSoKIvbTTbzH/x9bdd0YN8gnj++YK5HSzKRXbq/Zxr1BlUGBjKWioxffKo/Kri5FKQjPwZCCo3Q5cdSTe9tD5EOxzhuvRd6GN8LtVCEvkn0Lhom3SlxHCbUGyfK3nbtbuLbejMbDtLi1NFQdK1yrKSgrdPUnQ+G9lEW0JBIAGugsvN4+7WgV2VPxRFwdS8QvrHAkNLaC386dCAFaHyuBZQOovfb2+nruq/Ufk/icBtnnEqNXpXv2LAlyqItbTXOtR1hWXIczcpHYLDahmzDqykg36QGDBnV6U0/An5F/AaX0NFSHrg5rgakZQCVW8728tndux9mTDGN2sQ1STVZVBmxZ7rTVOa6+TuAoXK7LKCoqGUhJBSR5bdab7MkXC9BfqkXeQ/KXS8yZUePCQrl1eL4YCrkG+YJNiQdBcBOxri1pAlLD5THmAMQSvv7TVOX9ylcupheXK80FXDiFWKTYG4T3IJFrgA6Z3Z4V4tU+2UVp9DFOyOpzI/SJULk/S1inQnX89pTfs4xcW0ZzeBu5xvCr1OlSkuzOVjpjvR3UW4yFtDoUq3c2QoDL0qB0J5c6jYS4eHIstCEPtcJ1pdkrbuLajyBOhvYX1udmlTaJoJt2ZgH7RO+KjNSmMGxXmH+On47XzZCCNB5/h2t5drrzc5i6BhesxKy6yhdLXxYrrsdrKtu1yOIk2OZJsM2hKbXB7mxVuw981nEOI4GIWJsqE/8BpaF8VMc+aRcApC+k6n1AGp2LsG7j+FFfqmLcj63/AiPZKUo0sUnKDm9SRfyI9TUJjMvZeFQExLYur3vTGVWxHhJqVUeNI/RMIWl3TukAalY7gDUgXGottEdXjzG9UcwbQcPLomJZuV3lasox+cYUFZXWV2IKjlKSk63tbzCWZhXc5VMEY3ltNS5sql1H4sOY0kLT3BLEpsg2toQtBBBCSFEEgElepUrC7UCfjdl+qe7pSvdErXMyg2zNLHZQsAQSbpPmLgbGCywZHwYqty+6THmF8R+9N4PO05DCFxWmHbKYUm9loC/p5XIFrAi9rEOIOaxHjxx2BEizUMeNKHRmcaulD60pUAMwC0gptcHU2B2PGd61er3N0HFFEiv0TOlfNOr+OlrTrK0nOsoKtSQSAL6ggEK3hxKC1Xm6pg2W+vko7/vfgWUtuyel7On5k9w6AQUFYUCBqG1iokPWvuR6axFoNZqVZddiykZVRY8pHRlUAVDMgkgHVIVbQ3vrcHYLrdfwviNqJS/urFUirVKRm6FeLqQCLBQUMwsCCCNQDa9XhmZRnaDLo3Nvv1TnEu5XVHqSQeHkGaym1pT2B0FwAAACL7xY9Br1egRXcPPYemra5dTrUrix0yALaLBK+GVjKQQS3p0kE3yrLWLeEQdI4ajiP3N91pdOqLCH46Z7TVRaOR5CRZ5tD+gzAEKAN7pCr2tfbuXoEqLP4Tq5XNR+PFWtQzx3yDZvU5VDNYixBPTYEkgh+77G+Mt3OHJ+EsUU9io+6+XkI4sgup5VawgqKNeI0D1EABaCVAEDKBAex5Ki15il0bBEL3QtaHXWkSApDkc24nAcSFBVuuyV2AIsSAbiAjvyfcvWmOYXxqTFgNe+ap7x94r6lIQ+VeYJKLEFNibjzFyNfMdx43hes43gO1SWhhFXQlhSmkHiqdNgF3Tbq4hF1GwAV3GgDTouIN2jTU+l4oaW/C4SXWJmcp6FDpIKkkoULgFKtAdLkbJHF8v3NjJiVS+SfY8LXvRI4U6OsnIc4uATbKD5m6VgKGrIo2cw+PxHNEwnS6pAbpeDYn3pGRUhOieMkCxWkG11AgXPftqe2wlMq2I8JcdqLT1oW/xYq5TSSvKq/heb0WkE6A2GUkAkA3MfBW8OqVmLzVUpyIq2H1tZ4ajlUlNgSCQFDTUpIPkbXG3bGcul8hPqk/GTFRXFdQuA6prl5TKtbMyBmKH0kZk5gT2SRYkgQiqxyfcgKZRz8UYNn/0XWWWJudKnVRcoSpTtrXCfNWmUkAmwubkbflexfXsOUGI1hLDz+Rfwl9QVwVJ1z5FEmwKkgkEgjQhOoE51yjYjw5xYrzDFUhSkPtP5QtUd1BHWQbKUhSbJJuAQe5024T95mHMLz5/841JQ/FQhiVFdgXdj5VXAcCDqEE3SbEls2BumxLdW2FQ7hPjHkiqYSwaxAxG8uVNryVSnVoupCXT4wkKuUgqJA1Gl/O2yVdkNNRZFUlPfHR0NJ/ZYfh6k+QNvTZg72950XeXAouI6Dn5VC1wnUKR1JsCUrKk2CgdLXGpNwo9QCbxK87yvxehC15UZv3/AF029T08hKYnf7kbjtRYv3p5HWtS/wC8pRv5/wDDb5wnhqfjzEcTDlL61vrV82XpCCTb9mnqTbS42G63VeE6xF/9W8SvT6n02e26KlNbr6DUseYo+A/y/Fj/ACrZUOwGoGmir3728tlNbrBWNvyZ1Ve8yi391iK01Rd30B5HApDSVSEoXlzO2IAIGmlybHUE6DTZcbvt2lU3v4yiYNi1xilocQtCZ8xLi4sVCRcZ7G6EFZSgqGiSu5BA2tKQy7vQxvPr1ee4cWU+qVNdS6MyUqJIQP7xHTob2BII0I2RuLwlubpeHH5+F6SvmpS1R1u8wc7iALJUkrKjoLqzagE6XvbbE1PUa9GvbOSfZwIKzUBXmCPsJPoOLalhefEXFqNIffizGFdXDfaOVYFtFDN2I0IIIJBB2sIkT4v/AKFk/d/122JD3B0bDmLalvG5tjEMXItDrHFQl1xo5AVp0F3W8ozIJC7XKSb2OTJ/IRZ8/wB1u/deO7y/bwZyE+XawH12a6VrV1edvoSotDniRTHalT2IvGXk+b8tnXgsNbtMJYe3tOuv06axiiL7rfa6UPIZeSHmgU6hwIQ+ooXYKRqDoQUtSU/F5r5P7/8Ap+zXv+7bX+83ctXsZexvugrGA6SibNXVEtVFqA7mzZmH+G4sXFnULUUm/biEknQ7by2IgG/0eIVJ6K4qxHyMDmaOWX3MXQ8lOTnyJckcEkAK9S31DsTkIBvYbYnqNMrON/s3uvxbLRKnbuVqgOzdWnVR1Bo9RF0L+GgG4sSknva+zg9n8b5GsJYTwvvup9LixcLsfc5nMLW7ISGuGhL1tEKCCqygVEmwIAO1Hi4bvqXz3IYsffq9UyIlIdVmV0oyjVIsOkZSonta5tbbzl1qaXKe/wCklr0gniGpRd4NZb3VYSq3uuExH4TEpa8jTkhBHwVqAICTbUkWPa4Nrhu9PDmI8G0v3W7gN9dbipXFdXFdCmpSCBkcB1AIF7KuAQbEAiwYNCwHAlNP8riGFQVoXk4SkBStPMXWB3t6g7WkTDztLr0DEdUxZ73hMLSlTTqc7SkjSx72uPQ/Wx2xTrHd/EcRfv8APAip9lGBKr2MonNMrYXS87UyK6tSltrTok63PhsrUkkEHTZwb3KbXt7+8am7tMLuoRkQ67IdWrKhKcvna5sdQCB3I0N77GdEZ3VUavVavYN49OXUWs7rTq86WV2scpuVBBGtrkC1xa5AYu6LAVLwvAl4oddYlVSorVIdmfrXJISL6hIBsB669zc7aWg1yhxmZ4om63HmCK9Awu7LfXClQ05uKg5W0p0INjotKtBYkHv2OxJh3A/vnHk93hMQmKWpKGqk07ldcXbqTbsUdr3FiPW+jwqNeoM+e3FxG8hC2My0Or+ZFxcX87ad/I7Q1YowbxX2uMwwhj59EoUn1B7EfXsfW2uyNt4Bwfc6502QHqUijVSlvwGnWH30O9eW3Tbz/wCe2OPaHr0rEdUbpdGloQxCdSjL8qlXOv5aWuCL38+2msQ4kw5hxqpVSLUWH+alKjsLaTmzXJsDa5087/U6bUmF07jJ8CXhzeXRKdFfqC1Li1RKMjrLpGl1d7X1BNxc2Oh2zNZqVtxSOCZmjyfymTqBSqphxriyml5KjFU7HdT1J1BubgkEi/a9wSLgG2z3pm/GLP3XwMGz6ehc2lutcBWTKl5jTQ3tZYTpe9iB5HQ9N4G6rDmF6XTXcOYnRKiysrqIEq2ZtStS40oaLQqw1FiLAn6AeKKNFixWGotEfYfypzZFZ0q9bk3Nj31sQdBptio+o6U5cD+3wYevfSd6RfQdzten4ofxHPlopzGR11GZeZSs6yfI2/C5BG1/LwdFqlUYi+/Iud9DTSk5zwm7a3PcAX+b5b9ze+32mS7KacalOvrQjw983pa1r/T6nYsomA/urc+fUHIvNITwlOtHKlXoo+Q8ge17X2MvV9bqzmpRgQ511znAgfibBGHMJVRiBKeRNWhKkSml9avwHck+hFjfUW2lwt2jvPxKphyo8CkcupMyG6jNmuDoo9ik63Fr6A3PckdaTg1p3i1SoMPzYSfu7q0ZMybXsVXyqRe/Y37a2FtllM3sVlqet2ls5EcJTXC0ypvpbQAfkO3ls2dcAmXGDDfUoo5lVjXdjVMUSn5WHM9RWwtTTWa3FSkCwCiQL2CQk6ixy6C42T0XDeI6pVOVgUmUvJlQ70npV21Pby09fzG2l6LP5WBE5/jo57ofitL68igQrVJ0JGoUDocnoRsIR0NUGfLlQGZT/wB6d646DncSTa5t5nub6jtc2uVHtDDIgnsDJkQ13PezzPdrLbXQuUiHnlKd8Daj5J/vHsANLXN9De4qTH2c4/F/rSHVtJyeFOXS48iD5Ed9NuOH98+I8ET23eCuo07hI5pL6PC0RlyKKQSjuOrsdLGxvsT1zG+77HlBfr0qk8qtDXLx0x3cq9BYXFrHuNe2nYW2y+paJNWgKcMPzAnawlJgHdXXt40ByU18dHMZOhQSlKx1dV/W+n1077GC9z+8GL/Q0+iIRTsnCadWsKT+dj/p39O+wlgre9vG3c0vlaDhPPTnHeL12UpXlfQ3tfN5ed73Bv2qXteYtlT2/fNDQhjp6EKUjN62JNiR2tYX77eg6XpNLTpQtns+/wB5wPjjEL6LS8R7h8WsSuLx6RUcqFLa/Rf4VHUJWPqbHS177MrG+9Zp2UxFw49klLa6l5elSCPAryPkR3BBPpsAbq94X89MqrUH9PTlwlZ4rtlfFukJtpdOpJBFrHZYTKpFwa7WmqpLWhcJp+LwlL6/GUd9er62Ouo0ttOr1T9MC1Ucq3r9oOsdow5gYvpeHHYmLfdMpc1bqo7UdC86XH9bLAOoBynz/W73GwtF3jUaA7iGvYyqCPelUdS+iVH6nUquEFlSSRdOQ20IBsdRoAm8c76ZVUd5XDnwIsVCWmsyMqtBYkA9j6E6geQJOwE2ziPEcrixYkqateZasqVrVoLknT/X89gfVO3r+8a3t/LCOvYwan15+f8Ap0cVS4/F6kt6ZfzB1te3e1tr/DGL6M1hyXgOfLWwuUpL9NdR4mXz3T2vlV6X72tYk7DmDcM8We3KlU5cpxGbOnIV9Wg7AdgbX0/12L95u7yLKit4opdOXFqlLaS7IQhoJzWJ1BBPlZXbS6hp32EiPfkEZh6tzcGTaHu9+Lxa9x1uePJqrp8iB569/wDLYI36UOfS3YE+lxMkJaVNOutJ8K/K/lrr/wCTr31flGDuI8EU3FsWWh9b+dDqEXSpK0mygfIm/of89oD8NqVFf59lh+LkSmRHft1fgNddvAnqGq0WuxaPRxj9orvZW2mZBg1GswHeLza/lybFWHN7uI8OVRufFqL6H0eBSFZfy/A+exVj/DOEp89v7GxHGMiVJlJTfJm0sQDa1vPy7EepUMyncrP+K9nQjN+7b33T9abMOOIfG6bj3Y+1lFrMViLiiXwH/wBFzGfpVYeetuwP+X02bYx61VIrbsB5Eph/qStLvi28zIcnhNf3P7n5/wDLYswlj/FGHOG1S6s+wjOn4WfMnv8AsH009dNvRUdYx42Qbjb6m8pGJ5/F/Qr/API6f2jaH9o5XF4XByLWrJn+XZYYA3tY3n4SqVZ+zzFUhUtrPMydLqU+eXvmNvK34drbTKF7R+5uvcP3pLlUuUhSVrQ60em3iuQSLD1sBa3bttrpelq5E5eF3RlSYzsqK5wns/Qrx7D1OEppr4v+FOxhQ6rRsRxXJWHKjFlRcvyL6lf67DTlWgQOJK/UUtX/AC89ltQqyyHM65/hPtNS2+ayq4SV/MoDy2zi7Ln1Tn3cURM8pEpeRfy5QSNAfTsPoPz20emRAxQ7hrFFBp/KsLiyGp/zfFHY2OtyPyN7eQOyIcouI58B+VPebW+h39EhHVlv+Q/6bYPWK7G0pSn2YW+s9nj3KOO27KdbixWf/I2eu5vDcCV8WqNZ3ELyoStHTr/r5/XYs3QezpVIGHG8b1RrO+4lSkQnUZVZdbXv9CdPK5GxNS6RyDrcppn/AHU2y/jt8w1o1PS7F3LkmLaent+be5qqRSWtqeXhyK7/AGKNjGUNqWZIaa2+u20S0x77S25lqlu/a2jRPgL/AKxkR+/8v8ts9ci16bejWLxS6zRn6XPyLQ+n5vlVtgneVht3BuI34v8A3Va1LaV/d9Py/wAtor8eIat1+2DEiI1wtg+a/Kiz2+VdyZOtH+LYyS7xdhqrraalNu/PtLvt+6EM1p7MG+eqVRpvDmI3eHKioTwHVK/TJHkR6j19NtbUTEcWf8Ljde3ktTsV1SjOtz6W7wFo60LQrqSr/TbSW5r2jpVUdYgV6WhErwcXNl4n0/HYiX1qOILBT+k2jiPCkWsxXPhePbP28bdPworjXCWiKv8A89UDOn63Pext219NnZg3H0CsxW2nXkZ9i2XToFZi8J1lC0L2MNl4nTz6q+FpVLn8g799R8jrV8yk+WltFeo9dhiJupadxQxPdamrirXmWhrOwtPl8vftrbvqe+u2zsYbp2os9uqUvOwtC0rStHy2N+3p6/TYcxFT6C7w3f6lNzp48VHyrP8Aao11QfMDQHy2x+odPNxBX4ixqxkxSYgr9UwlS3IsBmVVOjw68x2AtY97dwQdfTTVXoqztZ/pSU0+2t/xNP8AjbtpY9tRtp2fhL39w4rUth+UjqSnME8S2oyk+Y8vQ7LxG4+vYixG/Fi1aEw++sraYf6VK/uC51IA/Pb038D6nTdL1j2atgvGBn+0+af/ACP0rXdV0FdGhrLndkgfAxxFNr32/ti7G+7DFGCJ7ECVwH1v+BSbp/EdiLj8dpcfdLX5UXmubiozpz5VdP5d9vp5/ivo65bvDifF/wD9D9fX/wDxzIG757hVRxr9dOzOiSnWndlzR6LKw5WfvTqF+JCsux9DVzTXwtvxT/8ANGu0uv8A4mbW9PcMpVeR8Ee596/+PtFqun9HGn1aFWBPB/BhpAxK1wuE74F/NtWYnwRhzEbXNcHry/Jfq/H1B+v+u1IHOF/H12IqBVmorvxf0f6u3luhfxhfpnFOsO5PWfkT6Bneu0wWoOCaXhKU5VIGd97J1tK6lOJv2T3sfTQ7FOEU0bGU+pSnWuOxKSppaMvh7psf7w7fiO23fGlCdqlL96YXdQtfjdaz5V5fVP1HmPTUXtsvcMbwvsRXm5WI2ckKUpMWapacvDUT+kV+F7E6mxv5Db7f0Tquj1RFQIwfX4MGU2pKmrbvZVGxRAwa11o51Mhh3/aMAlZva1tBlP8Az2tfaLx3FwbQWMLxci6i+10NeLl0/rn0v5evfaz32b0KDg2qMO0Z1ibW20K4WSyksoVbVRHc6Dp2yti+rSsRz3KpVKgt+U+tS3XVqzKVf1+g9PIdtvQJoq9M52+obTL4QBlSeaqjfFe68/6X+99fx2nZuFxP4zbQ4VP5qVL+MjPn8P61vQ7SEuOtcRp3rWjxf9NrHapENPiIGuE+18PJm4qP1fr+w9/rteUzCtUdgfa2A7yr7Csif72nc30Iv2vpfTbvgvAsrGTsvlehhhKpDrvypT9PqfT89jPBeGK98DCU/jrySOE07nKkqYJuCe1yP4t22X6hZivtp7PEq9na5E0z7MON5WN8EOUGvRFoXCWlDDTvUnJ3CUm2qUnwEdh02AGrt94RYsXi/qdH+8NhfdjgyBhejMNNREI+ElH7vXaoxdVOFVHOVe+Mjr4XyvZfI+ivQ+fYjsQLqOt/0fRhj79SxfuS6xPitrkHOE7k/wAXhy+YP5bLys1hqVK/ra8iE9PV+jT5efn5fs8tuOIqnFqkDixXvgLQrIvwqT9CO4I8wRceY77LJtU9qU+066tvgZkePNmR3H4aWN+23xf+ItZd1I7y0HZ4Qqfc5p1xp15tHX/02r0yoEB1xp15eRaehf6307d9Nf3bCFVxRwmuE07158mf9awOna9/w1/eRAVVua/S51/qrR0/gfPX87fTby1Wk8ctFS8Kg1AlSnGnXehebry+G+1FiOlVmlxX58D+kWEZneF86Uj08v48tr2mriz2m+K71oV/5Vh4SbeZ7H8jpciw3i4TlUbCT+MsEVZFQioj5nYS1ZXc3zNgetjoD3HYny0NDoXscEEY/rzJ9xA0MUufKfrLXgfWrMx8qXfPKCdL+aTaxufpsTowdi2sxZcqg0SVK5FpLqktJ63E3scnkshIKikG+lgD32JMFV/DjUBufFoaGOd6JrSWulSSRqLnvax7m4sLbMJrfbhzCWF24tGp/KyovwmI6VnpRbQpV6C4BB1Fifx9pptNo7X/AFX9fEWs8ZmqfTJ7Trcp2orWheV1PXlVmT9LaEag6XBuCO+zPoNAwbVKC3XpWIX11GKv4qZTuVTK9bZbW0vexFwbG1tlvinFP2txR8WIxFfmu51JavlzG2a9ySCbXsQPz2OMIbq4s9pyLLqPJSv7J3xIUnQgLA1TqTrrYa20OxKyukuwozn1mUTMtUbqYuI6XLdr1cXUYubix86ilDdgR2B1B1vr2uARsEVGhSuF9l/dPKsZPuE+OhCkx30+FCwDYtLHSbgAZkk6G4LK1gHG9B4kWK6hfD+EtpMjoUk63SRoQdD2Pax12HGpuKMOVRxqfTpTCEZVtP8A6VDml9SAcutu4Hl62Gz/AKtqK8V7Bn+suXMDKTu5xHhfiT3YjcWFWOnI070sygbG2tsrl9AAACLW2qatVa9/5xnc/NQnfi/K7lt8w+YHW/ncd7W2bM3Fn2jw5Lw5Pif1pPwsyilCXUnzsRbtlJBBA1vca1tcwPKqlBblVmIuLUUfd4sxfStSPlQ5fxgjUKOtra3Nw9VazDeRhj8QyHeMRj7iN6bsql/zVV7478pDrtDleFeYgqcYPa99VDvdVwBcjarxHX3YFUco0pnmloQv4CrpzJHcAjqSo6gKGoIuLdiqqFA5BqJAxG6hiUwtKo62nSjsSQUqAFiDqFA3Hf6A2fp/vnEbeKKNjFEqo8XPKhSv0uUAXBUNFWPmb37+g23NNbYK9lvuX2BMZhFgehUavYogSnXX1oR8dHMLzLSgnQLPmdbjXU3I9Q7sZ4qawlQXPdbOdbDWbheJTbRBsvKbqy30Ktbel9lJQ6PiP7URJUWkoYhLRndkMKPCcIIIIvqkk9Kkk2OljtCx3vpwlKxa5g1rOit0hpbsJ1fhcSPGMw8j2KToR3tba/25i1h5g2nfhihqjV2gz+GtibnUiOjpTHVfUpH6pPc99L212g7pa1KrLr8WfnYqjGVfCWjK6ppRURe2h7FIUBoE6ga7UzNRgV6ssVSBEfpCFqVzUPIOlYuFpGbTKoXtobbScJTKM1vL+xtL5pa0I94xZSbpdjpCwVsqvoodWXS4sAbCw2oqG1sSAu6PxbsDhN1mfk4EXx57eLtr9b/TYdkYldqmI+E18CEhKuhFupPfOLd7EaEEai3Y7FzmBf5xqW/gOjS+VmymnXWl5cyVKQCbKtqAb2KgCR3t32VG7/C0+lliLiOuMMcrKVS5DqFZlwXQuwbkA/KbWCxdJCTrfQl1RTTOtQ+fcNUmDGhTd30+fgOfjKLiFD/K5+E1I8Dik3PDUrUtkpGlwL6XGyI3d714GI4st2K9npz8j7u6vxJWkgLR2B1sRf1ykXvfY73iTsUbqoFSapct9hiU0qFPQ11IyqHQtaFdK0m46tDY6Hy2ztuXpzsCjVLis8BD9Zfdaaz5kK+JcFB7ZTpYaW7G1iNk9R0zTayss4j6ILZpZFRdntOT4vH+AlK3+kqQlq4AuQCAL6Ak/S/mf5l3hO81/cSheRH6RN+4t5jU3HcZh6bLuHX8W4cxRzUCorY6VQnWvElxCrBSFJsUqSSdAbi9j+LSwdgPEcCB9/eQuLKa4rXCd6W1C+mUgZSQSDbQ97DW/wA861/C5POjGSPjMUaosx2ykxM3A5qmte/Pdy5rvCirkICWlO2KktJcBGVZtcX0NrDzB6YU3a7y/fPv7C/DqkqDK5x1aJRQ+l/OCbpVY2Ot/IhRFz22tMRxosXC9SgVSiIqkXhKUuE6kKzI1BSL+Y8h6X7d9lXQ96GI8ENMYo3c4hfrdLy5ktLdKpkdrQKCVOdUhsW6mlgrGUkE+Wp/B+xqsWk7lODKJU00vjrC9Gx5QYmKIrq6dK8bvQUOxX09BBsQpJBuCnTUJ9SNlxjamO7xsLxMGz3kU7HNHQqRh6elfCYq2huyDoPiHsk6hwC2iiTcRN9cWVu5gYylNMVT326qPUWo6+FxF2spxBP6NwaXuNctlA20psZ02LVKXE4rPHirj81FkK6H+lScwAF+pJsVAHtcpuLjb6NfWrp3E9/+ZFvhyJXbpJkWBRufrzXAlPv8d1rVKuOO4A0IWdUkC2bQkE7O/FEbC8DC8iqc2ibRK3FalQ3XepLjD1hYk+YJUknyIF7bZW3iT6pFittSuPkXldmIXdKlMLNg7mFz4tLjzNydL7Pmi4jgY39mmrRYHw6pgdaZUyOtJ/q7hzKeT+s0vVwgaJUlYFgBtXS6gMvYPsQNfn7ivxFh+LQZTc+g9EJCktJYz9KUG5BT9ARawNgCPIaVWIYTtepblLdl8DPmWw78v95pXqki+hHp6bR99NU+zlLoTrWdjpQpWT5b/mLp8jax/fePRd7eCK9iiJRpURhikV5pLEp1buRVJlJslD2c6Zcx1BFigqJtbXyPVeh4v+p0vDDn+phjW23iV27vdxhKBiOXQd6tPm0uU/HU7Rqy0jjxWXR1IcVlPW2pOhFrjW1iBdhYzoVGi4cbpcDPClSpSHVIaWUpUq4JQk3Ha2Yg2uO4NtmfujQ1VJ8/dLjyiRVyoq18qp1pOdtY6yEkE6LT1CxsQdO+1bjTAOI8L4olwKpT8lIlNK5N1+yWtRYAqUCGyDcBw3SDosFJJHo+mXDWaUHGD6I/BELUdyZmeUMVTDmLWGubflMMKVIi8dISttBTZbR0yqQRmB0NyVXOuxXhmktcrPgUaXkzyOapcprpXBUrKFMkg6NlOYJF/QHahxLTMUUtqBKlM/dVqd4UhSMyob6elbKtSpICgLAkkBVrkEHbpgCpuwKDUq809FRzSlsVGBmGZtYJsfUXV29R63B2rSStuwwqfdN6bqItQxF7PHGxGObqj9OlNSFOo6nFNhaQlXra2W5uT6+e2VKNu63fY3alxYFPm4UrfFU15tdY8go2DzTg1TcXSq9u1jrf2dHHZXs6UyU1w1rlQJDqMvhVfNb8tsy4fpk/HmLaTgj7ZU5j7kmbSFSv08iO42FojhwCzoCweG4CFjQEDz1tRpxjiWsr3DKws3gYMlVTdfgFrolclx6NMdRbM5wxZPYdylkm4Aue9jrtQzd02HJTUCK7Vn6chlrI1lsjy+W9wCDchJ6T1DQm4bGF902KP5r5+Ep9bYfz1RiUmRnOeOkrSiS0b+FxLZWQdQSb3tfaFvL3Z4jwxjzB8qBUELoL2aFK4t8ilJWlSAf1F5AohXYlJ9Tfyg6bfbrUfPiD6hwOP3jAoeHqpg3C+HsOUaXUapNQtHAm5ApbiNVKKybAixym9rjQ/W4jbncL0aLLqlBodLw9NmqdlSkxUBqOp9eq3LAWTmN1Kte51767f283eFF3TYNRVKPEXV5U2VHitMNfFCVyDkQ8oA34YsdBbMQACCSdhig4gxPjpxylVSXhqbiGLF4v3NbjDvLu3SHOXduHGlWKSQoG4UhQBBtv6+qu6k0Wcgj1+Zf7YF0Hd1i2ful3hbuqzSVwq3S6k7W6Ipq3xkcUSGuC6mwIK2ykKBukrANiBtywNj3eh9nG6pWMezai+5ma6mmkoSq4y2ITYpte5IzE9rggB34PwL9koMFyLEXFlN52H2o7uZrKtQJUkHQpGUFNxmAJBJN9lVhDddiifTJcCs0Sbh73itLr6GFhaW1qGoBuUpCVEkWuALW00A9CqUUBaU2ftjEq4iIwtv04ftP0mqYoqNbXKcUppCZSVcFUVQKVLZSbaWUCSnTRPmNtG0LHbNB9oCs0SJLXKo9dUw6MigpCXXGErDnr3uPWytdANoeJPZcaen0mfAxYhaKQ7x2udipU62odlJWNNT0kEAEH8brfenOxbhLflh7hUSFFm1FUPI60sIYmP51Ba06dCihKUkXsSQQe4Gl9aqjy/vAEMsMd+u8Gs4I3lt/YiVFYrE2BzSkSEZ49SioJC2lpBGZaVA5TcKBNrgE7ZpxZvXx5iPeXLxHherSqD91Qw+xTlKU08pWhSpC7hxJBCcqgoJIuCDYjRu7uk0bG++Suxd4NO5pEpXFhwJXUmOsMoukWOmgKjqASEkXJ2Ecc7m2sJ+0ZQsOUZl9eHnoHvmO6lZ4sNaXsioylf2iFHqSVXI6h5XJq7EfyEPTUGPlCf2Z6VWd2tLlysRy3/elRaTKfakIyc00geIWJSVJvrY3Te1gLDZO7/sZUKqb2YlZw7UWHKRwvip4R40N+/W2eyVI7KBF9CRpY7Pne1iGU01EoNGZzyvGj9VKbWv8AncA+Z7etkrTfZtozvEqmI8Qv8d/MuR1ZUZL3sb3NhrbXQE+pGzYBcQt1iVDbEi1vF4Tr9Un0+KwunTHWuLHdQpD2nw3O/SojQqtY31AN9tJbl96EXeNg3iwJbEWtsJU0qLI62HO4SFDxBKraEWsbgAiw2S28ncnuMpbTnIb06jS5XzNJfbdyq+UlKwbgeQ1sCQDbZQw4E/CVe5rBuIWKitDSlrkQOlSlDuVtgkBKhYWsRcDzsdqd0VcGRtW5MCbAh76sOUuqMfaik1GEwt1MV1CXUu8F03CSbDNkURlCrd7a30NpOxXg3eXXm8W4S3kU6LRJrS6dKp09rwz2SrUXUBqnQXGqUiwV2C03dsUHHlZl0HGUSL96palNPu+KPKCtNBcqQSCT3IINgbnYZZ3FYXrMCXAn1bD1ElSpCp6FoUpKGZnzLQcwKUr7lIJHcjXalTlRlzC7qtOu0yPjzezPwlVJ+F2vd1biv5ZEXu7y672Ljax1WUi6FoAyqQqxBsFBWIkT6NFiYopeLJtIlIkKd5PhBbr0VK72ZUokOrDhQVMuEFSbqv3syar7IePJ/AxHAxZCmtsIyykRXQt9tHmplR6HR6pISSNe52GMS7hpU+LErOCMeIra6W/zqqbUVBEWdlHxGkPoF23CLdLgukGwJCs2y/c3P5QKWi1tuZb0LfHu0rM9yL9k2JqKXFVHm8KLlabQoiz7AIu21xAFD9U5wlSSDxAWv0yfPafgYjoa6itbXCQ1PaKn3oZPSUlYzuDLYZuojKO+mxXh+RubwvA96UF6qUvmkrhVGg1J0OrhrIKSCTfL5pJKikkAjW42/cMIo1Ln0mg8377okVbrtElT/wBLBdVoGRe6SSbApJyLHYA6E3bX8R36dcT7pmAZ8+gsVSBW32K8w0lpcd13OpSRfK4hSbHXRK0kXKT2JGtfSX6XKw57ro0RhivIfUiRCddyutvjv53vrYKF02VfUa7FlFxVKxRKq0VqJFYXS1ZmFQl/HSkXssdgRoQUkG2W1zY370jchQcUVl/ehKdXwFx1updiu5mm3xbrIT1IsQLpIKdTqQRsbaPcqK9h/aAlE3m4jpcqpUafERwGFcqpp1oKW3mFusW6u9u1iLEEg22oMWU5qqUtvn6fUfc618CUwxZKmc2ZYIJGqCCSFEaFVswuADFjFNBpdebdxb1sVuemBHdX4tCG0i9h2y3IN7E2BAvs36zh6fhKK3iP7He8aC+jIub0OtNq1zZ0g5276EKIAFxcgWvWzPxO4/lijwDTYtGwa5FaqKFrX8VqQ61kdeSCbNvtlROcWNlg2IzWIJJVU4pqLVUgORaNx4U1DXH925M65mS6rsDvxAASUpsSBcdlJEqZXpXFqTtBofAQw7kdhqf+A8nscqgMuYCxNwNAexABlQsE4Sr1Gbi16JNp1UfdS/AVIXnSl9PUAFp0Gmh7GxHnY7LbOZGxpE3TQIGI4rk+qYhfpfH4rUWVyuVUd0J8Ehm3U0sdBUkkpUASFAEJjs4Gdr1Lfdn8eo06nSFIkSqdZLsVN9AW1KWbDubaAagnUD5rcTGUp3lebXFlMOodQp1IS64tNgFqsoa9iFJBCgQSL67U+NN5bX2S+9ceg4hQ0qPMdhryNTEixBskixJ1OgFyQNCRs3Rp9zQme0uYHY5q9Lwk05QcOOolI+ZeuXMk+Pv2Pi72Ohte42WL9Sr091vmnkcrnzIayZsv1B7+fn+7aHAXKr0/iu8RaEfMtfit9fT9302Z27ndp9qJXNT/AIFOY6+vq42uYj6JsDc317AHW2w940tOSfUQObXlduywG7iOvN4jqnRS4XxUZ/CpSbm9tLjTTvc620F+m+zeY1ijh4coLXAp0XpWlFupQsBr3tbU66knsLXKt6OPKXhzDkjCWF8nHXlStaF+HQ3PYW0sB9b6W2znBdd4rjTruf8Av7Yemrs1Fx1F3r4EI2KhtX+8J8ASJXP+4YvjmryJd16fUkDW2XNc+V7j66/o8el4DpcF2gsrQthpDXClKPSr0KibECxAJuBmtfuds7bk8LQJTsvG8+oQkMUh1CX4r+bOppVrujIQrQm1wQRe4vaxav2jpdeny6Dwn6ct9pTufmg7xFJtmLaknKu47E5SNSQO2xtXWH4H94LsbkLGA+Dd+uKML7wcQtT4kqo0jEkpS5tNzlam7WRxmbdlpGhItoLX7bQUbj94NZxHIo2HKHKqiH181FlIRkQ9HXqhZKyMpscpB1BChtsXdxD3QblsEfbeqRKdFlLRxZUhagpTigQTmUo6kaX1Fz2FrbcN1vtj4cx5ih+gtYTWhD+b3a6hbbCpFvkCVWCXCACkEgHtcEi81/8AS5srXjHP/wCZlNbt5QRcYS9gPGWI6D/TOLKfSH0LVnYQ0X1puOxVmTlPkbA28r9ztSlTKNug3IxML83C49IaR9zQo5VLB8TIJJsV9QRqQm4F7bJ2vb3ZVB5+qe8VsMLaSlpqU1wH2VBdiFkjtqTcX10BOwbu7x/Qd6G8FiB9p2Ki/m4spSLqahtE+MjskCxFyASArU22Qs6vZqm7FXOPZ+BBrqLLeBC7EOMMUYolcXEbs2nUvpWvgJObIb+Ii5AIHewt0699usKkbpZ8Xi0auIlPsL+KhTpT1fS+g17+fra+1Dv9FUpeMuQo2N+jMhqbFY+VrskhQuATodfUXtstoMiLFdbo0B5C+adUhUhd1d7k3I1BOpJsAewtptgajqC6FiPvb5/aW3LUv5MvajCdgYjlyqWzNmxVq+68VC8iUaa9WgAJN7Ak+Wne5pLvKtcLEdcWhGTpisZ+ldux89b6EEW9D22oKvi1rDlG9zc3wEIX1O6/nbU+pufLsBsK4eqmI8UVTlaW8uKx4mn5CClSu1im41ve9+2l/I7YP1Gr1Nu6jOIv3GdvCa93fYEw5PpdFxHQcQsUut0h1T7SZnTxka5kE36gUnUEG4NjcG+zjxEqBFwa/AgOxYvNMZOVQ7mSnNooNkeXcp/ZYbeetaxY1Rqp7rr1Wm1GUwjIjrOXS4sQDbz09Bp3ttxa3z4jiusOwJa/uqs6OL1p07d/L19fM7eqXqlOnUJYeYybe1wfc2dVEuwKC57mpPvF9hHQ1nClaj0Jv/ptmHH2FN+eMqo401Tl07OhSmoqHcqnv26KOhskEfTU7UuNd+WLa9WYkrC9RfhMPtI4rDV8zb/ZSUmwuPMC3a3mTsZ4BrW8bEbrcWvYmlMMMZXUSFr6kq78PXztfQfU3uQdqHU/W2fpnAg9/dldu+o0rEeN6LgOsy/dbFEiqnp4v9s6jQoy+qR1KBubKJF9bVuO6vS6pi2XwoiF/fUxY6kdOVRKR5eJPE9fLQWGzc3hx4u8HCUf3pLQurweK7FqkezUhKkC/iT3uL373B7eqIrbGLcGwHOLSWKpx5CVNSlWaS4vQAqOgQ4QLZvAqwJsRc9q9IXAYewYVq0xiM7f7gyBQcW4Ei0aXK5VEfnZULihbTMi1g6gkEgKzG6PCbKOhJJDcb4lgRfuDXK1H3i0nhLaSWnYawfUXCk+gscwOliL7Hm6SoUvHn3qvRFv15CfjwJXjShKQCGtbKb0J6RYGxFr7XNV3d0bFFeprUVqFR4qHVJXwo/UpPcgHwi/qfPXW+x3SzWeEYX7dolFhTdLAlUb7UT6hFfY4SFupaUEPqSO5STcZrai4PmDbTYJ3g1uVFqjlB3StVGrohdUpWrrCfq2CSQSLZki2t7DU7Fe+ysQIH/rucOVblYVOY61fMm4sAknUJHkNLkG2myPpuJq9ghqW7AyPcdCM7SHSlUhHy2VoW3QTdKvIkgkixCti/S+AGINhg4lth7DtUxlAflcowt9GVXC4XCTr/e7CxvYd/S+3Le7uZi4X3VT8UT6giLNRwlsNMdWbUXFxYm+vUDpbt63OH65AxbFYrMCtyqJ96UqoxXUBPMZupVikhTSibEgggm9rXB2qN9e8ql4odcoMWW/7uYaUxwtervqbnuRY/TTzvsu2zG+yCHuZvpOMMR0Z3iwKs+haELaWla8yVJPfQ3Fr2V+IvsTYc3xT6NxOfp0Wa3KWp1XFTlUlRN1WKe34WI72A8gmVC5V3/f6dvqFQZVZlMRYGTmnMyUtLXkS4r/ABdgfLXQ32uuxvUb2ZXE1Q97Rm76qbvp+HIFE911eotJiuyFICkKaJPVmA0UkXIJB9NhenN0tppulxZaOVXld4qLKSl0Aa6eRGhA1B19bZwjqlNOuNSmn4spCsimlJyrSoeR/ggjsfPYppNbn0t1iVFdyZ/F/e0/j8NldRXvaCNc1y421Ao0B1p5Epa46WmlpX0a6+X7O419CdhjeCxKoOF+QlRGH5T7vjSkLaUmxPVqUkHQAedyNbE7CO73epS4vwq9nhL/ALKQ11NKWB2Wi50PqCLGxsLbOej1Sg1SAiVPZ6MmZOfqjuKsOyj273N9PQnttqaTa+APiQhCSl9nnAdUpfEx5hd5il1F/MpprKVsPMCxLbwOoFk6EWKbdjc7In2hcVu4jx5LdlU/kuOpUp2PopHFWQoqSruoHxAkaXA7i+2pMI1qVhyvRMOVTJFhPqdU1Kz5UKafSQWwewUCtSR5WCTqSQAT2kNzmF69iik17dy1KqPhaqTDSPCgAkXHYKuoAXsCL+mhuo076sqPUv8AcMmZgwxhOfiiew14EfrKQfIHQeRPpr+3bZXs00TDlLiy6NFiMLffTxWlqayutvotmse5uk/hobdzsqGmIrWLfdcCJwOA0lGXw5Vny10HmB+A/HbnQa7PwbPbdlVZCJUVXWtC+pKQu6HNDbMOkH1A7beX0OsfvBseI9iUrs2nMuo9GpdL3yV7CXNsPrXKdkZVKyZUqusI+hAKbaaixtYnY73e4dpcqs1Z2vRM/HaVFdQu2fhI7tm2hsVEXt9NSCSpN6VTwliPGUveDhyWhdUmw2kSmEZ8zM9AyKWhQtdC20tnLbv9QDsM7nanv9o2Mm6o7Efm0591fNR5DoSnIoFPzG4t09h3F7Ek7e3orrY7kjps3DiMjdFVaDhKvYs3S1l59cLiqmUF/hFOVIuesWF0EAgkXIKL2NtqneCapPlOT4uSFS4uVORa+lSvNdxoQdCDqTtB3ruT8L48ib0IuRa0Pp4sdXVlRYDIoeYNyNdDf8tu+PoU/G8WJF948rBQ0lSWmOniXOa59QOwGnle+m2N1To9eqYugAbjJI+JSysN5RR1/edPgO8KlvMZEI4WZCR1euvoPobbLSTKdlSv1868/X9f8v8ATZyS90VB4rfxn38/j68qUq/K/f8Ajy2DMXYagUGs/cOth9KVJ6grL6jTZf6VdIm2DyAIOJR+ja/j67WUNn703/u/x9Nvim092fK4UVla1/3fp6/S2xrSsO8g621Aa96VRak/AaTmSzfsSrsLdyTrby02HTWztKBGaOfCuK6Du+3SuRZXRVKp+l+bMhXp6m1wEnUdz5AiGBMCVTehjzmp+Gfd0Jak5OgoSrUWJtpb8Ox/MbW2CKFFoLrmKN4OHkYhWt1LEdrXhQ1afLfKCO+tz29Ni2vb78W0uL/QMSFTmEZcqWupWgFjc6geoN9tttUmnr5hyQiYjEZwDF3VT3KW7kYfW18vzXAFz+Q/dby2VO9StOwMOPtNS1oX4nUJ+b017i/n/wA9h3Ce92qVnFH/AGtqD8pb/RzEh3w6dI9AkaDQWAI7AbV86lz8b1SpNe8YrDHNKRlz5lZb+n4a6nsO22Zd1Cx03ZwIpu5hBuM3n8q0/QZTL8pD6+jKopyqPSfrqLC4GgA8uz1wvTMONT6bAdp7FOeW6l3OpYVlT9e1+1vxtsrMN7soFBdgNRet9GXO783r5fwD+G1pjyrz4EpuVxUI4+VObw9IF89/y9fy73XOvc17qju55EYBbZkczU+MN5LtBd5V2WhEL3apbSvChxeQi19Pp+dtskYv9pSVgjDjlL4WebKTkYWu/wAP8TfW3le17WPnsQ0vGrVeozEDFtRzwovW0vP06Xtc97AHt2/0Wu8PD277GUpiU06hDEJSlo6s3EsNB6EeY/LZTV1fWOGccfiVyXnq5WZXC2CKxV+FsTYvLjbiyPPZX1yTt7/t9xYGw7ZU16t8XifG2VGO8LxcZReE7+n+VWxVWpnxXNqSJUWuab/x7V+lgl+6ZyrNAqmHJ7kCeytDiPAv9ZP8d9hOrQmnWnHXfk69tsYu3bUvG9Gc+C2iUhGdCvm/j/PbHO8Cg1Sg1RylymcmTNlX8qk/TZSxB9s0QcrApt1p13hO9fyZ9rKkNtc+3wpeTJ/u/wDQ+m0WDC4Uptp3wL2uJtCiu8N1rof8Gf8Au+h2VFW05ksY9d2u+B2gz2GqzUVob6UcXxeehPr9T3/ftr7d7vNgVnhxfeDD/wDfQr5fL8NvMtpDsV1tqU70P9CHflzfX0/HYrpO8jFGA5Ud2luvoX/5lxP+R/A9tj1DaciC7fyJ6sBUWe1+vsA42wFFqkVzhNZH0IVwl/q/8tkDun9suA7w4GN4nKr8HMMdSfzT/wANtOYax5g3GUVt2g1yFNzo8CXRnT+Kb32cV1adtmVcRt4t5rkKpT+BKhKzpdaUU5k37jtr2vY219Nuz+MZ7vAi4jiSnP8Az3qKEdbawB4ymxF++bytfTbQW8PBvvRrmorXWj/zWyEqsys4cdc/o5D68/SlXT+OvkfTTbP1mnV/KUIVZ8Ymr+LXapSZTrqKvS1q4EiLKaCsyD5g6KDqSAQTe/0vfbnjTGLVGlMcLoRk4UhhSPF2ykHyI1B7j9mxJRK5FlNNuuxMi1+Jpdk/u7XHqND5bD2OWcL1SU3zURHEz8Lr6ct9NT5X8leXfy2yLq6krOTKuVZIC0TEf2orL9GixMi+pcd1SB4rao9cvqRqPTTZqUyDFo1BfdrLPAfyKXk0UpKh5A+f5d9hnD25WA7WWKzherSosqKpLq4ExHy97oXeykn6eWxZvDw5PqnKfe1xf/PiOvwqUPRX8H6jbwGr/hvSsrX6jBBzg/HP5la6iBmDqXeK1xf1/Dt1Zf2ixXaDhf7riOrRachfhU670q9BoTqfw2WOMN9NLpcp+LheJzX/AIq7pR+IHc/u28Fr/wCBNYgFmlwwP4PqWCNHpBxPFoMVyVPloYio8a3V5Up9f+myD357x6Nih1+Lg1r4C0ZH5S05eJ5dKfL6K7/uIWlbxfXsUO8Ws1Fb36jXhQn8ANNozD3/AJG3tf4Z6E3SAG1Tbj7AHoGOBOMGR4Dk/wB18rPdW+tH6J1fiUnS1ye/ptDlFrhOcX/6Ha3cT8L/ANA25uMRf0v8fnt9QXWZTLztsA6Qv7+/4/4PnsY4PwfPxbWW6XRut9//APRoHzH6Af5bW1Cw47XqpHo1Lp2d9/ozpT0pufM9rf8AK2z+wrhOjbuYDfIU7PNX1uzU9Cs3oPMAeQ+u3lf4h/imnp1BVf8AuH0P/cgnbJ+EN1MDC+HPcMCX8das77vzOX8Q7afT9m3bAWBZWHMW/wBKS0SmOpCF5MqspPmMxGot+GvqBtWVHHM9p34TK9qxzeLPad4vFyL/AFVIy/v8wex2+baf+M+r91XsIODnke4u+GmrRXKXFi8Lm2ELyZE7Z9x5idr39LdiuoX1q/d/lf8AbsA1rePPda+K1n6cuZKunL9R+zz2Xs3eZKdnuReCtC/mz+JN72OvcE/5efYbXUv4j1v8QVit0AA54MjJhlOxfKpdZc4XQxN6HU5T+lFrLHpcdJ9ba9ztQVbFzvF+dzOnJ59Kf+F/LyvsLkyqpK+L1/Nl16rG50BB1vr/AML3uG8IYjdgOVT3d91QjPnzZenXXKe31sLDQkdztldrcuG5g3ZpwRVOK7/tM/8A5WxDQ6S7Pd4rvQj9T9bX/K1wRr5fXamprbUCU3xWeOjpyLRdSk/T/MH008uxTHxC07Pb5WnrWwhGZ1CUdaUDxWsDewsQAfxHmELaXsbZWIEP+YdQYWEnYrbUqW/F/voR4f29/X6/TzWu9up1TBrsSK1UETaXUXcvFjujpV2Se/hPqRpf1BANatSKXPpbE+jVbPFlIS6hXiTl/dYg6EEXBGo2zvvFxdFoOLWML4oe52FKQpLD7S8zSeskB5GpGtte2t9LHb0nSP4d1SMGtTj8wiEsYXSK17mgN818BHCTkXrmeXYi1tTcGx7X17eW1PQoNexRVOK7/wCc5a+nOnq6dSlZvodR27aaHsZqsIYjxbRvfPvB/wB3L60O8U9XkCk97G2Uq7nXyOxhhGI7S2nGvGhaMjvQEqc9Mxt1fn276HXa/VTV01tlYy0Xvfa2FjDgbkMJV5qk4jdp+R+nL4Tr7S8q3Ia+otKscqihy6kqIJGoBAUbTa3glrC8pufArfNRWMuSRkyZbD5hmvr6+ZuLg6bXW6+rSpTUvC7r3WuOtcXN9BmKfXzKhf0PrsBHGU/n34splhhC15X0O9PUDY6nwkfmRa/ls7q9Ro9bpKr3yG9DHwRL9yvZ5jmF0HBWKMUQH69A+Oww0l1MdDv6Ro6lxs9lIBNiLnLZWg12EjUcL1TiUZqocrOQvI+06lfUoX8iO2tvz7ee1nhusV6BS5bUWoOUvJIVIj9eeO9fxpGbVGYHQWte9xrcQ6jQWsRu+9IrrD7760IzSFBKkq7BFz37C37BYbX6hU7UrbUNxA9wL1/zCDkPDkCjOv8ANPPoQ/8ALlHw1jtaw1SUgWNzbuDtOrK3apQW6M7LzsIyZF+JabLzW17AHQAXFiQPoSULD3vmL7mqnEYfQtfAdWjNw1Dy9Sknuka+YF9NqCu4dqlLalxWqehcqEtPFQlfSnNYhxPkoEa66kA+ewS3Va9uocZyOP2koxgxVd3mHK9A4sqoymFo+L4syW1gggpuOnsACLg6gg3O3Ko4SpbVZptepdDQha/hLXFdzJSsADOCVAhRFyUG48ViQbCRLxv7hwu3Kr1EXFzu8JWezqHFX8rX7gZgD+w99l1jrGMVqjOQMONPsPvu5HY/FVwHL68QJ+VQ80gAE3J9NvXdH+otHc1DZ/YfEZRi/DzT1BxNQWqXEi1SoIp3HSnPIV/YoJy5/qkEi6r9r99pWK/ZtwRKlVLFFLq0WVW2Ec1KQ0nryEWDuUEkpINrgkXNyLkXzwifK/mgiV7EcRfNUvK06tpQd+EtSbLBTplF9RYkEfTaMreFPaqjbXFqPvGLHUiLNjr4UjJwwT1gWKr3BAuCALg67ek2K68y5rB9z8rmMcBwHZFBny2ItXyJlUuQq/L1JKSQtlLlgA9bUAnXqFgRfZsbs6PFdpbeKPccX3pKaU61HdWEOqSP7IK0JNrkJ0JBAt3BzBgTD9UrO9piA69FfhYlmKlO52k8JTtlOKKm7Zc6lJ6gAASSQO4227jjdrPxa0xS6XRF0So0jJNQthR4EjILjMzmCm1AjpW2QddUkCxtRQqeUuK9qxaY+k4o4WHp+CK2ikV73kh2luuulpLkjUhnNboWtN0i+iicpte4pYeJqzi3EcvEeN6chcqbIzzVJj8upV7ZgUgAZhYXuBbW9j3crGFapVMG/pafV4UpKmKzQ5j/AEyrdQWFDraeSrqbcFlJUQRcEgo7FkOsxYvuZpl+atalcB3ozqQD2WU6BywSCrQE3Ol9EupNnkfElRtWMnC28jd/gOp+694tERifCkprkFyltceVT2u6dNVEJJKVJ1JCUkXAsU1GpODaN7ydwRUFv4UqlSkcq06rKtLRWSw62oXSkFJHSCbajXvtDOHsWtSm2sUUSUxTpTqEIdW6FIUojtnTmykgWBIAvY667F7+GYsCjRMORWeOhhrPlXbMpFrnS1vMjQ2BNxpYbV0Lu9ZDiF01vwZUUBt1qew1Kl5+tSEL8KlW8KgLeIaXBB9NdNh7FW9jHjWPImDXcQrhRZSkR0SmmgtSXSbJcsq17kgWGp7AG+zJbwxFgUuiteOUhSf91J1HfzHbU/TZDbz8HVSs7y22oDWdt9pDubOFZbeK6SST5KJAIAULjQnbOCGq8/vC8BCR+Y5sLYhxRhKe3S8b4hi1el1HMh19poJVHVky8QJHdBvYpuSO4NhYpvGGDazu0xbVpVLaW5S+YVKWjxI4DxuHUE90dWXMSSMp7Cx2L6Pu4xRFlMT3astb7C87XF6mlL7gKBt+BudbkDudnlX00GLhykyq9SUQkLj8J1EWy+XUdFBCVHVFzmCSdBcA9hsWrpaG021DGff7wCjdznmKWiTaDjKgse4clOqmRKpkLRLU7L4XQbFIXaySo6ggBZsb7MDEdfpf83NCn+8UZ6XIXnSu6VtqSFBSVAXKVCwChqOxBIIJAcfbt5W76vRMb7tMkqkP/HXHgL46GV2JVkSTmQCDctEAAXABF7T8UV6LPgRKy08x99QlLqWrKzKCFBQVYXtY6KsbE6gi4J677tOTW8Ut94MbETG+EvaCwQxFdiQoWOaJH+6pWjKxWo5A40Y5bBCnEgWvoFhChexGwP7POLqXQcZS8G174EKox1xYrshYTxorgKFR3x8uSxSVHwqAuCNQEYFwk7Kr1JagMykU5crItUV3KplFzmX1XF0EhRTc2GlyO7A3gbqcW4IxH70d6Ko5IVUcPVSP+imTEIzOxlgnpceaTmCSbFQUATewrY795bE/vB52wl9pTcfWao1AlUHr5XK06ldkrbSAqxN+kgLVqPMd7hOud6Nu05CU5S6o6iLKlSFNJV40srsE5VdyEnuU6ggg3sbnTO8bfS7WdxmGseUukoWxVJCqXK4TuXlZSNcl7HocbSpJSbFKgLG9gVNhbCsqfjJiVKl8dhCUux3XV/pEEaXtoSBYHSwPa1rbOW4Hm0dq+2FGHKXWcEQKLXvtC+/KoMhELmF2WtKEm7F7XulPgF+wyjsAdtLe0VjCTVNy+G8ZRajS2ESpEZXOu2SlKnBlU0UqJGVSjlUCbApB8rjK9co2KHapLdaiPrhI63UtdeXuCSB6XB00F73GmxXhjeFVKNhx/C89mnVekIUqU7AqSEKaUopyqyhY0UQokpF7gEgd7+eTqSdL1TAjxbn+8X7gRyPg/wDmVzsyBVMOMNO/dWH5iml5E5kxZF8jjeuuXsbG5tpc2vt+bzdwAwvhOi71MEYhYlUWsKQ1VIvAH3eVqVpSQrMLKCyAb6JsR2uF1pLtLxFLrNGiIYwvK4DrsJL5WmHlUPhllQ1aBUohwEKbBCSMvbSOF8GxXd1+O8EOy5UKr0eopq8VhboUiZFU0hxkDshVzxEpWLKJCbnW23o+n6ijUfqAx2oZGY//AGeafJgbpqLFeMUZGlJyR0nhpVc3sTqQTcn6+e2QJG6jeNu5dcnu0l977PSpkdiVFySGuTWsqstlVlONGxBSmyk3zJsUgnS/s/7y6XWdy9RlwKqw+vDbT6lrR4ko4XGQVJ1UCAbEHuUn8BUMVv3phJif18d9hOf9bMRY6E+vlf077bFtfeQgGCts2YURL+z5vRlY3xvXYEqrP8eqQH4cqBHdKkvLN3GZSDe4kIbzJUTo8AFABaXEHVa8VUGvUyJTKp18CKmZzC0jLlSFIUo9wbag2uAVC4sdMD0pWF8Jby4mI5TyKJXmJXLrmNL4TrjXEtZQ7KIFiCoW8r222cvEFGiz6nhzEbULrQl1p19RRFlJdv8ANcKjO9RSVghJBBNiNvNaNrl1B3n+39I9VynMQWG8N4oqmKJePIrS4sKbIXCdRIdzx0oLl0oQFqKkgK605SQk9hqQTqPuClSay3WZWMn5tXbzzaS00tLHLqUEpW2w8kBaEqKEkm5AX4k6k7F1I3MQGqMjCVLeqlLpcpSkuxVz8r7KHDmtnsQsnwhQuSLi6gBsQYg3OVimUByDhyXOqi23Q/FVzgjzGV2CTlcJCVXRpY5dQk+Wx+1bfYX+RFyj5l7h/edR2t3UStYoq3Be+LAfdWnMrmm86VJVlGiwptQIIGo2GcBVTeXXsBvyqXjdD76IquXkSKXmcbUc2RRBUEuAAagWJFje9xsmHaDjzG1exDQJURDFRfaadlIqUPgcxIZaKW3XEJugrIGVTqR3sbEEBOk900SBg3AkOgu9EphpTrrC1FWRR1LYOtwk6E/ifPYtTWbT3+MHiEXc0Et1+JMW4slPxceS2PekVhas8NISw8128GqkqB1Njr2IFgTMw9PpdeittSnotUbYlKVFW/ZfU2sqR4h0uAAK0tfUCxFiMUSj1Ss1nFlZrNJqMGVFSiVRk8x8V5pLalKejPNKIWkkpSWzc6G4BI2XtMlysL0uXXsOVbnaWhaWnWJCMsqK+B21FlgpOpFh0gkC99ktQu5uOYKwMvqaNw3gFmBjGpY3j1FE1uU23ysZTQzxVcMIcsvuQpKU2Fh5/jsDVKt1SsV6fi2qYe5V9hPJRWJCcrrbCSSUq8wSokm3qLeuw9gfeHiiLKYrMCoMTqRKQl1KsnyH1t59hl7gjy2c000HeTAkUZmUuLOQxnQ+11KZvoDfS4v5GxI7W77auiWv7uR8Y+IXT37vYmKd4/tD0uBWZ9BpctHv5lpbrTU+6Mqbn5rHoFrlViUjqItcjNFU9oPerWZU+Li3mqI+wtLSYq2s7WhsjMpJOZK72KmyTe5HmNtQ7/8Ado7KacwvvkwczUYvF4tOq0X4UyK6k9MmLJQMwt06GxSdFhQPWhKruQi4oozFG+1nNIp0xHCkZAlTzFhZJCUgtqsRZSClSCMuZaRbbV7oxhYbFZOX9xJ4elc/vBco2LfutLqLCl+8ltF3lc39qlWismcFJtfKQDlA20fu63A7voE9uU1jx+bUf7BbT6crncW0A0IJA762v3B2p6nudoNGw45RvtC+++t3PFUrImRHmFsasruEhTgSMzR/SFKSBmSCLTd/VOQapLVZonOvuSOBHlQIq2lyFgkFC2CLodABBSAm4BUDa23YVvciwMRmv1GlW8DO0ufScR0uWh+KxnhSmJDWXKpV9QoCyUkKUNRa+huLWpN49adoOHG4DVJfQ4+/y7Co8NcpUdfiQvKjqcSTa4TckE2BIAOgmMEVn3C+01Tv61lUhCljpVbTudD20NiLkd9hLE0qs4cpcSBPw9Kp3x08V91oLQlNxqCAUqvewBvaxt2GwbBMpmd284n6HW8R4ci02qT4i6C++1m5qFIW0hLtk3bWDZLqAs9LikAhKgFWIIMXEcTC+8tqf9g8TMYexy+hKqjAdYyQ6oo3yhZb0jP5irJIFm1nMFBJJCWVVcHYoxHih+LXsQxZVH4TUqA/AQI7qb31ynMNQSkjUCwIsRbb6rbmF917UR2BhlCJUrLH5iPFQlTignVzLYJUvTMoaEgXsSSNh1OrPHKTtIx7mW8J+z3Kw5WWKpjJrkpUV1DvCXKCnUrvmFyLpuRbXUXAIGp2M8VqwvhesvynZdBq9BqLCUrakZo8iKvtxCEKKFC51IQBYg62I25b0qtjzHjuHq9S2V1F+ncdDsXhBa4trIzlRsXGiMxSLBYCilQSRbYcrmCcR1mBAqjtPQugodSqtw5DGdUFfcKZN0qSlQBAsSCQnMkEGzbkLNkN4+Um7qKzRqDi2rRXadFYizXUx+Ota1yobq19Jc1HFZCrguCziTYFJ1IId5lSn4c4DWCJa0cqjmKlHjtFKZCTf4jLyCMiinrOoBKgSTa+1r9g930WfSa801FqkKFC6Z8BHWlACQpqQ2k2JyjLmSQoZRcG1wqsHwN5eMsR113d9Q6pV6RzCpjsdTTy08Im4DLiR0lB6SRooJ6kkAW7euJTerRo0+hV6qbuYkqVT6RXqdNf95K5qEnKl9BK0OjKk8N5OozAC+upIvtZ0mo4jr1G+yUCnvwpUqOprLHlFMdSkdnG8xIyHKCUoJCbghIBIDk3c+yvjKVRqbFn1BeGqc+hT6XWuG+6larEApSRa51IPSD6Gx2ccf2WMBxcGy6DwUN1da1SotbYQUSmZA8LlyT6AKTbKQLEa7DFoEp3FWY7wVApbVUbi/ZiEuo5UIkKQ0U8x2IugA2IOptcECwv3MrHn2ow5Kbpfu7JFRIS/CTKYQtTdibFK7ALFjYKANgRcXGzpr/ssbz4GF3KpS8QsVGtRVqlcnHzR+MoX0QVKIzEWtcpAPmRrtQv4s304j3VVLDmIsEIYqj8VbTFUfS5yspAuAmSgpBS6k6pXZOVSUnMBcmfA8w6OrROVmp16qUtyfVKdRKiuLnUmPKYCc17lQC7nKs+p0IvexJvlLFFRnu4jcaxvhN/3XxVoSpaArMwsWIzKF1FB8lAG4sSNCHnKd3g0ZqfP4NRWunR0vykKiha4upRxCU5kKb0CVFXSSnUkkEkeMKZwsEc/jyiU5EWotfdcl82XyaPdRBIzJUkm3Y2IBLGnv7Ri+oR8ftFnuL3V0HHnHxHiN5hjD1L6F5+nmsozWUb3DYBGY3F9Eg3B2qt8G+Gl0GVPi4Ia4LD6OElSEZM2ls6QBdIt5C1x3sSbPehbnvem7mBWXa2il0ha+BV2ErySIqdeGsoV0raKvmBJBAGl7jCGPmOQxlUqN7xYqnu6U7F5qPfhSEoWQlxFySEkAEC5te1za+xWH1Z8/Q+IuDsXaPciyKi6796lfHW/wBf8X9OwF+20eBQ5VZlNtUtlfHfXkaSnxKUdvltjmnfi/6eLZ4+z1u9r2KMWsSqXTor8GnIzvuzGszXa5tY6qFr9iR6djs0+2tMwGfKQqRu2r1BwRLdlROthaJEppHjSnTunuU3JSVHTUC19pmD6E7F3tQIDv3XmoapkXMk8KYkBsFbZICVEFRSpIIOhOlidtStUrdBhxr3pjeov1uU+0uLKYQvLHcQfkUnQC1/ECCTqdL3L6Dj3dBhJr3M7u4RFp0XLIh8WQh9OcAWUgnMpKuwBFiSm1r2G2ejbuYd7vDgGeblcrmN8Uf+d6XUfd0KQppppaSlhtWcjIQR4yokAqNzew9Nn/upwBFwlS28ZYtZ5VEXKqOlXSpu3mB5KItYi5Gnmbbahje1ZgOqUGpSvsa5ToSEqazzGmsspIvfpsQQfrooedtdkfiRvdLvV4bX85E2LFQjN7rgMIQ63qRlAUTnTc+V7AgEA7JdQ1L2p2EO0Hgn9ph2WluPUW+9jFOKN4zUB3CXNSqdV+LH4UdJU6l9BSCye+pSUkKBsRbsAbtjdLupqmA93LeCKNEQvENaR7xxG666EpipsOHGCrnUJGqRoQm5AKydpfs8x8EYDdxg1S2ZVXhQsjsBdXgORX1SFHK34kgFQzWKkJAKVE20N2fuW3Y0zeXgjeLP3i1ubCra5TqKdKiylIaUlLQVYhNlFRWopKTrZKSPMbDooppr+nqP9T8mFRVxtBiQrlOqkWUxz9RRKqi31JW00orTISNQNCCFiwFtbgHTuRZodlUGltxYFOQ/W5ubKhKM3DsdCfqPw81HUgDbQeCN31L9njde5VJ8R+r4hmtK4Udawp1xRBIbSToCNASALgX0vomqFElV7FrlUrOHpUKt8VchLq0dLySQVNaKKbC9wkg2KjYi+qWs6dgYUcftL9tW4EFcBbmsZYy3guNYjlsIhQsrqunMlxSrktdygLHcJUQTewudnnjPAmHKXRolU5uVCfpa1ZVI/QSEWvZST4VADMFA2IuCL2O1khmVApcv3NEXCRUUZJTq05+IojKfob+fl5+Wy6xo3Xp9Lbw5FdlSkMKUn9bhp8gL3NifI38tRYDZI1to6ialyfgQYsCfYOYoMSzPfNZl1ng/1pf+HsdLnX19dL/QEftGwfWa8791iLyZ8vFz9GbXsT9dPxNti7DWEp7VeiRazSX4vVnzO+HTLYdiPPW/exA89tAYZoNLo3DlcHItaVOqaT4UoTr37697H0tt5irpmu1V3mME8kn4iHadm3vEzS8FRcOVRilu511ReX+75EjKTa3n6dtdm1vMoGI2t41J5CoIqNOrdEaQqehCESFLC1Nq46P7RQISM2hI8yQSf7EGOcONOsYjlPReBn+EvRSlJAuEA66+g/y2Bd4ftD8WL9qMOPMMMUhfRxUBKVJPewVcgHS417aX0O3s9DoKtKNgOT8mG39sYh5iClz8OYooMB2hyn8PMReA6phOZSVKBTny9ym1wbXIPpoT9u1TCW9WjS8JUGnPrXy6kJWpoKUlYvZZChcgEC41JHkRrt8blMbz99NLcxG7LWtcV1TSUotkzaG4sABqbgd9DsZvU2l4Xacd5REKosSOKiVH+E6lJBvZQvY36tLAa3Bvs8anKESDZuiJ3ex59LdYpc+nSprCOY4TsVeWZT1o7lk6Z0gA3b1Va9gR07GlS3hysJQOVlVaL96yqgVTRLTyTpZQtZB0sfK4sQk32rIuK6DFxbEgSpfOv1GqZnZS+hWd7MlTmYApBJVmIFgeokAEAWO+2jysOY3w9RsLtLXUZq1SJilLGVK0gBl1RFgHLEp4g1KbXvpftPWakjVD7opcX4br1Zdnz3aitC+lfNOtBKVJ4l9bEggi4NiRe1/UA+MZlUi8OA1hlC+SRwlz0oWpDjTgUeEq1gbqyrTfqBCgLhRA0dNpEBqstz4DVRp3Hhpj1SlzbcLmkm/FZI0so2JTqkmxAHbYfqExqK0/xZaEIlL+KhKOnLe1z6n1Pr6DTYWp03e8sw1h3REUGBVIFGl4yqnWhbWWK0hH6RQBTYnRNyQLdrAnTsTRUedS+E/VJ9P51a1J4qNU5Uq1+nfyP07+e2gd6tEaqlLpPIRFsIYy8J1q2WQuwsD0nMSkkEd9VEHQDapjfY2vYNl1RrAT6FsLVHRKirCXW30jUKbvcXINiRr5HbFbRtc+xZQj4mdq1BgVSf8AcInARl8Cvm7afkb66X2oXIbsCV8LofR8vzeZ02bruF4ECU3KqlJlRWJuZDErhLS05e+t/kOnbS58gNhevwqW664068hb7EpUdK/CrsFA6HzB1ve9r7XOiuoHMugZRF7U4fvT4rudE1HhUu+ZSvQ+o8/Ox7ee0JD33XheBaF/+T6+WuxjMoTsXh/Ojw/reV9fy2Hq9D5XhymuJkR4/wBb8f3j9uyu7dCDyn8JH3VziveD/d9Ts1PZ+3yVnCVZ9wyvvVIqiuFIiu3UnXssd8pv3todAQdlA821Kaba/wB7/d2J8AUye7WWJ8WJ8Bh39LkzJzAXt+fb66+mzWkc1NmU2bo6cZ4odxlKn0HCTy6XFYn8B2FIWeVUoIPU2opum5JBSLpPcWNwbDdZvan4SgVqgxZbFXqi1pXFkZ8yXEpQRwiom2a9yFEgHXUG17rd/gOjY3dl1ms50TYUjl3YuQpSpOUJ8/7th5+djskd6EGLu+3gtxYDKIrEpSlIaSvpUnPa4HkQSR28gT322O6Wj1NKv4mGM7DW8HGVUfxHxmIvvB1Lrqc/UnQCwFj27mxtck6i214jc5QYrTE/EcuVKfWjq6ilOY6E+R/j179t1G9CgxWkUufw+diyE51Oq6VNE+p007H6W77S/a+9oDd9FoMTBu76osSqpNa4sxTV1JjpB0UlWnWTdOX0BOhIJTq7K2EbeYuNNts2YkyBT8JUbhtRYiGEMI/VzKy273t/0/PaBP3j4IpbTnCxChC0K8Cb5vwPYdvQ7Z8wNv6xvhyLwneVldKkNOvtBTraT2AUBcgHq1ubEgEC1gWpVV2fKfnuvZ35S1Ld6MuZR+g02e+q2cCc6bDtj53g71MEVmA/FalrfflNcJCuF9dFelwdfPapw1vaapdBYpdUiLlcllYadatm4R0Re5F9bJFibaeXZFmY1Ad+L41/x/ls028PNNRaTiPgofp1Ra4UqOnxJT+/W/UD5EWtpc0+o3GGrTcuDJ+KccVSfK5WB9yYRmzrR0qc8hf0Bv5f8dh2DRpVelOOuvfAR+ldV4fSwv8Anf8AA+Z2cVbwpgh3DjE92WibUWEp4S2LJXKvoAoJAGa/SUgWJv632EEbpN5ePGpcWBSfdyISk54bq+E7l1GoUB6W/wCWyWpqbPdf1K2UBYL+9WmnfdeA87i+pD8/KVZvXJ6W7Egdu1u4bO7KVAgYNkOwGVrlcVTS31o63lHuOwNwoW9Nq3cRg93C+KJ7uLcPP8CK+qAv5uXdym2cD5T5HzA+uzQwFUMOUvFEvDlZiIyQkrdzsI6XFKV0kDtmy97eY0Gx9PWrLwJGziDW7unYyn4yYwvAaQiVVFqRwJ6w1Hc11ClKskXNki2t7aeez+w7uV3aRaXiFrehSZVIrfTyrXMHhNrBsqxSSCm/dJOozWHmGJh3dfS97VLgYoozMWLyTWRpatJHSRYkaagg273CtbEbdd4W5B2vYXnysR1ubK4GXiutO5FJTbQaWJHrr+Y77V1NVeNpGZQJ8zHGIt1kBrG8+VQYjD9LbSlphbroSlSrDMR9Qbi3pbU67Ur2AKM1K5qVXG2Mmb+p3WvtfuLdvw/5S5TNGdr0+BFlvvwkSFJj9ZypSD5+Rv3/AAOu1Pi+tT4DXIUGnL6MyXXWkFWX6Cw77SunQIBiLm1C0uqhjSfRoHIYS5qbx1oS7Klf2abi41INyLgaaEg/Taq3nYlnz2mKXzaFsMJSvI0kJ7jQEj0HYeXp22KcPml0vAbHNZ/eL6UupWvxK7XzDTXz9L7A+KKtS5TTk92Jx5S1qyodRlTmGhPnbT9t9lNVp1RP0hiSbDjiRqHjWjQMOOQKp1rQr4X95JP7NPL/AJbQkYRxbjKswGsJRH5SJX9XaYR1KWNTYedhqfQA32rZ1FlVnhuustoR0rStrwqvpY/Uag310OxngeLjyjc27g2toQ/RGvejTTq+lOXVRH/k3t2JHbvtl1aWwWb8wSLucCeumKYnGF9lRiKmbO+qMcVrYHrdF4u3vq34h7K9xmdMTs8Lif72wDz3Cnt/49ndjPDDvxPhbIWuRnYtU/uIVn/3tju6qhaKEMsd+Eau1Ka4Tv6uyy3y7paziOU3KgMsPxVoVxc3jbV5Efx/y74exFyuxth3FjXF4Up1GTJ05vl2+Z6z+KtLTrhp7Gx+/wCP6y63Z4mO8RYBqmDXeLVIi1sf7XIU5f49dhyVUWuL8Lr29CqrRZWKKW5F+zFOrcJf6shGfL+CrfuOyG3neynFw477+wu8tth/r5N/qS2r0B8h9NbHy7betpsFqB6yCPzGq8v7iBiUlqe18X50eFe0iXEiwIHClO52Efr/AC+lvO48tu2JotZwk621Pp7zCF/olL8D3rlULi/fTv8ATakkx/ejXNcbiI/vf5EeVvX89mWJVfH3Dbds4e9oH9l8n+7sR4exg7F4fIVBaP1FIUdl7KQ7A/wL8H/DabTFcL4rX/kf8Nlqbm3YeV3zSGHd/u9Cl8NqBiGVKR4EtO9aVfSxuduuIN+uLZ7X9KUSFn/X4BR/qNqz2UUNV3fHhuM61nQ2+p3r/uoJ7bbtj4h3a4jxtVt33uSK/VKI0h2ZxYDam0pUhKh1eZsoaWGzbDuLgy/aDjmeecvffiNqU3/RLGTOnwLOVNvp3/4bfc72gefz8/hNHNZMubilSfwOnb8dtj71aJucr25bFOLcOYYo61xWHWmpSIAaUl9K8ptoDob69tvPArlNSvixEL/vp+ZP12x9VpKF5I/5gzp0WNal+1HiijNNxYFOhRcnhUtJXl/C5/dtVYn38bwcWtONVTEK0IX8jCAhP7tf37L6S3Fdd4rTP+7txefi/wCxybZVgrXKKAB+MZBl0XbPyZUZTrvFlPLfz/Otef8Az2hSHHeLt+PKad/uf+g7RFuOtf39gq3GxeBLSXHkbWDDuw9Gl/pNrCmCVKlNxYDK31r8CEbLXqta72OBIzthCzI+FwndiXBG7mvY3nttRWVsQkK65Sk9CfoPU/u9SNjPdxubiymm6pi13P8AMmK0rp/3z/oNn5ToMB2K3Aisoi5EZWkNI6UpH0HfbxXUP44qof6XTeR/PwIQDcPGA1KwvhzCUBuBS4ng8UhXicV6nz0I/wCG3xXZzs//AL2jP4vL87272Omv+VrTcVUqsxf0vg/WTdXT+7YPlQoHFc5qWvP/AOZ28PqdQ+qc2Wck+zErN2ZVzGHfiO8ZC17VT6pUX4rsTiI/JW1rKpUDhfClr/3f1f4/632gvU6U6191qCF/4/4/y2iniCEGag/Rqp8LirhP/wB1fT+OvYevr+WwVDi81iNxqqNc1yqlcCU105kHyP8AeuNfLz07EprrkBriRcUROA4tPS6i6VZu2ih2+l++m1HhOFPaaclcVD6EKVwlr8WTuL/tse489vS6TK0kyScCFkdTsXhyoDWRaMq0L0/PT8P4O0lzGtei/Ci5EZ15E5EZsvpbvoT3A0vbapM6U78L/fytdXT69N7j1Pl57WVMwRijEfwqXh6a+tCkrzr+Fw73sSVEEpPYKAIJ1vsTS02WtgZgcwZqE92jVnkKz91lZ/0TqClSlW9Prf8AYRsX0ilu1mBxYEvkpS+tqR/sVg6a/wDS3rpsTY8wvWcZYXpsrFtOYXVKCtLT8xpAS+pjL/baHMoE2zCx0vrc2WVfxu1QYDdGwu0+ta1/L1dQNrk2FvO2n0GtyPUaHpS1Xh25A55lRWxOfiE2MsafZKjN0uqZJVRWtSFOoslbyrW7eG506gNR3J0JUWG8BV6qT3K9Pp3NLYWl11h2y1JRfzB0Uk+Z7AX7EGxDh/Cc+vSnK9i3j8d/+rqXdSW1JuSnW9rDUg3JGtzoQxoypTTrHIM/HQ0pbXAXm7d7W+l7p7d9NTtr9R64+mGylM4lx+BLxuTK5BiByjCIuXPwmurq7fS1hYAWH+VruJSoHC4sWIxnfT15fCpQvYkeo7fQ3+pIQ1KlNO8J3OhfV8Lw9Xpba5gVJ13+1yf4PElXr63Ite9ht806n1SzU3G2wftIKYhnhqbFgVRifwVwn4rqfipQepJuM9r9SSO9tPI7RMV4RgO4tl8XOxzTqZTXLtZkqSrUrQrzF7kjuCbEAi21W3ClT/i+9siOpSu3T9R+Ol+3+uxe/KpcpqBKlVHlZqGuXkLR+ieSLAKt+sba2t697bX6VrqsdvUHjOQJOAfco6xh33XAbaaaXw30ZM3izJGve1jbvbuL22C6lMlYX4crolMP9Cort8jiT3BtYg+hBuDqPq0ls1T3C/S2q2xKY4q+EmUjqSk3tY2BuL2CiLkfs2Se8yLwnWKDiPmovHdTIjyot1JTY+IC4SbdjrcX1Hkfr3T9VorNENhHr54P/MlgF9Qjw/i/kHeK1UH5TC+qOiar47P/AIayBa48lCwULGwNwIO+HE0+LVIGKMEVxCFrjqamxV5FJeRYlbakk97nMCLkalPc7VMujz4rsSs0Z1FUYyqdWtKRm0sFoUi/b0te+h9NhbHu7fGWLXWKphykzZUVHzx5GV2Kv5UKBNxm7BQFzYC17jY+jZbxssAIldPTusyZ9Uzep70gT6NWaGiqUibHTx3Y7oTmTc5Vo7XUk63Oo7j1KwpkJrEdZfiu55UKK7lX8qlJOg18la+vcHYuplOdwvS22naTUUIWpXCW7HXnZdP9nntrrbQ63PYa2h4UotZpcqfVKNEWhC1qQ734Tlu/STcEXCgAddbC2mzNOkr0zYpGP2j1lYU8Rh4RlVSBheu0uA8h9iKrhfF6mnkejiSelRHqdTYjz2Fa65PlSm5TUSEhiU0nMxmzKzXOuW1wAO40/PU7Ge7D+lItWo1ZpK2+djqS7wk5uMjXKUkXKiL6pNza4PrtY4fwxhJ3Dlao1UodOmzWE8WFMaWGKozYA5CSLOtEDVtw31JSQRsbWXjTJuIMDYpfmQN0O76A1VH6zS6tFYmxUpdXTl+NSDqFC4AIGoBve4sbEi8V3ediiqby+FKrdUfpEKQtpKI7padbzIHxG12uop1IQo5SDbQkES1x8JY8wvHn0GkroONcKR0rddQo8lVmD0qQpSlER3jYgJICCo2uCpJSF4JYa+3k6VxuA/NzOoaWg5HLpOgudVhJVaxv0gkEWAU0fUe+xQgjHwf/ADCIAKxzC/epjOVAlMfe6iwt/OjnGs6GpmXKbkpOjqb3CSL2WbHSwYmBUuysGtu1Sn++6RiWKnivtMcKo0mooQrI83m6coKrKBOVaSdAQUkdb3TUHEcr3zVMZMe7pr6Oai5y1w1C+Uq7KQtNwCoEeI30ts/aazRqDRmKDFqDD6IqVJ67JVlH0HoBa/nb12YKKz7mMG9ipFRh5G9CBQXGsW4NRV0ITlfVFWFKU0fEcnaw76X01AJvtxTT4s+stwIrq0Z2M0XN1dgDw1H6i4B9bfm0pWPqNFaciwJbC38vQnOPwt3Pe3b8dk3VKq61jKJWYEvI/F6nWtM2VWbS2l0kfjcW8wDszvRU8TIoO6G1AgxapFblSoiJTCJHwpCF5XYb4unXzykZknTz19Qht72FMEfaiXVPtZUcL4oipUukO5c0dx1JulN8viNgAkkZhmGuuzrFfpdGn1qVwVxWOOxKdWheZOVw2KzrcJHY2uPPzOwVvQqWEncW1LDk+hxa3TqclM9DTqBx2UrRchCu4TcKULmxsrsRcY2osQalM/IMcSv9LH7wc3Pb68JbxmqbSsUPQqRih9XJSIucpYkPjuWyoAtlQssNnUA2BNidnNj+DF5XlZTXRFRxU/N2/jt3O2ed3uFfZ9xli3kKW1KYrdBmKdgc1xOlSbfBJUevLlCklXUNCDYi+jMQUifijC8t2luoXwEKy9XW5l0LfbVWmYfXyJ23aNoTdLGoJ6iKxu1Kadptew5LfRFYzc7Kiu+FoWKcyQbqQTdJJBAudRqdu4U07Kw9iiBEXKRV2kSkKjtZX4cgaB6wGR1sg2UkgaZgCbAbVsfdNiN2VSfcOJlxYrGZLUpqR8d5I14JCrJXcA+IakkC/k649Mdo2A35TVDfz0FP6fhHK2k2Cg9lFwLpuFHKLm172ur20tYmKPXuadW8V4In1RhqqYT5WbNSlqfHgJK485KU3Ehgp62n206gaBSbouohsg9xdDaxlu5bwlAqDEpa8jtLlOrzJU+g5o5CtTrom47hRuPTFy8Z4ypeI/ekWXkXUcioqkXyQ303CG8w7JULAK1IJIsQLbO/dTjj3y03/ODSZTEWruqlR0NKCVRZSL5ylCL6LV1DLYhRJtqbZ/d22GsiKvWynEC8JVqgwMR1rcjvBzwsI702k1Ggz0Ize564w5mDavIXeBbUlVgDkT2UQG1hHcNi2jVSm0Z2Xx4vFU0xKU0tDTilAK4K7j4ayUnLc2JPcXAFBvswtS3Ytdd905JtHqkerRV5M/6chKyBoFILhCldv0irAkAbPzdDvIwxAwbEiycQvPMzVoafok90CRDdsD90dsFPJSeoAkqAsQRaw0TUt1YDxlPEYac6RumpgxPE/nAZfZhcL7u/FdLWZYsPiWANgBYkag2JJSb7IjezhrDmHN41Ww5Fl81Tula3eEhSfAlaQB4SAFJNxbUG1vLcz1coWIorEB4svvrWGlJWj9Im3iGnmNQBYg3BtYjbNvtHbt8CUaj/AGso0qKxWoUxp2fGadypmMOLCOMlNyARcBQtYWVoLXOV1PRpbSDVjxIOZ1qeORErIYwHyvCgYn+OtrOiO/1Jcte6ddbFJ8wSAdb31N9xVExvJxRPoNMe970tuhrhpp01PFYkQApSksrBIvlUpSUEG6bkAgHa1r/su7uapgn+dCly0SlsQOalMSPhdPiDvTZN0jWywe3iAIG3D2S95EDDu8GXhKsy2MjDWWBKSrMl6G5lLV7Xy2VdOUkkdPcEHZimgKRYOM+8Qla85ErWKE7g2jIgYS47EXFCPc0yLlUl1tXELK2VpNiopUSm+pIzAk6nZwO0p3BvEwvKlolIYaTwnUf2jRvlVb5SbEEeRB7ix2h1fEcCfv3gU+hcCqUtFZarOXJm5VZZHFINrpBWoKKb24iEkC4O3z7QMs0veU/Ag51mVTWJCWmk9Wa7gISBrqU3tfudtPRsFZyT+0BbWRl/3iFxPuYo28HfdTXftM+tcrhJjxXbLYcaedCV9khSXG1a2JIUANEm52/va5wvvBwHVMPbv6XUGV05xECK7UXXSlCYHGKfjAAqyApIIPcZhmtrsabtq7RsUbwcJ1mBTn2H4spSJi/1X0C3Eta4KurNfQFJuLm+1h7S1UpW8Xeg5Sx8NdBpLTE1C0dFQZU8o9B75myc1gCNTfXLtVdjjeffIj1blUJMM93uCHR7i5DeEiLCzJYRFRnU1HfUi70RbC1jKysZVJSnKUkJUm3cON7CmN4Mpx2Libj8ktDrC3VLUtKLeBY7OJ8SSbAkWOpvtlPC9Fo0CK/KdqyJVEfSjmmpSMyemwQ6CLKCh2BBBsbAdtmZgHF87DtZ5CNjz3pKqEVS4DUp9UhipMgXDaFE3DiUm4FwVi9iTcbRp32JyYBL9/uaYqFapkBth2f43FdKUJzqToSTprlABNx5a7DOK6CZ/wB6pkpHKvZVIdatnjuk+MHspCr2KTpre42WEn2hqW1AoXIYYfemokJi1KKtZS7T2rJAfSvL1snNdLtrWSpKgkhQTKXSXcLyq61Pq0qE/NSp2O007l+EVqUFRrHKetZBRYfLcEabV1ViWVkEZhu5C+h4UqbOBJ1Cdra5tYjOuvxXUWaXHWTmbATfo8vMhXiBIOwkN2E+s0udKn4hfpFefzOuuoaCospPrkBCb6dWUjTuNhrFVR3jYjdpmKKNUIsLI1yrTrTpStT9xcrBGZAsPASSMytTpexwtgneNS8UN1nEe8d+qQpuZ1UVrpSy6sdSFJUDdGgyqSAdVA2B2z60vf7QAJwsWfGEtzONqXWZbVQLD0JaS7xYbAYSpRH6hJF7m9xcEC973Au8H7wKNhuvP4cxGH8PTf0SZjrWWO9l0GdKrFsm9xrlub3A2cUOuRWm0RpL1iehK/lV9b7LffJQcJ48oy6PXmpTc2Kr7rUIDoQ4kG3roUkd0m4uLix7b6V/p4Pv8zjYi8mH+JMJ4cx5QfddZZRNhOWdadQvqSqxs4hSfoSNNCCQbgkbY53+eznijCTT7uEoj8qnVT4SJUWylxXdcofRoVN3+ZHWCU2BsdnhucgVnBMVylQcTLqkFGbK1KsnKr8Bqk/UWve5BNjs40vwK9R+JPZTwHuhbbvyqva1x9exB9DtWp5IZX5nll9kcRxXZcXG73OxVwktcKR/Y+akBZsrIP1VXF+1hpt90DGdL3aO8/RsTLiv5lZUSlh9OYG4GZQJWn5bLOYeS7AAbf377iHcUUZ+s4S4EXEsKOrkH1+CVYfoJA8KkkaBRGhtc2uNvOXfRuz3gu4obpc/ByIUp+OlcpqAwvI46CAVZLnILWskEgi9jcEAtmowOBJ7hWa33Z4n9ovf5ghyv0yXToLbDqo61w1tqXoSc/DJJII7XAzdx5ja9wxgjG7XHpeN95srneL0KTTUqQpFrFtxlw9SSdfI9+oiwCb9nSlY83N0Fh2guzYr8prPIXm4rGtwcyPFlGVNrAkakAnQsmtb+98kCUxVMR0nD1U93SMmdUfgPsqUOltagrIttwZihYASsWsQsKQLKpdOZHiw4llXYE+g8SBS5aJXATwlKi3yKSQTdAV1JIA1STcAjU21E8e7wZ9GrNFwviPD3vGLWoqkutIsh15WS6FtBSS2td+6SRoLjuQHlh3erum3jYYkYjo0T3dW6e0nnIGTO8lKrXCQj9IkE2BsCCSCASRsMYZ3jOtUaJ9vMHfeqjnXDdRHWpKVIWpJWhaRmSk9ikapNxcggbZFg7dmc+pyptO4zOavZo9pbFuI25VBaXFoiJHFiz86oshtKgCCphVlJtqkpClAajMQQdntu39ih2i1SrT8b4xnOIxDF4DsdGSzK+HlUEntqrrB1sbC4AtszoO9uU1QZdZlU6qQosJWRaEfFSpNwAtJ1UCfQ9iRewJIMqJiqLieKxGkynGeaWUJRKaCVXtdOoIBv20sb2Fu96t1Tc+xeYQ3wZ3U7jcJbjWnItGxW/NW4lKf6UaZU6pI0ylxCQopI0sSQDqLEm7KhvU96K/U8MU+LzqOlbWUNZr2JCiLdx2UQe3Y2I2X9frzUXj0yVSetl3hKfadzJSrTytcHyB0uO4voI2CsRVOBK4sWoc7CbzNOpkI+O2m9x1DVQHY3187gixZq1Ab3FTqfLBjCW/VIrn3GAGy8hSl0yVZKXFefDcTdN/VOoPfTW8+mV2LKjLdaD/wel1hSPis/kPEn0Iv/nblNr0HlWDUOGyhaxxM6tEp8lBWmnnm8tdl7jHenhzdhjyJS8SOyoSKvF4sOY60VxZSAoBTZcTfI6kkEAixCkm9yQDk4+2H3bvtjajS2pTQdaOdtfhV+ttTc/RotTXS5RhNypTqltdkKeX6f4/w7jX1G2EPaZ34b0N1+8um1TdVjJyVhHFbqJlO4SkPxW5qOp6Lm8lEJC+ESCUuq0sNg/G297eDvG3oU2vT8HPxVv8AJO8BieFsZmkDiLRaykaZyAdR2J0IBq6mcZ+IdKmaboxZ7PmGa7XUYyw7UJuH682pS0yIqgppWZOVaVtqBCkLTopPYmxIJGyLxb7HMV3GTder1bflUinLU7FhtNZIqc1yAlNzkVmsm17AGwHazZw/7QmHG3V8/iGEunMfCdW+6UvxVEXCHgbjQ3AVfVJuQSNAvHHt4bn8Gz/c0qoe90IWlL649nUKaJsddQogamwsbWv3OxjU5HAki1kO1p51+0fvLnu1SrYcoNcc9yRZC4rSUdKXEo6ND+oDmy66jU3JJ2zWyniu8Xx/r59te+3jiHdWziKJE3a7uYUaFXqaqeipMcIw3NQGXYTrdld+Ml5hYBQttIygLzHIsQOutcJrxr+TbYp5UDEXfG7xl/Q3YDspvmoi1sIzK6en6621t9P4Ljodd3jSqDEawu6ilofdS1DdaWEL79k9JA10KdL3Bue2ycTFdixfhePJ0fnoPyv57apjUjBEDBFJi0unvyudhNPqlZ8ymZQGgIFwCb6gWuNCAdTXWeKBYXTV5PlFZRYW8afXvdeKGajNztLVyTTTmd5YJKu2t7XOgJv5WuNmrgegQKzRuLiOn81FYWlP32KqPMZUB+jWLA3AOpyi4sbm4tDmUiqcVustOyluZUOtLzFTrfy9Kr9RBAAJ17g3sSb3fDi+fA3fMRXc8pcqKjhVJfjVqOlZAvcZswSTpa3bU5L9y39Ov3+YbUsdhRIDYtlUHmnHZ9RRFp0XNwoefp79zbvYdh2H7dg9ze5g2gu8KjU5yatfSlpprNmUDpl0vr5217WB2VuKKw667wnZa1/4l/u2kYFnSnazAgUGksc1KfQ0p1fzJuMx9dBc2uASLa9tgWdGbGbHJ/b0JhfR8ZYzb2G2J+Ld1WF58ppFO99ypUx/mF9bKGcraWz9AVKNh5jytozt1q4FGd4WHKiw/TkL48+RrmcWLkZh4VEHW/kL9yb7IWVGxbvBi03Djv3XD1IlPuuykP8ACdcS8hCVtJSDlyZmb5rWsTYG5KXHhKnUHdzg33DRmWOaqjq+FHUvrkdFza+pJCde5Oum1KtGtR3p7lO1/slbij2g3cR4jkNSqSv3cw6ppp1q+dtIsCVIUAfU6G9rWB7bWGEJzuLZXv6BUUcBC+E1+slQtmBA8z3F9fofOnxlRGp7UDhUPkpsphS35iLLSmwtlJuFEWvr5EDTZZy4eI9309uVRqs38fNndaV0PJB8C2yfqLHuDqCDstbqtRpm/U5Euf8ApgM8zTFaxHFgReV97LyTl5XWmkZlsr81DyOl9DofUbV1KaoztZYiwK2uauV48zWVHa/e1gPLXUXv+GdqdiuvcV91p1cp99GZCJCsym1pBOnmtJtr5gC+ttG5umn8g1ErMp5iVkQl3OwoKTkvooW7WJ18iLEWsRtVdQLvNISsI/kI16U3Qay641KicDgeJbtlKTr2uPQ9vrsH4ynu0vC8+Vhx7J7xkcuh1S+pmOVFKlC97+Wp9R67Uz9Nr2I941Saoz0pil1SUnraulrgcIFVwrwqJKk37jUjy2g41ke6+blby6tFolIpzq49NitLHFcYKBob6G6hpYE9tSLWYZ8JvHuVs8ZAwrQqDRqzyDsv3pCqKUofTK68q0kEFIJ/ZoLai1jsq9++6+fK97QML1Fj3J/WkIUnKptaRdSfyBCr3IIAF7jUaxDv3iwHXIuF4mRvMrI7I8X/AJN/8zb6a7TsG1TG+8Hhxf8Ab5vFKyqeaICbhJvpY6eo0Nr3OTo3cX5PzEim6G3sVYulYI3aVJp2W/8AHnrdVF+VOluIg65ewJHY39dRf7wd69UlOt81UeOha+EhHhV9R66bSaXhyg0FqBhyjf1pjLzSlI6UpGpQbafh9NSdbm5Ru/oNZlP16l0+LNQhKFqdS627w83QTprlzW79ri9xbb04dfiCCbmg1hvD09p1isz+Ohha8/xUdWU99Trf08rA/k0lVx3i81A61sIT1u/NYAaaG1vLz2oJ8aqOte5nZa0PsL6EeJCkeoUCQQdpylfZKBEddZYfXK6eXXfOlX906X10P/LbvFY4niIPYqxFK4TlUqlR4GRXWj8PL8LbKyp13FuI+JhyjUlHH4qZDS+L8lwqxFtLjtrp38gCfYk3Y4yxk65VKyyxFpaEqdzq+VQ8PSLX/b5dvQ93I7qnaXRnKzP4CJspebpRmzNeVj6/8vx2V5ufb8SO5Ew3St40+exhKfh5CF9LsdjnSlHmoLT/AHT1kK8ilVwD3PcN0TeNS59TnysJ05a6dHQt9SpWXiKFspuE6qy2Bv3N7WtbZk7zKb9nKW3vBpbKOaw0rmMykdLzB6XmyfQpOYeQKR5X2iPbxaNVGmMOQOvmmEyp76V+FBAIbz2IzEHS9icxt22eror06b2nZZoB4qxvjylwIDU/AdLlMZ1/CYldSkKOYXBsNBpe9wPIE7ZsxJV5VU3l1qqVnBE2iwciJDrDTGVLKrhQkIFrKScxJtpYq9CBofFOLYuDcZP4Sn/03CmtJmUt91OVfC1zs38OdsjuDci1wCCB2qqaXiOA47Ap8pC0ZkZl9SFNFNzb9pv6699sDXdT5IABhEuwNsDqHTsEY3ozjUCo06VK4GZLS3eE6pY1NlWuLjsDfXvbvsrH8Euz6o/hzlFof6kL4rR8ItfsLfs+vbS02h7s6zS6zL4tJfm0thKlKdiqOZKASM1hZQte5IFgdT226YMxliil1l/la2jJCzcuqagupy3ItmvmH0IuBe/ptk92pyD6MLVd5Qf3X7pouI+barLr6FwZq4uRHhUpB1F7Agd7EXuPIbMB+gRcONOUajZGM7ql8LTwpt139CdO+mm1CvevWcB4jn4oqmHn6dTsUISvMlP3dUxF08RCiADmTlunysLaamSzhjEe+SVElUvENOio4SsruqFJzm6gQDcfQ6gi3fbQq07N5R4qR5Qto/tIYcw405z9J4E5uOiPwmrZVZBb109Ldh+7bPe8zHruPK9704KGMiEtNdsyU3Jv9DdX10A12ZtX9mufAivuyqshcpiU01katleSrS6SDqb9je3l532M5Ps9bqsJYDfxHi15edh3x8wpKeo2OgOtu4NjoNRrs327FnVl94xMqYYkuz8RtxXXcmdfRn8KrA2H59vqTbz2HpE3n56/nRm6M3y+m0TE6/deI34tGqHHYQ7njvtK8SfI301ta/bXbjEkcJpx139OvMvNtzLxNG4+HHuW63+E05/5H+e1Y9VGmtuaBPqjrcWlxH33lr6GmkFald+wAJ/dtKY3dYolNOT5VOXFYR88jozfhe1/y2GlePuiNdXO5pS827PlcX+/s28F1usxcBz2uN91iupW1mSFZVG1wL6d/L1J7bK2NR5XNNtNM/2qWuj6m22qd227Ofjyfh7dfS2lsIitJn1d1hIW621YHPluMyk6k21tmJBtfZvwVd59DmGJjL9lr2Yp+I/+3mN6sultwskiK1nClpXoUu9VxYHsPUHXy2PN6e82l4N3gxKpXuV52K1yEiVAWVNVBogcJamx2I7HvYm19Admbgfc37mqjFGxlW5tUiykcvF6yhDiUouL2tcWFyD3Ouux3vA3dYDgUHitYTpz62EKSjNFStWU+LyuQR3Hb8O+2ijU67S7k5BERLkN5zOW72JKrNBcrLURDfveU66v5lq1sEq/vAAaeWnfuWJ7O8PcjRpVdqmKIkWoPzZCmk86gOLi5b5hY+RvfN5dhbtsNYG3f4ycxGxS8GtMTYK+KuRFakZUttHVIUFkKC05QALE+fUNdrPEHs/xcR15yfVHn4WTMiYw1ZCnF9ifUHSxI/E7ZGns+ncq3qWL7I/qDjXc3ArLn830thErIrjsMKOVNv7pJCTbTTuNhH2id6TVL3aYhagcfmqi0lprhJPitplt5kX/AM/LZcYe3b4S3aO8WBx+aqK8i3XZBdVlJAJJ10G317T29yl0vAbeF4ERiU+xwskhGRSG1WIIV5p6exB1JAtY7V1Fq53D0JUPnkzKW6HDbTVLfrOKKsxFfWvmGoTvjbTrdF727D6fs12JMUYioNGoz8+LUUZEZuhKOpxWylaVVJXEdddWvqV4v1fT/l2ttzqdS5CB968COvr6v+e2E/XgW2KszGPnmEEDerAn8NpqI2++hPFaada8KSdCDfz7kH9m1xiLEbuMmmHZ7KELYSnwoCfpfS2vl5fhsu6BKalNc+1EyLX4sqer8/y2JaW196bdlNfA/V8Ob/lsjreq2N+mBgSrXk8CMbAVAi4jaiYIpbTHNVSQliKl2yOI6T0gKOg+tzbz2l4hwbJ3X4on4NxZSZrFQYaVHdW0vpUlxPSUrBsQUquPp5eWw1JxxKiymHYvAYfYWlaVNIy5VJ7H8fr667RMa7wK9vBqjlZxHVn5U1bSEuv8XKpzIAlJPbUJSBpa9u520V6zpVpAb2IXvoi8+57HPJ2iuU1p3y2lOL2+kbeuyVmn9xg3UsGRJ7Sx67IzejuhdaacnxWv/Mbaa2qsSQGp9Lfad/U2hrG2mVsrBEwJJjOwHeE7/wCRt0ZlO/x8u19vYj8hXnOF/Guwkw7/AOtfx/Hlt+Y/4qVk6nYP3nn7d1bYEPMNY3qlGd4XN/D/AMezG+1k+fS/0qJSPnadRmy/gR/z2z+t/a/oGK5UB1v+0Y+ZO2p/DP8AFVvTnFGoJKf+I3p9YV8TDHGWIt3MVr3DvBwzzVIrHR8JHz+qbC6HB3zDyF7i1wk8Q7ksL0Z1x3BuJ31xX0cxHRIRnWphWqVi3f0JBOoPpbZq4jegV6l/emeOwtaVIy+JKvXargTIDUBul82j7q6p2Lm6VMqNswB/VNtU9ibHuBt9m6frl1mGpfI/E0PqN3uZ1rGCp8DiNOsofYX4+ErNl+vqNl1Voc+gyuE60vJ/ZL123cnCeEsZUtyLVKTF4/jQ+10LSrv4hqfqO2yd3tbq3cOUH3pFl+9ITDqeYYmoKnWU/rJUBcj1B1A1vpY62pqfZvx/iRvzKL2Tt42EsB7y4mKMb1HlYUWO6hMhCM2ZamykAjyOuzmwd7Sm7Sg72t5ON59RfXCrykppa2msylIS2lIuL6ajbMTGHsLyneV+PFWvxJy9Govf9+lxtGrG7OVS2velGqHO0vpzpR4m1aafh+Ntka+ojG1pfv7ZrGfvTwQ17Kr+F2sTQl16ouqWuFn+L1vZz5WNh312y+Y3F2Jt325SfjJ1h2g4hivsL8a/9mrsUKF7hQ/fs7qP7Hded+FKxNFR/dybMoPqxz6lxYpmW5cJ1ralkpd23BH9iVp3+v4sX/8AImv+P/PaNVPY4wRRviz5c19j51fMn8hodkNb04VIXSWJExARtMi4ZrNU/qsRf+JfSn9+2qsU7kaNgie21QWoUqFKTmjur8Svob9jp+3zGwdX6fyDXCqlOXCX0rSrLmQq4uNRpt8z6h/E9ukuNCV4I+TB9yJGl4A4Ve5CqPLWh9GdCGvmV5i50/LudmXHo9LpdLb91xEIyZUryeJX4+f7dNqCvy5UCqQKpxW8nF4S1oupCr9ri/ST5KHnpcDYkjyeL+lz/q9f+X/A/wDHbA6l1DVa1A9rcH49CK3bjC7COInWovC43g/v+Ltfv++2mmzCouIWnf7bJ/czbI6O9yrvC/8AQfFtZ0yu8q7+lz/3NvMXaMP5LL6a/Zw00G4n3zF+L4/8WwDiuPFa+6ymVoWx1Ida6UuJPkpPbMNNfPvfuNrjCFYdntcXg8Pp/wBdf4GxFVcNwKzFcddZRn8KvlVr5j1+v021tFctWnNbqM/kxm1N/IiWiu0vmv6UZXKhL8aULyOtp01SoDuPQ3Bva477fmIcMUvitu4XxN8BeVSeP4kqtpe1stiSDoban8bipYGi/HitPLYlZkqaVnzNOIHcHzB+vYHy2DJlDqkB1xrhPxVoX0LX1JVppZQ9QLj17DXTaQnHIEUwyQOx9PqlGpb9LxbSc8WahTSHVIzIUo6aKAsD21B1NjfttV4QichAbadl80hzMtrJ1Zk3Pa1rqAsCO99LHzn4qxXP+zk/CVUdQ9Fm5Y7XF6kNvgACxuS2oeYNjb1Gmxru1pdGr2DYmF3aIiFNYRkzNeFSuwcSrXU2vqdRp6jb0+i0bW6YIJDnxlThqX7hqjGI6NLfRKiqSppa+lOlwpJSdCk37EW7g7MdW+mluz25XBYpGRpSMyFDJmNs6Df+zPkk3t3HmdqvGMjd9RsJT4E/gUvFFOa46Y/9lO6LcRCj3B0zJvdKrXuCNs0CqVTFtZYnyojC6Qw78Vp1AyOIBsQQdO2n0t5222dH02/QkPYwCwGBjJjBxNvTr2MsecJ3EL7FBWrkn34qPuritbIWodIvpZVhrlsbkg6TptF3cu4DiQGmqdK6UpTKTkUplfr9O2oIFze/qM1ScRUvC+KJe76VEZfiyoqVx0KSEIeYWLBOnmAbEX1sPQWBcPvz6XjdyltVaaxTpTuVp1p9SVJv4c2tlW0B0/cSNtRdUWYgrj8fvCpYvoTUD1F+yVUlxWojEqnTUZHYS/wPWlRPcHtpcZtD3O1bhPCNLdrPIcFfAWtTrXLr/Q6jUKGqSNAFDuQBt3h4Sr1eoKJ9UxCh+VFzNKz2RmSD0rNu/e3bXt5Daz3WuxXcRvwHZeSUw0pDXyoUvzbWdb3FiANR3088mu6xtcEPqDJVRBjH9Kn4XqnF4q6jCXm62mgmQz+IAAWPO41FtQdutNfiz+HPi5H31tJ+KhXS9f5zrY3te4A100ubWLhrNUr0v3zEYyMSFJUhN0tOZbjS5v2tc317X0tt91TBkqK77+wbE5pHjlQvClXqtP6rg+vSod7EAjK11NGovc4+ZyGfqn3f+6tf40Iv/l5ehH4bTLtNNNz5VOWvIjrayFalJ9ba6gd7dxt94UjNYodbd5tedC1Idjuo4S0q7WULXHra3a347TN47DVG5CK08/FXK+EmU0jOhKjoM19Fd7dhcW1uAR3Tuk0s26sZMnyg49jjC9Ud9zOszYr7ebIpKFJUq1ri/YHtYEEeVvWfPw3QapQWOaxZKRwHU/CmIC0qVqAtJFkpVqQRaxB8yCdheVhafzUSsyqiiahGZLqEILUhvU3IKelYF7pNgU63uFECdUJfv6LLwbhdl9+qSoq3WoDqxneWkZrJ11J7gA2PkfM+rHTxQn63EofIcSyVhSLRuHKoMtio+LPldyr7aWNrDz01+naw/cN1+VgjFDE/3jysqbmY5WV0tTEmw4KwbJUlXa/la4IIBCGwXiiqVRp+jNM5KjCWtPAfSWH23UdJaUDYpXmuCCLggi3YB0YZr9UixWKXjKhsVuiVGOh1TE1I4rKjqChWuVwXuFAkEaaeRqdZ/p1nbK+P5EtVuVsSkxtireDS69LxlubZ9/Yaqil06vYclMKlcutXVwZDKSFqAAUpqQg6hNjqFAqt2Vi2qUZ91rD0pC5Sl9KWsi8wJUQgEErWgW/vGx8yLMPE1Xlbvqy3iPAfx0LXlhur6kPMJ61w5Kbj4qbBSSbhQAINwQOeIt7dUlUafWaNyrFErbqHZFJmtfChz7/pY6gBwnfoTZSTcE6pT6BNWGxZXHUcQf3PxsR0GfLarNb97xX2FZe6ZDaRe9lL1JF9UKAPqRqSOTq1KlSnHZTvHyLW1nyFC3EAnLcAD80k+fYWA2IMJV92qY8blOs5Fvx8jvSE+Vws2AuSNM2t7Wv5bX8vBtGrLTjTtRYQvjqRnaUErbXfvrp21ym176EXvsW4vqhzxAWlop6lXGsJOx8R0Zp+E/wlMOyIrvSpB6SCmxSRbve49ADqbOk1biu0mU69x4r6ldDqvCoDMBm7pUfElWt8qraja7n7mqpXqXPgQJbHNZcqVIXmYet2BBJKCR+w6G41NhgXc9KwlS/v8tb61qQpLS7ZU2uSDpqDexudABa2pK1ejTfloNf3gBAx/S6zKnxfez778WQrNxWsq3kXClXTokKTmy66qSm4JGuzSwVVaDjLj8hVlsLhJyrQh35SNbW7LA1ANgR2O3d7BVGddlwMOYT5qo5OLwo8cqU2ruNQOm5FxcgH8thCFR8W0GfIdrOAn4T/AAsjq1RVJfyGyb6aWsAdRplB7G5Lqaq60yw4hyoK7yIVe9orU9iK7LW+vmOFnzFStT0lQ8jb9uo+m0XE+K6XhzeNSYtZlvsQpqFRV8JebKokhKr6qABvrfTTy24UKh1ni+9Pd2SLxUqSr+8O3p3J/M67ScV4Q/nBrLDUWJnlMZVtdXzJvdGmoJBuNLXFrgkXX0oV68oJNX6o8Y6VYDnz6XzUCWxVGFxVxZDTrWR1UVYNtRfQGyhobdxfUEcqG5veNRp/2jrNEfW+uEmEt9pAkIypsU5wjqUkjsoAkDWx1BHsGb2a9heU34+PTlcB2PmzJcR6WVr9CfIgeffYeHseYN3oYNclYXq2SrwoSpEqlykcKQ2lIuro+ZIPZQJF9DbyPb02vUKDkgiMZZRtmOMGUBqfi33pFiclVGGltcXRSulegXcZ1JFzbvYHQ2tc8qqnYtLcditcrNzp51pKylLiVaFSCCNQpN7HW2v0PGl1ejYjxlVsOYtpNRp1ei5Zkd1SFtKeYW0kpdR2OQjOUuoJBKVpJNiAwqDhPEcCLPqjuSqQpUXhKaldL7igCUuMrNkFQ80m1/Ud9hittIhRycTvNeYkWd49LalT6DWcPe8adKUlU+BIaCsy1HWQhXkoWSVA2zXJFyQQ6sLViLS8JVL7EVHjrRFUpqLPdCuClSFHhlTgVmaI6bLBQQCPlJGSYJxRVN41W9/PRUU7n1IYdXdpTbXYIe1JFiNbgC9/I321jub3CYjnypdUrMt9hh+LkgOw5qH4spBvmaWU3sbklN9AexB7xp3OfDmL96zOPcQkzDu7mvOuUHEeHpWEMQrdUxI5dDi4SnT1hXDJzM+RGUlN7EEgglsez/g+VXp7mHN5dOizadQYSmufirGaQkkBmSlSbKzptdVglbarE3JBNdvBwzgjCWMmMOYtp9RYYfj/AHWZlKXWUg2CeoWUgE9NgcvhtawFXXMM7wd2kqBvB3VVZdepzHxeK0vPxkEkORZCR5EXKFDsR5WIJrEf72Xj5nZOckRuYGpUDFFexZhLEbK5T9LpaqW7NX4ZUMugx3ymwKcxDgzABIW2siwUEgHplbn4DrPISsj9Lq7SGpsV1rjtKdT4VZbA5gRooWN7HuNijdtvIw5ihqBi3DnHYqiIC2lwnUf1yGTmeaQbXUtBuooNlXBBF7E1WPKBRmoEuBRqsuoo5VM2K66rMttryBJ1sCQlJVqR+GzYQNThJDc8zlSt6sql43iUH7WQoS5S08lMWtS47l9QgmxcaIIsbi6SexBAPT2oortLxbAr1Zw8thdbhIyVGA/mYedBssqR4Aq3BJI1OpuQQBx3E7ha7vKpUuoY9wFS2FsZlUmucwWpEho3slaEpIWBZJCyQR2IUACT+DBwtiOLBwdvjpzzkXCNWdYiuv34UeUtpTaeIpJsEKQtRsCCDYggdsxaWpQow4OYZcbcH5iy3Mb1WsORZeF69Vn+Vy5mMyQnl79Ksot1pKlC6ewBOg1BE2t2WDaXvfiUvdzUH4tRqkjlZ8V9BSqCtwlCSoBISGVZsyXEJuQAFJBFlTadR8EO4txDRpTs1inZ5EWmrfQFK4WfQm4BBIByq0JGW+uhHfi0GVQos+tsVGLTn2naNW4+fn6SniZ0NPtm6yyVpKVNErykEoUNAsVOpb/t49Q1Q/TmnNwdJlYT30VrDFdp/Ale6PiteJpt3ipUeGbBJQtNliwva3axAWm9uo4jn75K1yDS35tLShhrJ1dCNbm1zcFeUkC2l/WxM/jXGNUqlWx44OA/FgMMNSkJ+BMYRxPjJUPEpsrJCxZKgFJOoI2+N1DTuI98lSrNeZWtfKrW+vLmQpThA6zr0KubKFwOgi42e0oL8iAc7sD4zJmBMNUvEcqfXsJYhisV59Kak/A5fhSGX0gBbmS3VZVkqsLkKBIII2EpOF94MrG7jWKKf8CqLkTWGpDX9gTclkgEOIQpQ6bg5TYg6EyMdNu4cxuxi3C/HhVugrdaSp1GZXCFwi/fO0UKt3zDNYEdJNxiP2k5WMsJQJUV2nP1FiatXLqUWJkVYJ+GpJOV1otEpKgCCNTlIFyWnOQnsRlyqrFTMTQYEpjBEWXUaI++teVhqQM0deYXSypSQlTZKugWACdCEEAbNeJ7NECfhKI1S62iC/CyTaW+w0lTTLqbGymxbpJuClBAsVCwOmy/o1QoMqvMV7GWCJWJYU3M1K4V0SKa6oXS7kuOK0sWsQL2ykEWuW8Maz8JUaBKo1OflU5h9CHYrqhzDLROULUNc4HmoG5tc277FtG9R8RVnRvtEs8Jbu8R0Fptp3lUSmGlrptUi3zJzAceM+hXQ+wspTdBAIIBBCrEViq7WMd4IntYtZRS5uGnX2OE60UdJt4XDdQQAE2sCCMutgQJs/fZKwvVOaqlJfRQaojNFkNKCkqWmwW2pJNgoJstJB1GYX0NmC5CwbjfBr8V119hcphamp8VRafbSVW4icwJTZabKQQRcEFOpBAE+JC/vE7iLBmMosCJPpdblVR+LFRKyQldc5pITxhwVKBW6gahIJUQLpuRYslGOHfddFlSmYq0VFphKJ7XgcUvLkOvrcWBIIJIt5bY1xvvG307m+boOI3qXVGPejXAmpTysyGkOAJdyIzJeZdSlPU2SQTYgGw20rgDH1G+0dJi4cZ+5VeGmPVKDKdzoSlVjxWSdHFINydQVIUVEBQsRPZtsCZlvHdNGVSHGgYYlxZPEfXwluoTlzLz2uMtu9jbZSs0Ws16jS6zS6sjjsJUhbGuZKu4/boLemnoNiOXvRp8Wqe5mXeaYitJz8JWd2OojQH1FranUAgnQ3ATjrHVGwa6/Xp9W5Lj5XYsqPZKpTRIAC0G3xEqISU91Ag2vtpWahVWDt8jiU0A1n7OQK9K47FehPqTNYQgZcwuQ43YWcaIFilQsCbEDQ7NOlYxg1ndfXapEaXFepbT8opYdy5lso4hyBV7drFBFrmxFjtm3H/tNUH7LuT6D/50en5cqM2fKV30KAFKTqbXJA8xYk3d4VxRi3dLiWLKqDDErEMVbrDrS87XUhQssD5VZspIvluASRoU6Lu45dPUdprCrmaEwDvJgY8oMSVRpjPvExeKuPISUpeSLDMNTYHTUE2vqD32HsR4C/nGlN1l2ie7n0JUhpeULS8m+qVWPTqLpUdL69iDtnLBdZ/mWxHh6gu52KjFdRxY60lKFMEhK1t6gK0vdQNibA62O226TXaNVmW3aRPYfQtAWENrF0g69vI+o2fHlKkqxxMzYuwziPAcVx13DyEfCU+xIdd+Eq1+leUnIq/ewJsbgE6bZMxNvn300Heq21PwRFpDEJ/K7xVJWtKSb9KMpQ60pIBykEG1iEnUeqdRiuzmltNutZClSVtOtBxC/wAQf4/HbN2It025bHk+XFxR91rcJa4qFxZXCXHShauhKF3BSFE2SbgAgA2AAu7HHEG36XIinVvEwvWapAlSsPUukRZWWKuVS+hpmQbEIWns02oWUCQQDYEgWylGNaliPDlGgSqzzTFL51ao7+isqwClRRlNlXTc5b5SALEEC3WfuCpcXlPcOMadTpsVH6Xl28sppJ6SpN7khRJBJOUqsQQbFp1qj4Xqm6Fyg/0XKY4rSpUVrpaZkcRJUphNzkQvUZb2AWbDug47U5cu54/EILA8X2PZlewlFw3PpctmqUivLTFlVKnWyJV5haVWAJBuEm2uYixA2MGqHiN3G9FozsRHAfa48eR1cBxKACttdjcEDQpv/psEKw47AqjjsCnTX4VRSn4Ed0oQ4pOboW2egEhRSCCsKBFiDYbF+FZuCKNU6Twna9S4KFqQlUqe4tqDMIypQoOKJaB6khQ6CLA36gF6NN57scSjVKeZYYj4VMxtOo3CfYffyPpRxStDmYXJBJvYqB0NiPTzPejDhVTmorXAlIUni/r/AEuPmH46EXGvbYartWp9Tky3JNWz1RcrI7KzZVpvcJI7WSAAAkXA1IB12mxX8RtUtuVKeyVunNKdTI1UidHTYqOg75SCpOo1uNDpAP62B+ZnucvCGu4+gUuqP0us07+juBxXVNdSG0nRZy62T81u3cXva+Ud6+MMW4jgVbAdG91yqXhqUl2nLddWp1UN9s2MZZITwlJW2Qkm3RZJBQpII952+aBAxG3KgVabCq7+REfIgrQlSuwI1SpsqGqTcEaEHttXUkSp+HJeI2qfTkIRmdn02P0rgqUQTKiXSFKjFd1OMEktqJINjfb1emowm6aujT+cxesYipe8ul/9vGl0taIHK801ZLDy215mXn0JGT4ZBSFgWAcWFJAJvVRMG16qNU2s0ZnOviqh5+LkfjzEi/AKgSg2X+jUQSoBIClXA2uosHDk/FHFi1FiFKfWpEqA6rgLz6guNJVYkm98wJQoEEjsdruu4fpcCLLo1GrfNZMj7rTDRQvOk3SFI/XB0FiVAhOgIA2ZA2zVHjEFOhz4GI58+e7VItXzqa5pVsshoE/BkIKQkhCiogiyk3URe5BXu8Cg0bBDUSfKxDCm+8WlfCRZSkqFjpa4LdiLK0Bt2B021RvoptBxHuq9/VSWil1GqNIdYlK6kuSE6BSim5HEbCgdDZVyRqSME1+PRvfLcCe6+tjOrO607mUnyuPLT08+1x32dq9cRDUnc8q6rWvfMritPZEIzZEfKm+p/b5+u1zTojUBrn5X6vT+rr2P/D8doK8EyoH3+luomxcqVL4XjT+Ke4t9L+eum1cHazVKoxS6XTpUp9aktNR2mipbivIAAX8vy87DYq7kO4xb7oX4DddxbvLpNLldELmFLVnspKUgE3II7XypNgT27+evcNMQPv8AxWVwosLNmmpUhUV61+lQF+oWNiANBc3JN13uc3V0bC8BivYyd5XEWZKY6EKzpj3/ALNYAN79lKA6Qo9+5Zm+KofZLBETC9LiIRNirjyp/Ct+gLllquO6SsEZu4AF9Cdlrf1TmO1eIxB3EG+DCVGnt8XgLYfRnyLTkzIV52IHcgj66C477LLeTvQgVmjOUujOzUU591T7sV+y+GoEkFC75jfUajt6k32vPaYr+EpVLoUV2ksZ2Guaju5ci1IXbTTRQ8Kr21IB0vqnsBUmVXp/NT8kWl5evN1KUm1+lOl+xuSQLa+m3adq6vN4DUHtcZgkmBPxHPc4UR9z5siWirp/LbTO4D2cp7sWJvBn1tiK+wpS0U19jK7kKdHM1zlUB1BJAIv310juYu3X7uaM27Sqc5OWwpDXNPtFScyicuqgE62sAB2FgdnDh7ClZxH7PtW320arP8flX34cdhoqacYSP1RqpQtmHlaybG4O1NRYH9H3Muy0twJU03cdjKe7LiysQ80ub96ycXhNOJUsk5VpNlgm4sbkEC4BOpXRd3VZn1RylysQt0uVS0KRFXUk8VDbva6FJKbdrFIIzAC1rkbCm5vAeLZVB5rFtclUhji8w0/xShTiFC5B7AHTUgeZFx22PWsCxazKl0Z3nao5FWmVnddKVqY/2rZBGZAtqBe1we1yMZbmRzWG3Y/aHo3BOJXYcwxKwvFq3v6ue8edlLW7CdkF2PzRHS8xcFTaVgAqSCADYeRJrarRPf0Vx2LEbQx4H0KdKVp+lxexvawva/4C7CqUCBAlN0aVTmH4S2M0eQ0sJW2s9wCOlQBIuk9vIi99lniOC7i11ugxai/RJXF4UxppGZ9yHrlfjaHiWIyqTYlKrm3QSeFXffznfTG473gDXV/Zx1x12nPxadTmkK95Z86nEm2oy3J8rm9z1G2mrW3C1rBHF5/EdWY5LrQ0trqS8hzu4k+AkEXKSLKBUDYm+wNiD2Z8Gz2oEDBG9iajr4TrEprM08onORr0pVqSCAAdNNL7HDu66Lu+abpcVlhEVebhKatkeWDrbQAG/f1PrbbK6q69PYWUqTnggSlwSgjZHa/vJozWEp/2clxX6vFXysVbV8ryLWBHc3AAF7+fe4O2YavDw5jyqT5VZ52VKYXkf5rPlcvpdk6psLZSnQggmyr3BtSX/dcB/mmXMmZWdeiVN3Hp5EWuR59/PY3GF8JVnC7depdRiryNZ31tWT1A26xoUnTz0J767K2G/X1mtDj++IpYc+5nmRuawliOVyHKLhI8HHaV1J00V9R+y48xteNRGqNS4lLlU9cWr0RPKuz2miqPMR8shvulOcFOZGlilIINknabiPe1hLCUpyLFiLqj+XJwmurKr0zdrHvrr6A32jxK5i3eNFblYj+5UFCFLXFi3S75BJJIBykaaWGp0FhZzp+mXRV51L8zkPjgz9m4xdoNL5CBUERait1EhE1UdefKP0javJSbdQOuosQRsJUrE7sCqS69hKoTcnFSmUuKopjp4lg4cosLW1KQRY+QAAB68nDkqK5VJVPfXChNJyLdkZ1Oels1z6+ev02BcW7zsLymomF6XTlwosrKla2kBKU3v1k3Fr99NRp67WFm5jsMKEVuBNA4ardU+y77tep33qL1IlNdWZJA8Q8rd9Lj0+qyw/vErNe3que+WmH2IsfKxHTdXUSQFWt5WAF9O3mdR6l43rNGaosCsy38kp1ENGRfQpItlV6C9gCBp31tYAn3GUTC/v7ENUr0t/moWVaGk/qHNZd/8Qse1tPXZ1XZsCXaj4hXvLxbi2susYSo0R9b61pXKShB+G15HQa39ARYAmx1Oz83dR6z9nIEqvZEfCS0hKfmSOxOmh9baX2WmBcOUuqV5uqcJ/nVylOtSOaUpSWiQcmultLAD0GuzIrOJWqDxIvB46+r5gnL38u/1Oz9O5Tn4gbAF4EoN8O8nCVLoz+HJTTE3nV8rIipspSkq0NxcfU30tbve2y5wfu/agbvpeKKDW1o93VZENUKQgKUmOtdmzfxaJNtdLJURYjYoRh/AeN+PXmojC5SGFcw0rxKsSQtP1Sq9lDQ3sSRtGm1aBRqC/zVO+AiVHRKYR0qejk3Gne4WAQrQjqFwDoC+36g7X9Q9CqqZMqN8u6+VKwG/XubYfRS30rzcLM/TXSQEPWv1NK1QSLaqtrcEKik4mrzrXK0ao/DfWlbqvH1geHUdjrc6A6edrMOvsc1Xuagc7Cw1UVJSmA6tTqHlFFylSVHRNySE97a37bDv2U+y+KPtk7SeVwoiUiFKaT4ko7B0IJF2wshJsb6egN/OavSefjBlNzeMrKXCr0V3n4rUpHNRXXciM6FNqTftb5fS/cGxv51vs1YOo2PK9WpVUZ47CMyP1lJWo9/qQLkD5rEXBtZs4gxjRq9KgVTBFW+OhK8/RlWny8tFAi9xYW7ag6KbcoxXsGxa9WeFwOPPVHzNdOVRN0nKNUpNtLWAIsCDpsidM6nC+4apAlgJjvOE6XS8OfZeqUmK+igykTWnf08dTTiSBlB+U2ylJFgFEEAk7KTGGBaW1S3N6G6p5dEiodyVSltIOSmuk24qB35ZZ1FtUG4OlraKwcqfKi1KfPpzC5S4q3ai0hP6ZRuStHTY21un8wATrM3dUPDk+U/FlU6Kth+E7xU+FLiSAFINu6Tbz7G9rben0dTvUC/Bm02GXj1MxoxLXoDsT7W0l9cKK/HlLnxethSjqgKPl2vci1x3Nxc2x1DoO9rBr+HHZbnBqMB/IppYSpuUk52l317q0UDcEfidmJRMH4cawHP9w9cKryFOx0PpzK4Q8IJIuoGxsfS3bbP9WZn4Xr3FwvEWtHFUiRA18X/AIfpfQZf2ehdsXb4xQHa2RMxvbncR++fcLVJfXN6kJRk8X7dBsVVT2cZ9Go0Ss1mrRWIq/0qGFFSkpvbW4Ot+kgi4PqCDs5qvvPgRWvtb7p4/u5KUupy+gJ17G5ufr9Nqrd+us7/AGU41F48LDTDquYzL6lZrGydPrrb077ZvbvtfjgQ1moLDkRcbvKxRt32Mp8/BGGV1RbCFMRcyyrK6BqrU6AkgZu50PnsysL7p8Ze0Pjdt3FstuKhxCneTi2TlsSSjU9aj5iwuBcAa2b+McI4S3c0aJS6DTmIv3dSEOpSMylG97+vmfwPfa13eU+BKwRUqXA+PiGUjioW0s5kpSfElaeptxJ8wSCND5bD3u9vbHx7i7OcQRxzue3abr6C5KdpLDb8FGdha2h1JT3uRrmBsDcdjp6bEHsi4Z9zRZe9CqPZJU348XPZKm2gNEX76g3PcHMdTrssN6dWxliifRd3OKKgudUX5HCdf0S+poeSyNFqumwUdT2J7EaCmQcObvsGvtfARS2IrTUV/MUpz5glSf7igpQBSdR53BF9ApsTiVOVSOHFmIqDFgUyfFqyOBzTTsfL1cO5ykaeQCj+X1G17W6zAitMT5TSJTCFJdXmSFpUnz089NlBQ3JUrBDEXlOOvmMzDqkfKrXX6f6bG5E93C7EWfkW+wjrWj9X+P3bF0P6SFF9ROyws0qK9vRwl9rXGsG0SLS1rYUpE2PZjjLGuTKADfzCiAQSQNLk8odeaxbx/ej3x0K61oVlUpR8z+O0B2hUae6xVOChfA8GT5u4IP8Ar+H02gs4Vpc/EbHjYYyq4qUKKFZha1iPzv5/XbzK/V/VNZZjb6xONndIE54qnUvC9Bl8LO5KyLTFW7ZSuryub3te9vT9hztTqpvBdpdWgO/0pFfWrNzEVKlKza2Sry8+4BuL32Zu8GHK5qXK97LfpFOWrIuU6FKb8gL9wPK579u+yRqe8aBS+JFis8da05M7TuZPb6f5eXqNmtRrUqOxx79w72BfGRpG67FECA3VHafkYX/4qFK/MAkjZeYrwu7XmuVaeyLYdzuoX4svl/Hn67G64+I8WynKzAiVGlsIaRxUsLdW08od1BJPRcWukXFwbWvbbjQKW1Qay/PxG0+uE/8A+fCFZk30uDpmSDrc9jtlt07SrZ3K2/fEsNMjpuE0R7F+5DAdepcufjKnMTUMdEeK6rKjNY5ibW8iLEGwPrsm/aRYwlhzeXVqNgjiIhRXci2lKzKjr+dvz7HS9+1tTscYQxRWcG7ua1KitLiykO8KPkd/SJPgV9QCdLXBPrtnzEcifKnuSqpx1vvqUt1bt1LcUdSST5/j32T6k9LoK1HI+Zk3KavDEqHZbvF2s4Z4rTbX8fxfahmyuLta0lTrvDaa+fLthWVxIz25nyOFtyjVNpr9Lt9ymHXXdNozlGdO32Px2z0YHMukOBY7bQq25w6W+bfJtwjSOQa4Tu1Zi+rRvcznCe68u2brrxRUXhSvjMdb1X+arz7v97/I7AIe5V3+5sWYxm81WZf9x1XX+ewo+ni7fmfrOo+r1tln5JmBam6T4quLt3ycLamiTOF8LazTI4u2MyssSl9Qqvysr711sL+Xb9xhhPn4vvSg51o6lKQjqy+Z/Ej07/TahUdibCVaapbv3r9A/lz9/r2sbA69z/lpt7H+FevnQ3Ci/wCwn3+I9p7dx2mCmGqriOjSmOVd47D/AEJVqrp/110tsxHalAxRFfo1ZiI+OnItCkdP/XaTCwrQfj8rUOh93mkNOq/QrHdSP1b6XA0JF+5NyFWDPf0Vx1plC5SE50uteJSv8jt+idDqFuqE0MbYpMW7jPurcqjdb7HgWj5k+YI8/wDS+wrh1ujUF1yBi1mVF+TmPF0k9losbgD9xG2jMG1V1p33XWWvB8LrR1J/Hb9x3uji17JPgNI6/EpCerX8LX/M7LazpyW+ScGUNZ9iCO7fBlGwbVHMR4X+9QpWXi8JQy/RQt3Gvfva3fZy0PHUCVPba43XsIYQwhFwHS+Vi9CF+NCurqPn+ey3fRKpeKJbrrudhDqVNcK/w1WB/wCYIvbse+mPqNXX0esG2wcn1JHjNfsTWnWto1VhNT4rkX9dGy13f4296RW2nXvk6F+HN6G31/j0DJjStt3SamnXVB0OQYwCGiMxrurrPxHaW78+bLnyq9SbW1uO+yUxA5iOl8RqqRH30MfCdR4+He+hHcX769+423Q7AantbKDezgLhRXKpFZ+T/wAzrofUa3AN9fx28b/Ev8JUatDqah5Qb1/ImKMUQKXKpb8qjS0MSmPioaUvoc/ukdxfsDpY2/Db9olSnyosR12JyqFtJ6fEr6g2JGlu19O21/izDmHKo1LalfcpS0rQh1i3TcHqH19Qbg9j5kgOHXay1S+FKeQtEVS0rda+ax8Vz2JHcaWHme5+YPpWWk1t7BgiYYvxvhcX/d6f4/Hb+41Laa+K11/l4v8AMbUcSp/+l1o+fLdXoL2AOnr6bS34zs9r4X6mZOa/kL/xbbOWg/a0AYW4c3g8h8KK6tCEfIv9W/n+/X0/HZy4XxN70abdae8HQvr+nkfw/jvtj1UTEcCsxKzS6ihhcV3PIa1Uh5Fxb8LjQ3BuNdLXL1wnjajNT2PdfwESl/HhK6kx163y6lWUm5APYXAJG2wnRq7E37ufwIxp7fgxl46wzKgUv3pF62PEtbV1JSq+l9NB+Ol7emydrNXnwPhfIvN848/LW/5fX8tn9Ifd5D4r2dhafD4k6+mydx5gyVKgOT2mloQwtXwsvU4nyOnYDS2ulhs5V0IW+s5/ENd+0SO9WvUuVQX4s+nffX8vCXlyrzJ1Se1zY63Hf6XJ2vsC1Wl0vCTEql1FbGJYrSWpFNkZMzno4ye2W/dJII+oIJA990isynYFGw596mrdQ6074ltu5tUfUaagg3BAt22fu5fdS7ApbGKMWsse8eEni5EHxAa2FgQCfK302+idG6PXRWBacwRxjmI7eDuu3g43xbSXcUS+BTqjHWvqujl1kDoIHmoelxpp2ufx3DsrC8VvDkrrfi5Wv181gnLcgWV3GtyTrptsuqmlymolUqlE48KEv4vCazqSjzOXQqt3IHVYGwvYHL+8mPFdx5LagPZ6XnS607mK05CSQAo3uARp6DXQk7K/xVWKq07frMQ1p8QIH78YDTsDCeI2uhaE8g6tF0qzAXFtfVCiCQbeRF9irDO7+LP3fMY8aeRnpchbU9rNm6Lmzg9CNAdR5m+h2vt7ODItU3Dt4ogeOlzWmpnZWVQXcm3bQK0V3sSPrtN3HLadwlVqXKa+BNipQv5kqV/eFtL2tmv+IsSQlR99e/5EpS27iW+6+ZXsZOuYIaezrR94adz9akJIBv3Kradhpe+mzGZwPwsbv0GVUOBKXFS61IRZKlJJsCb3P90/lcagleVWo4SoNeoWLcERF0iawtCJ7TXQhNtMwIIOtiCkXB0NiOzHxIWqzvfw1PaqyEceKt1KtFJV5gFJ8SDa2liDlt2IO9r+l6d9Kb6QN/HMsPfMs8Pbt5TuI36XPlsLYYyrUtd/iJJvokHz9b2H7tjqLu7pbTsv7OVZHvFhr4tOWtGZSrA2tfvYZh6i+p1GywxzUIv2jbo32n911djOuL8yVJUCegC2a+XVIIJAPodhfAFOx5QXX6zPxjCm1Ra1ZEZsrSk90tkXCkgX0+YG5Gmgz9B0zT9s71GT7jCkSwq8Zp2sv1mjOrYlRZHClIRZK0qHdtYF7aag697jQm9viqZFdwkxz7KFvsLQpKkKC0uJOmYfTXXTTX6bIPe/I3oUvG/vmA0unSn2v6w0gqjyk37uJvldAsEkixBy2CCSSWU7Gten7vpfNS0U6vUj77C46c3DdSMy2XEdshykdtQoaXAOxOndKr0N7PXnn4PxLDyXEupmJ6XRmm+aa/rXQlC7J79sp7XPlb0/ZJiI/ov7RtURbfK/FalRUZH2Vdw7YHpWnxXTqBm9TflKqjWPIsR2fh6LCmxVqdWmEvM04kDRaBYZL3uQNCLGwINyqjGfVKM47RqtFQxkSlafHluPCog3bVYeYsfqCNvRNTVqE22DMWTKtEDvznO4jr0DeVhyXS5VReio96Ki9L9QYSpAEo5QEKcb8LlrEix0CSNpzm8aVhfdpzWI3lrY6lNSkLPFhrN+C05qClJt0kXHlexA2aVO3Q4clVRifKpMVa1vqlLayjOlatFONkGwWR3FuoX1F9TvEm4fdVjKg8rXqSx1oUhTsV1bClJ79xY6HXKQQD3F9dlz0qta9oHA9R0Wp7+ZmDBuO6DiOe3yDPvGKvK7MgOpK0qynUpIsQtN8wOhsCD5gPzDO5KjYjisSmqexKoNeaUwrmEhSVJtpqNDZVj5FJ02BsebtJWDaNEn7uYiPd1OdStqUhGV1lCT8uUZCoG9wSQRfTy2IcBY+qmDXYnuuWv3JW/vDTWQcKPK0zBNzlFx1Jy2HykWNxiaWptIxD8DPE6sZ8oMYl3d4j3c7wWIDtJirhIjr4TqepLyRoAR4kqsQDbTVJuRbZN1lp3FE+tNYXqKGFom/FQt3Ll9SLnUhRylI1F9NLE7D3y1qViil4exG1EYQ2/madU74W3xoLkkBTar5kqICgCtJtqBi/eVuwrNGo1aqk+JKpdUmylvxcrS0NPLK/K4Fr6AEEC5SbkWO3oK33LGCysOZLpFY3jbqpX9KRGKow+vl3ZDS/hZrCyVC2dDttRcFJsRcWFyDdvjGVvBxHPge8JUKK+vl4TqY5kcGQoEBt5OikpzADQG19AbC4NQ6BXp9GoVUxRVlxX+V911Kbx1OqcaAuypzN+kIsBqSpJuQoAkK1L7J26ultYt5+l1aLV4tEUqRNyqHHzqT8Na0kAKQVDMFJ8JQAQCRsWkb35kVorPNFUDD9G3QbqqK1iOJFXW2GE81KQgKU5IULqBUB1AaJSogaJ189s61+r17FFUn1RrIh+nPqywnbJakNWBSb2uFKSDpqL6XB12YvtJ7yXZVZbw5RonO8ktC1pQvLlVfqFybKuNSD6Wvrrmne5vSxvWazheqYYw85RH15Ys9qU1lYlJTZRZUAcocSbqQ4DdJChYg6o9UH1QNaH1/wCZN2W8BGczVaXXqNIlRWcmdKVrj5Mqm+wII76E66fXZXS8QwMET5deaefYlMJRnQhpxWZSTfOLA3WAoXy3ISbkWsTa4KxHxZ8trwc6rjtdOVWc90ggWsQDodCRfvptAhyMZO1nEs+l06K/S4TTDU34XFYUsn4YdGpYcABSHSCE6jUagekvQacF+McH+stpE2idn2ftbVG8eUZ6K/T6u0iU0+w6OE8o2JKctwD5EaC4J87D+oW9+fS8eP4Xi8ByVS4qZUKRl+KlBuCgEADOCbKsQSlQvfYp3Hy8EYywvUotLp79IcQ6t9Ed1goS27chxIykpIKgToTY5rgAi41i6A7KqjmN/ckV+bQclNqlSaT+mirOVjm0oshRGVbYd0UQEpJuBd2yzYAwhG8fcY9H3qRcZUumwKpSWGJuGkP8vMiqQ6jl3CVhs/O2pBSSEkFBBIBvcC9TG3tO4Nbw40yhEWrrUuEhSlqdShVxlSqxTxgQFJSQCpI0JIACPwUp11qe1QYnu6VzvQ+6n4EhJ0DalFQKVFAUM1jYlIuM1xrnBrDUrC9JdpeLIVUpy1IUhp1Bzx1i921p1KSLFIsbgi9h3AdQouUbjxId92BMasq9zSp7uKMMyuaQ+piY7FSVutv5lXWUFIJbXlzBQJN7ggG19Sexz70gSXHaDVos2iSmncsN91yO7nKgspbQUhPESnuki2Wxum9zeb0ZdGo0r39FiRV1R9aWlcLLnkXsEk6dRJ6QruTodbbVfs6UE4yxZiVrHeGapR6jTsjT8BfEiPR1ZyWX0qbWM9kgELSSUlQPZYJvpQm/CDEB3cvsAnxibfLS5VZxDhzeXEpFRp0WbKahr5dSZUVIcIS2+yoFSSABdSbHQKAIJIl7majhOqSqlhNnFlLhSpTqF0R1NlKcN1ZmHEmwWFCxCRY3CikgkgV2B/Ztdxlva3m0bHjr86iU6e1yFUduiovLfaDilheUpcRrlUDpmBsmxABji3d21QsUUJ3HlPoj0XMmnLrLrRQxUkAZY6ZSknNGkAXSHDdCzkAUDlQL3LelmT6hErMTi6PF3fb2nMOe42F0TEsrnYS4Uof0fUkLHGEdY0Uy83dWUgFCkW0VYFiPyYEWU5RsUROdRFlckqZkCFJStOdtDhTqnOheih0lSTqDY7Bk72U42F6nWaD/ADg1eLQeOZ9JlNZVyKO/oI7kiwzuNJulJUFJWChKsxBNmLSqtVMW7vmMb16h09dYpaUQKzPpKgrMpo2KloKQVNG5cbXqACToCQL6Zt7FfmUapsSrwfiCs4Xa+xuF8ZPxaXFU6xMafabkKbSoFTclhS7FIPZadUlWoCbm9NhbFcrDkrFH2tqLNU94rdanqVd1MxgA/EHSVBSdVJ0VlOZIBuDsyKzhz3K19rfdTC6XOipRM4XwuCr+xdSD0JaN8ptohSiNEKsjPVTVQd40qfAgYhfoj6HUT6NNWgo4cpPiacC7CyhdKgQUkXsRcKCHUi9PmfUX8kPMq8EPcWVLpdZpzFUivyEMZ2pTSVZFatusOKISbpIUkEi5ypI1sPjHu75rDmMqLFlVaKtD8d12G7IQtHONdIU24L5m3EHJZQBFtR4bbVe6XBPvSvVrBs+o+6EL4rq8zQUlTXcpT6AIJUDY6X0vfZ7Y2w/gOqYScpdGyV73JHVPhZJXMOx15erhOKUVkKSCSlRIB7G4Fo0ta30l6/cbS8IvEi7hea+zk9r7QoYWipLW0w6gKzJKUtELucrjTlylSQASsA3PRa43L1cxd91SgTzCp0paXYaICboamMFxSrN3UoBSUFKgg2zZVW1vccw9hJr7Oe4fd0pFRQ0mfHXnzIkIKwFR1JvcKChdtY0VmCSQSk7ClapkDGWI57rWIZUWbCix5kXKs8Vxpm+fgueIra0WErutSQoZioXJeno+nPmc/wDqcAWxNBe1Ju8n/Y5zG2CM7FRpeXitISFcZq9iLKBzixIKPmBsLkDZBYbw3uvx5hxiqUaksMYoW1zCIUVXwFSEgFxpLBGeM6BdSchKHRokEnInVW/ldeZ3J1Oj0uKzWK9OhIYix1u5OekJCVqQmxBzqShZSAQb2trt5jbrMaNVneDE9w1yr4ei07KqPIdY+LBkXKW2ZJBSpNnQsJVlSVALSbEFC39XSF/WUcxvt70xNA4dxv7rpct1qh5GISE8VqQx+hsSUusPAEBFze4JTqoFIJI2uaBUMW71a9ExHAdlYeXFSlDrTvS1IWNOM2LhSSe+UixBuD5BSY8x+7ijCVSntYTXS8XxZHRVsPIcTAnJJyOCQ3YoDZb1zISkpV3AuQA/AU7ehQaW+7S5dURFzI929akcNaAClLyCALf3gQCNMpJJKDPvHMRsp2jOZsqv7p6zjeA/ArMuFzWdMqO61mTHclJuELebHa4UUqcR5KuUKIN4bWNsRtYDosWjYYfqPKqXF4Dt3X2UoCmlsZ0KK0Otq6bEKScuUkptavg4yoOMsR0mlz8eTsIVR+KibS3U5WkSHxcOMh5V0E2uC04khxJJAJGzQFHqmF5VWlRWkSkVdHMP5rKdhykoCUvI0BdbIACkqOcAWCrAAG2hkga7C3BiFxpE3QbwfdLUr3oxx2ncqJXx2oc9sps3x1XIJCiQCcxSu4BAskxwXuzo2KJVF3jRahKp1XpCFwnUqaKUvIuQlxSSQQofKoEgpIBAsCaqt0rEcWLUqzWcPU6UxW1pffioaC2lKyZSfCCFi2pIIUDmFlXCq5jetP3fRYkDrq7GRp9fLtFSosckAlwjs2AQCo2A9dbBWtFezy+J1lm37Y/oa8B81Ln1RlFOxQtCuP8AAycwpIy5kkAJWCLehAIBGmyH3gzcL17eNQotZZr0FFYd5B2K/H4sVKjm4cltQ7BNjmSbGyri9iAV403hRazylLoLS1ofdaQufHsrlbgKSSQbpNuyiCPW42At/te3g7oMLsTt5dKbxFhGU6jk8S01hC1w5HdAkIUoDMDYtutqQokKTmBtc7tVaewecyyJY43Yk2u7lZ7WI3KM7TqdUaXUULiylqayyGUqSQlOXVLjahfq0vcDzuBWovfzcxYmEou91/BU2E0qL96ilUdSh0JzEqC2nU2KcxBSoHtrcFO4bfk7jeluSsUPMMcDJ7rq/NFKOKdEgrXYIQp210qACVG9kkEE8xq7ul9prC9Sn1DD8qkY1w0t+ApLrRad59tJSuEoi6V5rgJIuRcEXSCDbp+hp0gKVcf1OY+iMleH+YH7sHMb48n/AGN3q4hw9iFjIp+h4ggNJyuO6ENukatrKbpPbMNRm1GzMwpgJpqssVnCTTCH4r6GnV85kUlCjqCmwBTcFNja9wRfyzNRd2u8vdBPbrLr1UbXFfddhSGuGuOqOSSWnO4ASOySSLWy2AtsMM+0XiPBFexDyrLb6K2w7KjpiylutJdN1cNOpUgOKSAUkgBSUkAKBJPYdreMT7e1uOZ6oM8JvS+Ra/ilGb8LkD09baXN+52ylvlocVneg/Jw5L482bllIjtL+Ol8hVwjXqJsVCx+a3oDT+zJ7QMDehS4leqmIZT9UhfdapTZUopQqG+E8OY2lSrpyrIZcCTa+RZCc11PjeNTKXKoLkCDT4NRflRX36bzWq476E+IKAKigE2UkAkC9wRexXfKcQzeQ8osMA4bxRz/AL5rNJYYRNaXkdlRQ6uG6o6gtqIWlJ0USLqAsSCkk7XdQ3O0ul83VK9iZ+nSn2lIS/TlDk8py3aWkgqJuNFK1ykC9wNhtisby6NS6bxafNXNYzLdRRpXMMOJNiVt8VKr6k9C9CoEdIUTsPbxMaT6o6xS8UU6t0Govr4DUrgOMMOWF7OMKJABB01Va+lwLlEDdxiDztXxk1jF+77dzAfgVmrP059HxczshSkOXuVWzKse/YgG3YaG1Fibfvu0rOHHHaXjekL4/wAB1Ejp8WovfuDa9wCAQARqDsJbzN2NZ3g8ClwKd964SY6uaVlYcvYoUDexueyhY3sLAmxrcEeztQcEOwPtazKYq7DqpEeVkK4spAIzNpOvDeTbS9iewsbgQe4pwBFjXcDkyxpNZr32NrU+LhOLXqdNShDr6HfjxX0XS24hVyFNEGxAIKQq/UCQZWHsWY8o1BY+NVIUJa8kd2Q0cjLqSVAJKhZVsxAsblJAva92xV8HYjwu0xVMG4hp03D0paEvscrlkNpOjjagVZVgpJOYBJBSSDY22DK2ifz9SoOF8eQuS4SFSqDPsthxJuUgLI40dYJtmsoAFNgACk5OuosVNytgjkS5o43ZiQ3qbvJ9egULfS7VkRZUWb7rq0LKhUdt/Mcj6CQDwlp0KCLglI7gjZgsriz4FJapdXXTqijK6hbSc6Ow8/NJvoo3Fxa4J2+anHdi0tvmml8lNy8WKu3VkJFld0qUkgjNc2P47d2t1cX7OMT8EYspyH0NKU1S1SEx5UdegU2gLNinKBoCUKIFgCSdtHo3W31v6NnDr7Hwf3EZr1O4BJR7wMR485BzBvuOgzenjtKfi5mJGU3PDUVI4LpTeySQ2TYZkXFhjD9ad5r/ALR4eQh9GVp+bHdcSlxq9ipSVnQDuQCFABVr2A2mYLxTvL91113EdJlP1HDWePXqC7CLU+OgC4eSzbK80tINikA3zBJJSQKbDmOKDjLn59BxPN5XlU8KEul5kvX1yKCRm4gFrLTmPYkK0G3qSCJq1WFl5EVftO0OfQapEawvVl8k+t2R7rXmSxHkLtmkMjw2c6c19b9Vrkk5kn0DFEXiOuxGJq/Hkjulbqk+awmwKh2vYEg62trs+t8kGvVmgt4oi1xHNU53hZMjiFJQVWKFIJUc+tiTbNdIBHYJR+o4jlOsUuLys2U+6hpLXC6lLJypCTp1EkADQ30Gths/V9mYnYPOdMNVSA7+il/oelTS+lbavQ+mvr22aW7vCsrHlUfawlXITFRpbXOvpzt8420kj4qEaKWgG2Yi5SDci42VVUk4oadiNV7DK1zX8zUdD8dfNZtAppOgdCgflJPfUeQ0HuX9livV6LExli2nSsKZFJdjvxZ7jUxtJHe4Nm1FJIIBIINiDcja51HhtMooCNzDJNHlRa9ErNZxY/Xve6EcKVy+Vp5IIOh7E2FlJ1KhexJBtO3jbv8AFuLd6tWrNGafqNBg0ZiBV4DDqVPtx1INpLYvnCkq6jY90jQjUHlX5CfyGF932HmKh7kUw1PRHTlTkzJs5wxrcKSSLdSVqQb2IIo6xvb9170KtKo0tiiVeK0iHUo7S/0ykNgruhXS5ZSVhSSApJvcC9giLDNJUH3CZL3wU9rdzVKFS59QlVSFwlPxUT/joTqLKbzXBaJ6rEkoUCm3rcYO9qCg0tqJAn7t6XKQw6leeHdhXkL5dEXAv3Iv6Da49omjQPtRRXZ7rEqKuEuUxld4rWVRGe47oUF6EEWIsQTrYAYotBlfFaZYY/U4SwnL6dtR9Ox7a7H+hr1KDfM3WKHfmaLj+13hfmoGHP5lotRhVd1EVSJS2lNJST3JvcEJGbsPCbagHbSGCsVtVTn4uCKGukURDqechacDjlIK7gdIUWyAVdiLXHc7ZDwBuj/nGr0CfPZ5WFKQ1mS14nl6deUABOYgXAAFySCLgDRddYxbu0w5Vp+F2X32GMiJ7TSj1Zjl4qr2CU3OUkkAAXNgDti6+mr/ALdJ5EyyoLbEmiMfDC9L3ffbLDlEirlU5hLqGFqGVSO9r2IB8gr1PbXZV4xomEpWEm941Lxk/Tq3TkcVbEdGV+OlYtcIQStSQohKtSCCSSBciBFqfubC8DAeMqsh9eTj5o7vW4wolQCikgZgAtJUmwIsQBcnb5j0mjSsRuOu4YiopzCPur826HVXt3uoDMLaLBvdVwTqNo0tOxcn3NjT07U8pnrBWFN/uKK9PrP3pEKalaVc6n4SlDVLraNFAWGhvewAKSCNmvhyJFo1LYpeN6hBfxCwrhIdirHUpdgk5Fr0vZIUQQAUg2QRbZmv05qVA5VqrRW+VTxWv1HsuobcCCFkEaGxB+twBsu47rU/HlCn1mnsTaPhRaVRY6XQqe2gKJVGU8EgrbGSyCRojMCCbEAsv2WebAQBvXkZh9irDMrBsBt3FtPYQxNSl1DqkZ+JY3vmHcpJvmICwDr5kiM2HKitRHcUNLfpcpfFj9ZQrWwOtswVlJtcA38u5DI3048wRWZURqjOyqjCypdS0+0csVeg6FdxcG5SSQAkX8gFbU6zWazwKNFzypqGlLai8XMhOXU2GhURe/ckXNu4t5/Vf9bcQjZx/iZdrb29y43xQ6Dg2qMcWo54UqA1IaaWoKVISQAQnUXUDckXvYX10GylfiVRqjOT2pfuugyvG0hZS64nTTTTW1jrcAdhpYzlRaNK4H2oqy2KjFzLQ6q+VtJurhlKrpNybiwuSVaG5svqliCgz6y3FqlRfXToq/u7TV/vWotawJ10FgCSLdtn69OdOu7MBb7xJODN21Lrzr+I/d+RjOpppCE9eW3fW+tu1rm1r99jfd5DoNUiv0uVz0VjmOEp3lStTaSTrfQeFOotodCLEE2e7vEzTsVyVS8PP0tCF8VpDr/6RI0C0gahOgBGpB0NtiekQa9iPiVl2WunQs2ebFaYSvzN7KFuknq07AkEXO0HZcRvOZKHjEUe+nCtBozUSBg2tvykIdU06h2ye4FkEixGmoBAI73vbZaUyjUuvYogUuVSUc74E5FlC8oNzcpOVY9L6+nps+t6O7yLK5TEeG6jx8mZDspbpyKT2GdH4ADNY2tcaEjZc06v0trG9JdqmHoSKjS1pQ7Ii2aW9mtY3Hw1qIsQrXMDqbgHYNlYSzKcQy8ciHGLtz+F8Ue4nWpcqkViiZuF4FxZyLDNY9woHXLooAA2Nr7DEiDAgY8fao1QYizX4rSZrCF5kqW2spWLA9NwEkEggkk21Nr57HEWBFl0ujZ86JHNcvITmfZ8ySASFIINwod9RfuBW4Uwg7Wd4zGKHc62OTUuVnRmzKVlIuLa2TbW5Nyo6nbYr8gMQ+9l9x8YIXFo1BfqjudHKtJzu/qqPY+Rtf8ADuNk9X65VItUl1SfUeOjiqQ0jN05bAjT9UXsdTqfQjYlxhUJ7WCKtWYH6BEqOw01xcuZIcSVH1uLEW7afXYGwvhz7ZT3J9ZloisI+KtLq+lVje3lf8+5todLMMzuOIsbMNzCJ7eFS4FZbdwvUUZ2IGSfxU9OZXyEHQqsMxtYC6SPUz8LwKpVGmMUYylrWxCRka4ts7ibki/qPTtp32ocA7vItZrMisyuulsO/d+/xLH1Py+n0189nHFZwbVHWGqzVoqIsXrWxmy8RSNRc+afIp7m1tNoRPl4RX7nAgkmhz687Pn1l6o0vDUVCJ8eRy+R1KQbZwVEHKkgk2BNha5BI2+MR4AxHjfDj8qBUeOuU7/V5V8quiwcOW4CrA3uNCfyN5iDfPAxvVH8OUanZ4vLrgOpW0EpcYISfiJOgIsAPIBVrXFzMo0iqYXaYo1BqyOA/mSuLqpOVXVfqubDW1+xNgANNg3JuEYV0TxmfKDu2n7tK9UouI5a26ijK0t3ihTDiFWUhwaAA9hfTz79zfbr6JKrzUufWasiLKYq+dDT7WREhIVbJmFxc9xe1/K4IsW49wdPxHw4sV6VzSMzTqlq6VJucpBvcKF7diCD202OcG0X3DgOBhesxGFvwlqSxI8TqUEg8O51KQQCAexBOlzaNPo3Zt0p3fLM4YG3gz4uPK1hfocpy4X3frzdYQdR+IJv6i3pt8TqdXq9PgO4SalUisVSO+1xWnTyrym7ZjpfI4LpuB3vfsSdq6jYRagYj96QGc9RWlTTS1pzLVm8h5nTQAd/rsT4XgVT3pxaXL5WVCdXl7/DftcApv5gkAHQgEa2I20WXtjiP1ajcuBIODDKpeCGIE97riyEtIzr+W47eXcn+DsvnYHIY896T8nDRPSv+7lCtbm+tu57A7NWDT4tUozf3TjoWrNwldPV38uxB1/HYZxBh9qfhefPa/T+8Uf4spzpPl9Rc/u2CXMgAtFTvGw9hdqs4o9w/wBSqKlSnY/iaS+Cc5SPRRuqwvqo6+WxhuMwa1hLd8260y2hb7q3en+Nf39tgKHQ8Ryq9LgcZE1DCXZUrIgJWy1cAFQvmWAT4gDYC5A77aTquH4uEvZ9ouKGuvjoQ1IWlWbh3Wq9xbQgC1vP12pv2KTIfmKCrcLGWMoGHJTr/W7y+RSsqk+ZbTcW73IB73sDbZwtUaLuvix8W0tmLKWw0pDr6UdEhjw9XoR2Nux09bpahUOBVKM5jefXOSlSpiosXoWnk3wVqYcUoGxaWEWUsEFClJBFiFbSN729PFErC7eF2paIs2vO8rIYyZVMyLhKjpawJGYqAINgdbX2yNEz/VZ/M77pS7v8G17HmN5+9qqUR9dBmyltU2Vl6Y7qCoggXuQFaeZy6n6tCTBlVSVPgVmnRVxZTrUpEV1eZDyUWF/xFgQoagkHy1MN1DzW7nBDG7mvRELQw0l1SPCnP3uFa2NrWV2+liRsEDCGLcOYyfntffaJUZClxXXbqSlpd7jQ2Q4D0qTbQpvcggnXet+574lrBuWF9exjRsEUaI77vmrR8rEdCMyf7vkD+IsCBew7D6w/vRaxG05/RK6cw2nrVKdHUnWxCRc3Ppr+Ww5vAkNchB4WT4kzhO/qqaSCT+CgbFJ7jUdiRsHPU7kIsuVPraM6MrtNaaaVnev2CSCQRe4I0I1HlsG+zs/ZFjVDim4kpdGr09qsvLp1O4udaX/hJbWrULAOozDXta9vU7AG8b2hovFYgYDpKOOw0ph2Uu6eNfsQm5ANu6u57kbTYe7LeDvk4dZr1Qi0uLFa5driryqyjt0Ai/ci58hpfvtLxBuAwlg2BHiyqihc19X6dbvhTYm6AD5H1v3sT2G3mF+oDnLcE/PxB7OfxEXLp2KMWuttT64+uVKWnitZFOpSm/cpHcDysL/idmiNxWF4FLpsWLSaiiVKQnjypCBnbd1uUkDKRpmF0jSwIuCdrnAe5zDlGqn2jpdQmzZvUlSlLKkqv6DsPpa1u3rs8CJ8+g8J2IhD7fhWjpy/X+LXG2iNOgGW5kEY9RP0vANewa65KpbyJqIrSVymF+F5AsTlvcg+dr+Vr+W1fi15rHkVt2gxF8qwrIqOtIzNqIOik/tsRodfMW2ajjEBppz3p8fOnIjKopzeR/H/AD2W1fgchXuawG0tFRYazyoDSs6nEd+x89NRpfQixF9sPW6Ne8LEzx8SUNjDEGqbhz3M7E5+kvzYXFzOxV9KmVC4C0Xve19UnQgaEHu1IG5OBvkittcpTkU5aOiUpGVTah62BKVfj57csMVGBiiVEqk/gI6VI6vA4oX8XmlY87EA2GnmZ2H5sqjSp7VLxYwxKW6tLsViaGOYQeyAb6OZe1++nY6jU02iTVY3yu0fzxF7yfY3xRheVP8AdcuLNisdfi69O49P+P0vtX0rcy1hfC/2tqjS334uR3kmurMlWhJNu6b5vMEJsO9xp2PV4rtGl0FqrPyskVTrXNL+K3bRbSidcw9Cbm/c7DlUxdQcLwG4DVOWta2krzOp6cth69wCbaad/PZjVdH0lPm/qLlFJ9TbeQbftht+7fhNtvRzZgfj+U5GgLea8aEK2zZVN69Ui8eBPiLfQvo6V9bavz0I/Yf8tnDvFxpAiyuQlS0IW+vI1n6Uq+l/K/ltnXe7hefwvtlhz+6mewm/UnQByw8x52FyPw2HqdMt1J3RW+xwOJQTWealOOxXuhfWjN0q/D8tqOoxnWtjOJgvG8CjMT6zTkPsPpSpC2FZlJSfM6DT8rj6a7C1Wd+K41/ubfm/+JelHp2tOPtY5ETKDZmUDnwvi7SoczaHIc2jqc4Tu2Js3CZ1qbuVhGh3abBQ667tTQZLWxphwxf7X59kbj2vKW0a77RLWDhxrEbTcWVLfhPsZVNOtO5c1vI+dvX1+uzc3Z01qltOReLx8n6ys2y1hyOVqjf6mzowqzS5XxYvwH8mVWXwq2+0/wDxz1/6uv6W4+Q9fuJ6K2sqog1DYaqm8aXS5VOfY4bSXUyMnwpCj3F/JQ9CNQfpqw5LbUBrhbftJoPK1lye715/Av8A47Q8dj4X3Xxo2+uuPmCbxGZT4qpTU+luOxXloX1eDZB1PDtZgSnJUXO8jqWv5ld+xH5+IeY7a6N+HVZTTvCd8G109h7hRef6Mni8G3k+u/w3X1nG9tuPxFXP4ilwyjEcCVxXWciEf3/+X8abOnA2Kmqy1yrrvx0dC0ZurZV4vrXKwH+Vd+J+rtRYCxa7Alc1Ka683Xk8X49h+Y+vn552kv0f8OOuk7mSZFDGa1YTwtq/EC4s6A/AdZz50K2qMOY0gVSK21xuvJtOkfFd4rW3uEsTU18ejHeJkjejueaqlUfda48XPmTmT8t/O3p67Z2YwZijCVUq1LqjyH0If4qU5OlxB8jr6WJ+t9Tfb05VhuLVGuFKZQ5/u7BGLNwWHKy7xZTXy5V5NvHdQ/hYW7mrPJg3q3L4zCVRn0tr4tGpK2H150SGGuprNbTKBqNfLX02v8GYSxljJpt2ltIixc6muPIVlQlQuADbUdtNO1jrs+athvCW6VpyK1T86F/KlBUty+gINic37dhOm4ax5VKy/WYsRGHmH8yJHSFqkI+R3JfKFWNiQQT59wdvIWfw0anAfy/IHEQcMsFn/Z8nxYDk+qYhYY6MqlJupMdels3qk62Og7G3nsOYNw1P5peHJ8TJVKdIysTWldKk3sb6a38j66d9C/4uAaDhxr3pijE79URwkoddkPqytpv+rewHlYjS/wCGwpjbEWHKNWYkrC/Dmof8LrVvhqA7H0+gNrfstsVaCnTYPqDz5Q+pFDao1GYarNR5rJ1od8P4aeRHnsJ7xt5OF4tLco0CWjmsmXJ/dII73tqPr2v6W2H8T7ypU+K3S2v66+nL1+Fv1P8AH12EZW7qBA4dZrNQz8fMvMvxKXa+iT5aajS2pHnttX1otPcrEaRsffLbdhhrAfCcrNZiMc7nzoddv/5m1+mw8tQb30GxpUd4FGiut0t15DCMik8LIMqkdrfu8u/p32RdTxE7hfFD9LivIXCmsZo7SfEl3sbHyuNb+Zv5gjbhFqsXG8+m0ufnRNXITH5hq6kvIJskEA2CvIkCx0J87Zvfe1lr34J/EH3A74mnKjXaXFwQ+1KiLQvl1LT8yu2ikkdwPX6gnQ7ZZfU7Kr0tp2IvItClZ8vQpGh07Cxv20/dto32k5LuDd31JagREL60IX15cqekE3Hb6m1jcjXZN7pWZVelS3apkyeJKFfNpbTUixvbKNBbZfr+m1V1iVA5OILWryBKjC1f5DDmMN19Zd+5V6Ap2L/4boBA17p8Isf33tet3F1V1qK407nQvKrMj+7fX8rm9xsZ4xpuEv8A7HJfHWwtceQ0/wCKP37nRQA8r2BH71vu6l+5q8/FitZ30SFZEI8abm+W19b2vpft37bIbrq2RLP5cQK1tVgx7YO3cNYopdagO50LfUpUdfzNq0yHuf4v32Gk17FHFw819xRVKQt+mrXKvkkJSdY6lG+pA6VEg6jWx2ceBKjKgUF+su074C0dSmr5kqANtLflbvra2yERXZVZxHLdd5VC5srirX4WnLEddiQUkpFlJv3uNRbb3VwRNKBnHzCf/aV+OZVZlYj4WI6SujxX5DSVKnoLrUO5AzLI1CBoQodtNnc9uGwvQcOcWvYn93Sqgwl1qfCmF2nSlWul1takhaFA6kEkKF++thas72WqXAcpcpliV0qayLu75WAH09AfKw9NhCNSMW1SgsYjdiL+zSFrSjl/itRVJ1UlScxLVk5VC4Fxci/YeX1HUhpvGgbjCV2fygZk9BdpdP8As5PxCuqe7n/hZ3eLm9cqySoA+hva1reextU2MEYjozbVUwnNQ/kRH5qH8J30SfLNbtrpbQm1tggTsLwHeaw5LYq9OW1xeO06FLbQk5VJejk5m1tqKTmFwpOo0uB0rG9mqUusxKXApKJUV/K0p3J0pSRbMdBp+YPpsLT3dS1A7mQAfjEth04MN93eCaDApbfPuzVvoSrlX1qKEyEgEZUkWSHPMWNri1rWG0lnlWsL1J1rDz7dUp2ZfPxWsrriBqBKbFipJHZwAgKBBHmVtgffPVMESqthKqPIXCqKlPopspJdajvkXKmcxBQgnUEdjckanZ4bosY0HeXAcpbT3JVulrUtjumQynsTcgcRBvqLEHt2tt6DSJcygE8wy1BlihjbxsW8g3XqXEQ+iKvNIi5y0/kB7pCvTuO1xYed9iqnb4IG8Gly6XRpaItRWnhNKdt8OQR0KVrpckJINvF3Btsb7ycGT6DAblO0mEtbC1OxZkVAQ1IRcFTa0XAQ4D2toBpYix2zFjum8KsuV7CVPbYlIy8VprwSkX6m1JVay8vUkgm4SRYaEFu6jZpCUvgCgWFvsb4i30/a3FmF8UNMTaXx5CajRH3QtWZKikPMp1CVFIBKQqygbkX1DOxlQMOO0Z+jUuk8CK+6rkpCelDb9/0dtMqgbjUAdwbE7ZyxEvFuCKpRd7+A63KWxVIvLrkIXxWm32QDw1m5BIyqukkEDWwsTtd4+38V5qjUmU7iGl0R/FaUuuuymipjikZlLtocxsCbWv6g9w2WrqU8fmNV7scQsexLXp+F5eHKzUci6QpK3UqT1KQly5FjYXBF9b6G1jreHi7GuI8JYN5XCWJ6diGLlSpGF8RsBSlJICiI8hGiNLkJANgdLix2qKGa81K/7UcquqLaW1KUwhfCkIyePIvqSopAJSrsb2uCDtX4owHKi4Ips+A0+hjM61AlNJWpbKUkq4NvEChWgBNwLgEgDYGhSwth/iF7Ydcyho9GlY3ixJU+nMUvmkJS60uR+hSdQCoDqtYAKGt7XB0vsT2ed32HN0G75+fAd+/VHNIdddVmVlscgufIC6j3FyT9BmPcrh+l70JT+HMUVGVRMURUpnwJsBRTFqSAQHmZEc9Ociw4qQLkm9jY7aBxtVWoFLba4PNUtEVWRbD5adbfHSpGY3BTppcG2Ugg3O27X+kMw1aBEiKq2/SlysW4hi+7kP4rYzyIsBN89QitglXBSbAvJRdZQDdxGcpuUEFd4p3qYpxjhxEmhMxeDKSiUwri9SexQ6gi4IHkoHQ2uCCSY9XwBS8Wz4mKMEYhYqK5r/FhIfkIhTI76SM7IzkZXQUpUCDlK9UkBV9pLeE59BxlTYE9lbHNSuPIYdi8JKVrVmUcpPTxFXJSkWCs/a4AqFRv6wi1r7+Y2Y+DnaNu5bxRPpyEV6UhEx9hKcqc5Re6RqMmmYi173Nr6bE/sz1ejVSvVJ33dTn5VUjqaVFlJ65SNQ4yhYsFKHkkg3HbUafuKET5VZYlRasj3Ww0qOhCF/P8wN9AQRrfW2o+uf8AHmIHcJSq07hyWv4+Z1So6svDWLFS0KBuDrmuNLgkG/Ze+lUfOOPkQRU1czY2HMB4DwHzEWgvIpfUrhNTci4bjWqQ3mQi6FgdlEG9iCQbgp6l7r6zhfe1Xd4Pu6VTmKiw7DlQFqz02qQHO+cXLb7KkgFKhqCBqkgjZbbpPaPxvij+i8eOsVRaMq2p62skhxOUWL2XRayNSuwuBqL3JZeNceY8i4On0bCQYq9FnIVzFOzIWuPcdTjQUQtBym5ynUixSQSC21Z7frIgLNTjgxi4dw/QYspyjT6JFQhha48jjtBDsddwnrUU3Ta4ObQC6TcAnYcpUd3CVZrVLaiLYXC4ruRfUtOpIWk/UdQIJBBuDY6o1/evvfdpeGp8/wB4sVfDTTrCa3wChcyGhHweYBBS4ptJUkuHxpKQoEpzEtO/PGVUit1SVhOnLfYaUiLPaSUKcSE6t9KbFACswA7E6W1thai5LgEORg5/xKpaJWo3nboP5xnJ+N5b/ueo9SOKvM1FfuT5EGwISrMBcEg2BAIf8vfe1RqpAr1Gqy6wwxFyMSmrOrb/AFQVpBKkFJPckX8tQNsnQnIsVp93FG62LUadNUrM060FIUq9xYKBtfyudNCDroyd0uIN1WDZ8us4Ilv4eqLCUyvc1XX8CUwkElMdxzMOK2dSnUKTcC+g2sNTlP0zg/0gS6buDgzTOEd/0/ElFq2LKDT4reIYWZaob6y1HqTII+Goi/DdtfKqxFvLuBM3h4jxbvBwa/7hqCIMKtxVtSodXih1LedBBAKVW6Tc+YsNdLnZAQ97sCfjdyLFolLp79aRnTS1LKmJSw2C8mO8BYL6SoIIJtmIJsRs6Iu8OlysEMYSn0lykSkZeQVIsnNrcoJvYXF1JULgkWP1MmtZ02ueYRLT8mK2O3i3dVjLD28usy6pXqdS6Wil1JpEgvtMtdXDcZKiQ40SpakJJK0lLqLkBII/Vd6sXAeKH8Ubr3uSwpXpTtNlQkfoFIcCkF1LaiBlCwSRYBIVcWsdrHEe+tmg4IxRgOBUIs597NwkyEZ8qXihC02IKXUEBStNUOpSoGwI2We7eH/2Sl16qRItXoKHVxZ9OkLOV5J8S0FVkhwagdrkaKBG2alTp1AalGOcYIzxj+kJ3WfwX+s1/gbfPS6Dg1ujYjZX7o5XJDlKa5hEdJJTwli91tHwkakC4ItYjOW8VrDkWVWoGDZfu6LUWGqvSXY6C7wVWWohhwGxW2UlQSelxtSkkE3BrN3OJ6zVJVNw5S5b9Rpz6JEKfDkJQtTnCGZl/NrZSmxZRAAKtbWJ2J6Th2l0usvutVFtilrpqpTTrqcyYuVzqPbM3lXqT2BzBQIuNvS6xfqKQYGx3QiBuHsU17lWMWxZbDFXYTl4sX9AqQ3qkgFQHDcSL2Nhrra9tmZhOv7uZWF5eN8JRGKXUZqH+fgIj8q+26rV9kt+FaQu6gUXI7a6kqikU3/tHiWL8BdLm5ZWaKscBKrWWpAHYX1uNBmAPfYZwpiXehu0r1S3S4jZRVMNV5SpEVEhAd4NrcvNiOEAggdK0kEAi1xbqyemWGl207D9xLKFdD+fc19iuuc/AiV6sxJS4r9IQ06iH0qcSrOkuthFi3IHEscpAUkkEEWGwtiXDP8AONiik4y3fVZELEVIWxPnpkMZEVBGdJKlslNkLdQXEuEAoUTcAEkCPu4qzs+fwp9RWxChU7IjipRySlg5lB5ZN2tLZXfCkjq6LkXKK/FoO8umtT64inU5/i02Q1IRk4KyAoMvXAKFE5MqtAAvMCQbHVbxcYl6e8wGIwd9eLcOYsw5QqDKxZ9mpUWQzPyof4SkuslKm1IWQb5Vgi3YgkEEabUVH3cYD4tZ3tUGk0R9eOUJgYqaa4aYdUd8Od5OqL5jcKuClSrjVRuKe0Xutn48w43Xt3z32hlUj4sqkptzGRF0qIAvcg+JJFlWSpBuSNlbulxxXtxmF61FxHhj3XTqjH48inSkrSl5J0S8kHW5/XBJJSBqQAGGs3cQ9iOoyTNFJ3XRd1VLbapeHn5sWVlfS1CRxVpvbPZNyQNbmxIOpPc7A+8FqjRfvTVO/ot9SYsqKmLlXHkFQ4ebQrZzK6QogpCyjUBZIkez77VMDFLsiswOam0ThJRyDqFJlR1gDMtnMLOtqFjYEXNiBqq177QFOxHWapExvheJCqjD8NL8VqFKLUiUlJuptSVWCrghJB0IJBQbEbI6jawxFu2GgNhWgbpcRym5UqtsVFCGk8xS560tOtpVexU2sAqScpAUBoRY2sbLz2st9u8Hd97pdwQ7V4SEJVwuKgraUttd7kg3UjJcKSkhQSFE2GoIMU0XFuLYzmN8Ee6+PSFZ5VBrkVKn2WnMoLqVpBUlg2KVDqAWlNw2DYKaKmguz35W9WXV6Dh6VmdpsriqlUuG6pQQ8yv9UFakjK4Bk4tmlEZmzG4VV4AlaKsPyeJ/Ubf67vLafqnvabTuhpbrEJ8p4b+UlVxplBV8yQkkWuCSSXDuQwJF3q177Ru1HG0Wr05XKqqUBcV1rhOacKVFKArhOC5INwSi/SpKSEw1gGLhbDnvlqJS5XNRUTGJ9LX93qUJeZbTncjMVEjMkqSq3cEFIbe66q/ZeJAxlu+ri4WIXFJhLTPd/SXN0x5B1Q+kmyULBSspypN1pSoZ+nLveQ3qPmpVO9RDDEjGHNxmKIGCKpT5VXhVt1LS0x15pDeYLPGbCzny2bspq9gQLEeJTewFird/j2jVndBiKiLqFIlMcJMebFcQxMSoAqQguAFtfmG12UFBWVRABH9FlVTHlBgfzq0SkPSkOom059UVbD1PdKbpKHFXOTUjMQApJUFXBO3174w5Adc5qJKi8CRwpXwsq2VDW4T5i2oIJBGoJuNtfTaZdM5fMrZaSRsEzVj7dS1uIaqeCIFD9/YKxXDlR6Mvi8J3jpbdKYji12Sh9a15QVlN1hBuCSBabmMVfdcd0HDmGKo/77paY8pqpU5yLKTPjMlhClvKACnUDhpJBJIZQpJHcaKkSItedl0aqclVIr6M6FaPxZTBAF7G9lAWCm1AEXHcEE0ycMz4FLfi4SxDwcjqeEiU0H0pRe/CUonPlHZJuSAbagABrKckQV2uZgEx6mR6NjH2h8JRW3cZMyp1UizUsSqJPU5CVUI5UEB6KrrUlVlXBBUknQnVVwb2jG6X7rnyqNh5bGJaitLTqZEVLExvW3XayVFsLsmxIuoEXF9tzSN42F3ZVNpeI2WESkPqiutTWsvBkADpuq4spPUCCQQO502Ct/OHd328GBA5qrIirYfU1Hmw8qltqSkrVHURfpKOqxsbDMCACQAqnsGBr1IzyJivcPK3g7r8ZVKvYSp8XFdIhNR/eNOlXUJUCQ4pDzS21DM2tC2woqISQcpAJIB3Li/epijHmDYk/AdOiwptOUmfyq2uK+lbZstUdxtQSklJUDpqCQdDolKljuBuvrNFgVSnNrflNI5CrKYUtL0NfQ4045YrcaS4VJWk/FYcCc6ClbZU0IjPvniVlqIxnYa4qZFId4UhtaQBeyCCSUmxABuLEFQJAz9RqCjbYcuXbEixt9+9Xdfgik48rNDp1Uw9iRf3X4vV4tU3AuhehVlvcAE30IEPe97TdTxjS4kVzBDHAi5JDEh+y1SE5QFjpICSCrKbEEgFQABISjMc1Nr7JMbucUNTWFyqzIntSEI+7zONxFJeejKslL6b8MKbyAgqOU2Sozju9nz6NSaNArcWE+xmaU7PdcTDUrqIDgCCSgrOYOISFIIBtYEF1LE2RoVhVjMwhvn4uHG3Z7PveEwhaMjTvAqUFOQkDiGyH0oI6Q5Y5bgqAA2IcP4zxlVKW3PdqKKjQcykSuK6ErZfOiGHs4zMur/s1E8NwhKQ4SoAobB1Er26reNAxbVMPSpVIpE9pqvRUq5phMclIJ4yLpUg3C0LURqdSLkBzb9KdgnAdU96boMQrYhYogLiyqbHdzculYJ4ZZJzNosbpuCkAkDTKNuL8EyPuGDFpWN/NLlbwW8B1SoVGLCW+ppp1h1yO7lVex6ToLAA9yCD3B0ZGEd5+A8ZRf6elom1GkZoTU91oJdlRUqPwuIm4VlsCLnQk5SAbbK3fjg/Ae9CvYaxH7kYw1V0ZIuJuTa4TWYozRqg2wAAnRXUpu5IWk5VBIIh4c3S1Sg173DWcWNrYlLXFlf2qUrWLMSGFgnMk9KSDci57kFOyeq09OsoKufcBZRs5BjYrOI931Gxa3FwvXH5tOqi/i06e0H2I7pFrpVoctiASdRbW9htLxtX/tQ1SYDuE6dyrC1tOw5UVL7E5hPSCkWCm3U6WdbIPqDcWEaZQqXVKXAn4taQit0vPAlPwulM5CTlTnTYBSwdMydVJIJva5cG7iq0GLFfo0qk81C4vMNOyEnPFfAvmuEnpIPUsAkI11AN8OrQ2ae4NW2PjPzE9hLz6mVf3XApuI2okpEqnMcnHmyEnNy5IBirWR1pBT05rlJAsSAE7JCr7uYuI5VSqmF2WKXNmr5p9+KvhMZlG6nkgdItfMUgWJ9LnbWcbBjdGpddd3f1t+ozV/Fdw5UVNqbcziwSnpCTcjRQNlCwuD3QeE5+HN90CXxXV4DlYerKoFZyRTwuF2IfZzJLSw4UpKjYEHUXFz7rT2nYA81tNXYx98Re4qwlhdqLEar2IX8V1dcXKhEVAWuO+gFQQvKMy2VFNkkqJSTa9jpTTPZt3fV6qUnFDrtUwu+vI+7TZXDdS4tFjkZfNyg6XCVA3PYg3AdXtGYbpe6XBrFewHizCk2oxX1cJpLraHnGFIIW2pAUtSkaZgodlJFxbUY2peMcUY8rPCqmIa9UVoQ6pqPSYS1qypCutI4Z1TlKlJvqCCDaxLFmoKDiO9hbeZqDGsDc3P3g0XG89lC6jS4vS+lH3eckpSnMoaFDoylN7E6EHsNq3enjGqQK8/u+xlg2t0th+l+9IGS6OMx/dIsFehSLkGwNrnZdbnsdVSVS6lK93Im+9IC2pUd2OEKeUP7QIUo5VDNnSCoKvoTc6EEKu71ceO0mjY8alTaJSGuBTl5RzEfiGxTmN1nUouokiyRcEDZSt2tJMp2K1fJMHcU42dw57tr2Dac/CRV2uV4sVYVxFD9GoJuBqQRoSSQb3FgRb2rfcz297DW9qs1tdEi4ow0w7KlU5tSn/eUMrQ+pQBBLnDMdNibqCSOwA2bntAYPlUF3CeF8LvU5EWKl1E9iUopU4tPDRHdYUpJQQQl5SgSlYK0kAg3KorVCxvi3C+KMJYopyOVQtEqA6hHFacQAEqCTnKQsJSCCCCdLgE6NVxkjckNd1G6DcFjyU/vBd3uxcVvrY4T8VDoiqjquSc0dPhUSdSNDoctwCbGs7ivZQaiv0v3et9a18VfLz3UqTob2KVDptrY6d7a6DKFMwZKw5y7UCXx4r6ldSXcy2/NQVaxSTfsQNLHXU7OrDGHKpFgORZVPpyFsLRm+K40txBGiyCDfXpVYm5uQNbBuxX7JKHE8/qd6PnMu3a/S6C6/RsG0Oaha8keFkdOfKdOInq6baE+WgNx5M17HOMnd0uMKNKiQqjV0Ut2luz5SwnMhxstBcnLopGpzKABGlydSR/d5gb+i6lWXWX0Pwo6neE6pDqmbnXKvKM6bggEgG1r377Q6N7rlO1qLFq39N1SA6lCUOhSnE5L+A3CwT5W1OncW2xtOMviU0yB23Q/p2GKpulpdNar2IfeK1wkL4Up0LdbVkF0JVochFiB4TckpBvtFqGKapXuI1S8MOLyL/wASk9/IeXa3Ydx9dr/dfuWxHvpqlNxHjKoSkU6lxVQlLaujmGiSrgW7FKSrRYNwEgA3AtpWrN4c3aYcbo1BpLDDDCeE0hCRlTpYXJ7fUnW5vqdp1tZbxRsRq9zt25mK6hR95c/h/wDZmrr/ALiIpyK/Pt6WN/z240Fl2BKYlV6k1GKiqNOpju5MqErZIC0qvqFoVYKSdQD2Gh2cs6ZXnao5Pn4xYhIf63YbCApXe9wSAP3E39RtEoculwKXUoFUocqqUuqP5p/NXSlxVrB62im3Qm1nG9QALhQAAyK+j1sd1hJ/rMsVqDz7icqeI3eK5S6W9nfXl4ql9SdTqdNQPOwIJ/cJMKk1SL91peJ+A5VGFSIs+fHC0tugeArQBYGwt5n0uNr2v4DpeHIsus7vnV15jhKd5d9SOdhq1IDyb2Wg9kuoJQToQg6EPxHjGLWf6BwvTqjTlv8AC+FKyKU2stJWpGmlw4opBBIIsdNbq2q+lbZWnEp2ykjYqqde3jRWIDVDYYlMISiaiK6UtSHwBxQ2pQyjUhWW9wFfUDYiwriye1QW6DVMMxVrpGbkH3Wgl1KSTdtQF/wBPceV9TcYQoUCBS/cPBQtteSVPzW6VJNs+nYjMUlQ1IJ8jbYXrkR2LKnyoEtDa4rqkqjqWUu5rgaA2v5aedxszqar2p7h9ScL/PCiv4vitNQJUqkwYspeZS5CEZensr8CPOx176XOwjS95Vei4tbrO76W+hHRz7S86o7ydeyb6Egi4AFu+hBB+TLpeMuJS59Pfbi9PiulTKyNbEWOU6EG/f8AAnb9q9Ui0FqI1S2ULfYaShDviUpAJNzbubHLc3Olr6HbtDpw/mfUlgmzxjUcTQd7+HKlKi5IspDvCfaadypStNiSMvTfWygRYjUC+gzk/guf9rX3Wmn34rEjhKRnbzKSg6ZSLi48joCPMXvscxqjjeg0ufjfDnJRYs1eeQ1HV1KRYArIGij5i+pBJ1Pf6p9b9/RYE+lvIzraU07k6cyiTpY3yqGguO/YgG42PqtMLGBEvQIHVZiqNYtbr0CWhEWUrkOL86XVDpC7aggqFgf1z6avOl46awbhJvC8WnRftKuH0LdSFtKUPJY9PrbX9o2FKDRuFS5c+qUlj7lKQtSmkZvijzKSbEEqAGuhsL7Fm7nAcDFrT9e5TPW0SlJdfdvkU1e6UJ/AGx+puPOzmnUKIW1wF5g1VX6zihph11pELhrzyIse6EKVYi+Un09P2X270ilfaOqMYSoz33JjrqLqbfQ8P6Xvr9AfUHZ0t7qqXwuFKdfWtf6vTlv6eY/DXa9wLu3w5g1p+LA8c13irddVmVmPqfx/H0sLDZoFfUz/AL2gy2mjUuKxRnWl5FtKQ000jr0GtrC5Vbt5nZJ49wxKdlMfYiXKlNvykuqRIWFOx5F+oZtDkNr2IBuCCCACWTvCw3Xp+PInuutopfut3mEv5zmzCxAHoQbKB7H8LbGcKltc0/XpTLEqozcrr8hLSUpUuwBNgO/r+JPmdrGs2uPxG0wiY+ZQ7r92EXCUVyqT2ULqk3rkKT0p9bW/0/gFMqlwGpTbvKI6Pn/vbVtRxfwnWIrXWt9akNIT4VKH1+nnsN1rFc+K641PloRn62lp6k+th9Rcaefrs3ZZTUuILtt7hVUX6NAafqkp7JwE5/F0/nr/AAdhJ7eXQeab5qWjlc3Wtq3h/Am/oDbXvbW2wtj2tYji4XcxG7h7PSJWRj4q+pxKvP6XvYEa+egGymmYa5Cl+9Hc62JTSVNO+LhpBFwrUWUAQCBca39CMbU9TdRtpE5UaMHGe8H7Rz+awRUX2/jp5dpd0up6Um4Ke6QrsdDbLpckCiexhiijVR9qe9KYqM2UqVNfUvItTp+unrYKBFgdBrsW7hMHNT6X9sp+R9HCVwEJ8Wa3mRobdvQm5HYbO7B+FMJY8o3CxRQ4U1b8d1p3OkZkqbUQk37hQ8lDsR9BspbXfqK9wbBmtXpyK/cD91mIP6Gcnu9a0SGuKhfUrMTYpPrp2tpa2xJvcpLWCGn4sBpa4T7XvFHzZdTdH1sRceey7ouEMR4IxbPw5F66dzCXUJlK6lMHVC0qCdbEBJJPrppbY93vY1o2MsOT6X8eLVHGkwmGFozdioL1GmU3zBR8rX89m6mPZHc9iTU2zOYl6FS5VZny8ZRWuAh74UVKk+JIuFdhoTe+ncW72O1zh1rFu8Ce3uhi1x9iFVJ7GaOpRU02q+YukedhcgeZT6m+wdvEx27hflML4X/QMMIz57Zm1/MPrYm/l/w/F4yqsCLRcb0t1aKpFy5nUeLvbW3lm76/n22lLUcYgd3uaGreC8JbuWp+77GT33XlUcB1LQzOJIvmuLWWFJBCrAG1jYi5yxAV9st77FL94fdcPJ6HUdXEdFwBYHpukC2t9ANe2xrjXevi3FFBl48xbVs62GuErpRwlZRmT02728x3Nvqdl3uya+y9LcxvVGX1v1T4r7qFfITfUDUWJve2hsfLZbUW/S191FzJDqs0RhmRXqzF4U93mpUJalwneEUKej63aUBpmb8rCxTpYEHZs4LrFBdpblGr39VWtObJ4m1WslQv52sB300OnZZbucewKo6xxYkp+KtKVsSo+VaU9rX/AG+RFv2Db63qwWqW03iOg1BHJL6Z8VH9mo9l2+UK1BsNCPLsWNP1BLkziGQ7hIu9XDUXDkWmwGq2t9DDrq05ermkrtZRH6wI11uDcHsdrClbtGsW0aJXmqgtGRhXHjvpOWKsd7EG2QnsbXsb6EW2p3q3g3G8Wk0ufL4GfMliVm6WZGoAdOoyqICSRrexOoNz6LVXd1+Em5XvZDEri8rIgLVmdUlWl09woeumgIsSOwe73XIxxBbWzxBBuXVKM6/g2g4eXzrCVIVIddXlZ1Nzcgk+RBNwQR5HYIkCVAdcqmKKfzq0OpazJdKlpQTqkA6BN/S1vLXTZt1HGTtZwa3PozPKzWIqvGrreYQOoJJ1ztpuoA3ulKgL2A2F4W9DCTVGcpdZpLFRqmdK483L1tp8woWIIIJBAAvcHy2Qfp7W27z6gra/zDvdpiHDkCgttNUR9hD/AI0u2zZT5ixuL3uOx/PYnmRaW1S36pAq3HixVpdU0teVak3F0+gVa49LjXZe0rFOHJ8ByfKiLpcVhP6XhZ+Ioa3Ave2lvLXz9ACs7z6pXmp8Wl8fgMJVldQnhcRI1tlOvb11I1I2K5ZPBRJRCo4lxvi3mRYvDi/dYSGHUOx1Oryqc/Ia6E6jXS5102AU4+3l4oqnFwvEixX1oT/SLTWXMoWAAN7kAa66i/fuNl3Hk0bHmN4/P/8AcmlrU+7IzqcVcaeeZOgt+F7eZJ6jvOgYcnt8q9x0MI4SI7Vko089PP8A02FSldebLDF7dSV4EOadS5WF+BWcZS1yosqRmnqQrLw3VH9KAO41FxoD+QtX7xt6mCKXiOJFpdPhVRHgfdUoegynXS473J17fXZF7yt81exG05Aqkvkqd8sVrxK/Em1/w02n0bdq1jzdz75wQ6tFUhZn+VR1cwgeNqw1Ck+IWJuNLHTZldQj8Ujj8yK1fUw9xJjqs++XHaXLRFlZEtKioaOVSdAM1r3UO1/Lt22JVYhrOLaWxRqo8ukSmGlIQ+t0JU4kDVCFKGU3F9CLm3a9trHdXuj9zUaA7VKS+urraTlQrrUpPl5mw/boNmHG3TxZXPxd40v3dS1sOpYdYSFqS6QSgq7jJcaiwNyBoLnZw6ey1MtD+C+Jm2duLznCaW7+qm+3barxE9waLLc9EHZ8DJjZmWN72OoEqvPwHcPe8UI+dp3K62nsSkdj+ZtfS47j7wrWYE+K3S57K0LW0lbSnenmGtOq3bMDooDsbHz2WOIcP1T+cF9p2oIWwtfFaUvpW2lXe4+ZBJtmBNj3tcbNCrzMLwKNApdUqKIr6FpXDfX4c/oFDUX7EfkbjYN+qWonf6EB9w8pX4sxz7ra+yTr3AyJzZ1X6ka/5edvz2VeIqc7/WouTIvwZVBSfyI02bGMaDRsUUtiVKaW+/FRmadaV+2xSb2OwO/hCByrjrXHYzrV+iWfTySbi3r/AJee3yP+LNLodXYbamO7HH4i7jcpWLZTn9k7tDfU7/ZbXFXjNRZTjTXX/wChZf477VLqNvnO3YdpmWRjidIE/hfCd2uYddda2FXh/ubfceR/43RtWyhXixY1N4xm0/GP+12YW77eA01Pba436vXn/wBNs+MyNrKm1V2K7xWv/oVbG6Tc3SNUupr9g/8AEdr6hZ6M3xRJTs+LxeN15P8Aytk1vTxPVIGI0OxXloWwlS15fC8k/IQdDa1/IjyPoCYb3n4jditxWqjwH/l/xdvy8tqfFFexRKle9Ky1x/Cl3slOTtmHrr6aa6i3b7BqP41XVaUdjIbjn8fmaXfDrxG0itc1FYntNIzrSnPk8Pa9v+G1ZiffL9l6W406z0LaVnazdPb1sfQ+umwHExi61S/uDS1oYy8VGiU5T5k+VvrYW89hTHWFMR48gOSqC78dCPixXVZcye/16vTyPr6+g03Va9Xp8qc/kylg+RFxX98lUn17iyqTNYYW6rhTIqitr8CEkhSLdwsJKSNL3OxxhuRWZ/3prP8AKteVa8uX9cDLmT5Agk69jbblgPBjUWLyFU6H1r8ak5ersUfUH8NLeeuzOpGE6NRvi83KYWjx5FDwHvpY5hbuBY21A028H1G5Lrg1Sc/JP/75Fb7eDL/C2OaNFgNtT5eR/J+l1y5vqPK5/fsXYd3ocX4Ur/0P5fXYZp+C92lZ+L72yPrSp1OV3KlxHqO+g17HT8tpbuDsBwPhQK5klIRnQvihXGR2v+APmLW9O+25ousarToN23H9eYdbAzR0YbxdAlf2uxzH4UlrbKyVz6M7xYstD6PGl1peZKk+t9mngbeg1wkRZ7vXt6/RdYp1ie+Y0Btl7vCwTQahF5+VEbzozKSv5kq+n8fTbN+JazjeU7ytByMQoq8ipS7KWrveyPMf9LG4O2rKvXKfOpXEZdz7Z+3vRJ8WK5VKD0Z/GpPy/wAev5bW6jUHp3L/AMRTU17vUQlQY+9crPqMqU+vN05ypKr31yiwGgOpF9D6aD1cqdBwk05KddXzq15c7q/W2lv1vO/cjW3rKpON6pS6o5hJ2n+9KjVFrQ01olTyhrkPlfub3uLaDTa2xV7KOI59Bb3jT6g5NXFaUuVAQnKptOhDrdrElIACkkEkC4ta22Doei2uO7d/YQFVOPNotIOIZ8+sv/CySmMrseK6vKqUn1SofhYg6A9+x2cD9SdrODXJ9ZaRx0NcXL4FqTb87kE6kfjsHVfCden0Gm7xsJMofq+GkcwppLWZT0e1lpAPjIsDbuQAAb2Ij4/3mUHGWHIFUo1PXSJr6Ec7Fa6o7lxq6woeoulSTZSToRaxLn073WYf7B8fmAsOcwRZw27XsURKW1wFrmp6OK7lzLAJABNu4BsToDfse7D3Y4Cape9Wk0uVEfYfQ/ndad6vCgqOvYjTQ+YN7kbLOXjDBtUgUmqUt6VCxLQZqEutLQcsxB6S4hQ7FJOYpteyexsNtS7sW8UYyqkSfihphbFOa5iHPadHF1sbLCRYpOvmPI20vsZOn6XvBwORL6aobwTJ3tMwffOEpfIPMf0W61xWlq8KVuJSCQNbXNj2H12R273F0DBvHarNJz50Kz5Orta5QL9jY2Vckkg3Frhw703qXiPdfj6LWZfAm0tauFIaVl4iLJUG819bjpIOhIGnlsjaXh3DkDAbFZdeW+wjrda1UvJpdabnq/WKRbSxGosczrVllWoD1jnEnXD9T+0gya7ApeI3MW0GJKi53fiupWV8Ro3BC/UgmwNhbtYjYJxO97h3502A1T+AiqJYmx5rCglDjSiRr36gvuLaX762OjKFTcB4owkxKoLy0VGDk+Knx5TqLpWnzN7XBBIIB8tln7RWGWov2Xxa1EyLpcpKkLaSEoUgkcRIBsE9XCUB20UANgaelHHdtOc8wG7cnE1DBojrtBlxWnUIclReKlC/C96i17hXndNiD6gbZixTBiuuuNUaJ0ZlZ5CXc6WXb9QWodab+d7A6W1Gl3irfNWcb0um4cwa0vjrQlCleDg2Ta5J7EGxJOnnpoDQYbw5WcOSnHfeEql1FHxVoW0taVIv3UnUlIN7qsofQ67M62z65xTp/Q9kSEDPxBKlmK1ihyl156VCqKFq4vFVmQpBtZWWxzN6AhQsQdbkXBl4Y3lb0N0G9ptqjPPop1R+FMjuoC48xjsOIACg3zZm3Uj9YdQC0FzQ6K7vBdiYXrNPisSltZ4EqK6HadVLa8OM+k/AfHiDTlgsWyWIIHxVmcG4XixKNKZXN+KuO0p1op4LoPU0sXGU5r3uBr5a6O6bptGnr9c/mN1olQ4kdt/BEWsvxYFEgwotbfVIjw1OlCYchzVbcdy+iFqJ+ETlubADQbEWFaJKrPMUF3BGdbDSmmJshhKF5vIFwm9vIgixOoCbG/8AUzD+CJUWJK90olP9SuErq4ah3AT5W0tpf67EOL94dUwvhzn6DLyVFvLwkK8SkjQD0I8iCCbaD0LBoRVyZUke3iO3q7nMUNVmm1mfhOo06KtSosiVH+K0zexR1ouEdXYmwuNNbAkeAGaphefEd/T1SlrSppSl5FSEDxJBtlzEXuk2BNwLA2A5Xfaz3q8XhNZKcuV8BS2kh1GY9iULulaCe6Ta4OhFtGBhOn17FEWBjyA0jgZeXrdL4XTFWR/WGe4cZPfLbMnTQg3EaMo7eEKo3jwji3nVSLWcBsV5qovxacvhSHV8LwpULAqTcag6HW41tqNlDGhbr69K5Csy5UKqLSnhT4EgOoeSCL6rBSr8CAq/rYnY0w7jWLVMJV2A0zx26dzEXhOp6XkpHpe9jrb6i4ItsC7tW8G7xp77UXBC6XVGOpKku/AkXAOnWQDpcGwJ8/OzPUdGmpxkQWAzcyxw3Edi16pYNn+7pUKbFStqewko55odkSmT0lxFrXsVJ7hR1AFd6+67c3Kwk/RsbxH4SKW6qQiQ1dTSWlkdSVAFTZSo3CrFKhmQQQbErxHS4vFbgT5b8WrxeiOqQhaHU9yCVIBCk2BBWOwBJ0B2CKgGotebgYtaWhfAU06xKX8KU0QSFtuA5QSBmCfCrytcWy2C6XC4hK3NUrME4LlYc+zzUDEPvSnoQr3XIdfMjgsaFLec2WpoZsyAslSEqKQQAkDQMaY7hKjT4tZwaxiTC9RVzEqkcUNTI6xls6wFkWcFr2ukkgWIPcM9z0ajYIosCBUUTYVOzNRUP2U+ywoEcIOADOzmtlSdUHQ3Fto+9OZ703aUmLAZlTW0dLXCdKn0pZCStCLELUE2ScozKAsQkgGzNeE8x8xyuwEQtjYl3N4ywu/VGms79BdVyEqZHNOqidAS29cDiLACQFixUMuZNwFKj1mj4cqmA5dUo1WmwmKujjodVZSo8i36XKq9ydCoA2JGYE3sRLcvvJo32c+xu8aiTpUJDqZTFUXHDq2U3BBWggEpsLKtfzNhcjZmYngxXeA1RqjSINLldTSnXeFFcuCQFg6JbPYm2hUBcAkhpG7vqdu8cRTYU3P0GqNN8L3dFqL6kKdY1Q0pfm6xqVBJWSoJ0AvYWAAEzexhqqYIoNNdxHQ+PyshLsCqNO8VOXN1tqUepCtbhJAByjXSxgYnwtjyqYjYpdUwzXt3NRirSuPUkLafpNSUbdGYFSWb/KCUJUbWIJAEXeFE3jT6C3QcW4np03lXUusOsJWwp5IGjSwVGyjbwkkKIBvrcGKbfUNXj5M4Y2m0vlefozyOVqMpp2UwhQzJWM17A3ykhNyBcXsbakEKxDuaw5Kiy8eYSZqkplhpLs2E6oux02tdFwOK0V9RKrlIuspUoEBMWvcg1XqLWaXEWiaiQhFShO9cWQptKrLWkGwWQctwQVJP0vsyoKvs5iiRvB3cxOBh6otJRVIfvHipgyFkhQRmJPCK7HrGUEqC72CgK0hhgwtlWUMF527bdLS8G0X+bRmvUhC/isNTFKfkQVG6ilLjqzxGrg9BBSbnRJtYnwvQ6DFpbcrEdOlTZSGviv0t1bSnE2/SJbKlJI88pJsdLkbXO8GPP+xtJ5WnLhIQ+p34XQplSTcpFj0k6W1sR57fO5p2vYoxvUsOO05/gQmEylZ1lqPlJJB4iUnM05okOg9Kk2Ot0gWp1P09O/PqZr17+IR4ajNOz6bFi5F0uvcw/S0VHK1zj6QUqjC4KWZRSVdCrBQzXBvYDsrBuF6D72w5AwwxUcNc0qZyq87T8VK3DxoykAZ2loUrMB1JIKSkkZgDDeThSVheguUavU59GHpUrnWFSltrS26lBsczZKCpIJAN7m17DYFnQPtRRnK9hyrSn/uqOaU66VqUnOLOoUSSkE3B8iVEd1AbJVhtSO6R/iM1UlR6hXQd3WHMRxeLgiXkgrTn5CUsdKbkdJAIUk2ykA6EagXIH5A3dUGfiOJAlYTYqkX+3hSFBGayCFICspFx4kk9JtY2BvtxwpO9wyqS7Qac/FlVFK47vNIRwlLy2HEKLNOFSgMqjw3ALglRAtOxPTd6rtGfrzVPY5WnP51uxVjjw1kEKbWm+ZAF+5FiCDpoQzSqWjkQN+m57gilxRuGwvPxl9nKM7UKQjn0tRXVXRwVm2UrTmNlj5SlYJygBWtx2rC8ZYDlNxd41JlYyoNOnpj8/Tmg6lToGcNSWCDwlLRZQUopClC1lAnKysE0ajVTFrH28ri36dUWM3Fz5OMk6lCjbTKTca/UEeTqxvgjd9gPCdZxa1SX6pS6owiPiB1p3PI5cICUvhRPZAy3Sem1lDKQVEA6ZW5LepSutH9zDO9SXhyVKrrWHGmH6dwmpUKUj9KlpSBnacDhLjTrSiLoWCC2pBClHNlZe8LDGF5/s8Umg4X+PFmxUOqfUjI75rXHl5SOGpWqQ6ekKyXOUmwK7gKfS4D7VUqz8qbS5S+TfmQlQKizAWsLYCv9uzYizguE3KSCLEsrG9Tn4NaotZdokLENLRCUtKmltNSHEZB8J5kjhOON69QFlgg5RqQamkVNzL6Ypp3JaZx3NS3d32I2HaXUH6pTqW+l9HHWEvw0pUSUK+bILuJAUCE3Um9iE7aeg0WVRt+a5VG4b9ExLH96Q4+UKayyG7PZbXSULsTYnvcgkEbc5cfcPvBpdJxHFwdCwpijMpUCYwgQucUUFK2HMvwZF0kgpCiR5XGu31SY8XdziOhO0t5/3XFkLaahyvFFS8SSylSjYtE6JuRZRABNyEvD1j4ldTbXY3ED8RLo26/e1UqC7SW/dcqOlOTIULirVmCHUkEDVJIIsApOliQdhqq05qVKj1SU0tfuSQ7xUJRnS20oBQcyi9gABmV6JuT57Pv2gcK0as16i4o68lRpD8d3o6eKypKghzzSQbW0OqTe2hCjwxPdi4tY4UtcV9bXQ+u2ZShZIvcWUCCQR2IURax2xOpVvTat6fESs8TxDLAdfw5hLC7dUqjr7DC5/JyH46Ql+GhZs3JZJJS4E9JUgghSbjKbi8WqYbgT8ZT8EY8iU6rxapAQ7S5FI+FPchJBCHojeYCS21cXabOdIBSE+FKu0DdZKxlu5xhS+UY+BFVMQ0jxN5StQsmxzN30OW+Ww00BGNqbvBle+Z+6WVVpUqExIVVKJmlF1VPkKvm5V4HO0SBfKkgdWmYi+2vQ4vr3zd6ey9sTS7eMsZbg69gijSqsuqU5+rJgQKtFfzpeYWrIHmSq3U2TldYcIUAFJUkXCi3q/jGg7wceI3N72sJ8BmEh/JIS/wAJeR9AKFxV+ItEWUG1XsUlNnE5LYWG/wC3oV6s+5sZRIuKKR7yRHkInxQlcpTZBZdceBH3hASnI+AHb2upQB20C/jD+dWLTZVGZqMWo0GOpKI81o80202MxaStIu8lBCnEkAqT1kJBvtZvthdYm4cQ1wdg/dpg3n8OYclv1hEV35lZJSUeJKlN3Ta4yqKkAXFyCSTsfU7GOHKXRuFVKdK5XMvhSESs6461XJBSVEXB7EDqSTcA3vlCrb1qphz3LRsUNQqj7ukJTTsQxc61KpZcuY7xSDxA0tYUEFSVpGZTSjdTexJjeNvLlUGu4ypdEz4XpbqGJk+O7xUx8yM6Xujr4NzlJWCUXSTcAq2UNJbymZbo7fcbOGcX0uqV6fKaefQ/15ZSbZeoEEHXNaxynyssixGuwdi/B2MovHlboIiH36itT8yAqy0Sk2CXGlR19EhC203yAFRCVhICkgCRu73/AGCKphKPgmLgiU/WuT4VUS60U5bt/d5rLwv0uKzEFJKFBKhe4KUyN2eNmpUWXgh2rMRa8iPx0Qqo7k4j40zRnCMvWBmyqIAUki9jpzLt4igRqnlPhzDGHKDS2KNjfjowpkUiO1TZCkpjuuZSQA6lZCTwweGq6iE3zrKSdjFO67cbAo7GI6NvHqFEeYyw6tS6isO8RK1dElplZSpTZteyTceRCk5Vl+AMV4IrzrcrEbzEpiEhTU+KhQd+6uIUNb3UWyQVC5IOVQJuk2z/AI8i7iN0G/1iLP3hVTEmA5UN1hVLjuuolYfLxQlN7gJcaAIU2kjVIJBJAJmigrzNTS2lszc+E8aUKqYDYoVdeb4CIqWGJjSStPAGjb6L2UQBYKF87atFCxCiu8Qe+ZWKIm773tTqjKYaU1DfkOhPMW6ktKWAVXABCSQQkkgkC2y+9lnF2CN4OLJFBoNRlYkpdOadXTlyFOMc4wrOnLIYWrKl4oGZCiAoFtYKiNiXeXuOi1TFsCfWcezZqOOmHToEpKEymVcQqZIkJ+Ip1sK4ZUoklITe4IOzZ3bfKNhUHufUxuLhKst+9Ja2EIkJXwlq9VgFoqRpcrHDULhQIAJSSCamTWmmsWvu4SqD/K5k5OfulEpOQFTZVYJWArMkLIz6Jv3Nz9WGKDRqyw07Lq9Orb/Wt2pOu5XnUjRQWolKXQcqr3CbZRmSCAm1w5Q3cRyqlXoFJiwqpTpv3pqEvI/xUkoW4uOpNurKc1rhRKrX12AtbtxmLGmpPIiJac5FlV6XA4Mrlai1mdpcpXx4bqTf4d/GgHMAoXIBsRax2r6RTZ7Ve4VGp0p9cpKeLkujiZCVBYubEg3Uka2JsL3N3vi2j0HFFGbgVmkoQuK7zEB2PdC4rt73bVfMjzukEpUNCAQCJ9McntUbhO5KitCM6FZcruYeSgO5HmoWv5i9zsM6VlPuJW2Vn7YjMbUl3FGHH6DFw9ys2VmdiqdiqTHU+AdFAJUG1kCwvYEpAzAW2p8Bbv6zhyBEan+9KitCMkhri8KUz+C/Mak6EaWFha+zTxfjH3NAYxHRoj7EqUj7xTpXU1I1F3I7/hJ+YoWQFAgggggrxzf1S2qXPn1R6bS6ixlkQ8iMjuQaKSAs5HCNSW1ABQGigRbaDphnM5Knu5SMd7dZhyfRmKXWZcqqUvJxYvOtZpVPXqSQokqIJtfU3IvoRcrXephhrBsCI07UUQoT68rFSdazR8xF0ZiB8NOoSVAEAKSqwAWR+Vn2gJ9Zwk3PoLX3rMnJPgJWphzUZkuMqs5HXlN8qgQSLAg22EKu7iPe1QaZQWqtNfhQnc8+OhptPG0slJsB05+oWF8wNxYjZbVAqRs/vDVDb/3DA6lYnxRQXalKpdRfQtaOE60lA8JHVc6haNSCCCkGxBFyCYRZtexHFov2op8L3jQWkqaTIQphMqOCCY6ykAoUkApCiU9JNlKOW4zTsCQJ8ritY3lRfda0rjw6lF4Sm1IFi2VHpUm1yAoIIGh8rEFYqE9ppis4cqMJGRCovH4pyR1WGmnVlINxY9gT5HbkG/iNLs/MLsepwu1PgSvca4UV+BlgRZSkupSlRHGjIWL5mgSQASAkrNkthRIWeFUwKNXn4s+nzWFoSrJFmKcd5dI6kjPYKyAHpWoajUkkbFWH8dY3rMVzAe9rD1IYWw7xaXV49lNK0ISsFJCVtqFrqGUpUnVPkOMGpyvfP/bKoe8YtLQuHAmoUOK2hLmgUQAFpFrWuPOwBJuDX6dnUIhxOu2H5k6lJozspyfFqOR/mkcVKnQpLLtx8NRBsL3AsbEhVx67MCSqvSmmPcLKELQtKuYS6FKbym+vUNAe9yDaw7G4EpEPCWI5XFoLNIRNfi5OVQx/XEgEKbCh0k62LdiFXN09iOO7uHg2gynJ7tOlURiKtaeLKUrMlKVAEEKUbtAkpIzZkkajtbQo0YVBuidun2DenIjJwbJxRRp8+VWZcV+LKTkQ1KihaoqgboIWkkFIVrlUSg2HhUAva4grxHWcZVrEdUwnSKc/OjtQn3YrvHaqGS6Q842tIuCghJSSTlsCo2BBJhNeHKzF980Z5D7C8yErQvMn0Iv59v3DXtt/OBqBKc+NnYQrpy+JtPmD5FIPYjUDQ+p0qxtGIumssq+yZh3reyNAaxRAx5u+rfuFdOdU6imypBdY4S02cjpCu7YuQAQbpuDckEB/82jsWjT6DuWxvFomIeLzDtBq91NRZF8yJEOUkZ2bEkpSoEW+GVAAAau3hYO+1HKSoH9g6lXQspW2oahQsRcaWKTca9u4Kr3oYO3VRYDkriv07FCGvhSI8hbSm/EPIkBPUruCAdBbQhgncvM0dJrHuO0+4naW/jzCTrEXeDEYqkr9LI4TQ4vHX3ULJFwpfYjMk3tpaweW7DHcCe77rgU9HNRerlZEcIdym4OU/PYg3sVZR3sAQM2YjxfPwu1AlfaenVSEj4qFynQrpuEOJKgLpIvqFCwJv2sdnju6gtRaDRd9NGlvV6luT8nu123OJYVdBCSNFOt5VW75koGtjsLTjaYy9P8AN8wl3obr69vVqjDtGaYoNRWhDqpD91RVJSA2TkSCnOG9CBYEKT31IjYV3T4SwRS58XFFWiv1fNys9ECUhcWUhY+GUodCktqKbHLYWJykkm5eEUQGnffMCXx4T6FLa75cp1H4A+Y8j5bLOFu8gT8b12fVJcVFEryUo4GYZlX0IUdFAoVqhYssAgA2BGzTsqyK9ZtXmJzA3s4RXcWv+65aH6cjwTEJU06n5glQzqyqBJBsSAb2CQQgMCvbr6DFrPIVnBFUWww0nl6shQQhV7goCvIg2JFwCbH6A/xh7hwHAba+2LGHoWbhOyH1jqUq9rqUbXJ1FyO30Gybxlj3FtZdpu753HtLlUGbKyKXn4EhSNczQcSAMpzJFwAQOxItlt3HdOfUXqr+rcs/qTVP0agynKXS3fgLYU0l1fR4h2Vqb62B+lzfyNBhz2AGsUV7387vCfXTpzqJTCYSAl2C6kBKwlQV3OWxTYAEg97kktBwZQa9PrWF4GE34qKXHyPx3ZGZMhQ78MklQVcXAvcaEnz20fujX9l93MSs1SX0LaStjioyrbaIBSkjvcXtbvfT6bJaYFGYwbU/TE7Jc1is4c3VYXYi/wBVYYaS013UpxdrAX7lR9dSTcnZZYLxVQd41UrUqs4hhLlRWuK1FzlKm0C98t9QQoa6G40NtRtQ1feTKrON6s7iNp9eHoUdSeAlISuOu4IkhWayriwFxcHTUHYYZ/rTbUXI/nXxWnUNBCsitew0F/MC4Nvz2aSjuNzBWgIm8+4bzabS5TrlelMsIY6kIWhAzaafXX8tL7JvHW9P4vK0unL5KK6pGdPUlzTUWt62urte4voRs1MR1CjYcwu39o6ihhEr7v8AFXlQpRB0Kuw/En/InZdCJWcWz36W1ERSGISfA6kKU4oaA6d9ACOwAINr9+1ibU2JMx853RWYsxZFrztNqlGZfhTYS/hOtLyqzE9VinukW6gbgg2t32nQY8CK7Lnuur53pddj58/QTcOt6Zim9gUkkpOhJBB2JIO5ysxazxZVRioisKzZtcyk3BtbtYDtY207bWUrDOA4DvxXV86vNwnUOnitq8yk6kEenbvcEEg5NOlsZs2/2k12nOWnShMtYXiv1517nZr6FIaWlJ6U2tlIJJtrY6m40t5AMq6J9U4kqVSeVQ31u5llWXKMoNzc2t099ABc6bMCnVvixW4FUZYQ/m4Ud9CMrUpIBtbUBDtrXT2JuUkjQR4FYdi1RuBVIjaIr6ktJUpHSlZ0sRobHsRb8vXXuO6gVkcSlmbXJi3jVGBFd5VplGRa+p3J4fQm/c6anQ/jtPjPQJU9ug1mIhC+KlUCUnwSs1vhZ+3EtchJAzAi1ykkWeJ8MwMOT5btUicqwtSkIjo6+kjS1umx8iCL6dtl7TsHY3n4j5CBTpTFIm5Er95dbStBYIULLQsKuQbg3SNQRrnNXsQCsYEisFfEx1HdrAqkCPS2sTwmH0SE5GF34rd+wKVKzKSdALgk6jW4tzwjua5Ws8WLwGISFK5hDF+Fm6rrHnoq5y6EEgGwFtu+KazFw5S4k+vPLqMqEwmLPkZMy1JIKUuFSQOyspvax6iACTt2p06s152JhLBsvPzUPMnLZpbi03JRfwhS7aJuAToDrbaWdK8b4blRxLx+Bhx2vfYiA8+/NmtcVHVmaUkEFXY2B87C59bXNnLQ8K0vC9LbpcCIhhCEJz7K/cRu35XEcvFE/P8AdVqS1xVnMlavFe/mSE6m5AFvIjZ11JbTvwv/ADW0VuH8lgTuaU6g1wnHXciEI8Oyr3i4zitRXIDVQWw+v9FwvGlV7Aj0IOubyse/YhW/XfVK98/YPCTy/grySpSLJ6rjpBv3F7n8LetrGgUF2BRvfOI4nNTeElCXXU5lKSdfPXtYkWsSRYaDZipg2YSpPmc6tWHXaXz9UlrXORFQ67n6EZtbqSfkBtcp7ak2sbALru8/FECgt1l2WtDD8hKYTTDWZTybka2sUnpUbkWIB1uRtEr9H3jOz4DsCrLYpz8zNkaYClttD5BmBStOUqBSdNdQQdJFZYlUGvUXC7suLV6DCkc1Tc6QhL2qC5CdsQpK0DpSqxum4GqSTlnrFNl/09TDI94PM1Ka0ALvPtWIZTUVujYoeyU5+UirMSmms+WOu4UUrT2KSFXCgBcpuRYXs6MvDnv74WIX8Q0GkO51Ouu5lyF2KgMxAuQCSQQLEAWA0AnvExrhf7WuRd18SaxTpTXCdiynQtcVRACgF3JKD1WzXJFgbGw2o4lOagOy+Q4+R9XWhq6lK+th3vr66bNLb3TFrrV9JGJvBxa7jJpyl0Fl/wCz0L7xFSprKpOg0OvYEkDvoe9tgRW8zDlewbAwR7uQ/Ni53Zkhq2XLYEaixzZiAEg3GpA7k37mIXaXRm6XhxnnVymlPodjoC1x0WKXAtPzAE+R0sQba7LnBtRgYNoMuLKl05D+Z2Up+Q1m4i73UCkEGxuRbvci3psB2Wo8wlI2ct7jowhWazRqC3RoESKx8LhPpdazJTpYEZfMD62089j3d5j+g7vuBKx5jeFCW/FWlSEOodacsLB1KxopJ7KvYg9wLDbFmKd+sp1rlcORF0tjIpHS6fCdMg+gTca+XkLarKZjCVKd4s91a8/z5z9fxt67B+pwfGMlz8Tc+L9/O7SfiNx3C8t/jvtJirUlK8j1iohSQrw+p0se9gSbsiTAoP2DYx5yi/eC4SWmEL8SldrkXsTe6iruQAfpthzcNGoOLa8w7VKtFY5J9pa2HV5VPJJNtOxBPca/UWOuu8e4xiuu0mg0aWwulojplNKQoZU9wUX+nkNfLZypjanInbd3JmdqrSJ9UrMt2U0/x1u5cvhUpXkRca38uwvppsW4foE+LS26DPifevEhrxKU0sAa28j+didiSvYspdBqjDUVmLUWENJdakLSM2U9wdO41uL29NNqt3eLKdqjdZaiReaYaU0ha05syCb5NbjTy2tpdAaySTEtyK0B96z/AAvduA2s6GFuokTcnV8IH/Q5ddLAd/MENNYqk+jcWgxGEQqc+00pEq6mJDWgULixSSNRcEEixsNo8Ka1S8efbyfT0VF9aVtOtP8AUhSV+K1vCe9j5du22gt0mAKNvypc93DktFIfhdSoTvUl697ajsAfmIJ8reexbtK7ZA9QLWb3AEWm7rCGKMJb0GKXS2clLqjqpEBS3TlcjqAWtu+mayza2vYHz2f+IsEwGsUP1mvUlDEWU0mLnjr+7ylEdQeToErJJSlWhPTa57D7cas0GgzotZabQ9h5D8eOlSf0chBITr2tmKLWtpca7TsMYWo1UwG3i3FGPa8iVyqkTUIldLitQl0JVdOYkEFPYm+myNNaVfpt8+poUgqOYnsd4Elbr8ZRGnXePh6oq5iGt3pUnKb5SRay0kXJ7nuB5baCwvFwvWYsSsymWFykR0oalIstXC10vYmwJIt3HbsBZa0bFNL3jYcb3fbwcQ86teZqHP4QQqK6PASsd0m2WxOmg7bVmHccRd2nDwlWXkZGH1R+jp6r2BH0Pf8AD02sV7Jgr7SPshtvO3cVTFrrf2XrcJiFkyZH+lSV63tYWT9dQDfUGwO2b99UiLuqi02BRqdNfxLKQtNRTKVl4KxlCVDQpWlVyU2FrAXIOm2kXpuI+Ql1n3c+hbDSnUx8ubmGPlcTYm4IsoKBPr63DqlQ8R71aDTf6PYm1HDTqZ/xcvFSwbpcQ2VWK+nqKb62+oIX1WodaTs9/A/MXDOx8otMD4kxu7hJyqVSX965dTSYvC+ElRtYlKrjuACbggE2sDYyDW5VB3fNutS1rqj8pUepQ1xfhJQvRMhtwEiwHSpKrEEi1wAQ04+G3aDFcdr1RYgxV5syGunMn010Gv0OyA3w7xGuK/QaC1nYy/p2lhSs1z38x56W9Ppt5fpdvWNVaw1I2jHEaWwKvuQqRu9nyuI1hykrzoTnfdaTlSlKh5nsAQdB+wd7EeFt1XxX/wDvtUYWlSYSknI4o97k6nQDzsLansNgXdbvL3jRa9TaNS5a1xVutNOx1tZ0yGgdULve49fMeRF77bQx3iHCW7ngVSg0mKhFUYStMNheZLboHVYHVKbntoBtoW6bZ42N5H4iXg2XMyBWvZox5jLHkt2s06LFhMZUIkaoa4QFwAD5gdySAT52FhofcPucoOA+J9nMQv1GUw7mW/nCWmb+V/NQ7G2h00B2t6Vu/wAb72ovP4oqC6XSF9TUVrp4nnr+7v6dtm9g3BFGwbQW6NS+tDHWrN4nPUn8fP8A00G3pdDQKkXAkIzryJeYZoECl8eVxuaXKT+l/vDyA8h+Hb02lTqdFlNONcJHDX4kr6k/9NucT7rF4UVn/c/V24M02fzXNOy15P1Pl23V4kP5R07D2NpbUSgvuu+DLsQ7Bu8yZFgYccdlPcNH62ytQy81G9TOOLaHhLeXAba+OxNiq4sWUwoodZvobEd0kXuk6HS+wdJ3dyoHwqziF+oxfkQ+74fr/wAfP8dr+RiuLKaf+y7KFrRnWpDSOn+8RlHl3On1t32U2N6Vvkr339p6KhlvrSqPI+T17XV66fh9NvJfxCjHJrsKnnj2IpubMakSqQKNS+Qa468ngWq+ZVu9+/4euwdWa/K4rjUXOjr6/wBbUfx9NpW5vFU9ppjDmMqjCqK5XwkKUgNLSrsL+RV5X072PYWLMY0vi16JRpUTkn0KVwpC2gnMjsEg9vrY9rabfN9Z/D2q1VXersLH8AYnYienJd/S/P4f721e421s2cS4CdixeK1LivrR40K6VK+oINr/AEP7fRUSkcJ1z/e/vfv89vL6rpeq0J/XUiZ9tcqJieFtGbXwndrVcTitbQJbTTXwtl0/EA1e9ZIbcad/x7SkJ/8AL2pI8jhO7WTDzW1XSJbWWWkWc7F/RfJ4Ni2FWffLXKz5eTo6Vr6lf56i/kNgxLv/ALvt9IkO/wBl0fx67TRe9ByP8Rqi0q0L6xTKNAdiVRqoORVo+E7lX0pVa1x3uk9ikgjzFvKfRq98LlYGdfA/RcLxJQe6QDa6QCLC9raC+g2pMP4faxH8KfLWj5kL/VUNPO49b3Hba0nyvsa7yrXAfX1LaUhITlUO6FJ0FiNbgi/47e80Or1OppU14VZqK+6flbmwOabqjTy31r6/76VC+qR3+hH4977V+IK1KdoL9Zi1BD78JPFkRc/UloC/ESexI7lNrgA6abUlUxJS+fcn8otGTK7y7qz4vmRdNuk62ULHW+hFtlvvhlO0uBA3g4IqK6phCqOqi5+jj0ueNXIMopuUrtcoV4VpsRc3u1pulLrribDkf4h6NJ3jgGF0HGVZlNMVmK6hbHFV1/M2rta3cehHbv8AnKkYvnxWm3ZX+Px/v9R/Guyv3T7wfejUiK6yvlXMzWZdsyVf5X8wRbz/AA2vsT1aBWXW4DUvIvpaUjJmTl8j3toQLajX6HaNZ0GjudtAcf1jh0HZBJh1Tt6UqA7yrUtaOlTqUpd8XrYef1t/x2Iadvkiu8PivIz+H9RX53t+e2b58Kvcg3S6pnQ+xKTwpDSzxW1gWSu+oN72IJseoHb5kSqzQZTH2tpL8Vjip5jP0qyWJLrKxcG3fLYgHSwvfYuk6Q+lcNQxia3FfEzce6nfE1WXXKM69nyL/WzZfT/W3bS19mdNDU+K410LQ+jbzw3fb1cL4DxHUsL4oqHQtCZlLrLCCh3W9rpAOf5UqTqfNJBuNtU7qd8rtZ5SLWfh814FfKpVh5WB8/QbfTtIfAK8LYMcypxJub5DFH2j68ny8JXUyrXVNhcHtrfyFiNnpgLeE7i3DnFlZPeMJfAm9k8T9V23osd9LXv5bfz7sWV8L4a8+0GDhP3XVPfNG/t+h1r9ZJ7j/UfXbRSDzB56K1giU57rpyF06ouq5dpXSltZueFfW1zfKCLEaeW2Hq2/FwvvarWHGqdKpdLXM5yLHfQUoZdOZS20+SgCe4OgIGltN+Yg+6tPxapTuahPp6kZsvncFJGoUD1D6i22Qt8yJ+I8WvuuxESpVOi/1rJlVMQD0uFOUgLsLEggEgkAEXKHUaG2bkitiiB29Cc1VOHXouHkIWhSc9Uhr6JVvClabABX9699Nbix20X7P2Iqy1hxuqOxFoi8Ll1d08NdsykkfqnTQ6a3sL7QadhHBFe3Xy/c1ORzVRj5VLipyr4o0AcZKRYhXTfy8iNnHupw9F+xsCLPiIY5WOnjp+VxYAvfQA631tqP2bZ2jqsV9zwukrJOWiMx5QcUYXwHiGqT+hjFClr4SF5ktqcBCdPIqJvYfQC2g2FK1haU1giixYHNReAtGSU1/ZqSOyk9lAgC6SRcEm42a2/dVZ3jV6BhKgsrYpcKQiRKdV4HHR2TYeJI72uL6bTolPr1Bge4ZVPiymFx+n5ursHEFSj37FJAsdddCV9a2HL/ABB2Mr3ftM90LFU/BuI23aX0LR1SIebMiQj58pI1BJNxa6Tl7i2zBxviOg71cLy6XS62xFQhKHXc6RmTrYFSAbhQIsSDa1jqCCL4QsJVSe5RqzLiwn38qo/OtZUcX0Dl7tqHkLXN9D6183BbUCfytUpLC0PoW01UmHRlUkosRnTYoXbuFAE2N7gkHxerv1FAIrUlT+OcRY17WOPUHIm5avYclUWs4XxvS4s1h1DqEvtdMjsTlKlgG6AUlB0IJ7Hux8aToE+l8V13JkRx2HUo46ovk6gWObKD66gFOhsAQwbuKpAgNxZVWzoY/ROryKQ4nyCxe5I1SbEX7gg6n8wru+qlGlS+VZ4EJ9SXeLx1KSl1OgOUggXSSkkAXGUKKrab/TOqaTaNOuQ39IzXtAxPtigVnC8BuswHYUql1TrW7TXfgKUeyy38isxuRa4Nzp5EEidFxRS3J9edQvEMVrPIfU11VJpsWDigBbitpsCoC6k2JN0EmDWafysVxqlxFtsN9TrTC83D9VhPfKf1vIixI2iDDjUpqJVJTNRWiKtLqJUVoq4KvIOJBJTdJICiCkg97dt6ilDYTn3+8smN3lBLBu87lcbt+B+kLzIQ606FJbdSOq6hcGxKbjTQ6dhtM3j4opdedl0b3iunTWEKlNNL6c2XVTYUNAbWIB0PYbT8ZblsOUGK/Awky/Cff/pKlu80VtOIX/YqCldIvmAVob3JJuQQGC81ijEdNlbwaTwF0hr3NKddWuOlV7BC1kWCVhIsCSQSAdLm7tunDJtlWRWeKatKlVTCXNO/E4GV1Epq+WVFOYXBHSqxum4sUkWVbS2ivY2x7FwvFfaaxC/Uac//AOfSi6hSCOtlxNuki5V5kA3BKSbDp3VSt17WMMGutc1grEKH3X2GupVPlFPwZ6UkEpWlJOYoN1JAJBygEY3dbu4tBizsb4NqL81GVPOoirW6wq2cJWAEgJPisLAk6DS22bQV0j7T8+o1QUrO2anrGEJWHKzPi0bOul4hWuRS1eNbalg3ZJuCrKogpJ1KSnUkE7KHchK3l4S3gt4cqlJYqNOlPrYRUoF0qj6qH3hhXxELSQEqFiLkKFhfYiwjvCqlepcClwGUPvsOq5JGceOx+GR5WPYE3tbXaNiL2md19Ldfn4jp1UpGKP6vKQ00VreW3dPETlQcqwBa2va2tr7O6ix2XKwboGc7YZ40ru9XC+MpbsDDHNZGs7TqfixXkFWvUE5kpUBpcApIN8pBAFn6RVMeYcl4yo1JQ/S4rq/eNGzhUqjyPEoMq1StpQ6reEk3sk3UKXBuLN7W9qs81Fq0X3chCKlSay0rKicwDlU2BYLYdANnUOAhClAkAEENjCmBpWDcb1LFtBqMqnVGqNJamdAkUmqI825kdKOI254gHGVEXsoEhRRtm1odQ/6glwkVNKi/0C5KgS0VFh91pCpEW6MqCSPjslSi0pNx1EkGwsSCL/FCh0afFrWCHajyNRfWmVA4vSpx9HUkLb7qNiEkotfpUgpJI2Z9W3e1nFsVx3BESl0GtwuPIdaYlZUymr6t3AGYgKJClDKoKNwkkjZJzqRO96OQMUS0SqfNWpDEyO1kVHkN3zMSY+Ylt1s2IdbJStu5WlOQuKe09KU8fENXsUxu7i647hKU/AxlSZS0MMJdYRKdz/CWPGysgl0GxJSsm+ouL7St6FcgY8gP0ujMwoTGZLqIc9rM08oEZC2Qq7d0hQy272GhABYNPlxf5uYGF6o9FqkVEVSYVRQgJdZVYi5RmNtdFJzFKgbhV7HYKQ9hyBw6W68w/kSpSEZM2VBNgSTclAV0lWpB1JvrswwVftgtRcF4T3OeBcRY3peHHMJYolsfZqbFyRUu/eFU9egOUWBLQJN03AtawSQQUHvgTi3BGF3MR0arQsQxacrPMpcr9OyxcnNGXlHFZAGYAjMLEHUG+iWKtzU/laWyw+hf6VpaxmTp307G1tbWP47LTebg6LVHW3YsRhCEZuchpXk6CblaD8pvYnQjzIIuNh7yPcFp72FgDROhcqs4joU9p1aItXitSo7qV9ba0o7m569NSSSD310264nlSoEqW7FdzofzMSpsJ3J8UoGYONq1bWb66FKgAq5OotaPhSVhdpzDlLqMqo0+iSkzaS6tPx4sdwjiMqB0JQrUa2KV6EjUmrW76ViOK3WXWYr6H18KVIYR0qQB0LKCcwWAMxQUg3Cx/sy5xr3TW1LZr8YTU/FuKHd3MSlxcj/gVklIPkRcEjrTdIKfS/Y30NxhTDDWA6yxVKNVuVzx1LiyIswJiyEuEjwO6MLKxYtkpQVggqAJBhzMLu4cw437rzvws/y+JtWnmNbG4tYH112MaFu7o2PMHLr0XENPxC+zHVFq1NfRwJSeju6nNZxYScpNglxBBIWoAgV9G8YI4mep58oGYSoW+TGWI6thyv1yVVKdKdflVGBIfWwhSErT8RuOVfCULAhKBYDN0ixOxJgTdHWcTucPdzLpdOew7KVDdjz+pMqKpsFTSsgN2yFJTqLXJINwQLbA+5uBhJ1j/tZUVsRX1SqQh2eXVw1am0dxXXw9bhpRUlFukJFgSOgUKVhyqS5WEsWQpsVbqXZDD6/jx3zrdSgruoAA6WVlGgN7l02zTiWGrQQV364ZgO4jw1iOB7xwpUaRnarMVhS+SkKyZGUOW6cpOYpcUCklPVbxAPxfibeNKlQJ8CuSoVXhLdhOrpd0prkBQNm1s3X1t+QsScxUgg3STzGG8GfAlONV6txUc1mQrmrLSq+nfKEjS6TpY5Um2ZN9qnDkPDmN8Jcg7VoSF06UlPF0Wtt1C7odSdLKGUKB0BF+3lD2rzsEDZrS3AisjuUuluy6pFrbEWLNa5qKnOVxVOgDO2Tpw1HU5bW1uCRcAdp28Ws43n03d9zdUhUurykU1cdqUrInmClBb6CDwipQGUkpSVWsASNnZjn2fKNjL+noGJ3Iq5S88hEezvDUoWU7FUpQSoE2UWnCFAhQzm4Jz7G3UYsoNUq2EsdvMM1enutrYqNL6Wqk0bLYlxr3U2SkpDrJ1Q4gqAAI2yXGqPkDx+PmLIGdsiM8bxnapiNz2fa9UOSqmHskVKn4oSnOoBxuxCfguKQhST2Dl7EFZBFvLw/VKzhx/C+I6JSK3FhOp4rC/u77agMyXU6EAnxJItcggG99hTfBRN40X3FjzFtJp1bXKgJpcjFEezC6lHSbtCWylS0B5sEguIVYlHcGyBAd3oT3Z7cpp1vidORL6suZPe2YAZQbXA7X1trYZur6pXpnCHOZa0hTKWpY5oODYE+l4cwnUZVOQlSZ9IdUvK8lNyTlV1syEWzJWggnzCxckxoOI5WLcB0LFsCoLm0hE92jVSFUYpzx1qGaPnSqxRm8BvoVHKbEg7QaxhbAcqqR59UqCIUqV8VpchWZDybfK5lIJHmCVAlIBBBIJxTd3/uHC8t3BtcRKhVdCOfpc22VzIoLYkMPoFkLQ4B1EKBSUggWKjuaXvsm72IOSJOMvtRgP3XFzv1GiSHY6GlqPFcjpCmwFFWpdbJSkqOq0ZVEk32F8IbspWKIHvTEdRXFYQtSmuyFtqNs1yrUEEWy20P7NvzdzheVFr0+s0aWhh9h9Mp1h++dKSLXU2dC2o5kmxKdTZVwACjHNUd5VugwOPFROdVkW11cutXhF7ajUgXte1ri+2r20ardZF7H3fbLPBmKaNgjEbDU+rSkU5+Oph2e0gqVBkAH47gNiWi2mzgGndR0BIQ29vc1gOVKgV7Bsul4XmwpSoal5VqhTmk3QnKtChwlnQJXqCDYgkpUkrpz9Zo3AnuvfHiupjrdXdSOOk2AcsLhKgrKb9JCyCTe2wviymQMUOv0aBUJVIhc6h9pDCB936xmjKBBs2DexFyEKGtwTt5X66zRartkeBPB/GY3pL2qwDF/W42Dfs5WpTtQYq7aFpkValyul9PezrDjYALoAHUCASLEXISquo2KXcJYI96UGoPsSqRPRMpdRX1pUxdamHLAgFIIUhSbk5cwNxqqXifF+A6M7PwvAwbNeRCQlEib18JKFANqTxicyrn1SL3N7jvSBqjQN0rkCVElLQw6lph9rxsrLl2VEAFKxmGUgpspJuQTcn0xXxmw1/dwnzGXVK/u5epcveBienMQqfiKOl2l1aLdK6XIFkPxJrObI82l5QTxrAhp1srNklY6DfjiPBFUfpbrsVmoyqTytRYWnPDrlNWCE8ZPYrQlwZXQRcAgK7ArWPVafvB3YN+zdUMMwl1CUwupUGpIVlVDqTBUsJfsDmZfClJUAAW9QLgpCbfcUMJNVRvBuPM77mFEpQw0t3I7T2HynOG1hQS4jsoR3LDXpUNQIxHzjHMKafWaDhyKxPpcRFLWt1amEtSgqG264NUtrICAhyySpJsgrCVZQogk6h1fd9vQo0T3C7CxWhjj85h+pNIYq1LdbyiTFeaWTYHxNOpJBBAINhmjq3dUHGVZqWEmuAxUaI0mRHkISFRaxAIzsuCwQW3GweEpt1JdB0U4oAEZaoODsb4X9qWXgiK1UV1SLMYahx82V1xLwSW8pNrggk63Hcm3YD7PvMzLtPgkzV9DVhLCUqXKwu7/AEXC+68vMStp+KhxGjEhtzqQRmKQ4LgjQKIttXb5ING3tUHD0WvYNisLpDXIe+4EgIkJgXCWW5DZAzJbGYZyRYKscpNyT71dzOI6PVKZhLG9JRFlSms8Csw0caKq2XO0VdJA1ylNsxBBAI1DBo24CqO0uJPlRIq1wmsjvKyFK6ex8upF9CbXGgOlxtFdbepnq7VNAfAlJd3S4cpOHMLxIVOlUTMnnURwlbzRHTxBoVuhRUoOk5lXSFg6krvFm/fFsXGWLJ+MpfO1eooaVQ/drrik8w2MiWywsgsKdJTdQOQWPUAbB1zqQ1hLlGqzRH5UWK1yvjKc0ewyOMrbBSVNkGxIUkpJSQLZtlbvm3e4SxRgOpYywvx2Mc4eyqSlpoKanQlKHmk3bdBOcO3AQRcHUna1ilhgGauh1Hcs2PyJ/D2mK9jLC9FqmMsQyuaQ0wlaJUfhKzNqWqy3m7trulasrhAOXxJuFgsDAvtBNUvnqZPxOxUaDUHfeNLkR1lqfSZC7OOsnKSUoK1aJzLQpFigkAhPn1iaTvGpdZqUqvPSquwhppdbjoaDDqmiU9eXKEhdxmBAJDl9VZiSd/Fpc+J7rqHOwlxWnY/FshMyO9mIUrX4ayNAoAAFN7aknkR05jeo0+4eE2hXPaMwRP5v7OVF+VN6l50+Bx0Xu2QPAq4OgBJAv2tc/wAJ4yaxvRm6pg2twn5vKolIgOu5FvIUPlvayrggAjWxAuRbbzyrk+VhyqOO0aoPrRW0JTUoTWRb6VaZJTfyqWhKfUKIKrKFgdnDu3qcrd9PwnVMeROPSJSnWk1FbDkdioQlruo5SMwWh1CSUjqTmUpINzcu7cIp9FXj95sjdjiDCWMsOVL7R4hpy2GH1ofiutZEw1nxtr6iCknqS4LWzEKCTa6H327nMR0Gsz6M0zNcwvO+PAkcuuRFVnH6Jw2OU3sEqBBJy9wb7Eu7uh4SoOI61Xtxm+hiVXqvnffwviVaWlTEkqSptEi6W31AoUkKKSs5QSsA3LRhVDeDK48Cl1akUv4WSfQaulbTSlG4UAopUGz5EJBTcpN1AhWyzWbHCY9/PxKDNJ8BMl4Md+y7UejNRGH0IzIQ6i6FdIF0qy+EgGxSQLggEWN9h+qbwncOV5+VAqz9O4+fixVKGXMDe6TbwEEWJub9xodtmO4jpbTUtrGWDm6jNpDSV80mKFvpQekjOgfFTa4HmLXKdSCuZvs7bqseVR+vRXaowiapLrSEcWGhtXmhTJslJ089DfQJBCRR6ha0Xdgx5mWsZb1OK027za36i/mdQpSBl0WNSLajq1Hbq9CdrzBjsqjYcqWKJXx2JSehiLnUjv2sTcWJFgRdOotrYube77OG7TC9LYn83NpD77qGGnZTCX47j/k2pRsppar5QSoBVwL3KQVLMitO0uA1Al8rToTqY6ltdSG8uiW3LeFNgmyrgACxAtbYy6QJ6jFdaMMLCrATbrrUR33dwEPtJW6wpeZpN9Ccvht6gag6EehrFplGwvzdZgRESuAviraQrOnKRYnUi1h66kC1zYHYZw+ijV6lz4Hx8mTLCfS6cmYC5QRa6beYAuL2F7a/tIg1SBAbd4S860f7XPm7WWCNFJv+y4B26yjiUsr2cxS7xqjvUwvjKf8AZdmFKpFRQifRFNLKX2VDMTGVmslRCrqbUCFAZRc63M+JjJrCVWxH7vmzZUKGirValv8A3prIUJQ+VJSAtAKRYKA4d73UL5SyKPTaW6621VIjCESuhHFQ2pDa/UX1Qq/a1ux0INwVUiU1Rq83/SMpiroYW1FlJsleQ3FswulSrWBBBBsMwJOzlbpt2mHS9Nu0wQ3f75msEYXcoNZaRSF1hXHpfFdKWnlFJGRDxTluLahVlEjQEEEVOHN8rVUlT4HFqLFRiuqdaVIYKUOJCupsK1Rq2LjUkAgG+lvir4XiyqpwveMKqReKp/3clCI6kqFyQgG6E6km1tNdDsMpwfFpeKJcr7T1SlsLQhbVNmMIyqTnynOU9XUDYEHS5IDgvtFjoqcStlFLVnEZ2IfaKoOA8OS6zKp82bk6MnFyLSojVIPrfsb2N7XvpsiscVnEe+RpivYoeYpaFtZY6UOoUvKrQBchOlh03uCEk3KrXIGd5O6zeNWZ9SrNGem1TCHF4UpHwlO0tZKU2koukqbHk6AEixBDZRYm7e6Kl4IisYDxRx1xaopD8io0tfF5WO5mS24MwyONFQtoUZiVC4zXHV2q4xL6DSInmPcStKw7heqYybw5jyk1uFS0NfeJuqHYswKKVIeULmx8IUAfMnTU603R7zIsXdfiGjbucJxZUXdnybruR0PqZhvqdQkqRfilLXBcOYXOVV8vmDal7kcEfZxxqVLqNYqj7qIUqqU2KuHMbyjI24plxRyLDYspK8wXoUKvZJu8Beze1uXrNdxRS6siqU/FEBNGqS1MBrmopSU8J5KbZV6kh0EElRNwCUbMgIsPqbEX7zJO5/edVMeUaW7jKnxYrHMJaadaWVNOJPSVpJSDlzdNzcKAuCk3SZOLcRxcOOy4tLoedcV1Cl515kuJslSshuQq7aswsQbdxcEAgq9ai0HdfScLz881EJrlUcWPmfU0gaIT6gJ8Iub2tfTYLq2Ep8WA5PgS+iU0l1qO+rpSvQjr10BsOxAPpa+yF1oDcGYxsr38epKXhqqVnFECVijlajgqvNIS/CdaC1Kt1II8uI2QLgkEjW2ye3y7mqD/ADquSsJMykUiUhCeTi2U0p/Kg8dglQUhXdKkELSCFEBJsCwNzOJsb16l1LBGPIlUwpNw86l+luyGuiYwhd0lC9UqKCLEWNgbEkG4MsVKlT5TjrrMVh99aZC3Y/g4uWxcym5TcDNqCCbi97XcFvhG6tXtGFlNgejNReUo0p1HNMKS/KdXf4jVxex0IB0Cb9hcntsR7wcbT6o7Ei0aJx6dn+7yE9TSlJvcFXYDTQd9Ba4O33DcwbFd5+fTn35T+Rp1fiU55AEXAUANBfyv9Sfmp1fmnX6NS4kWKhaEqSlCQlfpdSDbX0Vr9CbHaEfMr31c8xQ4zokrEdLluu4slQsmZPLsWQrPa5aV39MwVfUi30M/A0JqjUth13+wayIWpX00+gv3OltfIbfmNGfdc9iLKeYW+/lU7IT4XLm9iPW9wLaWBAtrepxxiqjYIozcrm3/AHo//wBy8aHPTTUpv3KvMWH02LZqV0tZdovcyu/J4Es94FUw41A5XGVWp1epE3K6iHwgpSVJUFJzIN1pcbWAQQSNL63IIXT983vSqN0bBtEQhEXLnddv0o8hY2JvaxI1BIvYW2VFQ9843rP391+Ciou50LS1lS2knsNLZdbajUdiO+zFp26WqbuYESVAZRKXzCXXeopWq41NwAQSNBcECw0NiNsSvqFmqs3D1Ei5ubI9RmJxHQazAfdqnwH2FpaW0halJzqA+Ui41uLEehBPkkcQ1B2l16A7RpaJS2JiuYirYWviMEHMLfRN+5sTlBsLna8xAWnap70i86iqLRwMi1hSXGDYhHYZkX0ykEXuQQb3PcC+z7KdgP1nEctaJU1PQvLmW2k9rC/lpe519Ndmvq3c4USHATkQbruBd6GMqMx9g4kViF0qWt2V1JUdbEEHXy1tb8tiGmbn943uttrEcuDkW1ld+8FS21C3WldgTrqAbkduwA2Ot12BKpgNqXAn1DnWFqzIW74lai2na34i4PnbTY5mTosCLxapLYRxP0XFVlzK/fb/AC2Ozs/JgVMC04OqlUgRKXVMlRm05pOSRlb46kD5inTNfuSBa9yALna5g4dpc9r7OVnOxx0KTk1Rm+l/LuCD6/XakxJTqpiOK3Ko1c90VGLIStp9H6vYi9r6jT0BsdbW2p8Tb66Xg2K3Rna4ioVtbSurIPiJR30tluO/1FyAduJwvEOOZwgJd98v81T1oXFlKYQtTQTzDQzAlxPhCrWuAMpuSAL22+4bvK4jfi+6eRlMPo4TrTWVGXQpItoNTcHsL20tbaswNvFiympbWKIi5qH3VPpfj2RIirIyq4a+xSQdULuCR310sW3oEqe27QcQ+9EZuB5odbV+ottXUg/jcEagka7B1HTa+oV7LSfzwcSG/aPHB0HkKD96631urWtX4n9uyq37744uEovuGK7wH32uLIfX08NGo6TY3USRYaeZ8hdgVauu0HDjEVrrlcJP7/X/AIabICoYVqmI8btu151FRfzpU0h1AUjIT+qSerUD0+umxq9H2UFaehORJC3R4SarMBzFtUZ5qE+/zkVbqMy8pB7HW4I0Go+tyNjbHVVi1SBLpcWtxYVUXAdfpbTvhcdQCbE+XbvqPPsCQJ7wp9ZwbWYmCMGy+BClLXKdpeUfBsQV8Ek3SFX8JuMxuLakhtTx5Rp/N8rUOOvJkdXmOVlab9OVQujzSbA29D5D1Fy6RdvzGh/thbgHEFUxHhyB70iI48phKuFzAQ6l8XCkFK7BVrdwe57G19lrvTqnK1TkHYk3ml5ciX75lLtZLiVX7p9e4IAta2w5Px5RsR8SjQJa1+5Fcfi6oUpNiLD6g6A97E2FtuOC6lFr2I25VZlr4DCeFFdkKKkp1BCtb6HuSPO35eM0vQqquonW1HGfY/cy1pwuBLag0R2A641K/rr+Xi9lZVd7fXub9vTYlhYpgYSiv/CR70WvhR8yxlzWFwb+E2NwQTfXTTYXxhvLoOHJ7nwVypS/Gn5c3nr++9/36bKmfJxHvGr3FgM58nSjsnKm3mSdT3t+OgvYbeuZlqGB7laNOc73hnUN6DWEpT8+jS0LqMped9XCypbWbaJI0BufK99QQdLKuqTqzXmpdU61uPrzyHcmVGYmwvYWTc2Avb6kbNVrBWHMG0F+qV5nnehK8y75m1eEtlBuLgjRQGvYjTWz3cYcgY8i1b3p/R1I6kcJrpXqkg5x87ZuElJ0AvYEdkNhts84yBzM9Q6HWcUNcKlxJtRyJSpbsJpS0pVYHUAApIuLpOvna2zAwj7PNexRAiSqXEYXzTqmMzruVKVBF9QNQNQL/n2tfTdZewHhyBRaNgik+63+SSt1qK10NujSxNrpOZJIUDqLDy2I9y9balYjiCfT/vsWro4rqUBPGUpNsyhexUdLkanUkk6lgUbTgeob+bEyHI3d1nBtZiUuvYeXS/vSI/Oq8Ddza+YKIuB1Ad+1hrbZwYOw/hJ2s1Kl4tqFR5Xi8KK6w6cqVZNLi5uCCAb6gg2vfZ+7wKbRv6WlSojD8JmovsLYWgKQpIUoAEeVrC3p+wbJLCGHOVo0R1p1CIr8p11pOcqUnXMlCtDopBsFeZuL37mrR1MtahWELO5N2s821u0elVeLS2Evv8wsqU2s3ulBPiumy8o1Gb66AyYcqA7wp7S0LYX1JWjKrNpofw22ngujxcB7quK1LQxKra/Hl6kur0AINiSAANT+fbbK2/me7gPEfIT8lRY4WZeR0Zk3PdKyPzykaXtfS+2nXZ/KYlbp9y5HuU/BdnxXOF42Mv8A1/jv+W1phLF1ewbK5qjVZ+E+vKjitO5VZfP6E+lxba1otDrMClt1T3TK5J+Oh3M60Up6h0eXT9CdD9e+w7UYDTXxeDkz9S/7v+mzeVWJlGWayTJa3l0aixYD0Vc2t8J2epCs2ZYNi4oHsoqFr9iU6DttCxNuwr2EsGuYcrNbRKf4qGsqLJUpCnFKbVbzSVCxtfLl1OyF3e7z4GDcWxItUefYYXHSlbrXUpOt0lSfMAjSxBGupBIOmpGMMW4yozFUwHQ0Vd9aMq3ZVsribdwexB17aWN7eW2S9YuJI9iO127htmfccbssUYXqkfDlLicd+qIS6h1pYUw4juFg6KSoKGUgi9z9bbEKty9ZxlRokDFtPRFqMVGRM9peZTiflKtdVADKpJA0ynuNetSxXvGgVRxqfgiVVJVIkKdaTS1Hi+SktlSbDQ9swToPO5uWU2rb5N4MpiV7jfpCGFpdqWVpC30tG1llJsV2GqstyT9e4K9JY77n9SXrPxOlIwn9jYECBVMYryQcy2kvu5U6gg2F/DbQgd7bVFUxe1AacqkDgvrzcLOjwqV5a/Tyv9di7fbuGiY9wuYDNR/7QxGOcpM+Or4NQaOim1JvlCvMK7ggWuCRtX4L3Y1l3AcCjYt+BKioTm7Zu9+//O302FqNFYzjtwDVOIHQMNtY3gPysb1aUtedSuFxcqW/397HuLA6eY2H6lui3fcVuLhzDy5spf8A3ha1qQnXW5On/Tts7qZu7oNL/Ss80v5FOr/02tnoXC/quRvbZo0iqg3+4A59GB2H/ZMwlS4DFegVtDFXQhK+hAyJVbtY+X7D57fuGd0PCqkvFGN6iwt9ClIaUpeZCUjRJI9D2OhtppqditwVRpr9LnR/d2pamzKxHAfozrq0cdGTOjxJV5H6/wDDZTWdHq1B7ijyHqHrdPRE6xsecWVysXlUZPhefkdDby0Pbsb669jxl9pqA267kW5+s0nbP+AMG4twbjJf28p7/K58rD+UrQ9ckAnLe19L6WHqO+z+qExpppvkInX/ALJPh2poa7Kkzf7hLNqcSC7XOQd4vyfqbD9Qr+KMWynKNQckX5eKu6kJ+pItp+/027by8IVqqUum1SjVZHNLy8djLk4ahqdbm48gT/n25QKw1u+wu5Xqy0vmkNKTIaQnOj63I1se+bS2mzGp1OxM+hAA+WJpnZP+0p8XA77X66cn7dnBsqd/cWLPw5yEp5COOhSUZv1tmKPvmkZj/dk/Ko1Ucaaezr/W8PY6EfUbEePoWMuVfn4ca682ZTWfKhXqQnsCT3AAGpP4qvClVqlL3tMYcn50I5jhKWnqU2m4yq/vJN7X9SBs6N/9SqmCKCxVGncmfKjOjw9XY/8APy2ydbQbFO3Gf3kEePEQdXpruI5TDsqJKpc1/rd5d0/DWPmRrYJPmntrtpGBjafVMBxHcUU7PNpzSWFyGrrS5YaZr37geffbJsjGVUr0piK69kWv9E610/hYj1vf6/XbU+4fDWLYEDmqzxH4UpCUradT1KTbxHyv5Ef5bYui0mrtJXIUfsIqw4gfUDXqz/SnuSooYY8Co/hSnt2uCb6d+1/LYfFYo0Xic1REL8WZaOjqPmR6+ug/020DvF3gUHd9Rn2oFO4762lZIqEZlKT2JA8wLi/432QkSuuz5T9U+Ahh9SnUtISMuvl/x+t9vL/xT0ldKyl7Sc+88gQWzdKF539I6018Px+H/XauqKeL+i8ex01WqDyrkWVSeB4vD+HkBYW+g2C5yYrvE5XwfKnxf9f89vnuo0nZOQcwFlez1B2Qn4u36zJd2+padoefhO7D2bhEra8iXjb7v9zaUhXF2p0SOLt3bkf2uyr1xLO2FNMDvFb4T2T9dWb+P+ezKp7O76jQPelU4EpfCyu8VAdVl006rDKfQ6D17DZNImu/x+za4hJpcpr7/wBbnyIX4dD5jS4PYgm1ttfo2tbSOUPo/maFFm5dsKqlBpeKHXJ9GiIQwvN8J22bL/duNNPU3+h77L9zCGI8LwKk7RqTTqpTprSWKjF4oTzjQJNnEFISpQ7g9wb2IvqQ1OVPaituwGX2YXFVzCGlhKkp9UjU5e9x29e99u79f3fQKD/SlWXnyZ0yEKK3XEeYUNB27g9/K2m3qtLbYXwhxmO12mr1Fa1ScLz4rkWBTl0io+DioupKVaeptl9SBf637CRwDiOl8Rrgo/S51utXVxE387gG3bXS3byBLqqWFa87S6bjfdU1CxRhqqO8J2fDWErgunRQfbJK21DUEWNibGw1NHjXDG8GVQW3aW8xFfWvl1rXfpWR3KyelP1sbHuLAkem0vT7x52HiPDWWN4sYKw47VZdbgOy0c1mQ0/HXbNmv0r/AAI9e3qe+x1jujRXaW3ArL3wOFnaQ7/ZrFwNfwNj52v57JrA2D8eYI3qxJWMmX0LhKzTGpHSl5geYJ+U5iQfp+WzK354so2KK9Aw5QeOth9ppLqWljMy1oTYn0Oo9e3122aqkorLPKmsZiZwRgN3FG8GJXqpSVzaXFdW1xUu5OGtRFnLGxKL3B7WNtDa22tsV7vMUUaBAr1GpK1sQsi3cnUtu1rKAFyoHtcdh67SvZ7wpS6XK5V3I4h9jx6ZVZiba+SikXI/HuL7O7dbVWpUqtYS5tEpFLdytIWrrbaUPAQdQAbgeQAsPTbQ6e41Fe//ABIsfccCA79antQKbXoHWheXw9Xfy/jz8tNjfd9j6BVHW2nXcnXkXn+VXbX0vtXYspEqjVRyl0t1iKiU0pTSFJ6Fa/lY+d/X8b7IuXjOs0bFDkCUzwJWf/dUkaCyux07Hv5EAi2z1moFR2wD2bDNsLw3AxHFcadaQvZLbxtxDVGacrMB1fw0qyodupH+EgfKdfwJ+uxPur3n/BYi1R7IvJ83T/10102YWPq3AlYXfdadz/CUrp/Dy2OLRasYCJakyBubi8rWZ8CVwGGEZuE1r5Xza9ioaXA8vI+TNr+IZ9GgOe63eGhCPEhebp+v+l9hiNi7BtZo0SBWeVpdR5jl+af+E0p0+YcAskk+SrD1NgbJbEuK8UUHG8+gys/ApyuE78VSlJSryI1Fra3Fxrpe42yL7DS20mAfNQxDM48r0WV7mpf3p99fwlaqXmNyRqdRrfXQflsVNV6stUvmsRxMkpCFZEIv1advzPlf8zslcHYspcXG7fv55aIuf4Uhpf6NXr3AsNbn662AJ2KMW7y+fxQxAn53Kd87rSelNiLKte30IGt+19QfK9T7l36asQIon5ltg3C9LxlKlz6y7KY+L08W6e2mt/pa3lYa2vsTVeFS6Dw6XxuJFXlW1IY6+CrUAKT3y9x2JBOl72F/I91z2o8BrIxx2krjymrKac9LEfTsfI+WwriOl0FqA3FqkvJUWOiLKadyLzHWxt5Gw/H8e+hptIlVPbX/APvLEYn5QXoEWqS6NVHeaQvKrlZHicaUNHWVDR1BOZNx1Ap7XSRtTVF73XPlwKDiF9uK/wD91fSFpTpcFJ7g6g6EjW/bYalvyp9Ul4SxlSZTDH6diewsJV1CwfYItmuUjME2BKeyVgDaYMOz+a4XG48pDXRkX0PemW9rXGoBA1JFgdNs+/Q9pu8h2sOfXuSDLCDTa9Fa98wGue5JeSUiPbNwjey7EgGx0Ke50Ivs0cCbwIrrTcWs07wJUlp1KDnTbUoUD1W9AQCPMeewVhaS7WXXOVZ4cpDS2n06oU5cEEa9JNtRcEXsDYkEQEN17muE7VkIlIzNJdz5FqSL2Njrf6HUdr6X2GnULkdbX4+M+p3GMw036O0bEeA3J+F4jEqt0hanYrSLJTIaVYONm2vlmHexH1sU3gXD7rsV92vUmdC46crsWVHRUYUhhXYFBssgDsAdOw9AeUOq4jpc9+BPqLDi0IU7mW0FK89bE6oOgUO4Pa2xHh7E9GqjTjX3VD6F5Vck7nYzXsTY9SLkXykaep29fRra9RgZlu5tlThjd27RuUlSmc8Vhjl4EpqUuQ0pjxJazL67JJISleqRmTewA2oKRgCBu53q/ajDlO93Qq8wuHPaaSVRXFKN1NONklFl9wCAL9rEDZ7YYdaa4kB1lD8KUtSlIWgZcx7n8D5/XX12rqzhCqUaqOSmskqkSkp+Evxsq8xfsba2Pp5Ei+2k+lRkzBGxlbIipRSKNRt5cCBS8iIvCVKVl6cqUr0/YTp5/Xy2pN9Xs3T8W48YxHxWJtLrcVL6HWEDK5lNisLzXvr1JABSdbi9gQs0h2fvGxI1hzjv8lA4XkpbebUAG3fvcaEi3mNhmmbwt42EqNUqFVKdztI4q5Ud2PnQ7DdGmZLJsttdulXDJCgT8O9iECdgMY02oIzmQE4I3l+zw1AxHu+wn9q6Jx0e96W06I7qrkpLic36RwJJCVAg3VlIIJIjVPe3jKBjdxrDlRqMWiP8CbFanxcsiCsk8SK+hQC0NK14bt1t57pzWtdmYaxdvGqkVt3gwsQ0WU0pD7E9C4c9lB0tnQnK6k62XlSbixQO+w7jKnO0aqN8hUX6vQUZUOwKzFzSKelarXS8LJWRYArBFxlzJBJUcs16xTwAR/zCrfvbDz+/nSoNGrPvnEdWYfi1RCUeMxX28trgqRbKtP6w0INjcG4J6xRqM7Afn0Zp9a6jld46ulStbpWVC4VYqOoJIJv2I2Q2+msYcwQ7AaxvQ4Up9hanYfLq6ZkdNrutqsOsJVYpUbkApKiQAXzgdnn8G0KqYNqyEUibFztIUkK4araIUE6aEZTYXsBoddjqL2+IHVHZyspcTsYowHFYditP1GFUY/FfaipPHby2KnG0J0WpPdQSBcA3SCb7Jasby+LXoHuGorfmv/Fiu8IpSpSukqse17lKgQkKsSLKBtq9uuRXXWGqoyxzUV1K87S8yW1/rg903/H6a32l1+iYXn8DmqTCzrXnad4QT19+4ta+hI7E+XrqJpt6+UFTqRX94zEfAwhvGwvKgbwXcj8KqNJWnkFFbUWVqVMuIsFIWU/TKoAkE3IF9ubwzu+3yVTG8rGWN5tLr1OQr3Ww1IKFR2ki7ksMmyZAz2bsb2CT2Kgdme5CaitNxXXlo+VCVIOXMkXsb+Yve35j12n4VouA6DK96Ytw9CqMKa07HjzeFx+DmOZwAC5suybkai1x57GFCoMR7R6lHc5H95maLu73qtYjwvPr1DWhiqNKW1KaRl5qKs9YsCQhwJ6ikm6SEjXU7aDxS/8AYPDjbTv3qUuOlrqUEOyGhksnOQQu2lswIANu23Wh1iVT+O7KdlMUtx9L8KHNfC0x3yMqevtqkhNza5IJFySVVvAG8beDhefRvdPEq9Inpq1Gju9DsiGF/HjC5GY91BIN9SB3NqP4CHuu3+pyouLotUw5Po0Xjws68jTshC0oS+dUg9RKbKBSfEn0OWwB5u8wVFgRfekqkxV1RCVO8dKMrrenUgqHiRfTXt38rbJNvCU+lz6s01Q6jF96K5iLS5iV5M6hZbcd8kXAy6tuWcSVKPULK2J6Rva300GfEao2CH6dysfhOvynW1tPJuCWl9RBQsCxvlINiCDYbKFznmLajyA/eE0LG9B3yRcS7tJUuLSKvRKk1FkL45aVHSopLc5hSreAK6kgi1ibgG+1Fjd3FGEpdSwTvBMVGL8NR0v4cxzRkIalSGCjoZnR7ZZLSrHMkkkDUXICyp5u9zDjtZq1Gn0+VCflZuYUtrhOwXbrNlfrZbFST3ykgjzJDEo+I940BvkM82dNgKjusNOhSs7CMhDNz1IIT0AG5Fha+0uPGEu0vbpyIR4Yx7g3fJS3ML7wacxCrHVkWlbiGnnR3cYUrw3sLtG4OmVVxlBBhrBeDYDTjVUq1RhIztZ+Eso6TZJKu6SCrLdJFtRp22QEmn43pbUCLynvel051KJjrTRan0vUJBkMLQHUoIGXi2Wkg2JuAFGs+q4ow5AclRfeMqKhbSUusNBeVpeqVFCroKCbIUggC9yko0TtisLtO/HIz6mZZWUE1S3hyqRcOcLd89S6jFfaWjl5SS1lVbpWhQuDdV8wUB63BFtgGtRKDVIsD7ZRJWHqjFyoantPla4LqlnjMPovlcQPElxFgU3JANyem5bHspqlvwJ9Jfpz81PHir4SktSLABQAN7LGhUk2JGoBAJ2rsaM4jxQ03KgUOVx31KafjoT4dbXQo9J6flPlfSw203o7yZHBlaLCjyJvFfxHu5wk5A3q1yFW8ASp7TEyVCvDmU9pbqBGkpKiUvAOZUnVK09JIKSCM4Y/g1nBGMmKMKtS3ELlI93VTMPd1YacuWypC9GXSroUyToq+QgFNtIYnruPJWDfsvVN28qbFYj8JcV2BzEeY0Cbt5e7Z7EgggkXAFyNkFBYxRyGKK9RsEMMUuiQkc1hestOJ5yLZSpCWW3EBGRtAuACCTmIBsRtkjpxtUJqAGb5OMTWY16nAAh0rCmEt427T+i4j9IrdBdT75ocqQtUdxpR0mR3L5miLZSUkJKTchVtfjdNT69u5pcug0vE/HpzEhSl0urNI+G05qoMvpIQ4gklQsAb+hBGzh3FjdM7EpOLaKJWEXERVZFJbStNPWoAEOJIKTHOoUkEJUCDcWCgD7xsDO4t3jR6Nuql0inMLqnJ1xpp/wC7wUAq4klg/MwpKElCdVJUtLeoCbaWj07aT0ePx8QFum8cJCyFWqXKgc+1/YJWvP4lanqAUL3SexHY+f0TmIN4UqVihiqUaWt/lZSWJUdq/UwRdaLDW46VAEkg+djcMmfgLEe75p/d87LRNqPhadaV0vR1WWh2x6uxF0jVNidRqc0TotUwbiOrRay0uKtCVOur1VlyElWmh6bkgixAN/O+xOpatlCqn95mCtlOZqbBz0X385KrNRYRFmyOVQp3Ipp5ZylB1FgsjpF7XzWULG4F94NG5WsuVSjMoXFYd+KnOc8W9yLhWpb8SSn5bggAdpOAKdFxG041VKg/knIakIlMLSpEq3Ulyw6VEaXT56EZb2EzEaIDWPH2uKvgVSKmK6tP6JUhGc3JuVNuqQTooWIsAo9tlrNOms0+SJoitWpjSwnTsET8EMVSLhOnLW/F5d+KtpGRxSUJCkWIylJtpcEHQg67Zy3lUnBtelRKphekv0iExnizYrSlZHFK0DS0JPSoHqC7WSUjT0fm7alu0ulsUb+wR8X/ABJudB+Vhb8fpsup+G2pWI8Q0t3JyrE9b7vSEpUlSUqyA28z37aXAvs3qTaqVKv9/wDEnRHdeCYo2KLQd1W76tb6Z7rC6p0tR4C1ZVttBxLbCW8x6g4soCvO6gLgGwCMb4ei0bdfijeXhxpaH68hNSfYd/Sx3Xh8Zsm57LvlUNLK0267wJtU33by/s5ApLE3D1ElJjrfju+JfSSrKNFICekG9u50I1dy9zlUxG1EwlyjC8PSoDtLqK1O5eJHWjKbG1wtJIUkgEEAgkXBBtyp9019RaoODFj7PeP/AOi8H484XNSoUpVDxGhC8q3IDzSksvqSTdQC0x2ypNyF5SQAokOvfZuidr28/Am8uLUEU5dIpbsVTrTpYdedYcaWwVOp1bDalulOoN3CQQL7MzcXuC3fbtKDAo3umLUX4WZpEyUhGdxRtc37JUbA9Ntbeg2tt+26hqfS2K9RqithiLmzRZDuVpKfQqt2BsoKP1BIuNlerPqK9Iz6UZbHEQs1vwky5vqxp7Q+8HeNQqNS5cXDzC1cq1iOrPlqFFUhN0tgoSpLa3FDRa02KlXNtBttPAkqK1K4tLqz7/Ayx5seQtPNQZAFnGX8pylY7hY6VJKSCQQTlaIufyvIOusPsLaU0tLvhcSO6D5EW1F76aDS2wFhDEWLdyO9BzFGCKTCWxUWuTkQmnQ7FqEcLKy1mSMyVtkqUgkApJUMpSVA4H8O9ffXA16kYZfn8yg/6lMfM2LjjFFLpeLY8D4CGKi7knxVKCevRIktg3CXQO50ChYE2vZAb0plGwljdt2LSV54SVw6pS2nyhDzCxcuRjfM04UWWO4JJB7na6xzXftHKbr0pmUhh/LKTy6Ct9tBJN8g1VbzSkEkdgbW2zn7b7uLaXXsNYopctf9I0hLSZ8VZV1RylTazf142hI0CSCPIv8ATdc+r1NifAPEjp7vXdtlPj7GNBdlMY3wk8/NYp2akvxZjSVqbYJVo5a92lZyk37ZQLAgEDmKHMUV6Bg+Vu+pOeEw07AqUXI26mnrStC+GviGxSoErQpXkSb3JvVYX3mxfuErG+7KU2/wHWH6zSWnMsyOkXIKFoUh1aCCoC5IAsbgC47XEu17FrFB3c4hhSqdUUcVT9NQuKrICDZTIJSlZBI6CUm5IA1B3Afib3d3eMf+HKBQaXxMR1n3OwteZifF6krZXc9g6Cktm5UACUk3AtbRm1nHWHK9uWl7vq9kr2HoU1E+K6jpfp6r+DMg6AFR6r6hWU+u2aML13mqo3QXa3wKixI4DqJV1KkWF8yFm/RbMlSSDc6g2O1xhOFVMEYtrVZaafzsO8CfFWsrayKGUEo1JSbgFRuL97ggCp8YuULN4zUG6Hctu+xjg1vBrVQp9RhRZqp+HJj9uYpcp05nYq1W6or6+6TdIcsSApR2usNDBuHK9VsL4yoc1h9CVNOpadeS7HUyLqCACCACekpBugdiAbIDA287EdGxQ5AwlghCH6ilS2o8VORUrKAFIIFkEhNgFAC+lySbh1yN8WLazS2MWyvclX+BySs/RN6QbsPoWAtDyFdJBHUEBQzXI2ze5Y9hRlwPg/mD2t6aN5nC+76BhLkML1xEJdRfU6iU1KyPqWq5C0LNjcp0FiAUggEgbfM3B7Vei8q7jJ9ErhfCdzNoS5bQggWzdspIIsdDobbZzplWgO4Dcd99xfdD6lLiqS6FoSoE5milVyysW1QBY9wTptNwzMdixfv70qbFycVHUFpUgjQi1hceE3NyNDr3aTcp4i5qLNxGHvJp1Uo275/BuLZdRqNLXkTHlLS4l2OgWUlOa5LiBqUlKwoC4FwnTO0tDuI8WxHaXkXV6ihqHHkMXUxWEEi7b7adFOpskBwWVoTcEW2bcXHNepbr+F4uMlrp2VS4rSXc62VkBRbyKGZNr5gCCkg3FrAlXVfBFZxRQfelZqD9LYRKRKVVIFOVkbmIPS4oNH4efwqABJv4CbjbSTlOY3WvbHlPmTX2sG1ljBuHHlxX2VJVyXj4L9hdsZrLydrpJum9xpcg8wPiFqqNVKqO8qxyq+K7FQ6EOxVqOoWjMMoJuDmCRfxKAN9oe9nc99raNSd7UrkpVefYa49SYlcdhyQyAnVaSFfEaSCnNchbZBBKiNhiqYAxlWcJQMb0tqnIqk1C6auqQHVramIA4eR4CyuIEpCToLgJsVagUCK4yJNapaOIwnsdNVngT6NyvQ6hcjJ1JcQk6EjQpUACCRYi5B7bG0ysQMRwGGqCzTkPxZCX0OtdTrKRlJPRZRSQCk3BFgb2I0Ad2O7SgtYcprWMmvdGIYTuVp1aFKYlNK/VeTYAjS6TYpI7bOLCOCt32HMRsNYtxNCRzTWemyuKFZV3B0NwVixtbvqSDqBtauuWFSKciVFVwHKlO8Ws0SKha8r6X2rdSCL57oGVwdwVAZgPqNqqp7vZU+UxWWmUVFEFCktZHW19BF1N97K/aLnyudmvInYcgRXHXXn30MOqT91dzoVrfiNKA1BOp09bgEGwfiDFNBansVTC7MWLFlKVHqSXenNf5siSQo379tLm5tbYd4CDMFa4T2IvcFMUZ2VWnaDXJq6pBlKYmRXbpkMoW2NLkAlB7pV20IOoOzEwzgvC+Ep7lU941SnSuV6ELWFIcYNypPDylC0HN1IsU2voDqQqpYrwlhyst16ltc1NitcrIkRUl1LyCsLbCzqcwUpR6je1/W+wrijfBjfG7rECLSVsdaER3UJzKVmNr2SDcD1F7/W22NZ1HT6d/E5J+ID/AFCqn/8AE0PUN7NGo1Lb4VQ+Ow0lpC5GVXEQPRYF1AXAudRextbUdR7XOHKW7ys+k86wtGWVk8Ckeeh+mote347J2hbpMW16s8LEdcRF5V3i8u6g8JxItYpvZJHncjuLEXudirE/s5xZ/DdpeIYtOyK61ZApGuouAvTU2v3/ABOo59VrLl3Vrj+vuZmovfUPlRiMJG9CjYjlRK9Qc79IYWuOrmI5UqOo6HXQKSdbHuNe40Eunz5XvR+ViOo06o09afu6WOlLaVLsFKbVYi9wDYaH8tqTByaDhfdoxgjFsRDEph1X3+O0XY71ybm9syb6KUCe+oJtbYjj4IaqlLY5qXTprHVys1PUptPyhfzeQBBsk/jY7N6dC2O57lTXuX95xxHi3DmHKDLrNeloRFhIU6rP1cNoeInzyhPfyHmdhlnEDuI5XFw4y3kYa8bV1pU0rt5E5OxuBoR5W2nY3pOI3cOT6XVHqQwwhjMtTSMyXGhovLc6Kyi5BNiD3IuNqL2ecI4Dw5AcwlhKXKqNRw9FQ1H5xRSp5oA5Ww5bIFZQACND2JBvse1XJ98S9QKHmc59Tx5PdYixaSta4q1ZJWQZHLG+RV/r2IH1B7bWiYOKJ8pus1mIhE1hWZLqPlVoPyNrpNjYjuNjRzeC6663AgYZlNvvo6syR0/iQe+tvX6bUkrF8/hOOyqchDHVnU6rIttQ0IKT5+hGh1uBY7RVSEfduP8AT4kWAZyszdvzxZihrFESA0zwMiUyk5k5kuJuUgDyOoIIvpr9RtFpGCN6G8ae3WZ9JQj4qv611NZewsNVfXX6HWwGz3omF6NvLx4/KnsrWugtIUhPhT1979wQekjy7HXZvN0dqK03FaayIR8ifCnaLNC+sfNh8fgRG3d6ihwTuYi0aU3Wa9L5qUtpTS4+TI1lNjpr3BH1G1/j5ul4SwRPnymUIRFiryrz9KbC+n7B2732YyqdxfhbAG9uPQXaX7mxG1x4r/gQv9E8oW6D6K7EX0Pa4IsWW0iUV4QSiEr6ix9mzd3KxQ7/ADg4tzrz5VxWnUdKdP0hvYlRGmvYDTvbbTJ4UVr5M+ToRsH4BXFgYXiNNO5GGEZEp/0/j67EBlxWorlUnvZGUZsi1/S23UVCocS/LT5kNtNNOSpX/k/hsq8X1+je+YjtUzrW/IS01Fd8LiVHLpfS97/TTa1XvXgYodfgRf6qx1IUpOXqF9QTbQ+n59tQsKvWoGPJ8SjVmrP05il5+BNYyKU26VggK1vYlN76EeovfY7DaMxmumNdiq0ufKnwOUWiLTuiQpCD6XOg1IAuSRrbUbZ8x27u+xHiOXF+PKpbGXlZsVY52O+P0bqVK0dKLqHVYqChcrGhPKpj53DlBfagYhhSpspeR+U0oKXnICSvLpclIuANLqJsbbL8YJwu07yrWN0LX0eFoKzKJ/EDva3r6Dzx+p6mypB2cZJkWE1SuwziFqK1PoLrKH6pFXwmpUVOViUkjpdCFdTZPzNm+UggEixLo3Y4di0v+nsRuoQtCOK+67+qkX0/P89hPD+A+Vdcnu/ekMK6VoY+oym2o/E9ib2vsaPYddpdLcqmN6iwua+6pECE0vIlSBrlANsyykZiCO+gBAudDS2WNUGfg/MtVWX8mn3K3htVSVLdda6OOpDDqV5mlWOiQryXlIJQbE3ukq8qqj173NjxiqSnUMI+dTv6trj6DTz9Btyep0/FFGrU+e9k+FxWosJI8rBJ7EEj8New2zDiXe1XvdciLPiLffipa5d1K8yk5gCgd7lJ7FJN0gEX0sGW1BVYylQPqG+8Xed753q1LEfGQhcV1LUdGuXheo7drWvcEAA3NztEwpVosCvPyotRirYm51yo6mClEhN8xbX3So3OYK7gGwtcnZV0+oVSsym5TtP4z60p5phfUpSVeM/QXuQfL62tsZ1dqLg1pz3Wy+iVUVIa5V13NmUoWbt3KrZhY2uRYXG2Fba+psJHqCZ9rSrxI5hd3EfuGltLYhLWp11r+1yfqXtok9xfUA69yDUbxU1Rp1hqjUmVToXSuOtbWRUjUg5SnS5BvcfTS5OzjoG5ul4XpbeI8RurlVt9pTqI+ULzakgWvfKSTfzvr5i1fIagT3X6ziOuRW+SzKi03Xq0Gv8AitcC1idAADqTUUNGarq3+73FDWMFT6zhdzGTtcp0VC0pTHaddzLeseylZulZAzAEHQ6kG42hYBxU7QYr8Bqk81K4vwJWXLluB3I7gWJ/EkduxZi2gQK9VG5UWIuFCfaTnirdK0pWfFkubpSrQlN73vrawEhujxaW1wovAWj9b8v8/L89mV038zmVu1AXhJfUZdLn0ufXt4NOXySI+SLwrqYSq/cgXKSVHzCgDpcaHaw3bw/tlAqztBeYXFpfCdkKylDqVWKSU9lFPa4tp3I2EUSaXVHfddZZlcqiKrmOVfy9CtA4EnRWW17g+twdmn7PuHKXhLEbbUqWiVTuF42lBC3EqQRZYv1EHuASLEHQXsMVgtzGqFDKCYSYOxVFwbKlynYkKUwhKEuxZjQ4uU/qEg3sonpJN7+mm0zdrJaqmLa7ijDlO5WLKmsPw2E3ypUm2cD0F72AAH0AsNgfHVQaqlelwItOXFWt1TTUjwqS0CcmdJuFAixChY28yNiTdxRsR4ciuVlppjItKmJimrqaUoXyulN7oWL62OU97A32u7+YQTndVeMHe4+19jcQz3WeBKmylLy+FXFOY/5kfW9tuGEYsBqjUnDkCnLYfyJalLX05tM5toO5Nz30SnW99q/efMdqmHKTS3Wl56jWWpGZHVmSCVKA+gtr/wBNn7TI8B2gsNcohGRaMi8vVoLZwe+oFiPM67PVVluYV70MWe8vEU+fiOjYXi8HJRGkSF8VeTiK/HUXAAIvby+u2ed/0CqYorz8qBElPoQ0hOVCSrhqtdSNL+fmPXbWkrd7S6pVHKzVPjvrX4kdPT5DT0GgOxDBwxheB/3Rj/psdNOcxY6hF9St9nouz931JoOI+BKQiLycd11r9JDWAUtrvcHKu4+l/wA9lfvI3bxZUrmsG0N9DjLrseVF8SW1pWQqxJ7XFrXJOh7HbQ9OqlGgfCgMoR15uhHTm9fz89pFS5B3707Ts76+ta0eJX4+v57MCv8A3QNjrYJgfePuixlRp7GI/dL78LoaWtCM/DvfuBqPO1+5089tvbmavS6XgOmtUunrhZI6Vrad8We1yddde+uttvgV+ltcSK6yj/Arwq+h+vpsPYwrtZnxeQw5EQh9fwkLSjpSr628thJQKyTLVFBx8whrW8ije9H4tL5XnV9UjqGbMfM2/Dz77feH3aXAqjmI5+LOC++0lPCakdGUa2tcjv52BHrtnrDmGoE/Ac+qYjqz7GKH5i+FwvG2sX6D+sCBr2sPQ7Ci4GN2nW5TruSKheXO670qt52Pr/A2xtZ1WzS29sJkfmFtsNXxNhVneHgiB9/aeY+PmzuotlUq+v0vfaoRvCwRVPhNVbOv+51bZxViOA79waeRyq/0qEL+YC1/TTXUbLzGOLMR4XdbqjUSVFi9PCdW0UpUr8SO5Gtv+mydn8QMnkiEj8zPs1PzNkuYgwl/9sV7XsPDLVUitz4Dq1oX1pV/d288oftDY8d+6wKSiVn6s7rXV+76/Tbf/syYlr1e3fMfaOIyxKR1tcK2VSD+F+3p5bbHTuprrV3D3+IKuwO0nP4bnxdocjDnxW3fn2bLkVp39LtEk0yK7/ZbaweM9sQektte5m3XWevJ/wCa2HEI+L+m2vsRfC+4Nf4tqBxp1r4vB6Nl7MZlHnRzmmv0vg2Ecdx5Vei/ZeltffauhUVC1+BvMLZ1/wB0A6+vbz2IaziaBS2uVde+Ov5PF+e1FMr3vSK3yrqOPlU1xU9Ck+Xn+4/nshbYjeMkJxkzSOyp39K5agsSv1FjZrbLjfkxxsDy/g58ic2zunOLBNCz1MR71fc0DEdFr3C5VaHc7Uhi+ZKjooaHsRc5TcXFwNNjD2iJE/FG7mkxYDyFrm5EJXn6VXQbajUXI/L02X9YkNYjpbkDx8FeXq8Wn8HZ6YDwxAxRg2ktT8i/dy0rSlSf1e1r/TYbV7nIEgOFSAXs2biZ9GpfFxa0xKYX1oiyGgtLOt7pJF0n6i19m7j7edhzdpAbi/J4UpRbMpXoB5kW7fuO1ji/FlLwRhxx3jIRwGldGYeW2LN4GLKXvLqnP1moyvd3FUlpbDoSqOsf2gBTdt0eQNwRqDqRtNla0V+HuCrra4zRWJ0NbwcLt4jgPIfWx1oV4FpULi34i5tqLi+uttk5QINUrMpuK06jPxcvCQj1OoPra2mlx5bHe4ObS3aXLwH9rEVTiR8zXFsh9KQLdrC+mtrXHlp270vA9UwbiiXVGmVykRXc6+rpyG9iPP8A4d9vIdV0Wl1AL2g5ltgXgz63nUiLS8JRIEWIhE1HRFQ14s1hcJP4A2B0PYC52Q8eZWeQcqjrL6286kZOFly62sbDvfZ17xsbRazKY+CtDCMqMq/1/W//AAtsHYilVmjRXJ8+IhEKblWp1ScyFX7FR8jrbMdCe+u3ktT1GixW01NBbHGcQTuPxANmoc18J1nIv9Raf39/Pbq4z/4KNpLNSanuuNNM8daE+JHVlTr3t5fXt9dvuRF4W3ir6XqbzUj+szH4aV7Z4X/mUbSQ5tHdTt+xzsq4iN6c5EmA32n0+Xyrv/oG1ff/AGX/AJvbu2vi/wDuuwTB1ttaFDmMp/KuRejgL6XcnTmT+IHfvbS17bVcelYI5Vt2VT0SvhKR4PEk90m4uNPK+lzbvbblSnGmpTbrvWja7qLsWfFcdpdDQh9CM63WkZU5dO9hr5/Xb03Q9aN+LTz8TTqfd7hPu+mUGg0t+fgiW/Cz5kLaR0dSQLlQNs9tLg6W7Xvtc0nF+HMZOue+YiKdVP6vKlRU8WLI+qmzcWI8wbDuLWGykpEv3Xx/vbi+aXxeF86V+RQPxHoQfO9tLaXXWqNAfrMr7qtaVLyrX05Rrn8spPcjXXQE9tvpWk1j3KKxzHEQueJYb7XWqXFiUGBLYmrQlXKrX1KSi2jObVRAtcdyALWIAAz3g3B1Zi15yvVnofWta2pCL9KvNlY7cMjwrIBBABBBuCvCNexHWceN4j/7ry/3WLKazsSGjfuk2Cwba9lAWsQdmC/CoOKJTlUwa8unVFCk8xQ5Duf4ov8A1dw2KknyQsZgRYFWmx+rVu9Gyv3CWFl8RL7dpiWltSp8V13gZE/FadT4coJFrd79xax1uO4BMN2+JIuCN4zc+U7x6dXnUsc1olTKl6JurstJVYAnUEgG/fZUVGk8q05KgZ4q8uRacnUzlvdBI8gSe40v5aja3pmJPelB91z4iEVSnL4rDub9MnzA1te5uD2NhbUbC6PqOyoof2JAmnt6dOlVlqJ7reY5qK/kVn8SWFGyiP1rGxKSRpcg6W2zDvMwDVML4jf96PLRKzcVLTt8jif1wvum9tQQbWHe5O2rcEwefoMCqT5fNMSoaMrv6ybC1wdbjQG/mNlP7XVZlYcaw1iiLnfpbyl06etpIWuKu2dl3UXAuFJP4jS17ek1NO9d8Kaw48onMJ72HZ9ebpfF+9QkIRIad6lpSe2oICvoofhp2GlcM1WVWaNyrr2fxbZqwzTqXiOf75nxGItUQtWVbSciHkdgsAaEnubi99ba320du2h/o2v8O1dIspWm3gStxHu5ddoMtqKy2jP8VH91f101B89L31FjrtmCt4Xr1Un1afzfu6qRWsrvQVtSEJ6RnTcaFPSFJtYDtYAbelFMo0CfA4Tvzo2zZv8A92vuvm6pRmsi1oUheX9Wxvr6HsfIjv67Wv6elp3/ADIvrZRkTBy65KalchKiI615c7VlJSodj5n89beezkwY267S24GI+H0K+4VLRLsdfUAy8M3gPSEruLaAhINwvE4Cdn8/Kdd+PF60tZOl5IJzJB/W7WHnfTtsxsLbxMOfY3iz4mScwlLDsxpoqQpJFkhYA0UPDc2v538vJtQxuKP6iKvzgy+x3ExHgN2BPo0t9dOlNdcdHVyq+6k27lBHUDpbXW4BNbCxjFlff8ZNIqlLWj5FqS6yoDzIIBuR2PY3P1ANF380us4jc3fbxqc+/RFoUhipQ5RQ/DuLggpJSpB72IIBGoIJAsZG52fFdclUbGPvunP5si0IS0tSb6Zm7lOa3cgkX7WFtrpQyP8ApGWOPcYr+NsJY34cCgtPv8lmU6jrUptFrk97A2JuR2sCbg6lmBcUUuluuUuqUmVKixf0UpCOK/HSTc6d1J7HLfvqLkgFX4ew1WcGu8/AZ62FcWLN1S62ojrQTqFJvcZToB5akG/nY8nxYvNT6GwjxfFYu0hSSOyLHpUCM1jYWNr+QY7bb82GExuXMMatI5rFrbsDgcCV1NTIbuZD39+9h1eRBFwbAgHQQ8bRa9AaclT5bFURmVnzIyP5RY6qB1UNTewuLjQi5DsJVyBVKz75pdWRFm5l8xAldMOYrQpWspuWHSLdQISTqCbkbMLGFci1nC9SaaiPsSqc0h1edf3yKkGwJA0cbIuCoaFI0IIAFrdJXahQjiRs/EWuGaVQapKbxHS8ZTejPFXDlZFKir1u25ZIIvrlULpNhfLcbFO63A0CBi1zEcqovwpWbKtLtuA8i+ljYEKFyMqxY30JOgGYNCagOsYoi1ZGdasrqcgTmSQFWvfUpuLX7jsLjZ6rp8CVykDFrMVbFea4UKUpAS1KXkF0cRIGVfnY2J7gnW09PqSh9olyBiXsSmuxa840078B/qS0pfSlXnl8he9yO1/IE6myQ77rciu5OtHSr9VX8a/lsE0vA8BqK3AqjspeTMn7w6VLyk/Ksm576g/TZXb9HsR7uZ8CqYcxDKfhSkKTKp0p0p7f2rDliQoX1SSbaEDuNvRG8osCcLLfczL/AKZxnXvA/NqjrSFIX0qS2SBb8wSB9PxJs8UYIrOI3W6pRnoS0Z88hrLlUr101B07diDcEEG+y63Z1Cg1SgsRWnZUKr5Vc00708RRNy6lXmDfXUE+nns1aRSpUX+q1aawvPm/S9OY+l/9PrsrRmwwBEm0WC7yvuvg8BaEKRnydWv5elti1GHKXFo3CrzTErpUlfFRmzJItY37gfmbaeW0KLAr0CL705uFKydWSQnJm1v4gbA+hI2E8fYxxa1F96UuiIfQwrrjyHcqHEevETcg27GxHbTy20WZK15kqGin3sbqcL4oiuO/Y5iVT6WpcVcXMUqbQoBZLCkgqbsopN0m2pukjQmO4KPhejYSYwlS3VrRS0pRwn7cdtJQNV2JBJvqoaE3IAuQLjBe8HC7rsulz4j9OnLUma6xITmSpLgFloVey0gjISNQpJB7gmmxphCVFqn283cvfHWtXMMMIPSo6KugDwkkXSRcHUW0O3ltddqOnW/WVndX8j5H7iDs7g/JH4kDe3NrOCHWMR4NpyKjN4qY8iGvq5hpRA0SPPQ62Nz66ETIm8qg48oLcCB0VSUhbXJZsq2ZACrtKzWLZ6VFKiB4VDQpUBKo7mF8ZOxKzWc9OqjCkJdaW6tCospI6bBYyqbX5dxe2lyCSf3dhdqfLr0+JCXVELTx3WmkJdeUnUOEeErNgSRYE62BJO25p9dXqKhdWcgxtVTZzIOCqVi2s0Hld4PHqMX4XxeEGqpDyquHMzZKHrdwoG9tFggkBs4MmRsLz5dGcLFXpdRjofVIYQE5k2IS4E2AQo+FaCAARewuQQWo1+jRebnwK4iVFQlErl0+PhKunIpJ7LSoZsoJUCNCpK7HrgfE0qe65KapK5TDGfhSs3S4kWvYm6shPYHUAakix2sloJ4j9aLUoMrN+s2fgPBHvR2krRSJU1LC5sBpK1Q1E91o7CyQBlOihp5ggAo28X3o0xyGLMIYhYi5UZFurp1RjqFujIoKT9PIWIFzqdirGWNaNi2VVsJVSh1T3dUWmmpjUeQthTygc6FqbuEqII6VAkKsbEkaJ57cJgjEdec5/B2KKCj+wq0ORny+moUVouPQEdwRrfYN9m9sCK6mwMRtj2wZiN3FtUbpdepORh91UeQha0rWysaodSpNwoZh4gb/AF0ttR46otZgNVbi099HJZkcWOpa0qR2z6AGxSdb/n67UuHN2s/BEqPwsQ8dhjKpp1SCjmEp7G6bJS6OxTYAjsLaCw3iYo3q4SxH70w48it059pEjl3Wgp1tWgNvleaNrkApWk69WhFVAI5lE8hiZprNAaxG7LgNS6dzs3q4q3QhEhNxwnCoqu2tPTZWtiCDobhw7pt1dZixfc0CIinSkK5p9pEha1R1qUokxzmIMdxZKgQQWlhSdUlBC7xLvFwvXp/vSVhn3dNYmriyGo7RUpu9krcNxlABVlsQCUkHUgk2eGUNT5T9LqmIX6dKhJVyqos0x34qTYAtknQdroN0nLYpIG1idnuaOouZaws0Ih6VhLJF3l1BFXfRm5WqT6WGnU57jLzSOlQN8tnLE3sSQdODGPMBxXW2vdPAYldKHUtDhKv3sU6aa3T4gLkA+YXQcQY3wvA9zT8Q1HEPHStGaoqZyvIt2IT0ZrHUGwPYDyMSFSHZU+XAlOv0ul1FSWvhPhSW1WIyrbKTluAFJUCbWUCCCCUb9Uq+pkGzfGlQ95W7Slyvdc+WuFKfV8Jp1r4D1j0ltfgN/K50OhPYk+odQo2LYDlUwu6htCFqaUrJlyupNilaSNFD6fiCdspV/ctjegyn69u+3hMTULT94pc19t1hxV7heR26Lm5BF0kjKQoWsT7cfvggUHDjeI8b4ZXh5yqSOBUVxc6o7L6FhoLcbJPD16TlJSBqCQNnKLdwGYbtoU8I465iqjYXityq9VotOQtfCzSl5Ws/oV+EH0uQD+7ZMb497G7Se05Rp7tImrfiqaXIU1nTwl6EOKSkq4KjoVgEA2unQqB/vtoNLxbQX8OO8lUfeLWdNNXKQhcxGirxyohC1gAKCcwJsCL7Z83cbssOYXr3KwGZVEXS/j8J+OWl8JWhbIcBBCtbpUCCASQSARe2zbwJbT185zKiFMqmDaDTfdcvlX6dlaju8UOtOMKuptC12AWk+FKyBcaEg3OxTSK9g2fQWMeUGhxaRiuLKQirwIshxKHEnp4yGSoJQk31SnQdwbEgBu+vBH2jisO7ucQroL6HVpi8B3+jZTouVxgbKUyoqGYNkG5zFOcXADd39BxG1XmK9iPOtbGZCM6UIVnJSlSFFAsEk5laADS47m6osDNiaH3LGVvCxE1z7bvFfyLSl11fHVzUVZN0vhVtQDrcXAF7iwI2BqTMrOKN91FaxRLYqMWa+xDlOpshaVm7aHTZJSQQQASLmxSsGwua4p3ZysbymJVB49Qi5OKh2KoIWlpFi804NEhYSdBaywpJSTdVhSu4Edwa65K+9LchPolQKom3T8wbWQCQoKAGbwqATqFAbQ9e58tFGr7QyY/KTh53AdZn4Dn0NDDfTy/JZcisnUh2OjRTCwk3ygBAIKbAEKNTJpzUrHjbs96nIqLCkNKUheRM5rulzKU3Q4BrlJsDmCTYgEl3ky8L70MOYax5VKh7ucmxWs77UgsKblMLsuxBFjewKdNPMi20OpYbo0+LAnu1GLVJVO64sqUoKlNo78NMhFito3Kgh0LsokhQBI2YpXaf2kdwcxqQUxWnW2mmuvJ/5Xr/AM/P67BzWD6pWcW1aK1h5C23sqmnXbfeEkWU0QbZgQLAX7+euhDg+Q1zUSe69kYyKTlUjJlVraxuUq08rgg9gR2LVVhrn/k/xaJ7HZrVbHwFgEc1NuWIvDm4jAeA6zUqpQaS/SFvq4q4T6cyEqvfpUACRfUpNz53NgDMmVR2lz2HayzVKRTs/wDWIsfmmE97dgSm48ikgm1lEEhLI3pyv0brtQYivr6WEz+mPKVa5Sh/+zdHfhu3SoapIFyFGKrKqnEpc+JNok1acmZF1MJWo3Qoi1w0exBSUgG4ICdfI63XPp9aKbB4nGDDLYb25nKs70aXVK9ytG4Hu7ioddU0sKRx7jIsJJ6mzaxSCSkpIIB1DmxhVIGI93PFaqL6ETWkLakQn0JfZd0IU2orA4gOiQFi50BJNjgH2ooFUwH7tr1Llyl0ubP4T6mlrakMqW24VtqAIOYFAVmSb3QCNO2q/ZqxlVMeYDiUvEcthdRQ0iOuetooTMulRbdVlSEnPYAkJAF/CbHb09e8Lgwt9HaxiITAbmN2qpWcOYs5GqLp8pTsWrQmuAmcxoA6tvQIWFdC2whBbWlSSgCxJDibd/z89uvQJb7aH0I47qL5mVg3T1WsR5jNexASSQRY030b1N32EnpcrGW61DGK6W711SiSG2Oej2yqLyR0qVlSAFWJB1FgADZYKqEWfWcNV6luyl4UreaA7KUnM/DWtBWxxcpspJUMoWLgnsNTt5dukjSdQ+pT7W9j94Sv9Ftw+ZXPT+Vi8XjNvvsMI5jhNDwkWSSAO4IPYXsSTpchVe1hhfFGMqXgT7OcBHAddzTeKEsNqU2LXPiTmUMoIBB7Gw0LexDVqC1jytUGl1GEt+nR0pdW0sJSnNe+bshaTZQIIuFDMMtyDmTf5juqYjdfw5hLEKGFxWkqyodKeMgHqaKhfhrSkZ0kFINyCRodmdHR2bzs+eYXT1br9wlZgedjel15ugyqsiiSprvLykPtBVOkOoByrdbsQjuU8RuxPQbpABDgc9mivYcan71eNhCosL6nZULMlpKr5g1KDKiUqClAF2ySDYEC4CkluuwrvGdrNFi4jpK4UX/ushbByqfQtKmiVoulxBIyh1JK03GcghJ2ZGLd4dUwRWati2BE/wC0sVpMPENDWnhe8GHEIQt4pACZGZCesapWOsEEhe26a9vlNc1Ez9xXulwlFr1Fxu1Q36CuqNJTMTFd47TcgWJJSo5SDe6XUkEjQ6Xy2Tc/dfhKK3VPfdRm1RCeA6lDQdizoSyT0jKFtlJJCkruRcgegjYir/2j3fYM91xH6cxOh8060qUVpyaag3IURcXUDlVbXLqCNSsMuyoDlLgMom5FodRklZVuKKNL3toQAAoWF9CQRsuWO6FWn+aEVAl0t3ju4IqGSahS5EVfFHVlPmk5VZ0q6FpAFgQbEKvskcV4odrO8ae7Kdz1F+V1O5FZ47vDHEaWkAKKM41FibZSBoDtDxThWqUaqOQIGHqpx0Zs9OStTcptWoDrOUC9wbagXAIN7W2q92SuFi1brtDm1FfVm94x1pkM2uAviKHcC4NyrsQRcDYuQ0hq9/uM/c/OitYtY+0dbi06FNd4VRzKGXihF2nVptlXZXTmuSkkC9iCX9iX+gYvCgU6nPsLUprPDjlcV5CvCtPDscliM2UFbdybLAB2ztWd21LaxHP984hhIRVFpkRUZShh5DljkUo+EeLKoCwPckai79lSJiOl1Sfhys1avYahIlKadYqTRQ1KQo3Q4IzgshSVKCVutgBRKVFRsLlrXiL2AJHbQvZ2o29XFEDFvvabQZUVhpPKokBC5DqOpDiH8gW2q1uxIVcmxB1fqWpTtGfw41Q34K1/d1Ou8NXGV20KbhRJ7gi59BcEAVP3pUas4tfgNcBhFIQjPIzhLT2l1BNwEkDptqmwPYgECmxvvYa3guuUGjVH3dCYdSiRMycXMr8AQSk6nOk3B1GgIMGuxwRmYxqv1L4+IX4Hwo7gh193FFcivofSpD8Xlyph6wyqzApHl3BuR+IubujzsORaXLpdGpzFIYmqS6w1HSFMKfHa+W+RRHTfuTa97AhSVve1WYH9F1Sue96oiElqKppAffkcFNs7hsC8sJICiQhRATcEgXVcTeJXmnYlGlRKpSK2uQtTE1d0R+EorKXsirDIlwpbWkXASq4KTYbB+juXG1o1X0x6uUaa7rNCozUD39jKorYQx8VaUuhHV5n/ABD8/Qg6DZb1HEO77isOwM/311cdK6pFK+G+PD4QFJSD1G1xbUDLmImUODFxHheJWd+cSKiahaGpTUCUp1DyPCF9Ng4MpzAC5tocxAuMY0wI7FlMUHC9DXXsPNqQ7HlJ4jvBRdKg24GlBxtaALpWMtsyTlI2eR+0uH9w9YarmwyJirezKwvWfddLp1LqlIR+lTFkBK20rFwbixKwQLHIAQRrcG15huPRqzFbrzuTItrrz2yq7aKHgzDzINiQCDpYdl4W3N4yo3vR2nzaDjKidHNRXytMpKDfhvJUAVDXwkaHUEg22HcSy6pFpb7tBp3ja+E00jKly3Sqw7AX+vfvbbz3WOrisjTUDc5+Px/WK6jXI3ggyZ9VufS2pTkWlxGEZ1qzdlpy+Q87kd9bm4G07BM6K1VG6X9oachc3LwEIUGOJc6AqXYWNiAQcpNh3tdXbksRtY3dqTu8Fqr0TgyltR0x15lNqt4VjKc1xYgpuL6agC5dRty+A+K+61XELZQt19h1fiyKJUvpJs0FEZrDQqsQLWAR6d01aD39Qc2H/A/aIjTo33nmOVUSLAn++apEqkp+F1LaRFK+jwkKQq2bztYi5Hc6E2uJ6ZFadbaaxDCRTqi0l1jKtSc1vkcBALagoBJBBI9O9lbRd4s/AcWfhyK9UZUVcdSo8ia7x2nEKGhbWScySm1gMovewNtRTd5jyVvLx5Pdn06Uw/RMyc0hXS4hdk3T/dJuLgAdxrY33qbd/ErjYDCJmvxapjyJgiKytiLKWtpp1dupY7hQPkbqsSRr5CwB/K9jyVg2sy6NQYj8pfL/AAkteJLoFzZSdRfzB0tY62Oyzx9iprBGKIk9qJx5X9YQ606EqbSFA3N+6flKQCT5A22q8SYr9zchjKVEm1GFNdUxK5X+tRXyAtDiVJ7G1iCekjpKSDpzkpYo/MLpqizAn0Y4azvcxHS8L02fjKkrfRUVKitOw1hD+YkEeHM2ux1NwCBnIFgbTkfbeVWabWYuIUP0HOpMppULIuRFIuk+So7qDoodSVDUAjZd0KuUF2V7094rlSprSXUPyHSpCVAkgOA3DagTopYBvpcXGxThqg7wcZNOSveHAhRVqU1NUkNKcVZVmwblJANiVaHQjUG22hYm71HraF+JWY13w0vC8p/7EUmVNqK1/FdWta0Jd8icxv2sDY6egvsjsYY33l48nsQJVblQn5TqVIU06UcFJN/SxA0FjoSRe3cOGj1r7WwJbtUwauorYlLivvsNcKQpTZy5ukAkEAEXB01NtbCuKsM8Wf75w5LmzX/0SYqov3pnvcHJdKra9gCBYADQbJOWQ8zPsG2am3JVFp1qiz3Xkc1VKMmHIUhYyqlRFEq+mYoUVEDSw7aaNtSf/B2ynugwjiijUtuvVSXKpy4rqJ8VpboSrP8AMCkEkKy3B0BULg3Gm2kWcZUaVAbdi8d/Oj+yazZVeeul7H922ppbFNfMQs/MsVsSmor7sVpxeRPSlH62y3qG6fFu8HEcSqYjZXTqQwjOuLmClqWFGxBHYZe/mD5m19nVgWtUbEdL5qlvZ+ApTTqFoyrbWO4I/Agg6gg6bXU1bTTTjv6ic+w7bN3EKlY2xSYzjUHBtLiNeBDC08VaPFlH4X7eff8APZMVbHP85cr3NRqs5CisLVxWv/PpPcBJv/dPcajUXII2mb5ft5WcZOVmjMzZtI5dLTXJcNSkqKzmQtpdvO2ouCPSwJpsM7p8UVnh1Ss05inSv19WFqT5E8MkepNyddRqNgV5BnJX5QcxdiOBQWm8L0F6LFm1FrI0p26Uua+ZFzqbAk9+1zcjZOUun4trNUcw5wYqOS4q1SGH86VI8goixABKhcg9wDa2zx3l7nqW66iVijEKF1FC0raW0nKvLe/11HcmwBGpFzfb5fnwN31GcdaZp1Ri5VIkSFXUntrmtdSSTbqFxfXTa7Wbjj4hWu7XAgPhXdDiiVPb5plc2Ex8VS47qVJVfspKhckA6W1N0k7MZiHKwRKiNO0RiKwtX6V1oKU4jucqidT5kXuATa1xt+br8W4jwvAptBgYZlLpD6+K/UVNOZeFluleYCyidbEED11O11vo3iQJ+DZbv2eW/ChKSqLKWgpU3IFwClSb2ve31Bsbdjk6rQd5tyMQYBi2ofJkjAW81p2sy5Up1DCIvSqOm6UKR3FxrroL+QFwNddgDGWN8OY8xa41jerMLoLDq0x+E7wpENQ8EltaQDnBCvTv3tcbZfXvTxRPn8hAyMcdauaTkPUnMNcwtYgEpF/IjXTVwQd0e77GUCku16rSl1R9rItfNZWFIv8AMQbgg3uSbC9zcDTS1R7GnGf+JsWViumNPCu9HFG76luYcxvTlzaJNdU1S8SrioTzCshSEvZAA26QM2oCFGxQQTk2SmIqHRotegYoi9fvda1PtIayr6Tm0HbXsAQLE2Pc7OOp4fpeEsGy8G4ordXqLHgS07KK8qjYpCr3CrkJIUe47Ekiyfw7PlcKXVJ7P9ERVpaVzDWbh3WAlxJAKgoeSgR47G/krodT9RWdw9ftAaY7gZaYZ3c/0yifvBZfpEJ9DsiK7H+EtxBJWgkp0V03AsdCbG4tsKVudWapXn69AiLfpeHX2muYy5sqAcoURfXyuRcC6SdCLuWrV6g4joNNwQ7UfHmfptSadPCbSRq3mBOS5NwL2vcEAEDYB3e4FnwMG1qfKqL60e8lIWjP/YJJPbXuPEba3J+hI7pUhIHESc+flH7RKnhx2BAr0B5ibNWlPwnbK6SLFBHfTtfS3ew2T+/PDs+g/wDaOLSacwuou5OXQ0c+YnpUFjRQPY3sbWPlsV0ObS4tGfagPQnFoQnhR+OMuYk+EnyJ0INjc2791FvPxhPqmN+QaqK2Kdk4S0Oo6mVqTqdCB0gi1vW3fXaNLfZdzjiX01bM37S7ou7yvVSg+9JVRisPo+V10Zcp18Q8wDe+tx28thkwJ7s9yltcqt9h1TS+XdC0pVa/cfTUeoufI264fw5VN6FBxDQaNVuPiVcV9qAw1NEdLy0g5WwVKCTmsQm9uqwtqDsLYe3Yb6dxkWPVMW4TmwpVUVnj8VPFakIAupJcbUU6DvrdJuQAbHZp24jX0mTyY/qJgXBuI6WxAqjvXFdS1NQlZYlMoWNXEKABUg3ubGwKdToBsVYjibvt3zv2SqlEXKirjpU1UWHW+aZUk5U5r2zAWuCbkDsfIpqPjZ2LPYdrNRlLQ+1wk8XJxUoV2GdIGYA9iO4va1yNmFgHB7VUlOVTGT3O/C4WaQvOlxryvc+hsbi/bXz2S2OzcQ9pSpRFnivFUqqV7hYcp65TCOlh1asqnmr9tb6A5ra3sbEX1N3u/qGN4uI24EDmqcxUUZHVZ8yFajQpN03Gova9tAbE7W+8R3C+HKzEa3c8qvJ1Pw2muhtPZYTe6QLahNwbm49dmzu+pTs+A3Kn0ljPmSuPmR1J7eRv2/cdmdPpi75MWZ9vkYQ0fB7UrlJVZ634vW018qVeZt5a7MGOfhNtO7caZTnf8a1/wdr6Ph79G7Peyf3M+25WqoMRVna05ldHS7K+FA8fzoX/AMdpKaI7xeLKd/3fm2g4g3j4Nwk7wnaixx2M3SlYzaf66bI3EntTyqpWW8OYXpL/AMdC0JkeNf4hIBBsTqCe2uvbbnsCwiVGaGdqtGpbTjrryGEI/wBr/Gmwy/jX7W4crU/BtWRKfomVT7SVdSmCbFxGoCreYuO3fttn2dDr0ppus48xDKX1K+6pXlzJINxYD0t5WHrfakRjmqUaK3S8ORF06KhHCzptmUjz9bJNuxJJHf6eb6p/Eml6adth5/HzK2210e+Y7Gak1hyK5Pqlc53mldanUFP5BOY6j6G21th13eNFan4jw5SX6vCfzL5d2yF+XW3e1/qDofI+W2WahiWvSuG1PeWthC0r4X6343uT/n5bbr3RbysOY3w5EagPIYmxWktSoumZKgLZwPMH8NDptTpHX6eruVU4/wDcDptSr2TM+7as17FuI8WUt3Bs3nW5SnVKdaKFRc+qhlNjYnUaXJt6W2sZ+6je/jKfwpTPuunIWlKeLbwjzt5k+Z9T20ts9wzFo2/Pmvgf09S/F8ylsnz9bAjXzFh5bFmKa9FgfCdeQhtCMy17bt3Tq7h5zV1brasXWDdyODcGtNz5/wB9moT+ld6uoeYHYbJ72qd7mF4HKbuZVOYQzNVxVOrTmQ3lI7ZfO9rn8RY67Qd/ntSu0vj0HAbyFyupLsjxJb8tLWuf8j667Y4xZU8R4yn++cR1aVNldPW6r5fIfTv/ABfbB6jdoqazpxj8cTJe1PsEcVFrOEoFZiQGqsh999ScnKoCl6/iRrr2uPy219ugVWcJOxJ9GZq82ChfCqUd1joyEdLrZ0OgABTYkeRNwNvOHBtIddr0R1pla1oVnShN1dtew7/ltuTdrvPdxRFiYc94Tac/NaS0t/Xp7XAULZr2BsbEi/mBsr0Wmihi9YhdNUmNwm1Ic5qfFblNO50LQlaP8J2+3pDTTTjruwdhYO4coLcWs1BC+VzfHQvpcT3BH4+nfapxNvCgcquU09nR8uT5lbeu3rt3Q6z6q1Ta5pyVPloYR/eVtS1PGTUWjOVmBEXNpbasjr7ScyU/X6j69vrtljeDibFte3v02l4oqy0UGUnitQvAjKCdV21UAO49dLX120TFRQWoD9LpdQffXwEKQmP1NOJ9FD6d76gemm2TrNTtU7DK7Dmc4+LaDihr7hwH15ulSrdKfT9vltzqWGJ7vAnz3ckVCv8Au68qVJ+psLbAuKMHyqXKbrNLZycdeZTWuRz9nY/UfnfbpTN4tUagOUuf1sLzJXxU9Tdx+8fTbwL9R1It/SPzzmFBC/fNk06qxZzSCHkcT02pN4cT3hQH4w80K2z5hHfA67F4TTy31o8aULzf5E2/D8NjhG9OLVIvKynsmf8AX/W9D6betPXKVG4GFFwdZnuZu/5DFrjrWTlX83F+X8wP89r6m1yfgjjteNlhClo7+m3xjOuOu1T7h1oQrxfIlVx4bWvcd9f+G1jX8W4DlYcb591CJWTItf634aft9PMeWwtF/EtDswc4x+fmKPZu4mc98m9N3HjsuLAqK+VhZuaSm3w1g9j59tfT8u6mw5U8Lyor8V2Wtc1C1La7JVoD3tbMBc2vr+PkeYraiu1n+homda1qRxUIypyEnvcfXz2qKFurgQJTkqe0wvjq+EpDpQpP1BI/KxsDc69ruf6ol/OZo6N9sh7pqtWaDjym1R2WhbEFSeFIyFK+/UD6pI/LTz0I3bjCqNT8Gv1SLE48pEdSk8LxOJINx9fUdyNs24eoFLlOt0t2Jn4C05Fq8Su5NiLC/fyH5X20NhtNL9zN0tp3OhCMvCd+VNrW/wCGzSurLL6kgHIma8NYbxbWZ7jUqW/KirdzLRNunh5iTYX1A17AEfT10hB3cYclUthqs1HOhCPitacJSCLFCgoEEEXFjcEfUaLmswXaXXuFAl8rKY/RLWnqUn6Ei3p63+u1Xjap4oiwG3apLWthhSutHSnX1CbA2PcWt5jUWHj+odTTp7s9dJJ/OOD/AMTNutYniMio0Lc3heLyEBmExnX8LhKHwV/3SNU/UdiNkti4QJUpzkGujP0f3vr+f+uw6/UazVIDk+BE5qKx1OusXWlv1KgkE2110vb6bd5bU+BFbdlZFofRnQtCulSfUHz/AMx6d9vE9V1eo6iN5TAiTEnlpWPtbRW3Wv4/j/ptITUYsp3hf+Y/W8vz7nb4fY284UZeDBNPtp9p3bs27tXN/C/ubdWnv7L+P37CKRB/Ay7hn4v8fx57Xz1adpcD7gznX/Gv5bVVDY4rvxdrac201sKi406gETS01ZcboJ0+Y7FnuV6ssryePoslSlXt062Tb0Onlp32A94OL5+8HiQIvHRSM3CdmNI+E4tJ7E/KexINvx7jafvblYolReQo0R/lV9Dq2ulWunf99/p+O1LgeFPoMCXFa/QP5Uys6B4vLQ9vQj1At9fs/TLqU0u+g5J9zXrGyvIllhGr8rFYgRXf6k6ritKQVJzAd7aFBPnYgHvrYna/w3WfemI+LweBK4qPirQepI1s4PmT5BQBP420h4QVFi1RivQGmMj6FNO57KQpPaxv9Rax0t+OrIwXTqW1KqUpqkoRx3VLaTnKst/K/fQk2N7EaG+m21Qh1FYJgkcM3nLatPSuVb5/58uR1PUrXum/zi2gB8gbEdtg+cp2luodis5+AvNwl+FSb6o9Qk/tGxE2h3n5bTrq+A+jrYdUem2trEWI9Fdx2t5kclTGmpXISmVoWtKlNZ+nt37+nqdLft2w9dpbNHb3q+R+JDAI2QZrncdiSBVN3zdLdeyP07Nlz/M0pZKbetr5fy2Fd7dKgV6jVLC9Z4C2EKS6hUjwcI2Um6hqnUWB8vr2KpwFjOVQYr8VrwIaUtHVlV2v59wfO3bv2Gx83XXa9QWJ89njsTWHYsjJ4syb2FjpcgaAnuRYnz9Todcmt02R7xzDo26LPCVBn0GfLozvgi9UdeYKSlOhyG2moIsRpceV7bOLD2MosCUw1xUZ/wBVfi/AeuyswIzxZ78VqWioxX0KU0tXSpSQbedlJUOyknS4P025uh1rFHCal5MnFaadd8OXuAoeRt2NtqaZyjQRO2bTwTiFqfFbd2FN+Ufi0Zx39J0K/wAthHAGM/6BiSvA+xmakZP1kkgGw7XT1Ad/psXYqqDWI8OONfro6P2bbSWBowcOkxtWKD75gS+FL4CP1UI6kq9T+HmL2N+3nsjnq+7gNqrNNPZ0SkqSjoGXLqdEm6dQR3vr+GzexVPdoNeciyuOtjP8Xl3QlSbEWt21t2BHceXfbPO8uTz9U5Vp5EpC+vOlooVlPktJPS4DofI99Lg7eY6qm2wusxrPuxLjcvu4dxRKcqkrIvqzZMo6k+gvbtcfl67P6DLdwlwIs9lHAXm4Tvi6+5Qe1lW1HcEX18tlRhXGNGwbQW2orrnOsIy5UWz5tTYX1I08xpfX62CMaNYolMe9HlsLypda4t05lA+va400BGnkNdlOnOjD95RTH7DxFAxRA5WBTlxX1+B3TM2vWxKF6LQdUlPcXtbS5V2LaTWXXfddB4jE1C1c1SVIKsyRcngZupaDqoJuFpHhK06pGanvDrztZ5Wl87Tvu6eOhbRUl5dr+JJsNLWVcEn5vIjtM3xVSLVOVxRzUqCteTjrUESqW/3C2ydFI9UlQGmZJBBJLrfXjNLTVlv6Q/wtE5V1z73Ni+JPQ6VcFQ0sAo9h2sO3fUabXjmLIrtL5Vqo56jSFq5V1TWTKhRspoEgoyHtkVYHLawIvtf0wtYj47s9lhE7hcV1bV2uctazuU2GYCwUpOZB8yggZv7B1HlNT36g1TmFsIVwnVupCUpXcBTax4gRfUG1imx1uNoq1Bddkg5RoEza87WWojX3WnSoq0rlQs5QtLV7h5pCu7R1GUFQTcDsQdjGq4ogRaNEpdUq1RfpcrIt1prr4LuhDqNdEnuNbA3FzcWOcTbiYGKKWxVGqSww/TlL6GrZFMG1lt9NkONqHhAAKSbHQDYEpy2sB0tufKaRKfpbqYbrEhBT0LKiAQfEDYJBGl9L3Gy7U31WbviVfyEYkTeDKaoLcCVW/tLRFtKaamR+ifFUO4UDrnTopJJsQmxPYkI3yzp8rdA/WcWy882gz0Kiv5ciZzSj0mxFwSjRQsCk9x5nvAw+7i2qN17DmGfciJrSXX4qXShpzv8AESnTUag2IAuD5gmRiCuVmLAl4IxbSUVGiPsPpiuu2Q62pxJFgoXSq17BNrkFQBFgDsJbZt8xAlfiAEGtxapRsPY8o0vkpUr7q600nKlxdzZwWOhBFjbS1rg99tJ7tXZ7tG5/EfRwPH/e+o8tfTt+Gu2T/ZtocqvNS8JT5bHK0Geh1pLvSpPWCrq7KBsekjQm4PppXeRjSgwMJe4YEtGdxCWlpadCVNpsbrIPlbz7A2vodiVamnSodRY3H4lP/qstMZb1ML16A/AwliFhedp1ppaFj4chN+lSSR3y6eV9NSRsjcLVbeNz8Rqs1xDdIlT2ucaS7m4PV8Q5VaJBA8QJBBvYEaSMK7uq9KpbbsCkvsQsubmsuZTib6uAXvcgnU/iDYjaoZEWl4ycoNU+9fCTKiymlZkqT6LB01SdNSQrKRcXG3nr+p9R1z5pTCfvD1rt+6X8jFEBqKxKnvI96Qn1KYdyBOZF79VuygLJJB1Fu9gRMe3h1Ssutu0bxv8AXwEujOqyBok/Mmxy21IuARqL31Pgc/u+ciz6H77pyEZkZ05pUVKiCtGTRZBsTYHQ9QI7lW4tqWCMJUtifQasuVKWhTTEjijmGXUAWbfSAlKgNUiwSoHySbjYWq0dzp/1FnH4HqMNbXUMmWTO9VrmnItZaYlIQvhPsSmutv0zWGZJ/vA2IF/LZl79K1KwHgmjVSLhnOw+61yFZYaUtrhKWc0aYlAupWcpCFCxIUoC5uBneHTJW8t1+vOtNoq6E5psVF/vkdI1ebFgeKkW4iD3R8QHxga83SPz6zuR5B15aOSQuK06pIWlNjYJWFAgoPc5gQQe/ci38PoFdqCTg8j8QFVy3vgiLSqYswvPwlTfddOlU6a/kdXCkLS70OK1U24lRQ43YApWDfUE6320Pg2htUbC/CaZccQtrwIsleo1AuSL+lyRfz2SFObiz8eQIuLaGigrfyKU0u/JSl3BS62rPlbcPTcAkEqSq6sxBeG9mFXv5uZ/2Nz+8UMKShqP4lXsPD3N/p2NtvZ01JV6jjgMOIp4+7KqO8/70qHvSlrlLlRXeEWplPdUsqLZCiegg9TdykkBSQD3t4kaqVmvOYDaiP0vPFWqLV3eppTt0pQjMnpuom1lZb6AFJIumKZ7ReMqNRojU+iVF+a+hTTrs1ORbLqe6H0rUFXBvoBfSxINrt+h41peMsLsSqo8ig1tbWdbTS83XY6s62WDr8O5JAUm5sdgkrvme6Pu5glGwtvugNVLC9ZqzHOsOqVHVISX2M4J6PJYbUOxNiDY2GpLDk0512l0KfPe5Kooj8hKQ0r4T1xcZhrqAk2Ple3nbaPRa267AYn1SWibKYaTFkTWllaJCRohzN53AsLgFJCknUECLMxHWfenC+zyKpS309TTTvx0rTrmSRdJuDoP8iNSqiGUbJ9CDdewtF+1DHIRIPWlSXc6UIzIuLjtZSRYXBGgNwQbbKzeZucqlUx5RZ9LehRa9F+LS+dXlh1qOL8aEJQF25Cc12wskEJAsQCNm1PorWLZ7k/d9VkMTVpzLpFXU7F4i0AJU2DoW3RmFiO9rhVr2X9IrOPIuI59GxHSajSGMyY8iPUmi+hldzwXHQkqS4y4enitnTQmxB2Dc6p7EvvacK3hXeXFa4tGyTWIrSnXaXMSpiqMoFs6EoBKHyE/M2SCBfLrYA+NqbWfukXm5U2LVI6Ex1pfcS6l1KyQAq5IKFWym9/FbTXZ3Rd5TTsByBWcETeaiyOFKp0pQUlxQ05iDIJKVEdwklKyBdBOhILi5ysxcURIsCh1F+l8wialDqDnTcruAoJNyb3IBINrXNtcDqdPdZTXE7DzBRcjEcWl+4cUYZqi5SE/ClSmnEq8yQXkdDgubkEgnQjMb3KXN47u6rdfQuFhN+VFmvsc/DdXx1toXfiEZ75kBChdKgbWSbaWLExTX/emHOLFl5H2Gk5OaSjKq39koEefl6eV+21HjvBGA8WwIEDEeIUU7IwlSmkOhC47oAAcRrcWy+hSQbEEdtamsKmyN6ezmLbGcV3G8Cm4cwbiFeK8G5kz6HxWFc/ScxUORftcXQuyk2URYpIKQQAV7wN4WKNy26+k0F2nLxzwPu6kzeJIUlFxxDxLlxsDsixvfUEnuwt127bd9uWwlLxH7xzwVpU6p13p6dLqP4gDqudLa+Wy+nY+wHVKziX3DQ4UrELDSJUVMp0ffmEg3bbVYgagptooLte1wVMvUiplzHMLmLCLWsL4jo0T+icWYXivoS06tcVyqRXEeSFKSeIqxAUFLSVgC4UCAQzajRmqDhxj3piyl4voL6Eux6pFfcTKZaAtZ7IOI40L5S4AXEGxUlQBIAMZ4orPK/8AZynSuSyIlOx15ePD8yCoq6yD4XEgG2XTQ7CVbxBz/IxYFQW5KffYQhcfIniPlQTw1gkXKlHKogkkahJIA2ygm5/CErO5sCar3JYWgbvsB1astYhXKXiHM7DkVSU0pOX+xbEhsBBQVG2YgEgdRvclE4krGKKNS4EXG/Own36sunVmK7k4sWesqcSQSSktOi9tbHMlSSATYp3/AGJ4lGo2G8B0GoRfj5EKgPvFpExNlJS2labGPIJSpbbpSUqUnIbFRIEm+Q3q7tJ+HPvs6t05CGIspaSmpN8MgCLMZbvnISRkebzpKrKISSkk95ZcCNW1KVw0ssRwZ8/dK/7reffYizGFutKUtKEu/o7lOlwtvNm1B8NiFAWI91EBqVRvs5S6TNQuL1rakLKuGwrKerMcxIHhWAQrpIINwGRuL3RYjlYNfgbwXc7E2OuFNgOtJSvsUcRDwJztrbJIBB0KklKTrsyZu5KBhygt/YOovscNCvhSPjpSj0OQZwBrawIAPhtfYvlsyJlkp9sBG6/AoNLbo0p5fu6a6hhbqupLLqr2znTJf5ewUQRcGwJTRpUrhNu+8c6MmVbS7K6hYAjS+o/DQgEdrrGs4Qn0aLiFqU6tiKtpD65XF48eRmJsbgEXCxqSE5dAT2v8YLxe07XolGdeR/SjCuVytdLjqLfDzJ1UspvZJ1sk2JsdpqHy0l9P4RsbxZNUagchFiRZUKa1ldgTU8ViRa5Cch6kr8xYkjQpNiQFFDp7sppj40pjgNKWwnVS2UXuMiwAFgHsO4N7i97NfFzcWs4X4TrvQtrOlK+pSVjUFCh4VD6Ag2uRpm2U9Hq9UgUvitVGovsPupizOFdamXSsht05SRlNrBQIUCnKSNCfPdSr7nUK4PSf9zEq/aarG6qqUGm0behEqLkWbH4rvCaDT7KkJNpCTlUUqCrXWk6JKioEXG1n7KuAmqNRqlRsB4xi4hpC1pai8VoQ5tNmFsqQzLSklCuKQS2+3ZtSrpKUGwP97StBrzu5ahOuy/e9UolRzwnVsNolONKBCjYWSp0IVmIQLuAZgknMkqTc3jyVuvr1ar3uRDEL3XHRPdYWMzzAU6pGrajd1tfUm4SUEkJBvl29iE8cGeiagWrgym9rHCWLd6vu3GWF4kXO+hfOQuaLT6Z8VSmZbISem6VgKOUkBQWRorWnwBIx27u0/m++0KGXKQ/HlUl9hRRKepynk54r7TgASelXDW0VJJvYIVkOzWomLIuI4u9DC+I2YT/AqyMa4aqKOFy8yLIbbW+MqVZkqGZ0XKEg9u6SCop2EcGu1T7UNZIVLhJUuFKadWpjO6kqKQLm2Xq6SVAG1j5BS1Vc7GgCiL4wwrq8L0aLXYGHKtKfxDV1MOq5hOaQldw2tBCwCQ2jWx1IBub6FPx93srAdZ5WjU5iUt9rmkKkLzLjrSdCldioA6JykG4CRoBs68V7zqDQXcPVmLSfeL+JWEchKgLS6xISCUpOZRFiBZKwSCFDKQDpsLVbH9Lqkr+mac3S6ixkS1nQcqlk24WtilRNrE2BA0IIIE1adKvUdpRUEOty+LMUVTCTnvlqlv4QqM9LT9Ii2S/FdNwuVGzHIxITcrypKUuJJBSQDYW3hbvao7jx+LVGqo/Ngr5eLPkRyhSoZu6wkhQupqynLWJSHA4k2IISsoeHceY3rL+HN3L1UiypS1O8KBIyOvOtkKK20XClODQ5QCo5SADa+z+wjX8eUHBHK43x4itykLW67AqjQU64i54jaAEhxtTalIASkDKQL6EHazeoyNsEadhyVRnaLQazLb+z0KQ6trJ4G1qQAWlFJsjXQAkEkJvewG1ribA8+gu++cGvVHwKSpDCkOq7+aCLF0E+IAKOmcKOpaWDKPhxqjOVRp5idFm9LvFu6pLRvYnps4iytCUlSexIuCWdSMAUGBF96RYkXlUI5iPKgWWluw1WRa4sNCCm1jrpfYOzdLdxV9zOsPA1exvQabKx5yq6pF64qmvhLSps2GVQuNUAFSQSO+lhZNpizdw7Fd/7JNc1zrSZEiLNSOLnFswzJSo3tdQJChcHt5sP3HKrNZcgRZdL52dlVHgRVq4EhI0zttrupl0AjMBodexBJLUbqcZT6pHnu4ZhSkIYXCkRY9WMKfmT4XUq0Q4k2uEk3B1sNCGK6h7EkuszPBxlVJ7rjVZpLGIaJS2lU2VIdhodkJaWbJEjhpKVFKh0qslQsLG52FsaVbG8WqRGuNTqjSIqEOtRVJzocRcAKbJIcSQgEKsdClQUkADZmbwMI1OmYjl0Ki4NxJg7eEzmkQq81FU/DqkNSrqanNpNlpKgoFJCiClKm1BRCCHb5X9/ruCGGoG5enVfjwlrqK4ErM/T30JATKZBSFLQCo3UASLELDZIJYxxiKkLaZTVneZQWorkprDNRbqKMnP8vmUmVHcBAcJN1FvMQMwBAIsodlbF+6z2gaDRsJVLDmI6JS1sSkqiz4tRhIYSpXZt1ZRcNuFISQ4kBu+U2A12Ct1u5XEe9Ddy5vB9450UF1SpUNhC49XgouM7rIVo6kG4ca0DiRdJX4VMp6mUbAdLiT4rVIm/d+FMalNFCHGFefTYpspRB0KUqUTYgHasIEVRxK/cZVaNFxk5jfFEt/O/FSiltNO8VKVoCiAsZesrSQlKgSCEEEDQkhxbvuo2LZTeEq9Lp0JmbId5BbrSOPBlJBtY3yvNHW+UhQ7dykbK3HNDxHPagO0aX7rYXKTwo7UoIXFdKLgLNhlIvmSQrKu5AvcADe7/ANnyU67iivbwai+/K+PMgLYmr6VILirpyAJSpVwlSSM4INjY6RuMttjqxTEwvijd9yFGxDFp1aYW1IyyJBSlxaCD8FQOhCb2UixQbEgAglR4jxZvB3g4touI92mN6jCYfYRHfn06UFJTcK76ZXO6hYgWVqbnanptUozvAalYNRiWgrlKgSosqy1s9RBTw7ZgkXvp1AC56TmDiw7QqNuvw5PntNRYWfO+1ndSlGQdQLjmUAIACQVEdk3PY7ZXV9WdNT4DLHgD94hrXVU2/Jl9iPF9ZitUmjVmrIlV6a6mK1KlIQlTy0i/DU4lPV2Nr39LgWtRVLePvQwbVGIuF8EUTFGHqu0p19qblz0+Um4WlCrKNyDfKLAgG5BFiIYfxlzVefxHiOn80/CSr+i5SMqWVpvZ0HUJB6bOA2OVRAAIUq1rtR3jRZ7k+BhmkPwlp59anbokKQVq4jam06LcRqVFNxZQUAQVAIdI6R2M3X8ufZ/9RLT6EINz+4Z4e3jbuZTVSo1ZwzNwo/0uu8rZUVK9CCbWt1mxIByk3Nh2t6pC9/YIgRaNVkTcmWZTqvAlNc4lC76+aVpFwRcHzHkRstKPW8JYjqnKu4epdLffWpiR/wCe7yrAmzihlR03HUQCTYG+gL33aXg2stuxcPTZXKo+7pWtKkp8J6F3zWHSlWtjlSTqBs7ZRuc/EzdSrVv8j8Sqw/FntSmMB4oqC+VfkO8lITHyJZkK6i3YaJzmygm5SVE2NiSLvcTg/hYjq2LZ9WWhFOz07hIR8JyxIGa+txZKj3AKjbvfYUqGKYFZdn1R1mb8fNyfU0vhvo15dRQb5jc2UAbdJtoRsycNVeBAwbEpcp3gIq6l1GarKELzH4jiSSNCV8NNvO5tcXO19Ij1OQY5RW7IQ3zFH7XFDwvQcR0LeNFp3K1HKph9LUgoQ5lGi+H4b5CtJIGo0NjY7KzdfvJo1ZxvWsOVSJ/RdeYaaQlq6UJfZAKLEdWqiQFaEEAeepdvWoePN7+PJcqBh6VNomHlpWxHmtZWKhHcICyySQVEAKsQUEZOk3IJdns5ezFg1qsuV6qYeXyqEK4SlO58ubUG/dRA0JsCLjzF9nLaO7j8xsINPWAfcpNynsqOz8RuYjqlcq/uF/MtpEpY5hxJNy0tSQElAIsLJFwBcXBJ1VitGA6DhL3DP4EWlsZVqQjpVpY6efl/F9YtexA1gijOOtU99/lU/ommirKj8BrYDU6dgSTa5GZoW8KVvVxbPar1RXFhcJXKtJTn7ajiAeR0NtCB5juavqF05COeTFLdRtOGjJq2/LBDU/7OUGnIQ/UWlSGpD7WVqQnzsrQKVbW1zf6diH1fHU+L/UGmOjx5/wBU+Y0CRr5AaA9zsJYzq2F4uHOVqkta6jRHVP0vhNDKnIc2RQSSUtrF0qAINlaHsD3cxQ1jLDkTFFGp0GFTpUVHCaa6kqUBdQ/u2ObuL37312HqGVhmI2tv9SLOrmI6y7wmsQv5/Atp1WRpVzp5WBBvY27X0I0Dg3T48dpe7Sre+XovNU6QvIlqyVOaXKR2uSRcEAA3vYbI+QWp8BhrivxUdPNZvmsdSNOlRSMpsLWNwL3OxTRcG8WK5Kiy34tEzIf4Sr5VLTY6Dz1soW7gC99QZpcosF2ztwY1dxm9Vqlut4jdlr93VuQlqUmQjKptSl6HXtY6d+2hAOmzT9oLeRKwHhyI7S3UceatGRS7Zch1J+t0i30vfW1tss89Kr0VyjYIiIRChdbsh/wqX55baKtcKJGgJsCCNvzeNjifi3CVFwRXqsxV5VOdUiBKpq/vCkqaIDax1Bdibgi1rAa7FssIXcBCVUvj9o48B44o2LfhQKihb6EpW6wt0cVtWncaXGuhAI/PYjq8fFE9pyLS3UMZ8uR1d8qddQbd7jt9dCLajJmCt3W8HBspvEcXGUJD8pKUPxZTR+Cr5V2Sq/YlN0kE3HSb6uGJvJ3jUGlt152IxXqXzHKuv0uVx0trN+h9CwFt3toCb30BvYbIjqAc7B/xLCUuP4+KML1nkK9Sedz/ANXfQpWRxKh2zHsb2GW9+1r6bSMRVilu4Nbai4TRFfQnLKzLORL6T4VpIIBIv3APltVY132fbKK/hyqREMIzfCXIvFfyDy605FG9r6C4I1AOtFhfFlUlVRygz89X52PyrrrVkyFNAfDLiVKKlrAsAoFRIAFyACIsrsu/7bY/eW7e6OXCO/nBFBw5EoNeZi0FiKxnjritKVHUkAXSE90W8kgEE6A+eyqxNNxvvkiuOwGmMJ4XQpXS11KeV5X0NkjQ5BYnzI7ESxBucxvWaoxF5vJCWtfAkJQU8NQN7lKtUEAag2NzYEjUuKs4NrMrC8CjSqsxzvAQibKa6EvZRlDhSkWKynpJAsoAE3I1frD8LLV0hW3E4mQl4Ur2Enak1PaY+Otcdak9SHEC9l3te3mL2N9D6C8o2L5WEqW3RqXElVGUhClNJWgKUlJHZV9CBpproLHXbTlC3dQIsXhSmkTX3M2bioGRST30tY/mLjtsD4s3W0vAdU98xWV/evhLy/2N9ek2zWGtxe3mALnZi+ssvlDarUiwbFgTRJ9BxbhJyqV7EM1FUpaVMMUN27TsNNwpsJCrKLQUCALlIFwkAdr2DiGV7hw1ApdOivt8LLUUymsvGYIIyLA9LAjW+oN7gHaQilUaVw3ZURC5SFq4TuQZk37gG17HzTa2n4WKKHQYH6Xjdf8AfRl8z+P59v8AiGlePUTS1kmcsX4cn4NxG+7hKtyotLqOd9EDNm5Vd+to62Ug6kEAG19B2HzhvHdelf0NFqz6EMJ6058vivckaaE3BF7EC1tm5j7dhKi4jkT+UR8eOia1mkZVK1OYhJtm1Ava9u2lzsPwqJFiuuQJVOioYz9DrqDnbzWN0ka6+guL+VwLY3US7D8Yk2HeN3zKhU53hOOusoWhbWTJl8ST3AGlr+VrWsPTQm3zxcB0Fqkz2mZrHNRWJTsd2PlVlNgpaCdCnXuCfxFjtRYnpVUr0XhYSiRX3qdlQ6wpWRTiTp0KFgD2UL2Bt310Jfaiw207hfdy608hbCKM/Fd68vDWpbKSFa2Fld7kW79ti9KdFQpuBP4/ENpBx7iq3c1HBsqVLqkCucryXFkIlVK0dCUjqACrkAjS17X7DXuawcVO4ypcjlePW2KItMpaOadyx1qulDuQqCkE+HMRYXIvYkbLKoYVo2A8Lvz6pUFv52uVkMJstKlKta9iD6EKvobHzGwvhvGtGo0VufAiTadV2FKSxPhysq1INrtutm6XGyNCk9x2IsLOf6elr7yx/wAxh6s8gmNOHMxbz/8A7DEKLS2JCs6UNZupRtdSlEqB7agC48zs3N3tDxRvBnvz6zUOBS4rvCaRFXlRnAIIJNr/AIW0GgJ12U1P3gu48w45xWeSqPC4SH9EJcUCm9ydNTbXWxOo0zbE+6uiby6pVJeF6XLqNOpcpaZErmElLClgC/iBGbQ+G1wDroBtdcVWbR6grKWZJonDmG8EVSf7ro0RiVyv6VaUZk5vQn1Glz6EW2cUClQKW1zUp5DCEI8aunLbZQ/bHCW6Wje5qCyxNq6EIXKyWSrNlAJP5i+Ua/gNdqRzf5PqkV+LWaSjItCk9C8ycp8iD9PP9+2mltfxESGU4MbVY3wxaW1wsL07mviqYVKX4EqFx599R2tb67KDHeOsWuyqLPn4hlRealdDSboaSlKzqbDNb1AvcettRxjeXhyLQX6XzeR/i58yVZlJXp+8W7WBN/LuOmOcZwMb0ak0aAyxkpb6pUeUjpUpK27Fuw8ivq9BYDW9wM2lvUertrROfc+t9E+g4jnwKpQXWGKi+6n3pFycVKlJSBxW3BopCtPQ3vcDXb83d4cgUZqfjJ1nOthPQjxKzH0/dr5fjsv5cxqjNcWe8v8Awo2p6rvQxQ7S/cNGa5WFnSpa9c6la28yLa3+p2obcROzUl41VT4E+e5Pr1QR+vkUrL0+gF9OwsNqI1GgyneFAeY682RC1DN5f6fx32UTNAr1Zd4sp6U/nV15ncyv8/4H5DY1oWAJTTTbrvWhfXn1/D8/9dvJ9a/h4dYsFhOD64i7jfLidE+L+m+bJ/h260is1TC89uVS5b7C0daHWl9Xlr+Z/bsc4TwZwv0rK30Z/B+Wn+ff8dNiSZu/iz5TDrVDYYfR82XqUnyufp5fjtnaX+DNRo3FlNmMf2lV0/8AMJ8Ya3t1SvVmi1nEf6el52lupT1OIULagaXGlyO/mPPaH7Q2PsZSsG1KqUF3gRUISl2QnxpSogXTcaGx/i2xVGwRS6NF5qfkYQj/AHe3p22zVvz3n1Ssz5eEsOZ/d36J1CEZuNb/AIHz+p1tt7e2+zS6XY7ZOMZjp3MnMR0yvO/onf8AfyfN9TtG998X4X/mNv2Thmtf7Ff+/wD6f8duL2Eq9AdblSqc+hhak515Tk/b/pt476cXtub3FeyGPEf3ssboa9vfxbIi0aoMU73XH5rjuoOXPcZRcagn18rdtn3gahVTBuLXIuPIkV9ukSnUykx3eptQNifCLi91AHysNLC0n2aN08/CWA38ZYNxvS4tb5VaalTp/wAJpxB1BzpJUkeYVYgH1Gm0WJhTehvGpfFdob82Kh9XOzY6Sp2Us3KgFAjOk31I79tb6b+mpNFY2iaFabK8RhoxrKx5XuQivPooiFpQwn9ZWlz3Omo02Km5MDCVZl0Gs8rNW+xnj5PmaPZSAbEEHQ28xY+WwbBo1Z3c4cn4jxHSWISITSktNNLKnXkXsnKk2IJ06e4J1IttKwLUqpjfd9AxRjLD0KVkmOsMMIfPvKn3vlQrQaEC4AJHbQG+2sm61JNY/MUm9uTRnceYXqnXKhIU6hSE9K+1ygXHSRYE3HfTTvs5t2k2BXmmIsWIiDCY6IUpfwncnYIUBcCx7E207+uwVird3VIGI8J17FFO+5P1dMd3iry5kqSdFlJB1A73vcA+Wr0peFt3OA+PP94fAzqdQ06+FJbvrp27eROyY0hc4aFJRZPre7Jl2mIk0+W+hlaOlp1QWhSvXyIP/TZD4vww7Adcd4Px219Sf1k/8R5bG+P/AGs8B4cacgQJaJS2P1FDKn9/7tkthn2iYGPMRuQKo1wOaXljv/KlR0AV5WPa+mv7sTrXS6qUFtPB+RAWWq8XmBt5zVBgN+64kWbFyKRkW0FNJWBodRcEXspPp5aDYzgYy5p1yVP4GR//ALvpwkp72SonMPpr6DbPKKe7Rp78/DlQQjmv08ObfhPeYv5pUPJQubaEHaNFq9ZqjrjUp7gZPEwteZKddCPIg+Sh32+eMLFGUbI/f3Ft+0R7VjefFadXApfx0eH9ZOUjyP6wJ/aNfO9FBqPPuuO1mXn4/wDu+Vv2+vrsD0xmfP8A6rEWtfzr+VP5+Vh5+WxaMPuxWm5VUaQtGTOpr+5+v/eHkSNQe4HfZFg7vuEHncZ8R0QHXeK1nyZlNJVkOXMO4J9fptaS6a1xWOK6vO/0oR4sv4en5dvXaRMx+07QXKXFpPNIQhKeY8OVOpCrAEqI9B+220CFWHYEXn3ZaH0I68iPmT6pNrgjzSbHbUo116YGeIzXbth9u3n4SdqnIT2n2JrDSsq1dKHFegJ7kAeXrsw8NVXC7U9x2LUX/jrUnl3/AAtruB0K0OUnsk317Hy2DMIQJ+9p2JPlU/keSypantWStxI8iCLG173I002MMaYCwvhKjc07Vsj6FoWp3PlzWN72A7k+nf08tvovRdS71739Y9wg1G73B7fXUGmpVNntNZJSFpaXm6fqCDftYH0INvI7Db2K6XWYDlBqkTJKW0pC0K6UuJ01B8/LS1/TbpvfqUCvYXiVmK8vOwtKFu/KpI8/x0P8dlGxUqpPnsO8FfAYR0rX1JzaEdvS/wCF9mdbqKjUxPqWBV+Ze4Tj1ndpWX+VdXwH8uRaFnKlA7C3r9CSP232+qwZ+I+JKaiIRF4qvAkJQysn0T4ST38j+/b8otRar2I2KXxuPKzeFfzJ+nr3Gnl+exS3VYuHMUP0ae1kYfayrSr91x9D+Om3hNL0a/qDl7iVTPH9IsKmc8+oGIwd8Li8319P/lf8P37fCoTrX6X/AMtHh9P4+u19UBz7rjVLeydSkePNmSe2vb9+0qnYf+F96e/3fFl21usfwlp10vdoPIH59wVle0wOeY24Nq4XxdiCpROE641/H8fTatXD2+WOu1tsBbpu6MrO0GqOxf46tp8ustO/pfk2oX0/2u3B5Lv8fx/H57LmlGbdFq9TZR4z9qtRadd/Q/41/N+3v/17bdE0j7rxYr2fjJSj4qR0q7C9rXA9TrptAbg8Xa/Md12Bwv7nT+t9Pw/y29P0XqP0lgrY8HiPaXUux2mA8um1TDjT8V1rgP8AFz5U+FWua6SLgpN/IWsSCPRp7u6fKapbDUrPFlP5XXUZsqFKsO1zpbsLelvLYErlV4UWmypTzEpbC+Aha15XUquAcyQbE+eYCx7+WxFV69AqjVNgT5c2EiVlQ0+wjOtPkCU3GZPrYg2Fxe1tvqtVhrQFPUdPA5j5fplLn0HlZTKFvo8XZC/plJ1B1/jtst6lJr2A+HArNEi16grX8JbrWZ1m/kF+g80nW1yCQLbWeHN1/wBo8OcWViGU/kyr5iG+FqbUPC4ErtmSbAkaEG402r04D3jSp/K4N3m0iocDLnhTVfpk6XQQSSm+pFx387i+3agi1MtBlT7E4Yep0WfPbn0GXkRm6WPEpKLHNl/XFjax1A+hB2YVFU7hx2XhyVw1sZ+ciqT8zRIuRfRVibEEAjTW3ZUSmKphKqRMRz2YrCESkpmtMLKUxZFrlK0EApBuSFC4sQdQSQ4JEKBjelsV7C8tDFbpa8/Ku/8AeGlCxKD2VbsQPK4sdk+n7KmKpxGqm3CCWFKlRmsWz+ViLQ/FdzSmkXTmzalWU6C/mQSD5m4I2mYkqVB4r8rjIWjPkz/7NXofr6A+Wu3GPRJ/Py8UQGmFrYR98joul2Ok9ypB1CQfMXA7i19qOXAiyos9qqNZG32v0ucJSrTQi99dex0N7WII20yZ1svsI4klUue5KdeQuK+v4v8AeTpqe4uPy1vp32bFFrbXCca42dDnU0r5cu2XqFiOVRqo3AlffWEOq4Uhq6l5Qf0bzZ72FwVAk2sRszMIYriuz3KXAdXk6lsNLX05v9mPQ6aJ0vqAAbDY2mtK8Ey1bbVxA7f1RualPz2s/h6sv7z+fn+P4bZsl0pqVPclSs+dhfz+FP0+voR9dtU72HeK05xfnR1Zv4vf/XbMtaXysp/mv72VeQeLS3n+/wBPLW2y3VU3pxM3U/fxIPF981ltroz5Mq3cvU5b1sbG2oFtnanBdG91twJXQtCUrSpKc3ERaxGg1UCb6k3AtfTVUbs4rTtZclOsr+Bl6vlTe9zfy0NvXZuUKo/09wuN4EqRlydKkdNhcn9mhsfO22X0mja+4wCI05IwHVKW0+1RsWRci0K4TUxGeG552OmdlY8lC6e4Um2qQis4ZiyuI7VOA+jhLS6lpYQ+ytN7XBuFAKIIIJvrqNmxjPmoEpjlcj7EprxeFWmht28vPse1tlpi+JyrTDrWfjrdQ06j5VJUbAC9x3+n5nttoa6o58YzVbsaWGFm8RyqDEagVDmkQVdDqOnMjt4VdlAHKFApJBKSVaWZuB5eKGnZfP8AK1eEtCUZcpjyuEPClSze+W5ACrgdhlGmwojFeHMBxWGsUYOqNOYlJy+9IrRWjLoAtbaSCU2OpQT2/C7C3drpfxJVLqyKvTn0JdhSGnQ6pPb4ZUNDfNmSSAbaWB6QBNP9PyfmOk7zmMXdlJ+y9Untfax99ialPARNSEusrGoDiblKrXyhQtpcXOgCv3xUCfVK975oNOQhEpDUqVFR1NJWgnMts90jQkW1T2II02J5B4teflQGZVRcitdSWupebvYjyV5EW/Ha4njFGI6Ww7QcPLQ+jK60tfwltrA9Tf8AAgi3cG22kV318wNhkHEW8mBg2g0l2qUmUxnjpdf4Sc/DUEWzWF8wN75kk3BuLg6cYmK8L4yoLkWU9nRKQp3K+0UKcQoAaXA6gR2BBFgQdNlvVapA98txcW0mowkIUuLKgOrcSwy6q1yyT+jS4OpNukOZgQLkq/sD4alOuuYco1RffonNKdTxUBK8pXck6WT2AJToTrYX2Bdqwy9useXqUKJtzmAmHaZWaDvGrUXDkvOw/myyEdSchCgkqy3ynSxPYG5+u0fHkivYNd4tZiSkTpTvX/aoeSq/nfvbtrYW0I8m3jOn0bAeI4mKMJZOOhpTE1pKglKkjsAm/cgWIBBHSdQSdhjefNpe8agt1SBUW0fCSpEV1ofpbG7YVewJFrJNiDcaWIGd9B82cn/iE0CDvguOIKbnd+GKN3PHlQKguo0hC1e8aNIUMqWlHR9nuW1etrAquSLm+zsoGGYG8F37R+7kRUOK5qHUoqkSEqQuysj7fiaufmQVJJFykGx2wjiGsSqXK4sCWhfiy5FZUvII1RfzB8r3sfw2v8F1OvUuKxVKNiyt0F+nurfixeOpLDiHBZbSmwSPO9jodCBcXDdV3aXa82epU1qm9OJp/evVcR4DlMQKDXEc0tHCytLKkuIOpsRopGpIvYtq76EFQzgnctXsZSn8R15r46HeqG78LjJsDdKj2uDYKJsLakAkhet7wZVLqkDFsV5+qVTMvKnIteV0a5FJuSUkE2UCCNRcajZ90Pe3AxbS6ZPi4Zm0hirtKYmxUryci7oc6VXstB0IBtob3SRYoPS2rfL5x+J5o1Fjl5Fwnu7lSpT8Wly/dc2iSETYUh26VpUk6hSb5kHyzC5HYpINjprCNfo2A91+JazXqShiLmdflNQ0haErCEoJbSABkUbKFgACSCAQL50j7u8Wz/6eaxCvoyp5rMtD6UjS6gQUkgXGbS6dD2BB2wxWcESqbRpVQ52i15GSVHWriozjq4rZJuL5RcA5VJKh6AaOho+nxxCV2qjQs3XzoGMqpEr0V2LVKO/D4SOnO04hQ00OhFrp7AjMR57U2+vEVUo3N0bBEv4kVPMJgLdOdvUJSEFRFwSSBY3BtpsyN0uC6NQYs92jNcqxNlLfRFV/YuqJKwk6XSTrrYk6+eyk3k4pozVUnxapEYlTYSlNK6wpfCsfCo65T3ykWBv9dtjUeFO4e4y1uwZixwTvCi43ny8L75MBrfRxfhVRMXhSI9gQHG3kD4qQk30JWBm0WARt+76fZ13g0ag02vbtMbrlLpbvFQ00lHFlR1AWIN+GtVtVJIssdgLAbX8aiQKzw4sCuPwkVhhSY6lrGRSh2AWekOAk2VoTYi5BO0WixN42DWpeEq9jJ99CGlLgT0fCkRUrtZtxFylSQeoXASoWt67Zum1Hywgk1HORAZeKvf2HH+K1W6XV6W6pNU5NoplZLXX8NQAU4E9XCUCVJBA1AGzg3bV/dzAlQIuEqjVJs1xhLvC461x3FGxSoBZs2tWl1DKCe4NrgCwnjjG+KJT9G3tbuIX2hpzvCj1aAtLDVWj5yQU3USFAahJ89AEXNjLDWHqXheVIqlGz5FqUppMhORbajcpbN+lKiSQL2F9L3sTob+N0va4b1Jte3lcrXq7yuE1zn4UdT7tOdYLDryUFXEHYcN0WSUKN0K9bEHYKxZ7RkCltRKpKw9UX6c/H4rSXU5X2UG2YZgCFWOhAJ7Xtax2tas3iPFHMRebfpGIoXFXRqo7HMdabjpjOFSbfpLFJ1QoKUlSe4Kxw7Q8UY3iuO1miclVGHX0rYdaCMrqVlCkZdAcygSQBYjKQLWJVYm6caQ8ZUfeQ1iOlwK9QaSt+Etef5XensrpBIWB3UlJCkgZhcgjYpXQHcZff8L1z3W/F6EqUkOtKSdcqrWVa1lBWh0PYgpK8wT7M/IUZiqNYx9zsLVzXu7OFx0ugkixFwR3GgFrAi1hsW0qM1S5X3DFjDD/QhDsjp6wRYhwDvmBAKgQoAAglROygV9+CIg9flgRUTsEb1azjz3DiioohIQtOSRHvwpGoOUaixI7i40110JPEYbaxbjeJhyLwFoipa5rJ4cgNynMLhJOoAOhBV5jW/wAW1KfVJTFZdpMXOwhSX1wHwtGgNnADbQm90gkpzEmwJJJN1kZrC+Eq1iis0NfvGapS0Lasl3pBSEZCQNEjMLXJJIsSb7M6evzyY5p6/loufaY3mUalxWN3NLyLQwlK3c/hSnQgd9QFd0kgEA976Ljd3hyjOtfaOVLi9CkrRkdQrL6gosVN273uCLdjodmDXdzuHMWz6liP3s/W5uTn0QHfhLeTpZKVZQsWT0hJIIIsSNDsvZeE6pXmoFZwluWXCgzcrUxchbamEp1BzMqJczDsULykfiLm92kGoOWMdIrtTbnEa2JcM4c3gxYjtUqPJSlxckKqQ1dTiUkeNCuh5ANklN0qTdQCgbbLyP7JlLpeKMPYowRidErgVaHMn0aU6pPMNB1OZUdVtVJuVhBHV4bpACQ0adMoODWm8Lyt3COSRllNIWtSVR1qKx0qAvYpSLm5IJsfUjdT3h0uLWXKXFwdXoUXiodalNfH4K1FOVxGgUrKoDMEg3FzlBuTepFTwEXoFlVmEOYnvargfajeM/hfDlPfYxRg2RTloShWdEyLICChCk2JCg7cE6BJBJI0I07uk3MUHC9UYxlXoiGK3NS1ITIR0fFDYCm73upRAIUkkgjytfa/xZgnd9Wd6EDfS7yXHr2Go7SnUpCeaSCSClXZSrLSATqLWHfYAxlXd40qssVnDjPvTBS2s8iVS1okcnlXdThQhXECbBKSoJJSQq9gLgOudlXw+IfWM9pwkfNQxZ964TTqEMM+JpCgpOX/AI+tu+1zGxRQXaM21Xnn4sVa1Nc4m6VxVHQKufE3fQ9yNCRrcIWjYldaittOy2F5OpC/CpSCARbzJv1X0uTewN7neH8SuxYDkqVT1zYS3ck2LovMhQtnTfULPkCMquxINjsDRapdQMGYy7lfDT+r0WfgjEbjtee53C9RQpDspq0iKppXQviICcyU2IClDNlJuUga7ZqxFhWvUbFr+F4Fb4lObdX7jqSZQQ/DdR1sq4nZYtlSCQQSkkqOuzb3kVil0bBtSgYNqy6jTuYS6qLmcQ7DdPYPMnqaCgQkrF2yk30BI2Scipz8OOy2qpQ5TCER49SY523HZSOysw6HEoClArvqkEEkgjY9h7Lcjj8zfoGFBPqabmVP7Zbuff1LZ+9MZWKswlI+7yLaKy62SvxJBvY3A1FgqqHXZ+F8UUmfRqjwGF5o82K7ZcWY0fExIbVchCrXDrdnG15CQtN8tThTefXsOY3c/on+iJUdTD7qcyHciwlZbWjRLgCupKgALXykkkEqwrjeLAqjjTT1LfbqMVSXYs1pLrExq56ELQA4y40eogoWkpUTcAXAvpu9qFuHxJ+k/U3JD3ejR6XvG3fS6XQZeea86hUVD7pjux3yoKZuoaKAWCg9wdQQQUk533aJdixcUUHerTotLm06ByS5r6+KxKSW1E5lDW9tDlNwQek3BLEw9iLGVBxFIw5iilN+4ao0tVDrLVpECPISDmiy3kqJZbWnVLjgASsHrBICqziRft4xAiuohOV6OrhR5WTmMybFUY2IbcJF7JNwSbgi5vtTSqLrw8BsCYKw570psqfLf9yMOqaXyTrbq4aHElKw28LWbWCDlUnIoi5yEkmZvV3HwIuF6tgPC8SKxC6lcViLkhzEE5yeGqyWycwUog3BCiCbZje4vmYcw5K5Wl0P3dFhKXIyISEx0pGjiWDpksdC2bWOmW2oInmqXiOLTZTsurop1XRkakQnUKYSsKtxFpWczbicuYWOVQ+pIGe3NnEXKrZdEtu33aNVTBEvDkWhsMVuLHdlIjzYpUpUgAIcuw8mxTJQFBxsAgiykKVcKIju/wAPSpWKIlUny4q860rXAdU6mQ2oLuMiibqAuUgOZ7lNiPMan3dYTxk1VHIE/wB3P0GEhbVLdU6UvuKSMxaS4ohYBBCg24CQLAK0ugdx7Tqzhd2BiPDmDUYl48rLUYS2EpnttKOkpspsl9KVAhV7KItclSbE5M0PFFhLA3YUvFHxWqc+iUxllNOw2gl1vKRYi1yHBbRSTcHsdBanxfgqfjFz7N4sifaGtQVJdgVvqYnyEhBAalp8EhwIGXOUhxQQgqUdFAsw1iql0uBAqn9LxVoRmkLS1wpEdOtzkWAlxPcG1lFJsRfb7xpBxRiiqNuxa3CRS1oSmFVGGimRHWRcLJHUUZrgpBC09wFglAW7m4lB7EB3QfXuCOF8CYooPH8bCGFJUmOtBSpSSTci/l5EXBBJtYk7MU43d5XkGsJv52OtDsVOVSU2NikEdQHoCCbEWJG1PXZm8Gl7pW4E/EK6jitGZpqavItKV+YQsJBLRPUE6LFiAAbjYVxxvM3vNbuffNMewp9pKC+FvrfRwGKtHSqzzK1JORL6UgqSslu/SSlNiBdEKtyZTzf3JdRwk1WXW6zAiSuGwpLq1w861MqJOVwtWK0oJAspBsCkgEajZs0XHtUpbrbuI6HNq8LPyr8rO27yb6R8N5XUVoGoCwDdNyoC1wM9R61VMZVSW1Xmaphurv0tNXgNR38jU6P/AGnLPtnLxgciiEEEXQVJ6wTATiffdPrM+l0bENbhTX4vLpVMioW09pmSrNkOZB1SU2cUL3BA0BqrSvGJBNp4E1erfM7VKo3Ar27eo89S1pU/AkISqVyqrJMqIR1OoSogKCOoWsRqm9DLxnuc3g1l+BhLGK8NY1gurUmBV0lUd51KDdt5F82UpJJUytKiLEFQFtsnYD3O+0O1VIlexvUX5VOhKU7HXKlOPrjqUvu2WlDh5U5ukEJAIAIAtszKvuWaxlXmKpWcMMRcSsZZEOr8XLwZTY0bznKFpIOYXAVZa7EG92u4re5U2NVwR/iL5vd1vLlbxq79g3fsvzv3hMNM9qY1xzm5hnpSFrZJspCshUTnSUWAJam6zeJgjFGHMU4D300mkUSvUFC2lSH4DiWtUDI6l7RTJUTqkjKsAWJIKQAb293ePIrTmN3aGxSH0IS7Ka5hD7DchNtAQegEpuhaSMwVlUAQAY1G3gbxsb0GhYtpe5GqYk5KOlaqjh+e3zrKVaKbfjSVgraOikkLcQqx0bII2rvG/EY7u5YMYn3y7qt31ZortBxNTq3NpcxMflaa6VpSgKCXoz7CblTQSMzagLpWlNk2NlPFMWBiivRMUQN3sqFTqo0l1a4eRcd5CvEFISoBRWgpscpIFx5bZU3qeybvan43xDvB3X4Tm1Sl1RDU9qAvhoqLKgnKW0N3CszakggJsoBVrGxBbeDN8m+nC+DaLQa9hOathhSWHePDXHdj5XAhzNcCwFyQsXFyCTqL8+BDJnHMZWJMKbqosqBAwbREU7lc/MZ0hrK6m4uVHpURdQCibkKN7WACH3gY9xvFxG5Fo2JsNUtdLVnpyJkfMqRlCszCwCErbXqLlQIGoIJFjXeZvDwbFw5UqM0zKRiWnSkPx34qzIYkMKyZ0vNg6IIUpRIIIyGwIuCq6dh2LFgPz8eYYp1RpE1/mqbMjtFanGla5M6khAUkg5W3LEq0vYg7InSLbZ3X+PUU7Hdfe/8AaXdZ9oHBFBwb7mwHg1cKvPZlupajh2GyolYGQgFKkg5kpbscoTbKkabC1Gq+Ld6FLbwvKqMWLKfiyIXA460LbkJyllxCrlQSoZkFC8wIIAAsTtKlYIgUvEbkVrEMV/CFRSlan2mih+OlQVlug2U2rzKgCCbkG4OxpuywVgOfQa61AiMVf3d4Z+QK4yE5hnBACkqBtZWovdQBIts4kZxtlR7LGDqNhJqfRt77T77GJcsXhO3dXDfRpdk6HNnBuAQVBtVxc2MGsbmMUVSs/ZKqY8r3AwvMWxKlNO5uJHKgpl4LX0gJuApBBzNrSQBYpBpAwPPqmKKbiOqVaUxUcOurdixVvtqTMWlGQlaLXcUW+kKJSDfOUkkEku85G9X3pzVGof8A51ISeE7PSqK05awDKlHRVjcAeouDYDaTXmBNaOfISVQMIYNozVBpeHMMxYVRRK+LIfaXwKgpFiHBnKwl3KCb3KSLHp8rneliCLg33tjelswqjCi5OKxFstUW60lwKQdRbqWVA3IzaHQGM5i6K1ApNGqkRcVfFTk+Fn6wVBWcJHdGXVaQBl1sLlO0vHmHmpWF5cp3DzC1zX0+8VxVh1EpBCkpdBSSFJUCgXJuQbmx12G4XHEHbtXAWB8L2pt2lBakVnFHHfojjSY7sNrqaZWsX4dxcqBsohBIsRcGw0Ye7vephyBhyBPw5SZVOi15pTsJhaMq20GygVp0QkpuCVEC9tb+efcI+zn7rxQ/FxH7nXS5TS2HUcxmVKSlYU2UpIAbcBAUkEWBvYkbN3EMOfKoLEDBtE5Wl0taHU1daQjKk3DiQBos6WAICQL3BFtiblVNzRe7Yq7nM/cW12fWXYkqfiGV70lNKajtNcRqO8m5Acjm/UbWzXupOZIAsRfP+No9UoNe/oGrIffWlDrUpq6VpUb3CjqcwOhPmQDbW2xxiOpz69S4mF3WskJjJx3V2XxFpX0OagdSe4ULG2nbQyangSVS4DGI59Qi1FiU7wuLFXx0pWAQkOJPWQSkX0JHofLxXUeoDXNjTjO0+5i6m0ajwr+PmL7BVNle9OfxHzU19HxWFu9TWYaWt8mpNwCDbW3Y7XuDqTXpWKH8EYD/AKOQw6qfwJDWdhKHnLlKCeyMwPT2GtrXJ26VbEsCVXoFGapLa5VRyx1NRVLSrMQPCPK+t/QD8xqqNFwbuqwG3Xq8zFp3Ai/eFfq6ZlH1Sn/LsPXbV6Zp7tUnct9D1+8HUN3MC8H7qvc0ptr+uys/W6qKtcdlPl0gkC1tNb2sAOxP3jTD+MqpiiXQZT3ApbCM+aKjIlxNswB7jT8hYDT0hPb4oHvlufRuOwiUxm+A7xeIsLy+AX7pFwALkeVxsdipysbtONYcqy4tbhIzcvUWuEh5Vr8J0KspBKSClzsScptYEt2WNUcYhiGmeKx7h59zCTVRrcKqPtZYUWLdCnlD50mwBSL5SCSSb38jt33TYElUbDkTEdUwzKRV+K7IS7zqV5VBfU2pK7hCu6VA2ULZe1yTvGW8+Lu5rOGqzP3byn/eK+Fk4XVHmXyON3UkBC72OUkAi2ovoZYw3hxcRwG+QZ93c1/atIz/ABe2mniFtUm5vodBc5+s1tj6co42k/jniFu1BWnZ6MDZ0J3/AM6mI+PFRNUjqylKFfTMDoCfQi2g9NraPPwbApdSw5hxpFIclZVq6PhSFW6laa3KhrqDqTY63rouIYtUabpbstEVcrr4q0nhKXe+vYAnt2IuQOxA2+qZhhqK6/KaeQt9a83wvAlXqkfXz/Hz2yujaW2x9lXrPJMzUZvQg1VsIRZTXC5vjwl+NpSCrKu3cX1sbg/UjyOuxbu93eUvCUpuqe70IY6uXz9Sm1WuSnTpuAbgfW/ntevUyBPnsNNPIyLXkfSvpyq11v272NtLXt5bD+IcZSoDT8CLL4DEVeX+7mBt+Fxrb6k+u3v6dElKxoOVEOZqfiuSmnlrQvL/ALqrW/afPz2+aQtri8rwuhf/AJlRPf8A47LOl7zJUBrhSnkPt9KnUuq6u/cW117E6/hsS4b3pYNqk/hNS8j6F5VoXZSUqt2uNde4Fu2wyVVuJUuW9mNKl01r4jTrOfP4F/qq+nbZMe0FiCBRpUCBKq3WtSczSV+GxABIv66eZ7/XZ4OVylxcL+/oDrEpjhZkOoX05reZ8iNb/ht5/bwsZYjxRjJ+vVSnZEPu/AQpY6WATYjWxJBzHvf8totsyvEZoq3y/wAQbwpVGrLlLgZ1yvhKyZTk1PcW01Fx5D8SLbOzB2KcOVSgschEle8V5Uurd8Daz3Qoj6nuO9wBa22XY+MMLz6NVq9VJeeqQnUtRY+XMlSdCO4NiVXN9RYKGhAB/KH7Qleiyn4tLoiH+dyZ2GrpS4sWBWEi+Um2ltBob+W2RdrLK2wgkahNpwBGDvD3pY3an/ZevMrlMU59a4cpSgtTLStRkeFipBI6RckAa+hJ8I06BjfC78qLidiLVGGkux0OoC0PK+ZN+6SBcG17+e1TTa1hefhJ92vYIqnHlf1hqRHKv/LUCUlI8jYW+lhtAw3hyVFxvRazAiLomGoUpMiRFaX+mQUmykqBy3CrKCfW3e9iKthcT3IFB/ukaQuvbqqy/hzGVJ4Ep/7007HSWlJzapWhQ7aaEEdxre+rHcer32Ifn8pztLrEdTSMmRSHPVKkKum/kQCCe9hfbt7R7eKKzKouLXWkSqcjPyVRaSOlKlg8NxOUhKtBYC6VXJt5bc8J7xKD7mfoNZiP8lOayqjpUpKUrHZ1B1FxoO9wPLTXzd2narWALn9iILPllYsl7kZ8qA+01Ezom8CQhTr6+KpJQLEKuQSFjLqAbCw1JsE1L2Z96uHHXKpKw8/Nc4viTly+nUk2toBqAok6nuSdNox21hzlIFUww/W4S4SkOoYdySOnKczSu2cEeEgXGlx5x6ZvulVTiUGBXFvsISnhR5scZ0pBsnvcXI7pvoOxGu2+mrvoXcTkRldS8DN3uGYGI8JfZKfhhhiUwlXMdOWRHWNQ4kG4cSTbNY+Yumxvt3xbi3Hm75qmwObYRCbWmKt2KgeAjuQR0KJv0jufO9jsx5C2nXY+I4vQtfyNf2LtrEDQEAj5TfQ6E7BtawzXsUOttO1GK+h91K47U/o4KhqUZwNUnW1xYGxt57IVay86jz+fzD0W7m2mLyk19pqvcKvS/wBO0tGfIcqrdQNtDZSeoEnUaa63KIlUpdUafdgdbDDS0u9PTm/Ajsf3Ebf2MsH153FDeDXWoSH4rScsd10Zs57cNXfKpNunsSNALi1RT8N4jw41PgVmnoivrXkayrzJcRa9wfxvcW7g/iduh/LEMwTdzJFGxpAwu1/N9KpMV9ibCTIW7IaKnWVm+VxKhfQ2INwb3GotclNCw9PlReaisrQhGZGVbXi2HML0GjSsR8/KiTZSGHWms7XUhKQACPp83fuex7jbaMLd3RnYsTkGfuqI6ENf4B2/dtr0Vq8W1CLMoTN1UqqSuflf7nT4b+XbYrwXuBdr09uK1w4qP9u7fKn8u5J/d3JttoZ7CMWL+pk/U2uYNJaitcJpnoybMpplinbx7ibgbjYtL4jTvAfWwtSOnwq/D/rtPRu6i/Da4OzZU0007+iWvPt8NxYrTvFddQj5uvYvaRZ2yU+G8ExYEXi8FH8f8Nu9UiNUuK5Kaic09k6Wk+JX0G1PiLexAo2I4GEnWVsc6rhcVfSnKRotJOitdCAdNL9xtbOmfS5TbspnOj5XfEnT8PPaT/thAJmrfpWcZO0aJ75iLp3NSE8JhKVp6AdQo9jp6du5GuyQZ+y7VUnxcWsypUWK7xWpUO6kKSbKTmA6gQbA3F7jtbXbcW+KFFxlu0rsV1nP8BbrX6zawL3T9Taxt3vsoMP7mYuLcL0XFuF65yr78dPPwnUZmpCbZVAHuhVhp3AP53871XTagoe3zGwybJniNjHC8r7rFodRXFQrOhEhHx8pIuElNif7pNrEW17kjViil1R33NFpM19iU1lQpcU5VIt3uQCCNb9j5bOHEm77d9hKgsSmsPclW4vS1IX18bXXN3zX9dCDqLdtoxpsqjYSfn/AQt935+pWZXoO19dPqQdvM9E1D61m3oU2nHIxmAYKhixwVjppqU3RmnZvHQtMKevXKlIWALG+XUHQeRF+9tto0Pfu1g3C7dBaw8+ublSmFFjtDO4nsCewHlr63/HZDbvN39LwlWab75ZbY51PNSnXVIyvZjcEX72Op9DtCxzvppeF8b1aVAlsLXkTFa6ulKe5I/Em37rW29TTeADv+JdrFxH1T6BVMWz/ALUb2qgxFir648LmulKe4v8ALfU9r29ddplb38boN19L/oanMP8AVwkKaQMuf6qOgG2dokv7Rz0VnGWLF+6Fozq6yhSfpYEgnv27gnQd9qvH1SoON+I1S4megsJUw0paMqEuj5wQbFQGoBGnodTsjb17T6bOOYMWZhRvf3+433gxaTwqHyVL51EiK74kuLHbqGmgN9Dc+YtsJ16kY8xQ641iPHnAQv8Aso6CpGXWxFiB2t5eWw1WsV/0XAwvAeQiKw+h3InwpUD3/IE7SDi2VxXGouTP/h2891H+IdVYA+k4B/aVduJLw77PtBlVThVTE77+fx5ujq7g3N769+1/pszaD7NdGpcpt33gtbCF+NNkp/db9myyizceVSLInwKfNfYi9D7rTS1Jb/E+Vh+A2jw97WKKXAfi+/FsRV9Kmlr6f+XkdqaPql9wxqlJP9IAltsXMmmz/wD0Lalk0p113itdD6PCtP7xbzB8x22NKPX2qpw2p7LC1+HP4VZvy077dZNOad/sdvGlrKPugzW0+sP4x5CByDTP6yEIV4m1eZFu49R/lsQ4YjSsUV5ul4oqK6Ww/wDFRnTlQrMPK+gBJF7Ai6tbXuBVqjcJ3mmvGjwfltd1XG9Zdo3uae0w+hGZbSnUDOlWnhI1/HzINtpqZHeSgxLzGdRawQ65hd1ph+UwhPCdYWMmUnuEi5Bve6Tr6/WZu13X1TFs/wB6V5ngU5bvFd+VKrm5+ljrpofr5bBGDKQ1XnfelZyLQjNkaQ7+r2sb9gO6fL6eZ5Wd+f2cgN0HDmTj/os/hT+A01vfsTrrr5HRoWs2Zt9fgSpO0xz4y3g0HdfhzhUvJx8nwmk9KVK9P49D3O2cq/jzFG8GU21PzrQh34WVZy626B2uBbz9PrtGw7g3Fu9WsuT57K0RX3cy1deXMbnIgDVPcgEnS3fZ1U/d/hzdzA4rvQvJmyO9SlKI7HvfX/nfbcOp1Vq5r8UH/iQHKznu7w/AqmEp+HMRtZGH0Zfio8KjcBYB/b63A2WO8SqUHBHDo0VlvneppDSFhKVKFyQAdPI6GxPYa6bFSseyq9Xm6XQcnAQjM6vIVdIIzfha/c9vQjZf769yGKHcWwMUYc+Ow+0pa0Lurr8xaxym2l+xBIPYEbOiYa5MfA9n8x7SsHfn1KbcjWmq9vVYiz6TKivxUpdTKTdOW/bT0017H9t9jHf7Onu4yfd8EqFFT8VpByuJte5t3IHoL2P02MNx+GeQdbnz4jC5TDXCXxWsivO4t2GpJ0J/y2B987kWqYjn+4Zb6JWVaENLRmy3Fjr52PqTpbbatqAo7azRsrR/slHu43m4ci0Zxqs8diUtGZMpHWlKvQp8wPL6enfY5oGNMOYogc1F4kWahakOsKtlcSDo4i3r3t/nbbLlVpOI8Lym4teiLhc0lK0/Mj8UnsR2uLC35i5duyrFZi1Tlao0tHSnr16kk/KexGvkOw73283r7tV9O1fvg8RMocHdHjU43F+L/H7htWOt7Wrb3Fa/j8toMlH8eHb4/YzGw7oqj7JTSBtzC/41/wCe31UEO7R2nP4/j/jtOJm6pPPdJsdr/c8W1w238L+5/H8ee1Ihz/ZbWkR3i/x/HfYZZlbdKaeza0pMS7vqzXp8T3DSX6itbqneAhOZSkAgnKLXOl+1ybdj2P1NR+jalRFobi9DSsmXKrsrufLsfz7bE8RVUantyoFRXFWxlUlaOnKoahQPe/p9dqbHO9GLjLEbEDgrRKlZWp7qUjpWi5UpQSALq0BP7j3H2j+HtYmu0in/ADNxTvTiDeJt4tZwvAYapdRWw2+6lKMiz/pqR9R/0q3lT6zRnMWtYhqkWosOpUh1UoqYkJBsWwU6oOa4sTfS5FrHaBvVpc92fElOxM8KK0pUh1q6kJWbBJue3SNU3GvlppZUCjypW7R/kKsxKYcyx32l+HS5KDaxSr0ULg2BBOu3oLGrC7Jb7RCJxDtUgcWqVF9+a/HyLXqtTyPwuM9u5Tpf102Lt1OJXaXxML1l3jIR8eBK/u6AoKrAkjQa6i19Rc7LCiSXWorFLldbC0J5V123iGlgfI/XtsSUZcqLXmHYvj4vgX1cT0FjoTa/cbeLbVWafqO0+ouhKPGtW6+7FxGxXmnlolMI4S/7ybAd7diOkgkg6aA3J+IWI4FLrLFU5REqiVFSuLCUhC0JURc5Qq4IF9ASRcAG3fYemrlVmvMQGoi1sSk5cjX6Vlab/KRe1r3Bt+HbYW3qtVTC7sT3N1sVH9KhrwZwD1hCh0qISUki19Cb2sfUt5puE0LQNseGJd2O6+LS28b4SqC6QxNUhTT8XM/FS7fQlB/RnMAlSdADcEeey3xnSMWwHX6zFpK0P5Eu54TS0pcUOywLd7+Qvaw+h2ocHbxKpQaW5S3Za0RZXXKiqazcF21uKlJFj6aGxAtqQLMt7f3iijUuJzVEizWUZfitJCVOIyXzjQDt3Hnfy2FXYt3B4I9iJg+WJVTKn/OXgim17goYqi2ksSEJTlS46nTiAa5Tpqkm4Pa41CCxRRHXZ7kV3oWhavEgdKgTp+V/9dtdRjS8b0v3pRqdF+9ITPa5fpS4oWztqAsUrFyCdbEg3sTdB7y6ZzVe5+l/P4/7qtSQsdwruLHXz1vfZl/NNplNQm6dcBUqVQaM/Kdp0Waw38VK1tIXlWCcwWbG6T5gixHYjaZu3pNGxbjLiyoiITC3UtIj8XMplZ0zNrNroN9BcgA2uQNf7dy9XospulyneA4//UOY/ROLHyhWoPpbQ/ntAxjiWqYclSHaDSYsKdn+LCdTwuoKzEhdshGYX1AINibjUrUDty9dZ2czTtV3Z4DiwG4tZpyFoRl+fKvNbyPfNbsQf3aBbfYrdzz78V3EL6GG/wBE6tZStn1QVjpUB53AI87g3KlqPtHYyxRFiUus0nlZUVGWUvOculreWYAptrdSToQbEWLt3E2BiiluSpUvJNYWpL8VXSpSNR0EkBVvzsD32fPnzB9ojmHOK1tO4c9wxajTsSsdSHabKi/FSgf2jegKiDobG473Gtx3dg9g3CUp/Dk+hv0ua+jOmKtZUhSO4KbgEpuNDa4sdSE6DcnFzWEt5cSlxWWJUXIpcd/i8J9lQBvHcQRkXp1JVoe+qSNtDNYw3aYoozH2ypMWaiL8WO+trOuGpNr+WdsjTUEg2sb22G1XejVdTKJDw9jGl0t1ie7T106a+tUXiqQMri9bNrWOm5F8qjoo6XB0NvGer2I+JFw5VkQlo/Sx5CChbau9knsoW1ChofQbL/EOKt0DXHdi1ZfuvPn4qXczH48XytYXBsR3AIOkDdNvKgNby5ECjVFdXpC2M6H8/WykG3h+YA6FSbi1voBK2bGFZ9QdoJPEZ2Jt032toLbuN2udqMJCuLKhXadeQO6FAeL6Wse5FiSDCwxQMEUalufZynVGbkT1oWhaVq9R12Itc3F+99fUhx1vI+xvxXXWFofR0oV831T9dRdJ0IN7jU7cKI39o4DFZo1bfpfHyuoVHstGoudFgqy3vYHUA2vpbZ1NPVnePcVgzPwtgOvRXJVZwFNzv9DqZSFNOqSBYWUFZSbdlXJ+oN9kXvcwA7QcRxKpg3IikTWlpqLCl5VpWSAHR8mibhQUAVKUkhSVaqZvtG7w97+5aBExRPpLGK8BvdNUqlLQWp9Hv2ceYSCHmvMLSRYXBGgOy1m1ae7hL7bysQ07ENIQ6iUxPirKHeVeN0EKSohQJGUkiwUAFoUFEFXUJ2jkzQ0tR+/4iBxJgjBuLazysDEK6dXmHUodYda+A86Tfumxav8AULAN9ToS4aNuAxbKpcSVP5GVFQ0nmmJEcqVrrqU3UCOwUi57XFiTsDIwpFpdel16jPImxeKrgPtOhiQ2oeXcIJBJSUhRtZJypBCQxcGb8a8665S+UlMPoay/eGsqU6a5geqxFrKF7a6m5st9OLuW9SdRXZZznidp25P3NRpDVGZhPxajH6cj+dpxN++ZJ8lDxA3SdbggkD+G8ZT931LcaxbT5TD/AFNKnrjhLEpQISRIbSkJ4oJBS42BmtmAGo2OYMyvRXea6H2J3xZEJDvQl2/6QW8KraFSTYiwIVoNh/Fr8qqSmKW014/FxbKU4nLcpc+VSQEkBVvxv5M4SpYnucrgwph7xsRtYDf9109iqMSkcxFW10+t21A2IIHbS/0J2GsDbyXa9PiQGmZUVEKal2RS37vojunxFvrzNBYNy2dOoKHck2NPxS7S4EeltUlCEP8AwkZerMq1tfLtcZgB5XHntPpQ4uN6bPn0NhD6JSEpdy5lKSDYJNr6AlRtqOxFrGwhqq7X2JFVG5pr9DbsDDjk+ltcRxhrmkNJ6syfMJ7E21sL9tNLAbYvx7irAderzlUrOHn0c1KUlcjilDrNjlzp1CstkglCraX8tdtY74cZRcEbtG57svlX0LYQ0v8AxkJsNLX1uAbDSxsCdsIY6VKddblNVBhcXiq+Pwsyc1ynrSLkWNrhSbWcSoEC42d6gN1OFmjZUrriNvDNfwlg2K3QXf6bpyHeLFSpYzKaVqWm3CRlIBuEr7eG6bjZqypGA8R4c9/YXqK5S6c0tfCWlSZTbSvE2Wz1ZPPKAU31ABOuOcJ4SrzuKKK1Kd4FLm1RpDvCUVNd9RpfKo6DKdDoBexG2u8Zbi2mqM/WcB52OSaS7x4buXg3/s3m1Egtgi97EpBNiASNsYPetBcLkj4/MW+miyhYnoMrGTFBnur911RKnUymvEn8AbBX1AH1sD3arOK9y0Clv4Xn1FibNYYyrdWvMtSLpAPENio9jqb21vbTZM4epsqfKcpdZiIRUYuZOTLlUlXY5b3uk21SSSk3sVAbCi4HCdqTtZl8Ba3VNcV1YShKjqgm90jvbKbA9rjQivTNedZWSRjBxiVNbIZoqdvopdUo3uujRFxa3FUlL9LmRypTylICwtheXK8lQOlrm9wUgggA1AxHVIFe+1HCYYpy3fv8B35VdjZWoBGhSoG3lbuCOYM3Ub3589+jSvdyJqMrrUepdTEhBJKSDY5LiycySQMtxroLyvr3l4cdcqmN8EVSkVSKwpC58fJPizsqD4ylRS4R2KjlcUMpUlepTrU4/lhqx/KJ13lY4gcVyLQeaYgvpWtK1JzxVLIN2yU6suDVRuFIOhBAKiVfR8QO+63HXZb62Jv9YiykhSErSEpUUhVyi9rKykIX4tSb7MSdivBFewu5Ki8eiVSbFU1PozrCuBx0DR2O4ns2q+gNlA2BCj3HadgTBuI8JS+Veqnx2lI6FlUiGoWAdbypJtc3UgpIINwBawBdy/EJZT8CEm4/BzWLazLrzVWWtjrTKhJXmRkUAkKUg3BIAy3INgk9xbZo4nw3XoDVFoNGlscrxetDqlqTkGuUa5km5uDcgC40AFwH2YKdKwHKfoNZeXKqKM2Sa0nN0gqNls/MkgDsQUkWIuDdnbwJOF5WF3MUOsrfQh9UWRysoJdjrJy8Vkr6c4OpQqwUDbQ6klVmBKElUx8ynqu7911pyVhyrL96RWFcLKlC+vXoVe2ZJNxYkEHUEW2o8MUzFvIPxZ7XAfW7maT8RhUdR0LagUjTNci1tfLW5C93W9esxcUSMG4y4FX/APPCQ7dib3WU5JNx3QBZLlilSSCtaVBSHZEcrNZn/es/JMZcq5VuOlNvArKBr39T9bbGutVFitqPXzKyTuUr1ZaiVT3swthafjpTdDrLtzrkvkXcC99L+dyLJ/cc+zC1XqXArOF6hytUpcrizYWimJzFtWwVfolWsQogJJ7kEg7MuPUWmmuFFebcQhKc+T/P6jyJvf12+msQRWmnGp8t+KjJn5qKvJIip/2yO90pNsySFAg6ggnYdJDDMtXqNpizFSd+wdWlQKI+teBlq5yl+JXJqCQssfMAgostsixyHU3FxGg7wKXVGvfNBokWFx/vCHULTlcVa3jTYJc0KSFGx7EjQFn4hxo7u+r0Ss4tp8V9iqIVDXVIaf6OrUdQsQQLpYkFFlZSSlWXQga7ZYoP2jwvvaxvhKVEm0uFCUr3dVKbFL7U5hxAWy48yAS2sIKQpVhfLexAO1nCMpWa1Sd5d8J2661PxQ3FqkRaGH18JCUNKUqOrP66KKQokFKs2XyAFxs48HsNSoHINNZ15srWfqTmNrDNcE39LgnTQm2yRiUuVPdjuyuVmyuErqYY4CZCkejeYpSohSekEAXsB2Gzg3QYhi4jpc6BKyLqlLdS07HkZkKcRew4ibgpXdJSTbuATrfbB6Np3S1w354iP0jM+ZUYtGHJWKI9BgMvxa2x0LRKspTdgohCXk2UUElQCHAL3NlCwGwNX1VSqVSA67LlRV05D8KRCU1kyqXls8jTML5SCU2Sb3IBCrEu9PCTruN6FjKB70Q+wvgIqkVaFVGnqvmSnNlJdbBzqLboKVEDXuRX4om1l2A/PdyLlMOomtcKOI7rijbjthKuklVy4E3sesAkAAeo1NIekpNpAO3slDg/Ck+VKblVmWhFI64C0NOhCY7rbl0rF78IgEgFJyqGik+R4R93mDcG1739i1r3jKlNOqW0mGUJkNE5nCuOk5XkH9Il1kIebIXc2zrUTYerXKu1Kl0GJFqNOmusSskjiMJZVkT1nupBAulYFyBqCoAjaRR8HRd4MCfgh2o9C3XX6S0+nMqmzU2UpoLTaySOpLjZF0lRKbggp6IqihZavxgRjmVXsL4Nbqm7TPTquiUjl1uuuKaUxnbBaeSqwfbLRKgu2UHKoEg65uVi+VKxk/A3oYYp6EQpTC5DD8h2AuKvsh9DySpsWzOAOhBadSoIXYDMNKubq98mF6zytZp8qncNKmlTULC4cxokEXZN0KV4usdQNgQbgmPLwLgPFtG+zlew8iahbSmmuLxEKbS4LLQw+LrZBuCANAQCUqAF37DgZjLnjM4wa47Pd91z6i/VGFr6PfKuFIyH+xckNXbcUkFPDWoglNgVHuGjgmku4cwbApeMsPcBdLn8xS5UC76W0qCsgUE3BbyKtnSMoBVoB3XjjuF8OfdZUuUxFioRHkcwhK1srFglxdiQUkEXNwCbEEXA260THUWl1mpYXlU+oxYsXLKakZzwmVi7l21mwU2qyFlJUADZQNw5denyyYnWjWuWjUwC19t6zVmoH3WnoyTGqjS5AVHkLPSAUWy6JTcqTa4UB6XpcKbwt0tUnz4tep76H6dIVkn0tTiOC7rmOQEqadA6glQOYaXJyKUrt1W9jFGKKziz7OU5aJS0Kjz+EjI1UEhvWQlSBkS6lKgohJV3uRqTtZ0rFkDDkWrYodocXj1HOuRUWH0qd5hN+p9SdC4pBSSo6AaEWJtNlW4giWtDL6jpn7ysL8g5QazVmK3TlsLRCqMdI5+OvJmAABzOqy9YSkhSgFJsoixtsBYs96SmKNKwwwuEuKh1qawtKkPJNsjzJFw40u4I6LA3BUdM2YcV49o0/BFSa4UXELFRjuuuxWofCmsqQCorSAPG2TcLAJIKbi4vtnLdlvZqtL4+HKNjGUxx3X105CX3EocJJJDaCohpZurMhOt8xIUTmMom1syten38kz1Sr1Mo2KMOVajcFiK/KaW1x0MZFR3x4S4nS4BtdQJFj3A7KfBVHo1edl0vFGGYX2hpb6Fc6uOErVlOXhv6APJvoFKB0IJOoO2W8M75Pa5rM/D1ZgYhfr0WnSksVSBUorSZDjANwVLVlMhPDC281+IAUhROi0bawPUd31U5uBzaIvvfhSoszVb9PkZAktKbWQtTRAy5dQCCm50IFdpu7atqHBGQf3EqKnofOZwXudwbPdbqjWGJVBfYzISmG7lipX5lUYHh63tmbsSk2udCLPDtBoP/ALC9LyRZVOaTIaQ6gqTwgQFWPfRXZXp37X2qsf1jeXuldiT2pdPr2GpTqWFSorpzx1kdIUr5DpmBUCk2sSNlBi7ebvBwRKgYtqmHmcS4afkKd4sV3k5lN8PE5dwELaOWy1pOZJIsRlUBtStgzlDkEfmNVXBzxHxiCnOuym4EWtzYU1GZa3Y6A6hSLalSD3sNbjuCQdNQPVChYjn8OvVTEMWqRYrSlrapqywtSOtK2yQbqAuLXuUkFJJFztUVT3zvGiwKzgPGUVb9bY5rC9WWkNJlPoOZUZ0o1bXYhJIByHqs4k2FfFwrjKjQJFZ+z2JcG41RKTPTy6zMpcx/IM6FIzOMKacCSlSbIuSFDIoApbNeI2PIcyIvd5S3WpdewbW6jUeaaW17mmynFsTGs5StpCVqKOIL2LLiQokWGtgRyBu+r2KKCw7uqrkLDU1iO6ikKYn8m+y/YhLdrFBOYEKQSQo+SSCdmxQcM1mste/uUYhP8XM/S0NOJSyoi10LPiT3VlUTlzWzEWI/UYPxG61Pn/ZilzZr76nVwFSOEtMi1g4hZAOZY8SgArsTnIua48syj7V5gRu+3l788bwPc29DCa6XiWkNIalPsMBDrytUplxlFRZlNgA8VoEOosSMwWlRAd6GKd90CqLi48pKMS0hia06xPo0dcV9KFafHYcUpTboGYE3UhaEqsRcoGi8DVSj+9H931dp83C9YmtceAiUpK46ne/DQ4OlSF+IJKQQQopuTYnqqpAwlg1+fXsMzX6cwhXOLgR+YWlKTZTgQi6llJBJygnS4HbZkJuGZVbA0xdiT2bPfMVyqYSwnVH6uheaKp1eXnIvDFm7rKfiotlAUUrI1GbVe0rdnuF33RYrjrWLH4UJa18WkzY4dU2hXdJQs2CgbpuFFBBJyC4O2lsX4gwvQcOOYjpdcXUaQ+jip5CQWn0ptYqCD3KdLpNlpNwU2IsmsEb6cWz3Z9Lo1ERKfzqVFqj75WmQnJ4FhOYZh02sQCCQbEXME7OIvqbLhjtCVOI9w9Ldr1Na3g4CxDiWloaW0iVAfbTy+YpJSshSVlsq766fXU7EVYwk1ugo0CstS6ojBr8JaEQpmWZMZSkatNvn4iiB4UHPcZwDcDagrG97fdVKo/u+dwmw+/KdSlEqA6UoS0UkqzrBOXXwqBUkgEZiQdrzAtMdn4XgYS3q06b7+oMpcqHMTNUqQpqyk8OQlRyuuISopC8pCk6KFrrMIVJzmUo77edkoYntEbr+LEgYIw8xCqnH5eLUpjRTmzggAd1WJFgCUk3NhYi40xvwxHvBrNSpeMsMPfZ6EpaalDnsOR2HFgkLeiqcSFcAi17qUlOUKSRdJ2+v/RI6XRsbyKziituVCnMO+9KQ6064wltgkltxOVRCiL2NwFIJOoBBLMxpgvGUqjNwJUtFRpyPix5D7AdW2jJdNzqp1s9wAbpBzWIAAJmNERbilVnEeCKk7u5iTaguiSEv0tpDud9xoeEZFnMtxAzAJBJWm9s4Nw6V4Pw47Aba5uVCclRUTVutSsrDLqzY62JAC0kgFNkkWJGgCxexxRoDtJwlhJnlfe8V1DqlL4D7chKATlOqHu2gA1STfS5JpR6hVPelCd97IoleqMNaI8ri5feCgU8WMtKrpUSCCkE3FlAXBNgdobos4AYRQOUiqfbf3zjfJKi0R1cOahFupYA4a1gAp1RqEgWBVe5Bvse4uxRWcRwGIrURDMKawl2OlDvW80QbEaDt2JFzc2IGt529amYXoOLX8B1nDD8Kaum+9Ir9GfyRZTDgIJS2u6mFNqRlU2FBtQyqSUnQQjuxi483c4epcDEMpD9IfQ/FdU7kdbaKweGpepuLDW9xlAvcbKazT92s0McA/j3M7WVC1hvPEF4m7aVyrc/gsTeGnmo8dDqFJcsu5ZV2UFHwkmwB0JvtT1pvDjsVufAZ9yMLdQh1aEFUeRb5FocUngvAHRKlpJ1AUsEWKanErO7msuYcn0N/Jk47VSdupOXubAaqT5hIKgL6k2y7fcCnYoxu7XXaXRITbEKEl1a0LCVOKCyC24k62IBWh0ApupSD5WDo+jafRpisf1J+YSvS11rhRPnCW66l0HFv2oqjML7qxxY6kO5EyEr1Fi6QDfUhJBIBsCSNKreI9Wd8jTlGxHQ6xQYS86GkTGiliUi9gcybjS4VaxtpcDttFrdZqjuF4FBdpML3XFa+9RZTvCzMf2jaUXuk36ylJFrEgm2vWp4ti0Gl13DmA3pqMQ4aYaqXuRay6hTSswPBWASkHKpOZaCkmwUQCCX8rWmxYA4qYnEXmCaxFwvuqiVl3D3NV6iSJFLUjOU84mM6W+J0iwdKUm6myAq6CRbXZ3bp6/VN8kCI67gOqQuSSqKqVKXkWlAt8NaTlXYeRIJtc/QjFDVwqXxazEoNO+0TrU2RAm00JXx+GChxxBBSpzIUgkEnQAk2A27/AG6xl9o+FS+BFY8DXJZ2uJYd0m3UAerXQiwtew2U++AJ38w1jU+fRsZUnCWLaHTqpQUJSvnUuuIfZfB6dQQSSO9woKtqdCBU7xaLApeI48XC8tDHHlcw7x/AlIF0kKAzJ73BNxYEC512r6LRq9VGpdUr0uor8XFTxShWmotY6KPpYjXW+1LJjNRaM21XqSxKQ+pbSZSFlh3uogqSmwzWOU20Kj5A2Kusq2jz9GLu277pHrcevSsRy/ekSE/FXkzuxb5kugCy+9je1yex7jvpdxn6pAittc2vgLUnP82W2ml+x73HnbampNOaozrbrXQhas6XeKFqT9CRr+OgBPlppcOy2neHzXjfzZMlur8bW7X/AD/yb6RVXp0Pbg6wPiTXatKlT3PGiK+hPjR0pUBYEX7E9zrY2vbZXbz6pFpbTkDm15JTS+rOMzawR63ve9ra9r3FtmDLrE+Lx/1EZUK6B4fr6+v+m2Yt71WdxHXm4sqX8CEpTq/7yge9x307efftc309RqNlRPzLuJaYUqNedlcWB96Qj9K66jMhP0Hlfubd7DX6V2IMYO0uU/Kpf9a6VvyGr5tBYEDUqIt3ve3r22qUV9ql0Fue7UPgLVwuFHV1qv8A5fmdT2GoGwqWvejv3DnYvSpamnUFKfxB8wdNf3beb7joPcHiPTB/tB4ooOEqlhefLYlQqjmW0+vxM5kWJ8woEd7273vpYqHGON4rs9uA00w/CWrO+0m+VKvNTalXU2T9DlJtcHUEQnTnYv3Vp7Oj/wAz5/8AH9/nt80uE1/Wp+Ra/FwlKy5vzvcemgP12umpbGWMcqsKQrwVu+alT258WuMSoU11edMxAS/lIJUhJ8KyLiykAG9uka207utwBuWpeI6LRqD91q83I0l2bKzoU6QcnUblJDhCCCSCDY2Iuc41B/C9UoMuLRsMVGFkWh3OmYFqbXrqEqUQ4kXNhYK+pAIJJujqdUxbKYge6ffdRpy08KKhhS5CUg6OMqHWhJ1uk3A8xax2hEfU/ZCl94mhRiPFtGxlXaNiPDMqFKpaVodirQhSXGtbOhN+pBGqXASNPM6bC8ioNT58h2jPMIRKaSv4SC1wVpI6Ck6A3sdLggA9zYbOwRhel7/MDtwMeYTqNIqlOa5dD7rXCkM380KPiQfNJuL66bZ7xzue/mlxQ5hyVxMi0cxFfXdSJCCTqknXTsUk3B07EXZq0hVsP6gzXtlYqt16fRvdbstfK5PitJaCUK9SU27nW+gB8gL7QaVC/pRvhREIQhfy/hb+P4GxJT6e007yE97ofR8Jfh/5aen+W1gadyDv9UQ+jwZk/q+uz9lSKnqDwqyvqVKiuz2IHG4CMmfOhAVlV/Frev112pWsDQItUcn8owtbGZHF0z/u8Q/G5B7abG6HosXjtOsoyI6kO+JXbz728v2ee0GXIaalc0018/Qn5VJ8wfy7H1A2NRpqtgZhKASPCS661/4CP4t37bSPcHvRpxpp7gIRmX1JzZk63Fvw8/Lawj0GfyrfwlxWM3Ut3pTl/Due/oNfMbTlVqg4ca+E8h+Ujw5vlV6/9P27K66/S0+uW+ABkzhZsMEqrgSVVIEB2AyiU/Ca4UeQ6gZuATfIHDqpAOqQSbXI02kw93FGlT4E/eNixCOVd4q4rHjc01BPl+QBH5625qtZn/Falo+ZaEISE5r/AE9T+Qvrt1Vgv39AYlUarIRXkdTSJHSlXqM3bXwkEeffsDjV16/U+aqEH7+/8S/fLniQqvvL3LbuZT8XBtJYiypSkx3ZU3xZlG4Ch4rXUDrawt28jDdZvtdn/da9kXFlPux2pTHXyro1TmA14ZBBzdgfPXVbSd1WEt6sWJVMbtLok2EpKakph0NJU60ogHqBCSF2ULdxoSbDb+xJvb3LYNal0bDlEp1RmxUNc5KhZUISpXw+KoJISld+o2sTdWhAttq6Kuyo7nOT/wAQyEMcezG/g7HmI6pWZdGlRIq1vurQ0/xQpLdj6aHUWIHbZtsxOE18X5E+L9bbEW7H2ncL0GvchKyTUPrS11J+a4tlUL2PkCbA9r9jtq+HvbwbXsLuT4FbYYfQjqivrCHW1Htoe4v5i4trtt9zxhbVLcQd3jbzvsRxJU/4+fpix2k5luKt+X4/hsq2d9Mqs8Os4jp9RisZ1IQlhOfLbXXtrpra/wCzYLxNiufjLEc913Ot+E6pp1CncnBUCQAQoi2oI19Qb2IO0vBNT+0dBq1Ln0OVFfhOoW1KWjjsOXA1KRZVv7wJtoQD5eR1vUOpvcRQg2/v8wQ01p5xGxgnHOCN6EVujVlpC+aWpprmOlKl2Olzq2uw0vYE2sb6bMChSXcLym8G4teXKiv9NLnyP7ZPkw8rtxQOxNswHcm9s7sU2jQJUSsxahFiwlyEuutIkBfLvo10ULEoOtgQFAm1iCCDGP7SmF6pRp+DcZUl+qRevkJ7XjygkozeeYECyu4Njr5b+g1D3VA2DDfIklNg84xscUX3DAlz2pf9HcJfMNKV1Np8+9sw9R3A117jN2Ad+1L3c0GXhyU0uV7rmutNcKy0uIJJTc3ta3Y+l/Tagx7vAxvvG4cCfVn1xYqeXR2QpxoHQuZfEq1gSdNlwuhtQMZR6W71oqkdOXJ/tU9hb6gjX6bM32qmIJSHyI2MW+0LKxk05Ao2GUMLfy5OKrqSseYt637XNz6dtlpN3q174bU/IhbDqXf1ladgQfQ38vQfiT/zY4jlRW5UBngRc6Wkur8SVE+Y729fXt62lb2t1mF8G0ZuVKq3EqL6kZkZ+rXVVhp210Fz5C+2PrWJBdBB9uK7GG9rFtegNxXZcp9DGbLkTl4d+9iLEA319PLYMpYdrM/iymlo6PA7fMpV9QPX/hsysO7rsW1mfAgNU+VFYmu5WnX0BOZJJyrNtBfuR376X2ZmNt0tG3fYc5CBx6piFDCnZCmo5dQlRBt0jWxPkNbW1B2xhTdqBxI2xQxvfM91uLwZS0I/2t8if4/D9uxzCwXiP3XLddqOSFkUv7q6F5ljVN7H11Fx+Gu0DA+Et6spr/2E5uRaM6GsnQpXmjqJI+l7aeZ2YU7dJvBaisSpWHptO6MqkR1BaVI1JQRmzAHUGxGhIvsNf4f5y8IlX4MX+FKBPntQKpPifdX5SEIXly/MO419R53Fj38tTSGN32HGuV/o6E/l/TraCsqreY7n8rm3rtnvGmL4tBapODfdL8Jha+O6lbRQpt8AG6c1lZTYnKLi1+/l0cqXPtNyuNx+P861Zu3qb+Vv3bF1BXplYWqrd/SXspKjMYjntE0bBFBqVBgUn3pUX8zXMR05WMhF9SbEjXsNRc3A880y5NUxHWXJUqn5EPqzqa+X89f3+euno1GMOxZXxeU8f6if4vtMj4Rd/S+7pS0f3Ginpt621Hrbbz1+s1lzf9kiLeZ4izx5TnaXWX58WJwEP/F+F0pSvzNvK5udPO5025UbEUqU1zUppa0IXwlqyZUqUP73a+zh/m4lby2pdBgZOaQ0p1hGcJU4oa2Tc38vTuR32Rpk1TAdUqVGnxFoXnXHlRXb5UrHqjTW9j5G2oIuDs71bpdS2euJaEETFcDmuE78P5si/p6f5+e3ae61VIrjUXx+NGRfzbLlqRz7vCd/ToV8L+99L+v0Hf667WcKqOwHW/k+ZP8AHlbbzv8Ap6o25ZOJGiHFtGrLlG4UpjnVpQlGfKlxRPlf19e3+WzDwxgdqBiNiLjzPFQ/1pzdKc1/CrtZY/HtY67F+72t0usxWOaaYXKhZXetObzHrpY+Y/4bNatxKNjeKxxWWOOx0Zk/L9PqPMA6DXb0uk6bRqU7h9j4nNWjcyfG3kYDwRRm4sXIh9trpTlHSnXy009NkZjXeNiPehVOVo1OXyq3fhO+JKsutxcWvbWwN/IA7HEncp70d4rvg+fJ834a6E27622YdGgYSwRS+E7ERnR8i0fTue346fs2aOkuvHbs4X9oqU+TBXdnuadgcpiN2WtEpCUrUn5cx7i1uoHUEHXz7gHZg4wxBAwvS3JXCQ/wOvLnGb8APPZJY+9px2A65AoMTPn6evp6texsQex8wdPLvtVYDbxvva4k+vS/gLzIyZ+lSbnQafXsbEdjfyYruShexpxJSwngQ/w3j2Bih2XKgRMiMis/ZPYeY+uykxRiqlxao+7KzrWtWfPrlcsexPe99ATcettm1gvd1KwvPnxZXWw+jhLyLPh87Ed+w0Oo1799ldv2w1u0wbRpdZdq3JTcyVpdyl13Ww6UnTW3lYkjvrfbUoGBhzzNOixKziL3H29HDmI6C5RqoyuUxnzR5DSA07Fdta6kqIBAvqQdRfQm+xhuA39RcJUZzBuLaHFxDQX+ppEhgZ46ifEFZc1rd063t5HbPmD6dVN41ecaw5EYfYbQnnHVK8KdRnNgRmvoEjv6gDRy0Td07hyfzU9lfJMfoku+JKv7w/abepvbadRoyPMe4xaA/r3G1iKZQZTrlUo0RunMdOdhEha0efa4uNPK5GnltRtqdd/RZ/BsvF1mfjevOUugvLWxTulSUdOZXfMCRawOgSSCddNdXAC1FoLcWVkzoRladRdKXPxHyq7Aj6X2+c/xB/Du9jqKf7iKW6f+YQUmjamX/HbYhkN8Xia7UctnhbeGC7fEzMtG7gz9YVwvhNZ8iP8AytriErYfaV8X/wAx/lrtZxXHf0v+H+Pz2FasRxtaExW061wneIhC/GpKMykp/DS+wziPC0qjT4lUaZycd1P9JRbKaUm/SsHUpIOqkkApIt5i9oJPwtpsaZysB+LKazoXl4sdacyHE97ka3tpqLKB1Chcbe0/gvV9p2rb+019M/ED94VUgUGjS6XKq0X3vy+dcORdHPNWuXGFk6LANigix0IPkF1gDG9G+zlSoPWiUvMqOpHSiUlRuUqT8qhbRQ7DXyNz7GGHYtUdiSpTSJXKoUhqPPRxVJjk9m3+60A2ulwFST2UbW2BMY7uKW603Pw5wKXNYUniwHfhZkWvmRcjuLEgAXuDaxvt9As1Q/EZOYMVXFNewu1Er0DjyoqFpRNaTb4moHzdjobeouDodHRCkwJUWm4jgfEizUJW06jqS4ryBBtqPQ6i5HnqvQx7mw447KpPOr6eaRHWFO8LNcKyalaQq17An0B8y/CmHuFQYjtL/wDOWuQrK0vpSpCjqFZgLd7A6EFNifLbO1ejr1bBhkH8yxAcDMaDVNdnusVn70xKipzJfavmTYG/oD+BvpsMVPGkDHjtSpbrqPelIkIX0rHV2N7eV+xt5/tDpwdTZ/uv3XxUSouf50HOm/Zep720PmR3vrtmLfPuhn7ud6sjG8XEL9ORK+9J8KmFIyJCgU6qVrrYAC9hcEAna7BXT4+YTG+cqlWqpFlfFiLyI+dVlJT3uCDY2PbTUd7bEdGrTU+A38ZaGELzIzLOVtdrqSq3yHzOhB1HnfhUqtS69QW58VlGd9pKJGRCkpS6SBmTfUJKjYj5TobaEUOGK3AixWItUzsPzc3C4rQyqUO5QpJII7AggFJIBtcbeeffu355EVcbWzGzgDeK7hKvROFnYzvoWqKuyeI1olZQeylAHwg3UOwJsNi72i5VLw5KiOu0lD8Wtx+YhTWEDMnS9ieyknuDobXBFwNlK/UpUqguUGUyiUjPx4Dqulbb4GmRRvbwhOUix7eg2I5s93Fu6CXhee0/KqFBR70pqk9SnEC+dtIA8Q6hl0CrjQEC7tOtDrge4Qsto49wTwXi0z3XML1n48KUvOlbqcymV6kOJIsUkG1iLEfXzPS1S680/hzFtWQzKWhcWHVFqCU5xcgqJsLlGuuhF9B22SFHd911SJP8bC8vX4Vd9NPIjsRfTUH02Z2JhRmsJT59ZiP1GkSo6feTTHRIhpSQpMpsHxcIgFQAuBe1xYbXSwsZCbiNsVlRo2KMOVSfS69+npzqmuKlOX0UCg3sEq0UE3trcEg3J9u1p7rTsR2VLRzudHA6upWp017XP5g+ew8tpql4SpsB3FjEqK+6hha5/WmOokFJBJCkovoUElAvcAXvtYqw/S6XVOV5SaxCYVxXUtOqdahuknrZIJUls6HhruUkkAkAHbRrswJPxiOHedDwvWaXyGLcEVSLVF9UOehrKtLvbpWBYKHiFiQRe4F7n4wPMoNBw57hr3NMP8JSGn9U5rdnQfW9gpNzoAQfIRsS42xvKo3ISq2ibFipQvi5ULVkOiVrOvn2UQAToSCdqeJimqSmmGmnm1srSlWSRF9TY6AAp00OtvK50GyVuqvS4Ii5HyYTLqJYY2pWDeLEqkV6FKi1TOmZ05VNrA+IFoRYgLBzBYsARfQgkwMLYSgYciy2oDyKXKioTycpLoSlxCkXQQdAFkApPYKN9RcgHsrAWHKpg1+VKiQn5SELXHfhOlp9vS1jlTZdiNFHUHQlOpP7hrd5KqmDYEV2oIYmwlKTHlLYypcaN+lVr5FDzBBBBII0uTOljHicylV3GUGBahXt7VZpsXFstCH6Itedrw80nWyrfh2IuCQTaxG2iocCBQWuFFyIYR4PlT+VvI97eW2UagKzhL3tyFJ++wlqdfYhoOdWhPEQlNl66fowb6Gw1AvNxW+6qYydbgVnnWH1rS1AWp1akTEagtqzDKVXGigCQSAoaAl/S6hT4Z5lE05syRGDj3eDPwvFq1GnxPe9BlIXnazdUfNqWye6UHVSVWNiLA/KM30Td59nGalK3c1Z9eFMSRVvu4flNBaI6nAriITZRAbWg9m7pSQbAg2TqbDODGsW4tq1UnsoXFW1y/AkNZUqT86FosAFAjUC4vYi1xsN07cjAoON3JWHK5Kp1Oiu/C4SxIRT1OEk8RBIU5HWTZbZAUnQpWCApIdVXddyh/t8SlVrV5GZlvdH75qlGrVGqmHqjUKihKeVnxWhlqUcEAMzGDZK3EFNkuZUrAum4IF+ss4tw5S258rBz8WlsKUhS5DSkPxVgeFKT1oOlwlywNrC/bbTVfp2KN3NZ5r3eulwpUj+tQsj8Nx1Xcdhw131CSBmBuBcnYvxbiiqRcLuT/6LfffjqS1zrQVFlKyX4Tmosk2sTcW0OlriNB3LdyuMYkLqDa20iYxw7j2jT5TdGdxi/S+OjixX5DRkNZiCVNFV8yVDQ62AubgaDYqoNKxu7Pnu1R1ibFYV0OxZAV0XsXELSD5dVjfsNb3O13g3e5u03q89uq90sYUxky6rl6XUo7mRMgBSiEPJIKQQCQlw2VcFCiSLx4+LmsOUt+LWaHTmH+pLVUpcwJQ8sXSppbyAEpdQdQXkIJvlKlkE7TaO4/aIxG3Af9MLiDr82vUastxXWn/vTXNRVrVmRIReyloWe9uxFzY6G9xd04LxFhzkHPelJfXNQ60qO+06Uux1ixtkUrIts6ggWN7gEGxCwwZUp7rtWwli2rMc0j+koEd2LkanIsMsmMAkpKrHKtTJKVXF72FmJu0rVZ9/OYclURD7646pUKpcBt+PIYJynK+3dKwFdJuQpBuD6ljTaLteopZp2qPhzHfjCRjLFFZpvFocKo0hcPhVFj/bLOXK5ZQsFC3kb9iPMbKjfjueo1BgP4jpdDlU6nVFCGqvKi3dYiqtw25LzdyW0jRKnUiyUi67AAjRWFKs1Kdf/sEMZWlx12zR1C9279yNMwHkDcEg6RcX4/w5hyA/VJ8tHAitZn8nhyHzPoLdyRa3rs/aF2bWg2sdZnbBLv2XwQ3S8UYYXOr39VfdaRk5pQ8Kl+RJskhSSQRlIPltf4f3pYywbFcnwKhUIXGYyzKTXmv6vqAFtvIvdspNiQSDoogG52iyd/FG5r/slEYlQmEp+A60M7OpsB2GQ65VAlOhANxbavrm/wBo1ea911nCfHYXm4U+ArNwV9rPsOlJAPYgghXkbWIzLLFVcD3ODvjMl4RdaxbVGJ+I8PcCosJ5V2Uw6VJesAUOixsHBqkpIIIv2uNpFSxRwpTeEvuU1fCS1IhzEZ1pYPSgtva8RoOlJKHAVJtcKIHR84RixaW0201RH1xX18VC4t0rSlWpUkEC1tLA62BGvY9cQbvqNRsbsY8+00p+FUUda2mkZob504oB1sVHKUqtqbEAkAV0+n2pkDGYRT3fcp3p+I8L16BhzGVWXhphGVFImpil+GpStSkdQUlSiLhINiSMpUb7E8NNegSqliiLjGVNYWwjOliUXY/FsTmCe5SpI1JAINwbEKSa/GOM4GLcJP4cdZpb64s1dOnxXWs8dSSfhyWAdUpVcXSCSDcWXYZFK19vKXWX6M0yw4ibHUlqaiYMsjT9EsH+1yixzABQCTmUSoiwxTCICpzifk6pby8ZYjcan4Ti06iPvp4E2K6FcRJ11SEhLRItpqCOxuSA4I9IwRhLBsSfFqKPenFSlqQ0vK7HmAXSgi+oF7gEgEXOtyDQbs4+LWqpyEqnom06V4k5imRFX2UUggoWkHvZQv3skggsuteznPdnxMUUZ5ibKbUh2RS3UlHNJSBbKFKKc/rYgE+ZNjsu6bj3BF7LHLcSLgfHmLa9F+1tew9RJSKX0vri3alPNAEcRCbZV5U3UUixCRoD4dum8bHmF2sL1Z2g4TflMTXUSHVNcN1p5N8vFbVqlwDQKSRmSMmZI0ItcUUOfAwk3Kw5h5dOhVHM1IadQczK7qSQpJAsoqukLAFj3IJtte7vqVRp9B4Uqno4605JTSmMiswva6VCx0JsdRYmx1I2pTc72dsA+s5+JAdhElQqdS8bz4kWl0P3dNhZeK/yq2kuNX6i2q2moyqaJWm/UCkjrY2OsRwMG0vlebyIiqQl/Ig5ktKtfKBpnHiy3BtqBYEi7xLhBrCX/aOg0nJ0cKQpp8oS3bwrVoVBs3sVWUUm1zkUpSUNX667i3FrmEpTT/Hm9DsKQoMKSsozcEuJNkuqFyhdyAQkaAkgHVLHVNnyeBOsY2sFjLp2OYEppuLAdXNWwnKt3MM2XyuBYLFrdR189SDb6rFYr3uFx2ly2ESkOqdYan5VJzAEZkqvlcbN8q2swWkKzA202F91UWjVlqfS2sGyqiuE7wucadSiQ2oE2zthSVNrFhdJQkEm4WSooB3Had91uUuVQ+I3xVZ4S1jO5a9yhTicinQAbJdACwSnMgkEOdP01lNID+5L6Q1sIsK7U59ZgS6D9mXKdzWVqqUl11bsPXULSSApOVXUkqQTbsq4N4WGX2moDkCBUZVYreFIalLgOyC7N90di4w/qt5DKiVZF5lhCiU3AKDXb2Mf1SgxXML0aXyvARnQ6tpWZlhV+tDbqeIkmwJSoqLZ7FYudhf2dN2+Lf5y2941B3hIlVSlq48h1DWZp59KFAtSk+Ipca6SpIBBKiQQQTpJpQ3Jm7TUETmGUyXFgRftH9rEVTlXVMPxZCBAmxelI4ak2KOKLgggBC03BsSNqdcnFFLxQxVJVbqNEqK460KfdihaFIRZI4wuVoXZaTnBUCO6iDcOrfVRZVGrOGt4NBwbFxDSK8lPLxfhpyuoaU9ypkjpBIQvhlzM2vRJykBRTcreO7XsR/bejU5E2lxctNmUmaktPsoOTO4rUFLodUpJKb5QhAUBpetemWlvCHRFA8Y8qTiafyHCxHiGnLlPx+djz47GVEpCMue1rpK03uTcAjUE2OVFb3qrVMUQJcqK8uqQmMyUSKa64npQoZrJSbkoJSop+ILEBSdcxt6rD3jbvmqK7hL3diigyl5kx5C8j7bHcNKWnu4hJyh1ICtAFJJu4RWFXMR0bFFSpcqn87QZuRSo7shtD7kewSklTYzIdaUpSEv2JskBYWhagq2s1PZT17gbCdPzCmj0D3y1AlRashh+bCQhSF5kqVYHK5luL2/WGUjQm4FhX4Nx9jfBrr7TtDQ/nnrgcxFn8Xq1KG3knKpK7jM2vpsSLEHQtWHheLQcGtuz3kVSl8wl2BKdayTY7C7qyLSnVRRf5CQoagWISkDj1XC9BxlPpeI4jDCKpHSliY60tTDiyAUhw2ypvokoWQdQQTYhIKKySGl1dXXcI8429KVvGwHSZXu6LzUpqQxMiymihbc1jNnAy2KVKShagRawChYggFW08NYjxvQcOT3YVLhTVupRPSgpS2tWobcFulRUAACbXN0qIJtDrGJZXuZiVijDD7bCKkxPalReKxKbtlYkZ0FJVmbC1kqQSFJKFahYVtGwnhqqfbKpQKzUUIlI++0tchXFhzkE3QsdygrvoQCAUrSU3TYuuu4SLLDjEiVzBnIby6lRqzk5qFKXDkJalFaJDSgOnKrXItBACQCScwJPbasxNhnC+6WAxXpWIao/h5akU5+Uuz6Y7BcSUsuKFuGB4cznc5LkEg7UlWG8HFuN6tWZUuFh5CEcq61KaDr7brdrZr3ug2uFEkkZT2AsF7661P8Ac32oaqMqnVekQ2mq9y63VUmtQ1AAh5BWOC5m6kpWomxIS8Qq6B1+o7Qo2cR0UiHubwRAptU3abwqoxV6jFStipRZSFMVBFkk8aO4Cyh0WJKcgvlVkWFEoKtrWJWortd4rtBi1RbqpqpEBIYanOqRmDq2MxSFqQRcp06jcG5BVbK4rXD3g4DobEXDr8d192lzLSIUWahd1gFHUhpaxmSsJK2lBWdsG6gOyd8EDFE9iVFpy8ISmFJmx32JQmx3HQuxbVxU2LarkFKjobaEkA2PjBW4WXETe7PxHPpLsWhriyoUh2OmRAWlHEUAQg5T0X7pKSQCFG1sxBqXazi3FFUqTtBwHRKdXkLW07MYQprmlouCXG7aL0Nl5zbUEjuaadjvDmI8ZUWfg3BC8OzZtZhc+1FumnTHTIbTxTHUShi5NypoAG6iUknRs4wwlPo1exLVHWWUceRHlQ2mroWpZaZUpd81iorCsqgQFDMTmNr1xuk1vxBvdDjLG8XEc+qYolyoU2nRXXXYqrsKcazWU8g2yuBABukqKwDcAg7Xe7DfTu5xbU69G3g1djD1XX98gVRDqkw3Em+dh8AFKb2SoXAJJskqII2IMRUGLjfDk912oP4eqK4CZTCJULOvMEDMQQQlw62KU3JFhZJsNkJS9xNYdZ5/CVbi1edFSpMqAh0R5DibgK4Dqwlp0AEFUd4IUQCAF6XsPGUNZczee5rf9S681VsG7xvddapa4qWqdVosoSFzopIAZeULhxQVZbboJJHeykqITtZwRvL3g4truCN2mIWfcleTnjrdkBLEpTadHEErBZeHgWm18pAzEdxTB+63Fu7lpvEdewctzCiMrrrTEBDqWcxN1OMpSVho3IUUgJFs2lrjQ7FVwlPgRMORYiEUt9XCWl1DkeY2nL0PQpByoedb1UpAcDyU6gkG5IQH5l6tOKjmLugR69u+pbe7SVW34sJhcVT7EpDSo6pTbg4ZcSsfd3gtPS82opUBlJ1SS19z/tCSseO4oaaqFXw9NwVMTFlNVJhT8dx1IBUUrKivKU9KkrzFQUhSFqIBKkr+C4uKOQoO9WuVR+iMKfa+1VLaOdSXDblZqciw2TcKBcKSokHzFxncvh+q7m8W4oGCKj9pcPV5HKv4gdWnLUGDxEpSU3NnmnnFJcaNinKtK2ykoVsQYxLuG/lnopRsSO1mAxXuUR8dpK82XqSk62zADOn0JAJHcA6AQ3gbvqDvBlNuyq3VKd0fFRAlFrNa9lC3UlQJukggpOottluu79N4OA59JwvQaTiGat/oi8qxmRITmIPAfCVoXbsUEXQMhNs6QbneVvF3jQKXAxHgPENUlU6rtKTIlP07hVKjyEEJeZmxAkBbiScyVtBsEAhSb9RF3Kw22Y9lep34DTYFSxBRouDXIuPOBNRFjpS7MfQMryUi/FUoatqFrlVwAbquL22Srze8HC9Bn1SL70lYeq7q5TDVIqTTr6kC6iUBQLTisvUQ2cykgnKQDbnusr2Msb0HlcZS6W/nSnhVFp1DsOcoGwUGbJU0o2yrbJSpKzYoFyNiuh4I3c7vnZ9ZpbsKiP1FPFd4UpxqG4+F6OGOVcHPn7uhGe9zcknYocLGare0MWHmLLFeO8B4IwvRZ9ew8uo4XxDNS1IlU7iSEU+Z83EirUVttE6hTKwtC7FKTcDYfn4nwlulxQxg2BiFiExXsztBnw1hSVO6rRHUSlJbWojQqAGbKLpLiQZFaw3WazKqU+qS6Cx70dXHXKpd102oNFdkszEgryuJVYiUUgDUFLYJUilwNJxlg2qS/f2HkV7gNJizMOTYQ47bGfV6M+4ogrCFZk3KmyhSgFuAhe1WIaaKOHEv8EbwXcW7y3K9ih6byS4So7XFaTDWqQy4c6XCOlxYygBJsQSokAEbUe+HfFVKXvGw1FwRSX180pcWotT+GpCWi2uzyVhR6c4CehRBCj2IGwPvC3bYonz2J8WW/wAlNlIdhJXS5EVMdalZUtEu/DeISpTaQVIWAqwBJBInvLhb0MJVnC+EsRxOSfQ6tcB2fDdaTISUqvwZGXI4CE3yA2T3KrkEjRJw/Ecsbf1TKDym79rFdLfq7a5HCo1Z6cyCsgiMpVg63mJJbUQopzBBuFKBh7OFea3jYIQ0zEqlERFWlSKSuo84wykFRUy26pIcLJS2UpSoE2Niq9gUdhKh4SarL9Bx5Sc9Bq9R94xZT7udFFqXVncbUOtlt0HI4AVtuDMSEkKUXnRg1uWx5g+l0aJUX6RKdWiRkRx0cKwQcy0+V3EAK1JCL3Nr7HWQ8XO9GDgjFuN4lLw5zWDeSlJUiBWYoXDef4gstlSVHL8UZUkLTe6glRNhs+04Lqler1JgfZ5hcKkKanuuo6uDIQtS08FR6rg2/EKsTqQQrH1Mgfzgz6DKiInUuo1FUqnLkR+K0zIV8UXUkXaJUShSrgpIadBsXUllSd5dGwHuqq1ede4C0Mcq18Xp5rJkbb7EpUXLAad9dQNoxzEbX8oq8eTsJO48nz5Ty350pPJQl51KaSwkFAsgnM2AvOSkWBOUgkWO1HgvFtLo0B+jV6nyqdKQ+7ndYupPdRDqdb5SmyrEm1yD2JCx/nSpf2tiRcW0/IiFKYUl9hgOr5VxXWUlN1BQsVKQQSV63OpDe3h7pKpAdlysOYsiriykJXDmZFKQ40tCSk5SSoEi2YAk3vcXAJyOoNaT4D+8ztXZv4WWDGJKphyK410VTDznCmK5278fIQLvM3UlTV73UkJGtx2tfhWcO0ue19qMB1yr+7mEqf5CK6eKzcWW2y5bMpJtm4bgJNiCVhQO0eLT2qzQaTS3YjFUXTktSmneLk4iSsZkoyqKVIITYputSTqANQT7dzK5CqV2jcZHuuahK4sXhBXDshObIogmxKiLHtYaDW3V6lsY+YtVe655ioawtiPG8WXRncBoiwvFzr68qnPO4GuUgjVJAPe4I0270ebXt3OKKLKlUl/IxkptU+AFLTHTcBaVC4WmyrhQsQAoG1iNmHJrWI8JV7hSq5F5V9CktMPr/SW7lCtVEhNsyb6am9uyz3hbysURZXFaahMMOO+Bh3irSnTWxSCdVJATrqbG1wdqX2Z84J7zb7jfxXWcL1mqVagxWkV5c2l8VpCGs6cyFghSfRXkBcA3IJvcbUkbE9GwlAYi+6UUthak5Gl3yNu+EEKVbLfQf8bX2EIeLaXRorGI6XTv6bitOtSo6epqRpYuNm5RfS+U2AKVA6kHZfULeq7vVpbcCs4TY4EWa7lmtZmlMqbcIuFdrGwUQbg37g2G1V1a1pkSpzs9x04lxbPdacitNLYlLWnIvTKpJBNx2uPMEn1F9s/73JE+lyojTVQW/wBKl5smT/zPYm1xcCx7fTZlV2uz5UByl0akvsPsZc8h1BzJ6QbgdxprrYEEG1tldiei8+1zVZxCwta3c+Zd+pOgBSdLdIy2IBBFiBtgdU1r6hNgz/6mfazMMRcUytz4E/itS5XQ6nMjMcqrG+vkdL6/W+2hYFcgT6C5A5RHNP5eE/rmbvqOx8voDfX6bZhr1aqlLdfitcrUWIq0rYVqnMn5vIkDXXve2l76srdbifi4IfqlZeQibCWprIi3gV4CdbpvYgE2F7gE2NidCutqyHMNo9y+5f4hxF7moPPypfx/Appah6aZTpcC4Pqb/XTOOJJUqvT3HeL4/wDzKfqP89dm/imlYtqlLfr3BRkWhWSO70oy/XyHYa+uoFwTtGwjuyixYDbuI/vS32lOrY+ZlQt2PaxJ0UDY27XOnpdr3Riy3mI1ulSqXP8AnyL8a/2G/wBfUX7X2lSpdUlfdYDy38nWvo6U6jzt9QBY2uRszsM7scR71cW/ZfCUReRh3LKmqaORlF7WJuMyvRIvfXta+24Nx/ssbud2nxZVPRW6itGR9cxPFSq/fQ3TbysBbvpcm4Ro97yAeZ5rQsK8g027VGVrWvN0oRmT9PTS/n3+m0n3NPqnDixYi19aciVpzZVm9spA0uO4v+It29cKhuB3I1l33pP3ZUFC/myxwhKv90WT+7a5oWAMB4c+FhfBtLi/32o6Uq9dVWufXUnXXaT0/nOeIwoz7nmzgz2Zd6GMsONtUvCcqK++pSXZDtmkKQCDoVWvfyIBGgNtCNtreyXuUpe6CjS/fLLC8UIVkfkKspbjRAIAV+qCLAfTy83nMlQKD/X6jFYWv9EnOOpVr7Z7x/vqgbvqy/P90za3NlKU6iPDR6aAa2AJAHUSB3J0udn9OiULwJJfZxNRQajw+II3DK1p+X5frsosY4cxHi2U/Rt41JYm0jjq5CpQLqfg3JyOZTZXawUnVJGumlsEbyvbB3l1TGTeLaM7NoNEiqTFdgIdyOsrIuUuKGmb9VQOVSQFAkHYhg/yh+N6DFb5Woxa31IQlExPXk+bWw8tAb97XBF9rvZW65zGB5LmN3HVDr27lpyjVTCb9UiozcrUouZTTybXzAgGxtqUmxBuNfMPwRjSvYtdcgRYjD6Efovi9eYH1ta301It29S3Cftlxd42HOLAqNOpcpbSefpc9IypWRpkUrpUDra9jpaxG1ZNxhih371QaJS1ofVxVLhteLXxCxI7+ZA7nyO3kuodbVCa62OR8Yilh58YzUQKXyDbs+IxFfQ0njoQvMlSr9xfy7X02qZVQoMB1vleVQtC8yVqur17X002TFUx3VHXeFWeO3nX/aqypz6du41NtL+frt+x6m7Kdb/9Y9B9P+t7jz289f8AxTrEwi+v8QBdow6pNrzspx2e6tcXP0Op/RJT5DTwk+h1PkTsNzqy1KdYgcFC0Id/ToT1d9R+BtpoddnbuTwJ9qKNPdrLOenSo/Lra8KlJI7g9wQToe4I2RuMsNSsJY3l4SdZf/o6YpPFVb4idCD+aSkmwtrt9E6Ky6jSrc64JhdnG6E8Y8XiNRc61sePpP8ArrrtJwrCr1er0ujUurMQlrjqd+KnN19rWuDexue+lvx2qaTUJUCqNymmf0iMq15M2ZJ1sU6gjsRofXbo/i+g4cqk/EeLatFQh9rl2o6EZlOJGoN0i+ceSgNPXuNndZqqtKm5zKgheZfYz9n/AB47hKfApeLIX3pGV1p9peVxNvxNlAkgdrg66gbJ/G25fBG7nc3VsL+8V/aGa1zq312U64sG9+9rnUed7WGg0vcYe16661ytGaWtHhQ7IWem3r5knuDaw/HQo7F+9Os48ntz69VlrWwlXLo4Q6bkkgHvrp3Nh6beVt/iGtX8BxLpqtjSy9mDdNhyvY3flYyaXKixWFKaadslLivPQjUiwHna52c1c3ZYIdxHVvsviZ7PNhqix4q+pLL5zZRcnVJKu+pBCR27ZxYxhKiu8JqWtCF+PIsfx/p+Y26s4hqjTvNc2+vP861Zleov2JHe3mNPLtQ/xOuPt/5l/rir7v8AiTKpM9pHdLvBiYon0+t0h/ioo1ZQ7A48V6OHHDGkqzZmyhbawkkkELaKbkkX0HUcVT6XhLmsBuwZtRlQ11KVHaaysMqCknRJOZtBUvTWySL3BuNlfh/fXvGadcagVuVNQ/FVDXFlK5hCmF+JtSXbhSDoSCNPIiw2PcDYP91/0o6zyUrKtHwllCcqrEi17DsNPTTbT6frk13pSI4vUA49SnwJVsWu0aW1jKko96SpSpDSuhSm0kg8NdtHNLgqOtvM7SBhyBAa5qU6hhDac/8AdSken0AHba+r9do2HGvivZ31+Fr5lXvbtp5fQ99huj0Gs43rzbVZ+6ofQpUWGjpU4oXug37m2t+1ge+l2L9dXQ3bq5Y/AiN15tOJWt1KVWZXIYSiZ1/O/wDKlPrb/L6+m1zVME0aBgN/FDUuU/ivDT7FSV1FSHoqVALUlPpbQgeEgAixGzX/AJmcR4cisV6Bh5cVjhKddSwsKU3fvcDuCe+h1sSNTbO2Lt4eKJUCXKitIYfYdXHaayhK8qiUrFx3BA1FtdL7Ji+5LP8AqBiEqXb7jjqW9DDnK/beA0hdLhMId4SvAqQvwgDyF9bagHT0unqPLqm8HG7leqlOlTX1u5orHiRHQToLepPdR1PrYAASwLEdrNGfpdUe66ItKlQ85zZDolYT4SBf9g9QAdEbha1gPDkp+LWXeA+/l4Tq0+H8hc2872sNkreppqNUukzgH2YPUPg4WMLCGEq9AnxKpXnVrQtGRpGQJS2gdhYW7eve/fZm0+gNNc+67ERn/WWjqV59zrtIbquHJ8BuVFqLEpEVf9koLT2+l/2d9lbiTfpF59ylusrpzGfLxXfC4jQXv2HfsdfQenr6a6NMmFlQGh9JnRYvwqX/AL68m1PUcYe5nfhfen/GlC/D+ewdUMbNVmLwsL1GK/09TqJCc3obDy/PaoYp1UlfpfH/AHl/6+e1iVeWyywT35u17eDFpsqeywv3dKTkRHaHw0qISSVaq7Hy/eTtKwEmVRmm6DXsJxVxeKtceYlIUtKVWICrd/oTYjtr5HUOhO8Liusr/wB22Xa2g4fad7bCXRIz75LWswxKSpSqNFi/0XTkSpS08LhLTkTlvrZVr6dwR3tsN4ukY8wHP/ovE8Wo05+LznQsKS2gg3SAsaEWIKTZQ17Ai7T+yv8A6TX/AHcu3CThWLKa4UqnZ2/8GZP7NRtTW9N+oTFbbT+cZlM/EzxVsUSsLtNuxeIhaOpL7SwlbKu4I/z2HsY4WxlvpiuYtgcq/iKEnxvqDXvBoCwZcIsMw+VZuRqL2JG1pXMNVmK7EqlZeRNpbGbn2mupafqALFSfUDXTtbZq4awdhyLRvemHKtKXFW0l1TTHxVJTbUpAGZQHmNSPO+3mChvvJs9SaBzz6mRMBUCVjKst4cap0qLUetp2L0IdZWO7dlaFYPYC9wNBpcFWJN39ewvKcoOKImR/xodU0Wl5T2zIWAbG1swJH089jX7IUGjYo+1FGxZzXvF3itSkdakrB0sodiLi6T++2zB3pbwqzWcLxKXjKnQquwjLwp6emRHuO6bd0nS6CbeYsQNhPo60zHO2uIlqXhbEdGo3vngvoi9WWRkKsqQfO3dPkSCDr+exbujnysR173NKxZFpC33UoiypCyqPxfJtZ0UkHsF2Nja6SDfbSG5/BzWI9y32cdlsPofiqRFkeJTa1XI6gdbE9zYjtrrtl7HW7N3AcqfFrLy6XUYud1p9rqS4m3ZQ7KSSNCACPrqNm6dOdOm+vn8iWFSqJoWPUq9giqOYSx5E93VdCEupStQU1KavbisLHStFxrbUE2IB02Mhh6l4ti/F/U+n7tsPVvf3ijFGHKTgjFFWXKYojvFhTPG6z0ZbJUbkI+h1tpY22du6jfG600xFny8/R0u5ulz6/mLaXNjcbaFbC1fUVdVzLnEm42jQKy4660jlXPnyZsqr6XHmB6Xv32o267Qd2jT8WK8jItfQ0hWXKrUkpsCB9Qfy8xs2KnMdxHF+6veP+P37Kipbk5VUrPNSs+ReZSenwq/0B1v57J26d0b9Ae4GwfCCVR3yYor33WjUledafhZr5XEkeot9D37djrpWJ3RVTeN9/wB4LSIqOLxULaT8unQbjXXsRqOxvoQ514KpcCjMNcFCH4vX0I/Mi/19fXaDi99p3CTjUV1efJ/ZK606HsPP+PXbR0mi2edpyZNaEH94Bvs4Nwu03hLDkRlh/wAX3W2RvXxqt3B1Fj9bEa7KneTi/wB1te5nah8eVm8HTlTpci4Omv8ArprsWw8L0vBsV91qrLWiavivqd8SVrtpr3SbaegHlsHYy3eVmVK5p1mLKXKTni/eApGW9gM2mp0uDfUX/CbbCoJM0KkZOfcrqBKi0ult+62kLfz5lrT0q19T5q9fUW+m167iyfP4DUp7r/8AJT5eR8/w8vPy2FqPTmsOQHGuCtC8+R1pd/hunyGayra3F/K1idNpFHrzUWU/zTTEriJSlTWmbvbS400ufIWG3mtbZ3SdvqWYMBGU25xWm+L41/J/l5a/j202gvM8X/6HaLSa5Fn/AKJlaEfIlfib+h08trwt7fLOsU/T3nEyLRzB1bXCd/Rfx+zaawP4/i37fz261GN/6t1f9NvyO3wtsovugNmfc6BX/wBF+zX+Pw26pnQIvD5pnP8Aq9sqb/x27fv2+3Yvwvhfx/H8X2p6lBdda/U8P8euzPT9Y+ku7iSoLVNP2o1XhQH2oH6BhClcJXUntrYfgO3mLDZO4T3yynay/hLFGHotRpaFqW1Hf8cPrH6BxIzJRrcp1FzcWOuzcpFEddlcr+n4/QhGbKnX1uLW/wAtgip7i8W0bG7E9qkzUPuOqdjtLQhSJie5CFpNkkZdUq0IvYm1tvsH8P61epUEkTY0R7ozL9qkbqsUcCLFxDUaJxFp+7zYvMcFR+dlScqinyNibjuNTZoYYpMrCUDkGqjFq9OWpPClNKbkRZTViBfQmx7a2I8J1GybnboazXqNLlNRH4XJSMsprJmVFWScuZsAFKDcELBI7XI7BvUWl1mg8hF4K0PrQnmESGupSrWOYEAG/mSLH8RtuinZ6EPZHRgaDFntOSqX8BcVKc7Sl505fTXqt5DuRpfYR9pXDH28wH75pcT+kcPLVK6PE9HCCHkDQXsklVifIdu4nwZkCluuOxWn2EcLMvlVnMnt1pvobel7eVhsE0LH1ZoOMnJ8WX7xpDiuFPRl6FJVcJdKLEpIOiiAQQbEGw27VWItex/mBbxWZ+3fVl2l1RyBKZQunVFPCdQrpRmPZQ8gfO/c2FyQABwl0l2l1RyBxl/AlK6vClVibE99ben5babxjuBwli1pvFuA4i6W+wrNKpsXhpQ8nRWaPfpCiLKSAQhQUNQbjZfYrw3heqT6bxaiwxNRliynXULaQ56LebIBSodlWJA7XNxtiWdNtH2+oHtn5gy6mBAyQJT2ddRa4sd1rqS5+sNOxA0ta49BoSZ4VnT6zF/ouWhGJaWjjtZ7qRMQAL310VopJ8iFC6SRr8Yn3Q4jpc9uK1T4S34sfnGmFyB8ZFjZTCk3S6ki4BBuL2I0NgWHVapAlOT2mX0PwpXws/UrMkG7RI89ctyL9+9idkkrOns9SD4HiScY4Uaai++YvwOO6p1CPl7niNEHwLQu9wSQQAdDqYeGMduwIDkX4/3VHShPV66A6G59L6+WxyUfa2LPdivRcj6UTUtOryrbWAAvRPiuAQR52BGoI2TdXitUus8g08j46+j4uXqJ8lDsNdD5HyOz1Sc5hk4OZMwzhafjfm6o003UaXCkLU1AddLS3EkFRQlQSUggWIVqBlFwASQ0aVWqXApfKtOyoK4SOE0uQ0EqVbQtmwI7XBSbgjUHXZd0FqfhL+mYvH4/Wp9DSApKkX6s6dbqtbUaaHQE32K6rOoNZwv9qMEYhXx1/wBapczqRqR0AWFk91JUNfLTU7a9abUmhSm5eJ+rqdGantz4FWYRKRmXws4Q640rxFIvZwC2o0JA1BNr842OIHvmA7wpSISF8KUiKoOrbSbAuNgg3tYKyAZiNNTYGPDoWHKpQXHZVP47CFplMIzZXYbtrLQlQ1y2B7mxSogki+35RE4NwvihiBPpz1Offy5WpqTwnrDRCVm6cxuCCCQbWv2Ow87ZJ2rwYS4qrk92VPapdRQ/yrSX0LR0olIIzJfbJJsoWsUmxJBBBIBBdgLHOI/s5wnXlyl5EKVms0+2rz6T3ukXBBsQR3OgA95lZwlVItNr2EmkReazwpjCVjhKdFkp0J0WDpbTUWP0psDYknwIrfCZbXF6mlpV1JTqRbyUlY87eeottm36uzuBKxE7bE9fEalWqWI686xKgVGnLmoQlCItUayJeTfsxITolWps28LqNgFeZD3MZ7xqNiP3M7giLnfWl9OWQ2lCpFsySCpIU24bWzXAJ7m51IqLh13FFGnu4cq3HlIRnXAdd6pTRJzFlVsrqkjQoXqb2BB7zMJN0Z2l8q1XFoqlLSlceLUllWaOb5si7hYQDcZQeki1gCAKXVZvG4/+jKoqbMkyTM3m4oxG65WaXSX4T/CSiqUvi8J9t1IAukgdQcQLhSexSLAnTZdYZ3wz8JY3+1sCuVGdToqlcVp+6lcqT1ocSSQcupJB1IBFiQAQb3MTtUZpjhMoyTWlZFtLP3fTKGj5+qgmwB7ix7jm7XCVZwu6xvB97MZJUjhIYqLQQw4td0ltSlApyLzZTewuoApOuy2r1NiWhEJ4wTEzX3mASa3rFdi4ypbbuF64wj3pF4rUV2zsWYnuWxcG6bWISsFQPckAKGesZY3nz5/82nNv0SozUOpYjyoWeHKUjxoSv/aJt4SQoAXHmdrzDWKqXKlS8L+6UUuncVTsWOvp5F0k2bIVcWCr2IJFiABYgBa+0NC3jUFp+TQcPSqpFfTnfaautSVp8LiLKLiVBPULZj02uSANvQ02o+L8kfnnj+8NpkAuw8V2LKhWYFegY8oNPYp1ewvK+/oiu5sqU2zS42YBTSjYBTYJaWCSttQz5tX4JkboPaRnxJWMsMt4bxRUXWucq1L+7KlOAJALqcuR4LSkJKTZaRolZGVKEXuYr2CMb173Dvkrn2Nry8nAqjqG0R5jvhCC4oFAdNzlJKSo6EkgjYnxHux3gbqt5b+HMR1akVHC9XRno1ZhoLSZCFX/AEgutSHEG2YpJSRlUDqpKXyQTumxaEUZmw6r7Eu6uBSuVwbW6vSELXxY8J10TYHGJvmDC03Rck34ZTe5JBOyEiRKpuMn43qmI8PQoVRpDuSU1AdKo8hKmcyHUIUQkB0KSc1r3FlEEaHjPtE7y93MXD2F8UYCm1R99pKoVUaaU7FnNJRmPxGysJcyAqJ1BtfsQCD+0LvOgYtwa/XseUNdOflKjpgLzhLqo/ECjc9IVZAUQLmytLCwJaFnhuivdzE5hzGu8ue7WsRxasuloW0jhIS/mUpoFTgbssEoUM10hQBAOhsdOUXGHFrLFZrNc5rms0VS3XQnoc6VIHy2uq5BBB0I112E8YV2g4jitxcOOypS5sVCn4sCzU1xpaAlLyQoWWltJClWIIAJ7g7XGGNxjrVGiOyq3zVOQrmE5klLsddiCCldsySDY6DsO5AIxrun266xbA5GPx6itiI3JkOnSncOYtbixYlU/otaoSms6H8zRKRYKuFi6SOlYUCQkhWmXYjxBRKNuvlcXFFcRQXFtc5S6oqGtcWRHVqbpChZxJCszR0uBYAkAj++lTWHK9RapS5fKsTYaXUTFJcW02tHSUryJUoi5QkmxsFXPY7ah3o4Sgb0N2kCLWcPMVGaxSVzGkeNqUnhnOMwBIzIPlc+eugBrdMF4hEo7wi3w9v4gYSwuxPaqFLq7M1P3WVAf4rD2UgFSbAEKBuCgnMnzBFgCzDm9yqV5qpRcR05jIxklNf2qVMPAAkKCepBBKVNqHa4IFwdsNpbpdBlNu4Xok37POSOYdpbqTxY6xcdBAspJF7HU3FiTqNnRJxvAiuwKpQZfNUeqU11pLT8UtPtrQLqbzajONF2tYgXBBBB6renBPEEdMUbAjCrkOK7iiJWaC1noNUaXFmpQ71MupsUIQoXzdrpUSDYEEkjUboTMWvYjgRapvImsIWpUJT+TMpShqA8Um4Ols1je1yBqTV7iY/2tgYhw5FqCGH32lyGmkXaW2+m+oGt7Gyja9/MEAgiMjENUi4opMqBToXvGgz2otWhKaObKDYrsASlQF1JWkFJBSoaE3i0huZ1jPtws9CcB0LDmHKMxApb3ER/dUVpzeZ1v/oLdgNmQ9UOLRuK196YYRmWuP1qb8w6ixzXHmkdx28xsnsBSHXYrDvGyL8eVNsyfMG4un8NAB6bFjEaVFrLdUgS+VlLXkW6wgpQ4rsSpnUpOgzAXB0PnckCjZMwFmaE0esysR0ttt3gPxVqTlUrq4MgXGhsDkUPXXUgkWII5UcW4oi83FpdJpfNRelceQ6tpKbjS9gSAbXCgCDa1u5E6pzfs5XnIFZaYYbqMfiqdYWUoeSO7iRewULZtSCCAb+WwRVq39o3Z8XDlWYlVeiZWnct+FIaV2OYJAChYECwvexF9QnXe1OUMaKMMStk76azPabgT8PPTX0SuFKhQFhchKc+XiW8JTftc5dLFSSRejqNDwbQa8/PqkSKulvyOTdTI6JFPzC+frScih4tUlJT1XBF9p6N5tG3c1RyBF3WzX8QzY6ucqWVqOtLQ0D0lalZUN5rDM3mCgAoAAWGO8f4E3770Mbubxt5OIqLS5tBncJPuF1x9MOOdEWbXkCnEAqCVJOdQUoAXsNmX0teqQWH2JpV6RHAYe5rDHu7be/hf4uDd7uGlsSlqd4GIKapKlR1W0SpDgStSReyrpUcw6rApXeSMWYS+wfuvehjynSpsJCeYlRZGR9KRom/VmBGhQ4SVetyAQhd2m82g4ypb+7lreF9qKjFjqXFUxlYfZdFxw+GAsALBWlSVXSDoOGQAUjEx9/OXvGgYcoOE+BNhNOo5yVHMfLHOXOhasxFgpISW1XBUEEKBAAvSbCxUjiEWuy1sOfU03W6n7KuPPdtBgVanYrXVEL93T2qlwpjbqSLhLxIAcSdSy9oq5FyNA+Nyu5X+a/C77tBp6ItRlfeGH9FNOO2zJIVcpPpcE3FyCRrthjcPAwvA3jS930DAcJbHPte9kPpSl+CtWZxLZUoBYBSgJsCUgkgWHbZWMcfz8OYo+y+DZdRokWVTc1UYi8NXBX3EqK04FJDjZ1KQMi/MX76C+Cx0+gI093FdaxbFn4NxlRIsT32wuUuEjqS3KAHNAeWqlJcSoWueIbAgk5ZxLizAe6CVijBu8bCa/fbFedfadadzR5jufisuqQ6oJAcaOZagb9RST4SC/dxiHfJKxHPddw9S8SoosqPVmJ9DlcJ2UwSk8w1Gcscq2wpLjIWq2chIBAG1P8AyiOCItegYX3jfZ5+t4XqKOSq/KxS7KhrAWuNJSm4UUpCpDbiSCQCi+UA3qW3fbI+2Q6vvWoO9BpjBu76JCwvKlRWn/d1RU2jqI7MnVu5JyhZJTqAQCQCGS9yO8GLVG6XiN2c+xFdS7FnyEofS2lSrvNSLrKkqSNCCFtlNgC4noARUN2m7T7Lt17AePH1yqdFXyEKY+Vqiq7rjoU8M3DVl0bWSU30ukEB++x3vTqeN90GHoG8Vp9+tMSpVOdmu3SvI28+GgpaRbOG0NWJISoKuCDlCgcW8NFb2e0eEMN9MeLQcBxKXFeQwxwkKakaqSyq6AkhVwqwNiFA9iAQdQUXhPFlZo2I25UXE9LhVuotIjogVdpaWOOUk5CpKSlSVi5SvLYjuAcwGod4VLwa1Fl4Nr2LItOW+hK2OaQnM2o9ilShlIPmkgAi410IzFvjwRjLAdZw9iil1Gl4lpD8hMCRS34oWtlal/DdbUm61t5jYKSoFGcghSSbS3geJfTMAu1+DGPj/GmKKpRmN3O9DdwtEqosKfgSqDKEWUpIC08aE8q7CnmlqBCS4AsKUlaAF2Obqji3fJWcOT8EYtreTEuFJT66DW4sUwJGQlR5d9tXUwSnIb2UknJmKwOJtpbemnFFL3BYantU9iFXqDiCPPhQJE3NHVxuK2uI3IeASC4l4htLqkguZEZwCACbeLgWg4yw5AxlKwz99lRUsKlJiuKUpCewW1dK0rQbgpJBAzAkEAgpOF3QvgZgiXvhxbAwu5QcZS/fVbfWlh+U0lthSdQlDwCLBtSCSNCEn6XuC/dNi3eq7g3FlBiuvr3gYNadlUuVFUhMqVSF2zsrQ4Ch9KCVO5VZgoHKUqBUNm5UNzGEqy059nPdb+RpXFaU18VldiOykgkEZrWuSNCLiyrp3AzsDEdF3g4cw8x7xhMIafaatmlMAnNlN/GWzlKSbHpsRbZSvXU3cKwP9I2joftMzxgbDlBxvA5p7d7KwvUapMXFnu4NkClK4rOYgrpUvNDCghJUVMllVrlAGcjYSq/swz/fMujQMesTc7vwJHut2Kty51zsKV0qAukhsuJOoCgCAX9Ud0c/C+MqlzWIZS8Pc6mfRlOvlKuXVmcQEOCyhwyotZFk24d7ElZNpWnPcLvFdp0qo+9HU/f+EEqbzZilbhGiSVkAqNkkdyLm1rLhnYPcrayjj5gHu+3H0bd9KpMqvU5cqbFW0pLUeV0JWg3uFJGYgd8qvD0m5A2bu9FzBGEsZRKzWa2xCwvyEOb8WPkQlC0cNlwqBys5i24FKFkkhJNibbQqBhDEfuufi3gzavVKW1wqjCdUhp1MUpKQpk6jhKOZRvmAVYBQQQR+7vMW4IxlFl7uZVRfrUqFxVNImw/ipYecJWE2Fj1i6U3C02ULEGwFZb9Im9+YMtsGTAjedRMUY3aprWEqsuVQeKpSGFqbYVMzapaSpYIbeNyUKBQpViAog2Jrgrd9S6W7TapiOJ7hQ+jkuPXIQRxFg2LansoU07caKWAm58QJAN7iLBsWBKich8enojqWqKu6EPINim4F0m2uosPIpHfb7XL+1vEo2I6hUeAtKFwkx150Jdb0QpaVpICCCEqCgoaa6EWJRqF1Cbx/iErvQiB+L8QV5qU/gP7TrYYpyerjwypUpgoOgWgAJdQrUqUChQFiLlJBxuKxBhyU7AarNWizZsJ1pqRK0YW4pJu04oeBSwFAg3IJV0lOYo2h4ZreDZ/IVlqkxX34qVR1QMhdjpUo6qQg5rJKrWUnRJOWxvYseo1OBF5v4uHpT7CErmUtVNRx1MK0BXcZXW+kpSpsFV73trswksbYo98+72vT95UvG26XE0r39T5CcvKodaaSwQEriy2woJks3BvcpUjiKsUmygzsdUSLPw5RapheHFm1Gnz2ouKMOP8ADmPuMLC7OBPQt3NlISoAEgpNhkI2r6hjF2gxffLsRugsTUpay5XULzJtlcsrNZAQMuRZJIIFgACB/fyao7Aw9vBw5XIqGK9AajyIsjxMrRYqDEgG3zlQByqQoEhQBUnYsnPjlZduz932Emn6W1n91zUJQppLTzvSDlQspWSpK2yFJIWqwtY63O1pR6VQcb0GBXvtvzVHlf1efxTxVJSbBCkKSCUg9HDuFAXKFAgEU+Bsau7xsOT4HBflTX8yo9S5dLrXOBspW058tyND1C+buQSNhyFgqs7vsRsSpVDqP2UlJXPdjuqzx6fMTdJzJzE5SlRKQRrfLcqCSVFp8t5ESDoreZ5nJjcLFrNeqzVLlrqkXiqQppTojtKXl62M6SgIcyK6HBlULZwDYk96FUsZbvo1awHKiN4oi1RpUOUistN3eaU3ZCn0pTwVKANlKQhIcAScoI2HKPvQaxljd+LRqiunUtcdMWQmO/mSlaFnKkqGpbscyFEBYzEEAg2PaHjfBtLdflVmW2tbH+8r/e010tfzt3HfaxMdZFaXGDN3VBo2F2GouHkIzrS67H8KUrtZRTqSPwJOpPcWAn1irOtNN0uV0ZEqaiyktFbsVXkopBBW3cgrbFr902PfpQ96VBxk77rpdQgscdHwkLuharel++ugt3/MbXsGPFdiv8XJx38yeYdTmTmAsFkHuR/l+G15K+Mzpv3x/vQwHg1yg17EML3RVIrsV9jV9qQ0sZW3UuWuppSc1l90npUAdAGeyjvs3v4owvijB1UqDNbomHlNSIS6ugvo5gJz8O5uoILdibAKSVpVqbkNPHdapcCe/hzFEtibSFu8XhdKlxXVJGdbAX4gpIupskJcGY6KAWP7c/umwvjGjP0HBNWbXXqRFVKiuw2jGfqFLdJJbTxOl1sLIBSu5Sq1zcHaQ/MG7bfKR5dUwQ7xJUrB1RXKlKRIiz4DXHRydyrKttQTndZUlxKkoOZQymwCgQ19zVClc1UpW8aJFivwlo9zSmpS/dspDiQoqD1roDjilABQsCMpAWCgR9zlPwvhx1+l/aabFX/WuVrcUx0uOt5wpsryhLbg8JuAVFKtCbjYor+LqXjdrhcKVS6c4lbUrgcJ1TlnB8UZLoynhqSSSCoLvYG1yo8AbSYu8cYxpeLcbwHZWGKvztOkKhuyEysi2+GfguEoUW3ki5STYhQCSFJULbAkqv4NaxvXt1W8t6rynKjI970uLyudEpDPWos5DmWpuxUpJCiQm4BAOzVbrkXd87IoO7nBFOXx/wBKuoulTSk9OoKrrULa5UgW0JJ86h73DWao5WZ9EYRUYqkJVIW10x30qJQtKibhJUSU3UNDcH14uMxG21X4BlfIO6/EdUosWly8GuMRfvsXi2jrc4dgrhnpykEjMBfRRuBcX573cO483lwHKDhKW/S36c0h1pC+pEiPcaJWnRSTYhI1FiQSNLB28FmBiiU5Ar27eg0udx0zESmmnGlyF+TqUBJSVKSTaxUFDMLgXAtMK4yxbgOvUWg0urMLp0rMhqHUWjwHGHrXZQs6pKVAFOU3B01FxstZsij1bORzEfRMVY33fO1rDnBhQqQwpa1RZV0rgyFDM5w1gZuG4dVA3IVn1IN9n3ufxXS8L15uLPpL7FRqlN5pK8/FacyhOcJWFEZg5ceZCdL9kCXvMpnP1nn3adTpT7DSs6pSxkSkW1Uo6kABQBIJFx6aglFq9Gi4jpLs95cWVCkcrwoXxWEpWi3wzcX8ipJso5TYEgE5bq6OSkFYr59YkHH+IMUb1a9PgRfuXu6QrhTFqKEpdRpmSkA9OpSUkWULgjbhHoHC+FjyoL+6qS6mVAWPCkEWIN+2hFwNLDLoRsPVhNexRXp8XDlQXFfp0x9h9pqOEuuKBzpdQhxIQ6g9JJQq6b2uCLj+xBOdagT3WuG/9z+LFa+Epl9N8wSFdJNySka3FgdbDbNsF+7bZ8/iCNLj7oy8FxcJT2pdLiurmsIdS6xP+I0pKe6dEEBJ7k2FiNdDcHv71wRAxQ5VIERE2Eta/ekOE6tSHFLBzOdJCkXKjbMLA2zDUbAu5iK1hyA5PaelcD3cl9GdAyKTbMQNdD0LukEgk3AuTtf7y6Zu5rNGpOI6DRFsV5GTjraUEuuJuMwznpWR2KSQVDQ2JGztmkwg/M61AqiGVQ3oQKM77maZfmxWGOFCW66Uupj3BQ2u2txYgG+pRcEHQZZxlW59Lny4rrM3JnW607KWPjX/ACvm7XJPl5E3OikYEwRWZTGI4tQlLyR0odYW6UqbdCO1ibjzsOxBJHkdkDjyke/sZSHWuaRToS1tcJ26k5gSQAewGW17g3v300X1+nsqqG/GIlYfiCGGYs/FFZbiz2eBFfQtEfxpQpQ1176E9jbU6+dyX0aC1KqjcV1ngQoXyKSFKSrTRWna9r6n0v57X0c+4cG+9Gmos34vRHS78VKTbS3kBa4J100Gm19gnDE/G7tNoNGpL/x865Tq/HHudFa34guokpJBIGh2Ho6BgY9y9ajE6s02LjeA5KgceUikOtc7FQhSWlIGZSXMyAFJuEEaE2Nibi1+sLAWMseVlyl4IpM2LS8/CXNfsrKgC175bOLAsMwABOlgBYal3PbjsObr6W411zZr+XiuurKk9gDZJ6Up01SAB632u8XbysB7uYv3qXFQ/wCBLDSwn9vp+drntfb0ffTTp5ySBJO53dBRt2mHG6NRmkcdfVKkeJbyz3JPck+t/psXV3E+F8BwHJ9eq0KE2hKlfFUE5rfTvtjHed7aOKPjwMONIpcVvN94WgKVlHf1BIt2sL9/LZC4ox3Wcbtc1VHVzepS1ylKWrNcEFCknQ6ef1FrWuRpqw32iGB2rNb71vbrwlhx1+BheIuqP5+Eh3wtZu3f6Hvewt57ICo+1/vflOuT3cQrpHWlSERWgpLyO+UkjpJHYgedwRYbI1iK1Kd5Wf8AoH3VdHjypt06m1wD387X9Nrip7vZ9Uit+65bGf5Hc2X6dQPYG2mpP7NhW3s/2R/pvaa9TqPtzz/SaN3Rb5azi2LVsR1Rpa34SeLxX3y6vPbNoT+QHoCRfuNubu8FrFs9xr4DFRRnRm0U08kHTKb5kEE6AixuSCR2WGG6RK3fbvm6W08uqVTETqZTqId0rjqRl4wF/EAE5UgC6yCRoSlPGl1bEfFfditRci8y18dCEZknRKwnQhSrgkCw7iwsBsG7UXJx8Rjq1VH1DHTfb8Si3wYNntSpeMqD0LWwpqrR0/FacaBvmWk3BSCSSqxUgqzAgZrKV7DjU+BzUX4HAyrW14lZT3F7nsex1vs/k4vaitcKs/dc6MqFfpVJSdL27lOoGvbUG/cLiu4edwvPfao2TlX0Jdi5/wBE4gnwX8kdwCBcaAjQAhS1n8YjUfHZAmAufQeO7AeWh9aFNOo/2yCOxHzAg3A/Ai2m2r930us0vDlJo1LaeXN4HwkxU5luX0SBbxHSw76egGijwvg77Ze6WmqStc2gu8hVIbvRIbjquW8yLdQHhQtJNwTf022R7OW55prEbdZxHT1toomVUP5cq+xv+A1HoTcbY+ppW25az/eM1ooGTGluz3T4on4cbn7y6dh6Ut+PnXCfhofTlPZDmgAJ8y2Bqdb21Gn8DbpqDXqbjfC7XKxWJGao0Fai/FkIN8zsRw/MB1cMmxA0AIBLp3vS8WwN0Fe+xNKXUMSVSOqBS4qelaludBI1GqWy4sWI1SPXZZ7uN22PGt30Sl16iL5piKlEhpbByuKHfpVfXz8/odtunpmmKDKg/wBRIKKvxGjgOhRcL15+LQpfNYeq8fnKc7mzpT5lu/08vUW8wdllv33aVTFu8Gmz6NEQhh+KnnXfD1IJA/ElJGn0Hfa4wjRcW4Ddbi/emIS8y1QJSSpGvzNqPUg3vcG41+ttp+LsU+64Djrsv46/0SM3Vr/H5ba3dXTVcRe60Y2zPG9XB9ZpbTdLwlW2OeyZnUO9OWx/WSDYHUXsbEHTz2yzvBgYowu6x7+dY5qUtaVoUrPmt+qvwlI7Wt5jtfXdMfdfiiV/TM+JK+9ZVZ1NHz/4eWnb67LfeB7OkXFEXhSnVvrYd4/UopUnyI0PVoTYEd/PTbz9mi1Ouc22nj4EAqf7pk+j0uvVnicKnLfQhOdaEJzKSki97Dytcg+dtOxtKVQOF/WmV58qv73mfx8/TbZu5DcvhzCWKIEqA8t9/pSrOjpyXCi2Treyrmx18gLbVntQ7tsJRcW1qvc3CpEpaY6Y7TSMqXneEjMVJHYqN9QDqL2Ou2T1DoNi1l6vf4lrKFZcpMiLpUBpr4sTjf8AyLq/d+623w9SGmuHyudjP8q0nLmv6HZiVzdXjygtcWVSX32MnFQ+11oUg6g6WKdPUC379qekRpTs9hp2Jx31qSnxFXY/T6efcbeTNVyWhHBB/eJlTGhulwa1S6Nz9UZYfmysqkryfo0jtbzB2vsZYzgYXiufPKyqyNf8fT8/37dcVYni4IoKPg55vCSlEdHiTp3I8ref109Ns+V7EFedlS6pxkTeaa+8RV+JPpwz3SR+qTY/nt7u7qFXT9OKKPux/gxrAXiS5lVqk+soqkp5D63+vLmCsvnl+lx5+W2wtxeDcEYj3XsV51liVW6XI4rTq2il9lSTcNKUk9aCjQX1tYm1rDDdOmRZTTbXXn8ac/iTrb9v47O7dDvOr27me2608+inPrS1IaR/aIT2N9bEEk+dxcW2yuh6x9Nq+5qgTn5I9GCC7TmbO3oY0iwN3L8rC9QY94vxfurS5AStOcWza62FzfQgkW89sE+5K1XsR+9J7WdaJClyFKsnM+TdRsmwve50sL/TYixlTZUCqP16LidFXhVF112F24sdC15lNKRc5bKWQLWB72HYVZVK+BS6CytedGRavDmVbUg9vx9NNvT9R1I1S+I/aNIDiB+PpH2NxRAxlF6GOqFUWtPDoAq1u411BAsPPTa6p9XoNea59qtxciFpU7wlZVN+f7rd9R9b7SMf7s5+MuU96ROS5VGR1SXc3MX+ZQFx210IFtT22H8P7tWsJVT3DPeYXTpq0cKehGZMdR/s1/tuLdwLg6EbefXoQYBjksPUa7dZTn3GjQt57VLit0bBH9p8+QKU4rS4F/8AM6geY2sd4m4zfJijDnvmjRIVXRNaS7wo8xHFTcX0SSARfspJJ8rAa7XHs97p6M1KxK1WeVfWw7wI7viTlIvxEeVjYEHvp38trqp4ca3cz+LRsQzaiuUtXLokO8JpUg6kXuEXJta9rnsB329No9M6Jmw/2i3kpiFwBuexbRorjuLWp2HsjvxeYdKX+/0Ol/U6nYuxvvQ9zRW/c1WYR7rTmUrPmdcsNc+UGwOtgbm/ci2hdGpm9rEeI25WI6dS107NkkR6pnzZPPKg6KNr9jf08xsMb3sA1nCTX/rucBIra5SlZ49Nd4qc/fQnrt6pJuLdz32W1mp1FbfpDP7Tu5zK/B3tNz58VuqcFcqLk4TrDrvUlY0Plcf6g/mHLh/f3gNprhT2n4udKXV5+pPb+PP1/PFkrGWI4tZ5WqYefoL6OiRFVTglPa1lFScwUPPUHz/A0peJcLz5VFwvKiPomr/Tvod6eERYWuPGFZTbtYnXZmjqTr94wfxONZxNhUjetu0nu8Kl4mi8dfXlUr9nfS312KImIIvxOLkyfr/L+IPb9m2Dd3W7fFDu9CtUZpqFxIS+EuRKT0KQTopN/KxJuCCO22sXMAUHCUCXwqtUWH1wvEmQtcNuRwybpTckXVqASSOw0sAxR1qu19kqE3TFL2LcZVSfzTtRmvxUOqQj4WRWX0I0N/I38+9/PQGCN5+F3cONxXeJQcQ05Gd1paihqYgahaFeEKsNUnUdx67Z1pW+yVKdbdawdx4r+ZObhBCdfO97Gw72/f22f1Cpu7nHmF26zRpbdIxDC6uVlJzNSEi3Q4gdkntxG+pJ1BIuDl1LuhkTZ9siY0xPgOvRfekB5uLVJXU6vhZOaUCD8YWCSSRYL73JOp12W2I8V1Se19wyL8KJDS15kqT3vbvfzv39b7G9Wg0bFrTkqLSZVImsZkysqEOtJUOnPdIykX+awuCLgG52EKux7rle66pTkcfwJkIQUKUk65yFa2PqNL97dts/VdxWku7S/wABb6sUbvoDkWl1Z9htfXwnbrR+Ck+v18x53A2oMXbyMZb6ay5Fny4rCFtKj/FVkT5kLJtewPYkX8iSDbYWlVCltcRp1l9h9j5HUhPTe3bT/T189plObpcp1uVAeyZ+tp1K8qswBuNdL3N7eVhrs/o7t1e0mV3u3jLnd7uhr0Xm6zKw8uV7od+/sIst1lN9F5L/ABGyO6kgmxva17aDo25nBG9DCXvndLVotBxRCRmmUR108vISBopkElTZPcEXQPDYHXZT4CxdPwlVG5/vZ+KtHwuOhIzJTrpe3b6G4PpsZYnpnNSm8b0GWx/t6kqlulp9tZN1O5ALN3ubkWRc3OpO2jUV+I2iDZO+Esf17C89zDmLac/T50JeR9p2ysqh+FwQRqD5j8NnhhnGVLqnD+Mj+BfYN3mbqJW8HdpA3jbvsTIxDUaWxmd52OGpkphAuptS02St1OtiQCq1sxuCc80LezAiusOwHlsZ/ElN8qbC/mSR5XudD5nvszuCe4tZXsm3KlSItUacdi8POtGyVxzTp+HGnJUrwIzLaV+tb5D5fhY/XbpgHe/zUBuU09x2MyWlL/VV9R5fgdba67GNVape8aA5F4yOvx9lJzA+n8f8GgVZZRVmZ5le3c48lMUuvVGVS1oX8VrirS08rQDwkZiDa1iCOxFiRta1/cx7hozbuHMTyqjFcyvtZ1Hp+qCVHX1HnrY7WFU3R4cwvVHOLL5V9a05uaRnivKHZak9wR5KBuNDt0ersqLF5Wl8rF4GZXCWoKQrTUJVbQH62110udkbMN4R6hOfcXbWDcRyv6UdloW+wvP966kKt2CtPP8ADz2pIXuGVXn58/CcqkSkJ4Tqo6i6w5qbEC+hJ9ACbjQ2B2IcS724ECVyFZ+fxoyeG3+uvbW/7tvubjCl8h91a4/HQr4qkdWX6nXy/Gx7bZ12mrRCx9ydUe3XmUlKqX9M/CKOheX+P4vsdx6hxfhfP/H/AE2TLuIXaNx3Wnv41J8tdNu2Dt5U+vf1p7oR+p+NtSR+Xf09dvnHXOmnUjvJ8TCwWBYRyuK4u0NXwnf7n8fx/wBNqil1x2V/5r/ltcqTxf4/j+PXsPFGpq2w0EC0+mZ/9l8n8ee05gNO/wAf5HamV8LaVFd4X+//AOhfx+78NhtX/tnPCelUfiymOE9kXn+vSry/y7bOGDg2qV7kGoFRQ/wFJXlW6ErbWPJIGuvl5fTZNUaS6663wncn/rXl2/fsbycRSosXixXlofRl/RLKVZfO35j6a63Hfb6t/Aa7dO278zR0tmwYl9jGpQKM6+7PaRFmoTyrqvleSdLKsD39D29LbU1Y3hxa9S24DTLHvFGbhLyZlaXIBNio2A1HfQnyJATPmSsZfFn1Bb7+frW6vMpVvU31sOx/A7V/uJ3C9eiVmly1oXFSlHV1JUm1tRcpJ1v219CLAfQLD8CMbtzZhI77+gSqbFn0lcJ+roRwFJ6UuZiE6ZrJKSTYkdj5C9thTF+5/eDhee/WZ9JqMJiK7kXPYT0x89sqH0C6g0u2UOWy30NyQQ1sZbwmq9u+iUaqREIXCkIfpchDRQ7H7Zm7G4KCCSLH0BvYWpa37S+9WfRolGdp1Lm5I7sX3opOV1xhQyqadbtlz5RrqEKsDa+gRvqS3h4Zqxt5n5ugxTVKNKYgO8N/mk5UxZDuREr14Dh0Q6CLpF8pKiCLkbGG8rdhAxlF+1GHIjCKujMvl5qMiJSkf2b1x0LBGU30uLEWuQq90E/CUqvN0HeDT4vut91KmlPqCWmXxoFW0CbgBKh2ItcXAI2NOwzhz3W3KoPwOjI6hKs7StLC2ptYWAINrWFtBZrRgbdh5xK11q6ZnnRvf34T6pS2ML1TDNRwvV8PP8JbHWhrKg2Vw06DvY5b6AE3IIJCMCbwcEz3JFCrNbRCqdQSrKmYrIiQv1SToDc2NyCdLX7bemz68Lu0t+jYyw9TqvTlpyOtSoqX+j6hV7gDsdCPI202y7vu9lXd/U6NU61uf91yuhxUrC8+2WQ1cH7sdFBwfKAQb2KFJUACtr+no/niS+k3ruET+F69PozvNRYkWdyrquLHd6em9nAFjqSSBexBBI7DYaxpEoMWe5Kpb3HhSnVSI6VqSrhoV1ZcwuNFEptfy7abdKMt2g8N2BnY4CUp+L1qTl6QCSBew6dQTpr32uo9NoOI5/P16hook2K7n48B0uwKkwT41suHPGdurqAJSbX8ydsqsgjYfYiXxslTSYtUqk9iVFlvIWwjMpDvUlxBvqk6EKBKb97gAg97RaxNawviiJPlM54MpaUuymkqfQ3mA1cQE5ra6KANiRqddjvFWFp+HKWxiilvPyqXFdzIqlN+Olm/k5bVsC5SUuAAjUXuNhCemBiie5PpdRiylykrU0vMUKzaKW2oE+IBWbQWUCToQTs+S6U5xNOq560hxh9qg0uU401LbfiylKQ0pp/NwVKF+E8lWoCtSlRABvlJBIBIMF4nwk61Pw5iiJUVsIUvhIU1ma0JF0BV1NODQFJ6TrqNLpSnYexH7+bgUvELDD+fNCRKSEKVfuwpaSUlR1KTYE2A0NiOm8fHVe3S4jprtUpK0U6r5GkyIqQlTL6Qkk5RZKrhWXKSPIgg3sOi1rRFbGa1uJc76GKzFqjE/C9Oirpy/i8whr0t+mjlPnmyqsSB3FiSUj+GGJTXHqjT3JIQj+kaW0vMplKgopdbKjleaVqUqBJFrXFjsRs4v+0brlGn09aH5UfmID7WRL+awCgUqJS43qCQL2vYg6Dahw2y7QeJKn073cwtauLwEuL5VR6i42hZKlRzclTYOdJva9rbGVELZxLLX/ukLdbidqLXqlKpdQXKY63WpUBRQpxB060lOVZyd86bgosFAAEsOg1vDmN5/CgVFDkphPFdSlKkKyKtrlJIPexCSfIgaaqgU33DPn0uL7uiscwl/ipWcsd03VxWlgBYQcwIOqdLHKe5ZgoNUafVpXKZJSE5etoJXmACibgdSFKNxoR6W1GyfUtKlo7gOMSNUgCZEakqi4Xxb8Wey+/NhZUSEcVaVp80uEgAqAAICh5aaEG1ozjv7R7vsQ7ua9Tn1oixVSIEh2zqagwhGd6OuxuXWwhQSFJSsjS5sSVnBbaqjXNVRl+VFfQta+EspfZsAVaWuQQT2vaxukjUy14jo2F3WGub+0NLqLGRpU9orU4m4+GH0ALYeQkZgAbqTZSApIUhOTpv+ofy9/8AmU0VRzL7BD3vmlsUvgrqNLffRFXNz8V2DZAAKgkhQbUlNgRpe6SbixNZGDMW4JdYwR/OZzr77vNUNFRyrdbVe6YyHUgF5kjpKVXX2AINiRzc9vJw4665hxqkrw9KlNK5dp3KtqRaygUHxqFwSWyErScxygEjYb3mY4+1EVyqUuWuVXsPOqdlUZKy07Ij5yguRg4nhyVBQILZAINkqQAUr29GuiDJs+DHW0Y+4Ssx/uOlYyrzeLaXiGqUFFR+51KBKpa5sCLITmJJUlSS22vSziwUg2BuTl2YEHdFjejYcYpfvyl1FEJHxY8xbiVQ1j+0TqUtAECxAykm9wSTsxptOrOMt3LeLcB4shIfr0Di5HfgNTlpFuhagrhOjsQsEjKQokXIytExTvGpbrf2jq1UXNpb62kraUqHIj5TlsUIJGgBSUglJubaHa3ZZECA8CB5fwzN44dr2Mt3O7mm1SLQ/fcKK6j4VLlcdKWlGyyjPZQKQSSixRYdJHYQMQVKl48rzFewk05NRFStc+ErgpiyGnunK8h45G1goJCSUi4JFiNkxgbHEqqbtKlVKpVqijjo47WV0IU80Ab3H6xPSFDWwsTtRM7y8b4XqjGMsBsoqNO4XCq1GmZ1rUi9guM5YrzAEKKXA4gkISQk3c2VAsZ9m7Ag7KyOMxs4pw1u0qmI4kqqYTfYrFIzfdWmuTmspIto2klK0kDMCAQdD3N9hjGbGHHaX7rwviGExNnZmo8Ws3j8RVrBBcbCkp72vlAJtpptGexq1PozEp17moqEJU1HlZHVMo+VKQQSmwNgEWA1AFtNq+RNwbvpiv4Ix5hmrsSovxYFZjozrSpJSU/EUkqGVRuEKUQAAUgdtnFs1GkUj2PgiIFLMxLHCu97+bmXhzFuDnnKvQa7zVJlfDlRahAeXlW3xGbtlSSpSki6VEJCVAZtt6+zfh6fA3fYelV6kv06bFj8KRCfurg3t6gHKRY6i5ub3NyV9ulwjAoOI3JXFXzU1pLUzNdCJS03CHVG9l3BAIN7G5sCb7aLi1l1ql8WJ+nir8KvC4kHrbv5KHl6i3bzvRa13LxirWbeJ577892eHKXv4xvhLgoYizmkVaAhSChCVvFallDiTdCytINyLEdkqN9lPNwJvklQG4sXlUIYzfC4uZLzqM+VOYWyrsbpWk2JsdbkbeldZqG7TG+I38EYop9OqkWVHXKpPMdL8GUkDjxkuaLZcKVBaQFWUCogWBvm7eV7NUXHlLcrO4feFx36XnalUaoyhHmx7Zrxy8npKQToVJAINytQuR1jKp5MZr1KM/nM6blsSNe9G5UqJwJXHUt11acshlVyVJcbNkkhV0kEApOYaeRJvVwLFpe9BjGVGaQ/S8Qw0wp8dSBm81dKyClNwSErFiFKFx5FU44w7vB3LYj/AO2VJqKPiqU67MjlKVW8QDgugqAI1BOhBPe+zSXi5qqUuI1PiL5JaGpTqUXQ+2g6cVlSSCl1PSoJBAWApNrm21awtolajm7E1VuPn0ufS24tLxZKqiIsVL/39ARNZT2UzISmyOI2bALQMriSkixuNr3BO89qvb5IGDeCtDGR+Q7Iz/AeS3lBFxoHQVW1sbJOhBsMcYf3ltYcn/f6tkfp1RRD96UtGdpxhywS8pgAfDKD1pASUEElItc6ewDg6fiPehEdn8NhaIaHVzYrudqYwOtACyAsLJN1IVcgDskknatbPu2yF0gWwvGV7R9flRaNxfdz66RSJjDrs+KtvittWVxhlXYKFilJTdJUL2OYAbZmxtjbFuI8ON1nc3v/AIrHut1DUxM2iFFRSw4RlbIcUB2JslbalqunqTcKLExlvFxHAwHvc3VT6IiqIoMr/wA6KEhfEYfQ24W5DKgUrQ2FFJWD2HYGwOdtxm7jFDW9pyBxUVel4lpcjIrJnivIAUpbBUpSku5bHpUSUkkKAJAOtVQg5YczTrpWMuuYd3yYy3QMYtwviaFiuqIgKa5xqQIq83iCkrKUdJKiVJUhtaSmyiSQvYZ3G7t69R902LMHYohrqGJX+LKlIdWt2bHUtKUDilKjxElKVKSpsWFrXIAVsw5eC69hzdzWotL/AKI47TrS0rdWlqPKbHUtSjmWhpYzFShmCCQo3BUoJvc3WsW/ajDzsp6qU7FGGlqYdlKntvtKjqIyHjLUUrYWSpCkEqSFlGTKq95etUHjGERVnKdUaNgN2JjeBRH0PPoR7x4qSlUxAJHOMPtgBLyOlLgUOokEFKroOnd3tF3VVSl1KBjLdvTpS68jn4teptkrlZzcuK7LZfDgNyLpJFlZT0mqnRv5tKzPar0TgUuvOrffgcValpfCTnfiXScr4AJcZOcONpuL5V5PjEWJMR0bCVSxHgNnD2MoVOTxUtOx0ZkqUAhOdSLrQhwp4YWi9lgJXeyCtUja2RA2vzlZy9nX2esEbtJ+IftbUH69Kmuq5ioz5S0P8LiLLD6QolKXEhdipBCSdcqL22773MGbxqpjyi8rTpzE2FKW1FnxUZ0SmlC6VkKBHUm6VhJ1OpAFwQjCW8bBvxMW4tok2iIfStPJRay4+1mBN3IxeSSbi10KJBuQCASQYVDf7S4sChe6+H7uW7nirdkGOtxAHU389roOibgJIvdQtYhszBpuzOtUbqm7mfxaXVl0ubFShb7DsgNOs5tbJJJStokK7Gw6wrQGzpfpTW+n2fcQ0d2XNXUUNLlIUlRTIiz2esKbKMqgTa3SRqVDQ5kDBPtBbwKDX8cVJmqY3lclNj5KbPqLAVA4BzhDbymkXYcStSmllaHG1BsKzA5AHR7AG9as0be1P3QYoiSovvCmqXDWp3MwlbPZsK1SoFCVZFJJISgJJUkIyBopw5eXSpgScyJutqu8aK63ArLNIxrQV/CddnwAxWYOVPdxCABLbJOUKbSHknTI5c7PX2b6BhKjGvV3C8pDeGpqlw3aW66iQ3TZqFoQppLw0ejlKVJQogKQVKbdSlQsAE0l13erjBrFsSVzWF5rsdqUlYQioQllLjJUEdJcCbAlab3SCLC4LJwNAi7ucJVre1XnotOeeadlVn4ASuVHQF8N+WlJs+4WkITnADiQLELAy7OdsZhmrHuVu9ndFhfeXWaE7i15it0itwJFL5KQ/kX8TqSEOAhTchsgBKiTmGhIUPio3dTuzqm6Ce3heVwKvFlVtMWPClSMqmVIcKULLYADSgi5S6wogkFJChcJa++2Y61jfBjVLon3KbFflNKiu5VcBCAkltBBUoAqGYAEpJRfRaVAD3U4woOI8RsVmsy2JVUhVKZ8WO0WmJTqXHG1LyklLUggdepbeUgqFlgk1esQiqGTBmkcePcWBIw409TnmJsXLKhzGFOpcYULgKAsL2FynvbUbDWFafS6NRnMEfayLKhP5VtQ5rq+AlQ8kPaLZUCAUrvYKSm2uhVW/wAZxHWfcW8bCUtbC6dUl02r0tV8k6EsHLmAIUy4S2jhuoJRnCFBRIUg9N1syje614cxlUV1SqQULdpFZYyQ6tHaWu3DeKUpQld7XTqw4eybFGy1lYczN+m2vwZI3l4ddw5jJtqLVlvzX2luoddQUOqQSQUvEJCFm4sSQkk2uAdTBpeI8WxYDkp1qLO5XqWiB0vpQiwUSnw529AddQRextf8qglcq/VMWu16bSG1KWqUikLzMoScnFHCALa0kWWDp3uADcWuBn6DjeLPa3X1ag17gIQ6t2LPQxMSrIMrmVSRe6SUL6gRdPcE5sA9CVbmt5w3wOP8SDp9pzLivYfo2KIESVP/AKUzx1Lj8kp1hTyCcwBYVbOoKuC2tOYgnKAQDtb4Apu76fF91/ZOsU5aGk53UT1ZW0nsT1lKknzSQCLWA2F8OYRqkWlvtT3a3FlSpX/nLqSsqI8gm92HFAhKXCBZKVFu9ikpuNiedNgVSBzUVpfvSFmiz0pYRzTayAVLOUhTbh0KlDO05ZKlAEi2tWn0qY5OPzyZXdfXnP8AaWeLvZ8oNUlUXEcXENRoMqkOqU1KgSnI76kKTlU2pSVZHW1DRSHEG4A1BGt+1g3BFGdbxHS6JFXVGPBNi9KnH7a57KOVSvMkAXN1WJB2GKjijFErDkCVA4/HhKS1K+FnaU1rZ/Ko9JAFyknTUgm1zPotSgY2qblBaq3uvEMrI7FTkPLyHUf7FzTrKALpWFGwsSQCANrBZ7kU12XeTmcZ70+VVPvWE36vS6j8dfJPoafiqvZ3O2pSbKJ6iU9zckAm+1U7uwi4Drz9Uo0t9+Kw7ziedUt1amld05k2UhQNik2IsNQTrtTuYvx5QceT93OI4j8WrrSqVSJsqLnhvJuElhRBBIUPCpKzYkpuFFCSQ4xxe7XoEBqf/Rc2ElK/BzC2VXN0XsnitKSUkJUlKiNb3SUizainTjLGXZ+03mcQNqlSw5S4D+I8G4TySpUpLrU+O+3wnnc+VaXFpN0XBIDhAsCQsAFJ251fetjKqcTDnKI5qU0pFORVmmUTYcy2ZLaHELQHQO4JQA4i3UDcksgM0Gs0Zzi0mVRFoYUuZFVTXFNPZdOIypIKVEeLquQDqACsFes7vMEVmqONVmrLr1BWvmERVQ3VKgujUltQuMn91JBCrkgkBRaSwOm5Yf6qp15htD3fYtxHhdvEdexPS+dYhq5yAiO5ych0J1K2FKK2yeq9ikjpNiAQVvMw7QcObqualU6bKp3NLkMQ8xmIj5nPiNjh3yg5yoEAi6ALAZVJMoeH8OO0F+fF3kVvEtEhO8J3LKRzkVA14bisiV5kA2HEBzAJJ6hfYrw3iLC9Ld+4OoqP3fJxXXQlMhNrALVmUgqsTcuZQToVZrA2FnxDV2jGF5mSqBvErPs51Tn6NUYsWFKmLU6iRFcWxKYNrsuoHUFJKr5kkLSbmwBKVaCwp7TmA94OEnKpi2XS8LsPuqhplSp6X6TMzXQAJAyqazDtxAkHMkBRJAOfN+xoO8GvPwHcPTaRFW7wp8OpQloWytv9G+ls6gDVJCdbZSBpcqDGWAmsJYSbi16oTYWFK2pSYUhLQkQJT7ZUeEsgApULnW+ZIOYggLIYD4lb9Kl3JHM1tTcP+yruvnuYcdxYxCqlRkcwwnmCpb2e5yjhiz1rG1khRABtoRsBb4937uHKpSZ+7nGUKr0vEMj4TWfjvsryDKEqbJDrSgFa2CkkgXvqF/u9wD9vKXEi4Sw8uFXkIY5ifKWVtOIQAGy4QAl5RQAnOSXCnukkEJLqz7TmA92lUl0feDEXVMV0VaY8rJDCJzKLDvJT0uJICVoCyp5OgKgCABMyNwBB1U2VEHcT+0HME4a30/aOXVGsJ1RdBiu9SoaHFu8UAHiJYCPhkp0OZxJJAIBIJ21PgioYtdoK+LTpUqLl53Olpb8htSRdwFoJCswJTnbAIBzWVc65xib2sOV6vP4ope9OUwxKUl+GqK+ID8pAI+UnhuuBZspDgSSq1yld7t9vElZxlFYxHQa3W2H3GGpSZsXO1IV86XQggp8I6wUEC9iBckx2/mOPmJOpYji7wd4OIcJYjw9Nq8WLN4UflWiw6lpTYJDxVYOoC7qBcaKglZFiACH7uohNbvsUUWvUGrTZS4TS0RYC8iXWULCErbJA60AJSASR6WJAAqpVXxliie3VKph6LKYirTH5qUscVSgR8M9BOUixFyUg2OUgghptUDBEqjOOtbvYUWqMOpVHlRZS0Zl3FiU3GVfkFAG5ABzCw2SsS8vlCAIhqe5jg4Etd4GBYG9qe3XpXNQlvo4qsjQSlSi2W1ai4SrKrUkEKAUCD5rVmZS93MX7LynUUjOpTEefIaK0KWlBKUKsValISrOkLIBuUJHVsxcO43i0GvU3C8V5fDqjTuaLKWVpS6CmxSSelRvYgWB0Hex2Enq7hee1Uvtbg33jFWtbUV3MVJkMFdzGfbuE8xGKjkVYlSNARYHaytYvJMRS2w8QCrW8HDk/FtJgQJa5VRRKaadWh8ZFXWEpcOpT1EkBQJCwRre1wPfdvL3q7uay57molLqFPXKQ0p3NwlpSoIJacbWMjiCFWzDqSVgjS5FRiReMouN6FXqDgNcWnRaimOhaYq1LS1xAFIVZHxGi1ZQBAIBsSTZWztx9uNr29Dehh6jRYiGKDV1omTZTrR4SuC0M7QN9HbhCkpN8wSSCbKsgda3c2g8/iZ2/ZZxArBTVUrMWJKlM1FiiIyvx47vWuLnyk5HkKKFIFk2UCCL630Ipt8db5Wlz6XWZc3PCXzUOUprpTqpxLhbykXKgAVIFgATrrbRTmA3cEc3hfisZ2E/d+F0NKV8p8wCRa5sNDqDa+ypfwG1i2fzVZob6EL8EjnylpzRQU2UXulQN1WIBVc2JFxtNvUNqnHJHxGBqG9t8QSb3hV6s4NiSsW0lhiqcLhSuE6VokJSAA4DopV0ixBA1B7g7B+E8QYXozrkWBTuShPSFc7Ha+E/HWSSHWFBOVRCzmAskg31JG2hhhqA1heXhel0SiVvIjhNNSklKmVC1hnbJWgA2IKQAD3B1sjKfu9ddqjcCfSVrXkdS1MjpKVNrFwY74F0OECyjZA1sQVBWmN9S2rcvSxBHsGatPUKLa/1ByJMaxZXqDVOK1iFFbp1XUl2RHnxw0tSU2CXWVoGVSgNVDxg5iQLkkvrEWB9raNPdiIfivuodqPFX+kSpHV1AZdCMwJBv2KrAWW9NwY7S6o5hyvS5UJCH8zTvCC8yLiyCCCgnQKCgL6jpB02dCsCNOz/f1Ld6KXD4TuRSFcRFhYuN6nW1jcAK6dbADZgC64+Uy9VhrPA8ShcegUHDlaozvA5piqLjsZWinjMF4FFwdMxbJC06EEHzIJlTaZhKgtN1mqS22KcvKhLTsUJW2o+trg6iw8yewuTavxliql0ul+/qpTos19GRHAQ0FOpUDZt3tmVoAkEklISkknQ7AiIdexk770qjS36j4mms5yMqsRc6WKgLXVobeXo+rbGG/mUfYq+ca9b5p2jP+4WuP916EJ/tEgaenbyHf89kg9iTGVGw45iOlxGWH+viqzFS4q+tCjlUCchVZWoJGt/UnlXcn/YhhpqItiUh9CVtLWM6VAgXCkkkEaKCgQbC/e42DqAapXsUN0bgt8DjpaW+60laFKUog5m1DXSwIIsB2ANwXeoGu8KpiAG6RdzW7mVvzrL9UqkuVx86eO7Hj5YqVXvdJHznv56ka6W23TgfA+Et1WHG2pUtiEhhPxZUpQSpX1JNrE+pOvlrpsoK/vewvuMgN4IwHg1C6uhpK8iGsqWc5va5uQkXKhrc3IzXN9kZiHGmN8ZVmfPxlUJq0IhLlQ2pTQ5WO6kE2DdgUEpvlcFySSFEA7A04p067h7hMbZoTfH7RUWlwJcDBv6NhCkLmuoypzWNsqVC6tdbkAC3YjXbG8wV7FEpuvVmrLlLm5nUOynz4r9Sf8QsPLsBa23DEVUxRPiuRZ8vnV9S8iEhTDzSgQMwNuoDpABHne+1esxXeG01E5Vb7WSVHStfAcULBK+GSUpVl7lNgcxJAOpR12trBBMq2ByZyqVM5+U3FaqOf4uRXC6lNq07Em3a90kedvx7xKLyrvKtZ0RUZk5fCrMT2Sg66eHKLnXztfabRk0Zqe570zrzozrydS21jwrHcHvYg9jYg302ZlcoDuN4ECLg2ko4HCTxeaslKlDxJJXopIAQdQRckkaXBtLd3kyeIZCCvMUphRapxOQZQw5C6+KrMlOnkoAEjv8A5X2am6KmYcrLUuLi3FkKFFc/qsxp1K2EqN8iF50joJ+YELTpcWuRdYF9meqf1qvYnolOYXmQ61xcysqtLXKuki6h528idRs4cI7mNzeA6M/FrOMYtRYf+E61IfQtLifQpACSex7E2Hc9ttDT17uY1UFTmZdxLTcURazLawvElPoiynUNOwrvpcavlS4Am4yKTbW4GtjqCRAk7nd9O8F2I7Aw9NlZ1JRzDqOXSlPYlQNibeRAV+IuDtuGmYj9njAdGbnxZdLpzGRWRTDXygW0te+g1t6a6iw/MK+0julxRWXKDhKXNmv5FLWpqOUobSLaqJSB5ixv57XurrRSTIs8z4xH4J9k911pj7eMrYqiE8JPKygrMgfMe9wLi5OhJIA2OmNxMXC8+I1/N77+isZvi5m18NJIJsFWPfW2gvfv5Rah7V+F8G1SfKlUlE1fFU007+qpPyL72tppa4JvY3uKqZ7cWI5VLbqlGwxRGEL6krUtbvbuCBbKe1xe+oP0287oKLNxu1DHknA9YHxJH4h9VH6zRp7bWEsEP/osudbTbXTbw27ix09Pw2cm66G67AY5+nLiypSutC1BSlel7afTz7bZWie1Zvaqk+JAaiU7766lprLFKlKSqwHdRI9dRa357aPxDvMi7ucES94NZd/qUXi5EdKlLtewHqe34n8tnGopNgsGcywfbK/2nt7W9DAeLaLA3fbspWKIVLhqkSlJScqZCiAkBQGZKktjNmGo4nby2i4D9qDFGMuBFqlJm0SavrXFmQnGHW+/RmUnKrQZgoHUHUAjXLGLfbB9od2vcWLLhMc0vmFx0R0fDQSbIGa6rA6BXYWUDrqW9uu3k4yxbFgfaPGK5T8pCuKlqKzkbUADe1icpJ01NyCDawvri5FXiVts3fbH3XsaOuxeK7LcyI6viqzZb99l3QXHaziNuvVTj8kw7ni50BWZadQSkiyk6eG4uL6g22h1tus1R1jlZbDCOOlC2nb/AHhPmE2OnmfQ22JaK5RpTXubm2Is3OpbDTvSl63iQgn5h3t57Dor+pbe/qLitz5zRGE8XUzE8X4RQiShPxWP9R6j9489utbwfh2sjiyoaEOf7VvpV/wP57I7NAoMVisu1aVClMu5uE00c35G4IPkfI/uJVh/fphzEV6DKriIU1z4TEp1rI08o6AKvbKq/ncA/TtsV+oaSq36feN34zzH0bcvlP17A8XCWKGJ8B1D7D7SurwrTbWxt39QfLXQefnb7Q2Nqzi32h8Su/HfhU6suwI7S0lSE8H4evla6QT9PMixPoWpqqUGs81WXs/yJ6ypOUnyH173sLjzPfbFmAp+6+fi2u16qVFhdRrdXmzH46k5eCtb63PMeE3sDqL5hfuAxa6MJ3CiHW7beFvLnxeVn4Ioi2GUfCdQ65mUgdtVJA7W6Tc/U67feJaXPlT2K9RsG0hiavMhbqWsnf1sPw17nsT22a1JFLagMcgyhCMnyWV5eR/z1125zKhFitONRf1cmTT+NO42GOnVXjc4ihUTOdcwTK4T8+qS30VRbqVcuu6s34E3NrnTQWAsB22AWtzVZqk9x2e6+wwvqTHT+z6Wv5D8idtOzhzTvF4OdfT/AHv4/wAtvyLhd2f8JpnItfyap/6fjtRehaSlzZt5/fmU27mmbsYYSgbvsGv1ml0lEpbEhCJEhfUtnMQM/kTqr66X+u1S2mVyrDXClcfJndVxRly37p/DxG3kO2mz4xruqr1Zpb+HHc/AlfN/asvp7elxoB9R+R2z5V8aYj5X7L4ora36vQX1U7hISE9IuFcQ2zHQpUk3sQbW89gajp6E8iP11IV5hlu7xFFi4oblNUlEphhPCXxUhSVXBzCxBBsPI+o7dwY4mxJQcOOv1nDlQQuE+60h2At0KUyq9jk+YgHz1IJ1JGuyaqGOp8WlsUaAywwyw1wsyEdTl+5OvrrYW1Gt9gaVW3XXeK690Ly9C+pOb6XvY/h+Wx66E24i1loU7VmhMZY+wbKwu5RsG1aUhcr4ud1o5mVKvdB0AtfTTS1uxuNrLBO9vCWF91Uvd9WcJoqj9RTklSlrCuIo+ZVqoEGxBA0NrWG2Z2qtK4rfK5/8a7/u/wCe0lufKa+K7LWvP/Hl+GztdaLANaY4cHbwncJSvs5VKstinPqV7uqKGipbatSlLlh2+XNftrbyLio28RrGVUpuF942GaQug5uXfQhCuE4r5XjmB1BAN9LC/ptktlqfXmuVisrfR+qlOfYmo2J6pheU3hysy15MmWLIdQvpt/ZqP6ouQCBp2JItYDeDe+Iwj91ZrvGWH8UUae3hegu1F+kTU5I7qEiQinq1ICgo5i2NLAXNjoCNAup27D2gsOOsVnlESn0O5+LSXVuqyJ1BWnKFBduysp/G+yioe9/eDFrPIRa5UV5F8JacxVxEHsNf/JB/fe+2gN3XtB17BrTlGxbEm1FCFq4UiVZK0p/xEDMn0v28iNRsC2pHgjz7iZxJVsUY8ny5TtJ49Rhfc57q4pSp5VrJzfLxBok6gn6kW2kbjsPz5U9yqUvgLXCdUl1pSEq4n0N+qx8/IfuJrvexpQcW+9q9QWZsGr1FhEdakOtcKQlJ0z2XqQnQKIJsEjtqEjg/E9Zwa1WvfL3JTVpV8VaMyuKeoOAixub3BvY5vM67Y76cVOYyK91fE1DX6XyvKVR2nLYffX8B1aApTauwBFrkeViPS42AKpvcpfx/fMTlVsdGWElbSZS0oJz8FRzIPr6G3faiG+zFvuaC1jJ5FUhfClNSnUp4rlhoQpBB1IsUrFz6DvtCp1PwbvQgVLFFZxDyVXQ/lTS0NdKmiCUrC9SSLAKGlioWJBA2C2xM9gcmJYKnBlfV8LUv/wA42G4kWaw/mQw6voRofTxJULdrE39QQdobGAMR0Glv81TpyM/9rr+roU2tp+P4+mwTRqxPwRiOXg3GTq5UKa6pHHSr4sV8XSl5BJGoNgRexHfzGxhT97uPMJRXIEp1FUfhdGR2+WQkdiL30I1Gpts1WNrR5Ldsjbl8T1TDmI3GpXHRFWpSJUd3qTlJ0XY9ja1z2P121E1BwRi2L7hxHSWJVOldKFLQOlR7FKxqg+YOm2dY2+LC+LXW2naGil1HqytSkISlK/RD1rC4UOk+QuDbsV0PH7tBd5p2I+xkWmPIaV1NKT6XB0t5KNgD9CdjEr6IlSdxzKrfduOo2EmuLAZlLRm5dp/VSsp7B7yKrdlaXGmu1GrchKo0BufS3VyqRNy8w14lw3QBZ4DzQbBKiDcD6XO2h6lLdrOF3JUXPUYvC+LHUhK1ZLXyEHvbyBJt3B2UlR3mSvs43AwbTkLm9TSISuhKVdi2sWzJIHlbXS3fVhNPSq5A9wyEMZ+UnAPKxW3eUYlLyqaU6nqaUo97ggXPobAgAEbVuEt4NU3VY84UVlC2EL/qFRT1t3Fjkvrl17aggkEdiAKLv3xHAgS3XcPVGl1uiq+8Ql9TT0e/dNrHMD2Frga9gAR7G+9CBvGdgVTlF80wrMpeULSpNu6VdxfzSNRrex2uFA+2HKss2biWoY8wbWffO7Sk06iMVdKHZEJKiumuOkD4jaLAtqOhCRYEXHe1scY9oE93Hk/Ec+hxaDUaivM/FhJKITzouS62m5CcxzE2IBJUbX121HUqzPxbuHw1iNrjwqpCQ0ji5uiQj9GptRFrpKgjvYpNjYkHaq/nE3S4t3fVbd9vfofuuo5VqjzcuR3ihFw6y8Bo6DqCCc1vPsRWEu+yCsrLmZjaxNVMLynGoEtbD81pLTvX0udrEi/cWFiLdtn7udxvFo0Bt2fUHM/9+/4n+P8AptaeyJR92u/3d85uq304Zi/aGiITMo1eRA5OXKhkmzmcW4qLgXBuNewIBDvTuZ3abuaW/AlUmLVIr/Sp1SAp1StcouToU/KruLC5JFz1usGiTLytlZ9CUi2qNi2K3zTLa0Ly9S0jz1H7vPYNxv7NtGnwOapeJ34T/V0qQFocSfI2sU6aXH5g7E1WlyqM0217pWxF6UIkeJOXUDqGl9PxNjYbfcDFzrv3Cf4MnwnUdSFfgfXvobEem1qrhfWHX5i53L6mZsS7h8JNOtyp9QX7xp3iUh3pV6aagEeSu+pGwZWHmuL7miuoWhHg/wAQ0t5aW8tn9vW3dSqo05PpdQfzo6kf3fP8CO+h7eu2a4mH6pAr3uuV4+L/AGq/Fc+qjYG/mTbXbGsq1a7hY2QfX7QFr2WcEyPvP3Y4tgYS980tnnYS3eE7Ij9XLqV2K0jUI/vC4HnY2vOwNu9lUHDjEqVwJrD6/wCsNdSm/OxNgQDrYG48xY3BOqpXqzS3WMOT6cuKtaVNJdWrp4RABCh2WLK+pGhF7jYIxvQMb0GAxK5v7lKUnhSmneLHTqCEKCT0qJ0AIBBt5i22MNPqL6zQ4x+8fSgdrEKpcuLRmkO9C/Dk/wAQ0t5aevr6bG1Na/oZvi/1p9SUpSi/hGp/O/0/b32TjUaqT3aK7KefWwt1SOLlzIzo1KVaaKJ9bXGo0udn9QMFVT3WxKldHKx0qa7dSbXJB8JtbUDUWI0Oydv8NoaST7/MTsp48YOyIvC/+h24gcL9LtfTGuK7xf8Ayv48v9NqWajhfx6/x/pbb57YgrcpEnTxkul1RqK63xevIv8A8169h/lp9NjSRPgOxeLxci0fqK6tO35g/nsqJL/8fx/z25pqkpr9E70fx/Hnt6DovWbOmeIGQYGrU7DhofU+LyDvF+RfUnJ4sxPYi/49vI9tiF56K7F/xp/8pP7Pp+/YIw5WXXWnGnf8ebw9P+Wh8/S+0qsY5iwJUSlz2UZJWZKP1s34k2I+mnf6jb6r0zqKa+kWCaVb7xxGJPxdS8R4NcwvykVD/CyfFWEpSoWsAspOW5HTcEJOhJB0XTEaK1S34ErOxOYWrxdKla9iOxsb2I/PbuzVmqXVGJTsRb9OmoU0p9pGbh9wcw0uAQQbXI+vbasr2JaW01yE974/Ulp+OsJWpBPQuxtdQuLjsR5A2JcI3GP8uMNI3INO8SU1L4C8mRSM/i0ABFvMefe9zsUYJxDi2jcP3DW5tOfiuqzR+LmYkNAi4Ug3TbzBAGl7EWtsocQYjlNNRHYrWda1qQjgX6lDuPqRobd/O2u33Sd4MXmmP6W5J9C+EtDvR300UbJUDcAa2J07i2wKs1WZBjWlrQCb1RP980tifwsi346VKT4k5iOofVJ7j8tdlfTn8L1mqS8JSpbEKbCkKadQ6sdKVXyO38kk6BWnYg66bCG7bfo1hz/s5i2Wh+kOKS7Cn5OuGlXdCh8zXmCOpPmFDwintPQ6zhLHlC3jYIlr5qqRV8LgdcepNWzLaKgcpCkjML2FiDmToobDuttfEvXmt8H1ADfXhOvbvt4M+jVRngP8VLqF/K40vVLqDqFJOtiCRcEGxGg/Ej1mfFblUaXnfhLTzULKVcxHPitbUW1PrcXGoN7jeZvCpe9DC9Nr0DmmKjS2lRZVNfdzcum9zwfVGawIFiLpzJ1BIjg2uRWmualRH1sdSJDTSylffukg2B9L6XsDbby14FV+fiK26cI+6FWMKLPw5Abxlg3E1Rw1Xs6ctUgO8BMhKrdMpogtOgXI1QdDcakgj8XHODS7Pib2sHMQZTyErfxHgtjLlVqUSpNMvZQBP6aOq5NwbAEbWb+8zBGI+JRqXUX5XKpztNPp9CQpsntmNjZJOp2h4Exzuv3gyvs5xl4eq76VNU1cpocrKuTdtK9OG5qboNwoXtqNNqmxwvI4lELockcRixMA4SxHubntUblcV8FS1wsUYXlcV+K6CSkyEOKKm7GwU04kJsSAdATW70uQxlu5osWstZ36i0lqQrhZlpkIGjmVWuYKJuRrobEg2IRDo7UB1+qQKtNwxi6grWtqt4fXy8pyKns24kA8cIsElC0qujLY22t8abwWq9hym0bfTSftRSJTqZVNxzgPhwKvHeSdOahfoJV+rNw8pIzWsqxF27dvriMcOwaD1Ti1SL7lai1GLKisJShSF/pWVWABGYAi4FyoEgagg3IDQVCgYow43Rp9O+9PtJdjx3UfMNbsOAFTblhmAuptQFhYG2wlEwBWd4EZyfgPEOHt5tBipSqU7S1uxa3TV31W/AWOOzaxBB4iFWUSU2ubitue4WqFKpcubFepa0tLSlZSpNkDUEk3BOqVAgg3HqCtqSNN5GTaFRhBAx3Z/Eo1ZpL3JI+E1NRHUt2OlRKigFI6mj9DdtRuEgZkhnyMG17BFBgRfutRpaGkoYn8Lj8NojMUlzxBAvoFHKnQdII2qmcUymuPVIHKrRKzOupS03lcsPiENkZc9gbtgJBvoBpf5o+8Gs0aU3KwlUERUeJqOu6WuArUpstPbsCk3KQDooa7Zv1QvbbiD7iNwYBVOvNSsbuQIrvJPoR0tNK6c3kW3Em7jd7FN+pBBB76k9AxJQWqp7mxvSciJT6WlSkIGRx2+YB5tQKQSE5sxAscxNkkrRCxTHo2KOPXoGA/d1bgyFc1AiqbfjqQo3U62EG6Ab37gA3B76QBHlfElVnD1Uz8JKHciFK40W4yuEZb52zqASSCkKBHcQ2kKOLAOIY1beVhHivFlG3QOxKNWaGj3Q+pUiG7qlDardmla8MjRQSDltYggEqFLjuBg2vNfaNqoVFEWqZpTE1FneGu1lqUm11o0BUQQQDcnS+y+xuazWaD9l6NLmr91u8VFOrMVSFspBJPBWlJQoC/hskdRIyEKCqfcxjnFGF8UN4DrMtCKXV5CWmmJVlogzyn4DyELsdTZJQlTZUFaKBsDsVhlTgw5Q7cCav9n739S93Mt2s05dUoj8hSKjyd30tvgdE5ABK0FabBRsAdFEIOpG67gZqLWX/ejsKo0uU+mU0/4lx9Be5N1FBtlKTmFiDY22+ou+Kg7voDHvSJKw1NfkKYdfgNOdK0uWW2psZXCm9zl0sCSQoXGzroGMt2u+SgtwMU06LUOpcVqt0l9v4iRYHI4AhaXUqIzMOIStJ+VY6yRTn7plvmqzMVuParFr0WJAis54THU7KgLQvrGqEKyk2FrEkAC1728uFOlysORef5TJFioUtPXlU2pI6kpUexIHSToTobDUG2K9zVL3cyn8UYXqFLqi5TSua4rvKzVWA+IrMrK8MviVcEAAWPkvZWG8UYtaci4jdi0enSml8JbSeOl7/DmBCT6qN9bEA30W7Sd3cfc5V7r5grXcSwMeT25VGraF06a0h9pbV4qm76KbcAGdtxJ0N+x/HaVgyp738G15vlYi5q4q0NSuKltLsqObagAZV276BNr3yjXYOwpQpWA8US6XAdok2Kj77CVKaWniJ1CspSbJsRoRmB7EGwuxMZ4txbWcOOV7DkRiLUaQ61xWnVZkOJFlD41gQD1AApAHqQL7Old0c2KiECaah4l5CjOYjnxOOvKhS4+qcyyAAlJN7LJNhe1zYeY2+Im+3CU92mz6M8tibN+7qhzLxVytSMnX0F1CrpKSdDaxBJBTO+jfW1QcL4elUuo0j+lEJ5qLMQFtSmk9L4BGoI1GbS19QRcbFO66rYI3tYNfw41L+9IdTPo0iQvmGnlBSVORFLJKviNpJbsVJJ1TawBSuSz1XMarRu2Wlvj7AVBxHVG6zQcZP0GVzSXVQp7Wbhup0uhSbK79IJuQLgGwFhKHRt4OHMUe+cOYhhYhfiuqT+lC/MhTZA6rEDKRoSLApNrbGuNKJhyfjxiLS63wEcqhUqEpZzsu/KjMdMqk2IIJBI0JuAOUGJQaXPclUaIjj9EdUrhZeoLJyrNgdDrYg29QNdvKa6rWPd5nA+CD7i9u+p8GX5ZrLUWJVJVPWhiavIhM1QfYiqOobK16IKblIS4mxSR5DLssd6O6vdzXnYlU90owNW2ELTkahLfobzpslWZlJD0a3ZQbVZsKuMwN9nTGxS1hKjT5WI+uE+hKloy52sp0GfKNG/mDlyQSTe+uwDi/Gm6+fFbxRFp1UYYYjqzoQv4VQji46SdQ63lNrgJUgFHSchD+l72lGQc5hq3Y+SxD4T9maLhLEbdenxJ0J+KlLsWHKlIqMBScpOePMAHHaGbpDyUrB1JPcPLCOEq99vKb7rrkqKh+At+lyms6HY60kKLT7ahoBmAKVC/a2lrC8TeBPlcSgz+PKonNZGOL8B+OrOFBTK/EhYFgUquFAjpJIuw91mJ2qpvBpLs/OxNirVC5hqyUykloOJ4rfhSSlTYBSSQQQFBPw9trQ3fUOT8zX0jNYfOV2DanFxliPFkDC8Ril4rQpTVRYnyHFx84CwXGHLKWtpSRq0QVNgkAFFsjRwfhLDmCMWsSsUS36W+uOhGToXDbdCAlN3BqqwISlXQcpAJBGys3vbja9Rt7VWdwviFhhGKIvOtOuoWw/FdBIsgoIS6oqOhQQsEoJTpm2APaG9onHmDXaTgNrDMqr1R+LllTI8ITEJ1AUtxIIKlHwqSkgga5r2A3g+0eU0MRt7/MWYcnz61QftNFhe7kKTNh8XI680rVQTcdaSSCFAXCgATY64ox/Ua9uvdgYo3fU5D8WE+pciO6lTaoaSQHG1skgtNOpV42wWwFAkAAEmOF98NGgNONb3qT73oL+WPNapcrmOGgkhDzKZRDhAvdXDXcKSQCqxCr/C+LdyPvl+BiOt4hr2EX8j9BxLAgIkSqfmuFRpkR1oOqQAcpsF3CyAkABWy12qSrzMKF8cQth79MOb892iKXjfDy4VUpzCX347VlqkIZzOF6PZISp5lxWclCUupyJcCcoWCn6HvDxbgjeW+1hd1+owpq0wFwmmgpMxhYTmHD0Sq7ahnGgUMoJ6G1IbtR9m+DimoIqG4ioxZ1FpjqZHNYfdOaOoD+zj5yplaBazSVXIUbISQbisjC2KMJYjgVmsy1sUVipNQOfXDQpiHKC0WjuKRZTaHLqyZ0IcSsOJIeSQUoPqe+f04saNsdO6yJgiA63WWsMPyprGWKqO7IbWh5K7FHDbk5Sw9plCgSFAEZjYgB+8vdl9qIv2orMuqUSLTp7q/wDzgrVHjpIUmzzja1cIFJ1UoFsqAVobqMLeHgmlfzgT69KraK9u6xDRm01RiFIcj1CkugoyuAptmYshaioArSQkEBSQVNvC1Y3fcrRapS5dRm0tcdLTsp2epM1n4Q1cWlWWW0UqyqS7mWkm4UBcbOJgJGqavxM0Un2THcR1l+BQcZU6qRVx3aohp2K40l5jOCqPLiqUVMu2unjNlSVgJUbhIKRL2Wp2KMHe0FTcMYXl1ep4UpFZdiuodtK9yqKVNKDbt7pQFnJlBUFBQVocxO04GKOLiNjBrTvu7ko6ZVBrLqFcJ6OQbNqeRZba0KskLBKToSLgpK9ewpPwbjxis0vD1BqP9LJmTJFEWOYS6t27zriGwhZUSVKKi0Ek5idTcFrIl3q+Y7sVYXpcXeM/vQdq2SFVISUTYv8AZJkMnV1YSA4lRaISU9SCUpNge4V7Q86jVmBu9itVFcXPVE5ckgtOpYeaKXitIIDyQlwFbagSBY5bA2I6vSqpjKqYww460vPSOSq8VfFWjmoa0Ft4BQsc/wANzvYE5L+Wyw37YWn71Z+GsUbvuOuo4QVzqmMyVqbkZwpLobPS6psNpsLocACwATdKTgweI0KdRIO+ndfU93ON6Jx8Q4DdS/TncxafcytHgvxn0ELaWppRRnbIKSe5Fwc3R8F/zX4tq2KHWqjW6D0yplZozWae20+nOp+pUtAAdJXdRkxRdRsopAClbaVwXOxRS99PvSsy6XFYlQmGpUWKgoS8vrSJSVE5QFBCQpuwykKINiTsCb8N4MD2X8Wr5rB03EMWc6qVAa5pKXWYr7uZbbDjiglCW1qXlaJKR8qkg2Euu4TqztOIGsbvd6HCbrOEsQ0ir4exJI4tJmNTPeNGqjSuotrTmQuNKOtgggKUkkEKJSLenbuP5vq9Usbz6dKpa6jATFUwuUJ8JuQgK6WV5Q6hDqLqU2tNjY2TclQQ28rffhzdhiifK3fO1ig4bxWhL+KsFzY5i5XVjOioU8LAQHwCHFITYKUnMBchRMtyysR77sES8UV7FnvREKVyXNQEriqeSBmZeLZug3QoBba0gJUVWtY5lwm0y+3LQ8mb5KxiiU/u+3fbp8S06vQvvi6W7N5XnsoUXV0t90gpdSnpLS7JcTmSQBY7AG66sbuZ+8ustYcaq+DcQ1WFln0utwPhKkajNk0K2T8VKywVLbWMwBRmA0thqqO16A/gPeMy+++uElqk1lCci+aZ/QniC62HiSClWYpJRcBPbZU4SnQMZNP1PG9DXjWK+pLUyfMpra5Ck3SUPL4CAQ42QizqEocSUJVdyxCScSNiyNuZxHvBrOKGN32PMJroNIflJa4rUwyqc2tTh+GDoppCxZTToyglQBPkXdvY3KbuaPPfr1TxlW8N1R+O0mVNhVLLxkIuEOqbcBQkglQUoFFxrqAbLhrdtAwvij7bxcT8OkcuuLNa94qytqNkklDgLRS4mylIJAKwSkgKFrbGIlT4rkCvYm52lwo6Wlz1IUt2PDtdF3L2TYkKSpxJBGiyTlKZKI45gnq3GUlJlYowvWZ+F5+N/ePESt2FNfaXDXITcWQtC7hKtRdKgttYIWhYJKDIqkqBS4DFeoOHlo93Ote9FR5WV2Cq+ZKnmVG6mivMpD6LJSAoJc1BNPNZ3jO4SiQItQp1X90LyIW+0Y63mEk5XIyiktrURrZsoIzWCFXAEnAuKYFUozkCqVZ9cJC1tcWfHHMUd0jraXlTYxyQpKkPWGpssCyBjW6Uo3B4gmpdOU9QvrO+yg4tdpsXFuDX11H9A1NaQFLcQoKuQpslDragAUqBub2KfM2UjGm7mVS4FLrPvFCJspUKK/KYcaQl9RsUlwAFu67hXayhck6k5y32UmqbuqN75oNPlVfjKUvj0uUX0RUKJu45YXdjZlAcVSOM0Vp4pIKXF0EDFG9DFvEi1l2roiraQ66j4T62ZSUJPUjVL7SkqCcpUCtNiACLG9elrYZPMEaEt5aPP3w7ijEfubCWJs64UV9qqUFc8wpkhhLmRa+A6nI8hDg4a3GnUONkgEC4Btd2mO2ncBuUbCVcq/vfD0/lX6TiZK2qpDQFALjuLUAXMt8zbtjmRlvY67Rp0uVhzkMR/ZiE/wAeOmfzC2FNKZkBBbU4iQrMjq6Gl3UFJOQLJuFDgrG2HK9A5/FGE34UqK7yseehBafhquBwS8D0p6rlh0hJHUi4BIaCqFxLimp124hLinHjVGozlUi09GJau/lS601FQh9TQNlIUR4sicytD5EkWJvcQdxGF8ZbtGGsOf0ciotLW1KirKkOX7ZgRcKOoUki4JULAG2y5rVA3jfZKW1RqTNRx5C1olR0olK6kHK5lC+vskdKgfEUk2KCo4O9f2lsEYIl7uceUmqUv3ohSYVeiwDnjzUkZs62yEkPJtkUcqwQSQoXLZk2RisJUMLDneJBoO6D3LhfHjXvvlV5GkOrRIWmOrRfBK7kJbJ8BukagAXzbfEnCTW8DdXPgM0SFWqcxUWnV0tC1qzIQoZCppWRxCklSVAgEJspJKdRsnF7p8RwHX99OPN7r9aq9IU0+7RJi3GJvL2IWEuIWQVEgqSEICCEKBIvmSzMIVul15qXvBpb1Up0Kltf0XFVHczSsoJDakJAXmUbIaAuohWlxZJo7fiGYrKnE+LqpuRwkxhLdpEYRV6otLHCTd9MVKVdSlAgHhN2IbBCyFKKtADZSUTdnvM3g15yqYi3ORcSLR94zzIrchSkteNIUwVLU0SCeGtIUkWskABI3BuorFUx5AfrMXBFOpC38vFVUnW1qSq5zJACOKhxB8JUAggpKVdyRqjbloDWN5eKIFcqlIqj7qVSnaTKLTTik+F1gIWU5igpChaxNwbG5BK6eMwJYD7oj9z0r2fsU7wazuca3fYHwrXkReagIqlLZfizFlPx4wdCQpLgASRYapuCLoI2a+A90FegV6JhyVSYVIpcJp1cVMOeHYqmFZNI6wcwQkITlSbLSAew1K53vYM3VUveW/WZVWm7w68iQxNkNItzsdQKUl5UZGRJABSlSwQoApJBFiXxu9x/RqzS2KW1h5ikVGF0NQlqzr7JPwVJALg1CQoJIuFDuL7Cezb8Qduo2JwIxKpg2gxeG1zaGIv6XhIX+jt3yjySfNINiCdNdl7vHpODaXPYlYSl1FD76PvTUd/iw8nopld0p1sQE6EDysNjx6TPdabiuxJUV9CfhPutN9KiLjMgkKym/ewvfyGuyqfmYtoLU+f9nmFrzKUh1hC5HGRmGYXQoJuPMDNa6bgXFszUal7XFIGM/P4mRbqWu8MSQxHpcqlv1T3siLV2OPIixZqCpDygCSEnMSbnKQL3By6nTZe4UpEXeDKq1ZdxvVKRN46UTaDy5TziU2AeQXLqU7ZOU5Eg3ubHWx9RsRSsb0H+nsG1RDDEdLsWQhoodVYdPQtOYOBJsLEEkqFiDYjWOqrRqpS5bUWJClSmENLQ6uKtaJCVL1bOVQLboy5lJupJISoWAUERcHpr2+xIz2VxjM+4mN8UUuf9l4tJQx/snZTS0cZYA7DWyz2tcm4sQDsVy8X4ywbF981muUubRJTSFrRzXLyGVA3BGikBQWBY9hobi42y/i3e3Pan/wDsJzajN4/Akc1SZjXLr7AugpsEkWAUSbgi19tExJWCPs43iN2iZ/urDvL8Li8utK0pNwb9OexKhoRc3AJO3j9NobqbzdYP6czKtYjzxGBh+pUGs0v7URa2isMPuqTIRK6ZCVkhJbcyqWkua6LQrKoEEG1tlrvIwhPr1Uci4cxZ7rRn6IshIWmRYE5b63Pc5SD3vYEaRMW12jYjgMVSg0NdEYlIzSlJazsOK7ZFFq+Q5rnqSCQoi1wdjTCzjVZozDsVmLKQhCFup5o5W1DzQrvlFinuR5GxuBq1VHUWc/3xAGzPJgZgWncWU+7zcqFW6QnJNQhISiVHI7hI7g66gEDMDobE21QRWYHP1mjS0N1Gb4FLaCX5Ck3yBZ+dQGgUTe1gTqTtDxLT59LlP16BiHlUIfS+uOhIW0pq4zIDw1RfzUQR1eVr7VldxZWeaicrLbRFWtPCrMpWWOyki4W5a/CWBoFA5SSO1yNnaqKNMTsQg/8AmXU7vtnXFFAqlU4E/EdWWxKi5Fu8u1kWzfUBbY6gklRAUm6gqwII02p6XXvc0qXWay6/zUJ1TTXNO5uaukkLSodRTpY3A1sLX02k4lotZ3jV6JWazjJ9CKC0uFVHUtJa5xohKyEqBIHVluolVrEgjQ7U1cGEsb4tYpdUl1unUukNJ5eRFQ2/xMmYcTKOtxsWPSFFSus6iwGig2jJmxVT45P+IMMolO439/T2l/HzKRCTZSY6FX+Jk11NzcC1yfK1wcRMYwKM0/FpeHmEP9XVxQpCkkdwQNL2tqTr63Ow9UcGyospyvYcqGHa90ZFusVEodkMHKsHI4lKkqHisQSADYnUbB1Hn16ltORa9UKcwtcpC2JSpSOpKrBaDYnS1wPMHQga2Au9X3RC+s5l7iupVSVFfi1TJwH0JWhCFFC27X68wsQb+ZIGtwLixrN3lTa+3lJadySkLmMKkLU78fRY8QIstJ0TmBuewse/xiWgwHf6eqlblRVwpHCaaQ6pP4hJBKVApykdxr6C+1FiLBsrdpihhqB96/RTYcprr8XUnMLaLBFikki9iNDsvabGbOJTGzkxp74KhQZ+8atVSBLlIlMLSwlrijJ0NhJR5C+bMQTfvobWGy9RXmq9FcgOvcBxbSkOyEO5VMpPzka2te5BFj522Gq7WcUYjr0+sussTVrd5h2AhgpUlKl6rbUm5HUSSlWYDuE6EbfKdyuLao05iPhVSLzSFJ6VITwbggk2IUCfPpKfqNLsKgbEuPLmSsWU7kMOOOtVxEqUwhSeLnzKeQSAc2W/UARYgAEdwbAil3e4eaqjrjtedyIlIUhK85ztqF+4BN7Af632n4Ywxi3dpiN+BXsMTZWHpTSESlOwHFMeqXEvICm7AlXUDYgqBv3SS1ndjFpbv/nQW/Tn2kuxZDToQ63peyrC+YDvoB9ATYLXaTe+SJRkO6DsHCkBqV7rrMthiUxKW1zjSl5JCCjpFwLEWABI1Bvob3BHjbEFeiwIFLo0SUxCYaUmRKh2UlOumosUpHiufobkXGwY7LrPPxGqzLQthErhO8wg5lW1BBFgb3FxoQTrpqK6s4glNc3KixJvXmQtDDvCVkI8aFXCTpeySACDYnW4o+ncAhfmENDOcyIUYonuvtNMypq0L6ltSCpSU3HoQdD3uCTe49Nr2n06LKrLlZdZXnhRepHMeJSbk2BI1BBPe+o76WFPfTsCs8hKqOdfCR1tOnNkOgIBsoHTwkkixFz32mUmiVSBXm2mqg/KRNaS7km3Rxkkix72BBtqdNbEW1F6LNWvh6x8xhK7H4xDmXQpWPIrHuF2LNisLUuQhLvCdTlueGrQIII1CiAQU6nW4hbv8fUvBDsuVRnZT8VCuBKQprJKip1CtDYryG5NiqxAIJBsKOl1yVQcWy/skyiK+xm5pCOlakkEat5ruJOgIAFgQQQQCB7E9RalSn5XKIYRx1uutI6kqXcg37E3+traA6jZxnI5f3L7e1JuIZWEp8rn6DUZS+OrJIXIa6Hk62WbahYuOoD5dPpPptLdgRW6W08uaxKzcJ3RSte1vW+hsdQD3Op2rqROo3Pue9KGt9h9GfPH6lNrN7Ei40vpcG+mqVaW7uzpUCjcWly2OPFWrhcJS/LUIIIChcXuCAR9LX2TuzlT+8qynhjDrcrxZW9rCdGd46+BmU6nxpSpANr+Q72/E99dHN7bmPeVwuxhyA6hcViaw7Pyq6m0AgpsPmuUnS4B09NlH7KFMr0CvS97+LWVsMIhqagIdQUuqSTqu2mhNkp8yLqBsAduPtDvz69Rn5UrIt+bVEKVk6kqRkuCk3J0GmW37rk9a/6njIf74CvOVSfw6NwZTE3hf0RNdunK148hFupAsohRuCOm+gG2jvZvxBAdxQxgijPcdcJpMipO6K4mYEDVOgcGUg2AAtbbOWDoeLWvdtGgYhYhLW0pFNlTFlbEdS/NRNsqQvQnUX0tptpncrhNrdK7Vsb43ep0KvVpSo6IrTSUO5wPBcaKKxmdBAAKV38ydjCpmlMiGO9ertT8b02jQHpTC6W7x+K0jM1nsQELItlJuqwOn43ttzxAqsz3aTVItQfQvOtTqMgWh6+tlIIOt9QQL30Hcbfcmi4S4T+KHcQxZs59CZDSk3SttfzJIJ60+VwRYjsq9gJ7zZvFw5E+NNQxFzSlSIDS1ux7AWcW3Y52gR1EEKTYEXubNpvqqOJJfdLpe++e7/2crzS1xc6WmucQUutqvopKz1WIHY3HlcbDtemcJ3ixc/EX86v8v+R2BqUufi2qULmpa5XNLUpMhPzdgLdx30JsSLa3tq6aPun4vDalOv8AARmUvirClKVfXMCCD9CP+Q8Z1j+Hr+pXrq9OcOOD8ShLYxBbBO87erFxvScOVSo1So4XQ6lKXWk5nYNwQCk3Bsmwsk30vbXseu7sIFZqkufiOh0v3itX9fgI4XOJN7KUlNhmIsSogKB0JuNLGo1vBu76A2068wxk+RHi/HQG/wBNLnYDX7QkCVWfdcVpcJhfilOpzKZSe7uW4zpHnY3t2ubDb1FK16ZVGqsywHOPmWNpZcRpUmkRcORW4EXPw0f3yrKn87/t77SW2Xao7yrX/oY8/wCL7L+h7yINBrz8DehElPxVtKW07TnelSDqh9lRNnEkAkC4BvYkEEbAEbfLWYE+W7hyIvlX3VIj+8ooU62nMbG6Vd7AXINjbz77PJ/EelUbfXxBHxGTNX0zAsCK6370z/4EbWzWHuE791615enrzfx+eyLw9vsxk7FY5+WxKyO8V3PHKlJYIIykAhQIOWxuSDe/e+xTQPahwHVKp7mqmeK9lypmRetpS/Q6hQN9Ox/PbZXUVWKHz7hFsRYd1GbFpbT8qss5OAhSlf3rD/Pbzyx9Ki1TG9ZxQ01/XZGdr5ehPSkm/mUpBPa2l/U6/wB5+Lf5y59N3c4Xe466ota57qOpTbCBckWuTc2BABNsx8iRlLeth53DmLX6DS6jCqjCMuRaLpVnF7oPkVWsbDyP7Ba2ytF5Mux44gC8t2U78J3x/wB3/n+/bgmjOyneK71sf3P1vpfse2zCwruorOKJXCaicl8JSlOutHIn1Hn+A9NTtPwfui9/T59Ln4sp0XkneAvJfMp2/T38iO2mvqNLqI6tFyjDygNQcMz6zKbgUaI/1qy9LRUrv3sB2APnpsW1/wBn/GVGlMc1Li9bqULTm+Ui4I7X00I0sfx2fVDpf2SgU2lz6SxFYhK/rrCFpUpQtkWCCQhXTYgk3GtwQLGuM6pg2fFgSq88vjsLVmydC1JI0IykA6g6/X6bEc7ZKjdE9gigO4DpbfIcCUtasrseQx1/4gQOxGmhBufzMbH1Clb0KM3RmqSxC93O8wiUpJQ62sjyPZSD2IJ9Da4FmPQjArLrnuGrRYq8nwlzVFKVemvl+Ou3XAlDo2I8Yy6XvFxjwYvUhTVLXkU3fsStQIUgC17C5uCL67Km1Me4asbuJl3CiZVBrzEXFrK2GIUjl0T0WWltaT2UfNPmPQ220JXMZ4Xd4bXKMVfoT18IJzIP18799L7Qq1V6NgOfiHdU0zCxXSEPr4UzhNv8ZBANybEBYJKVAW6rka6bJuuCLhef/Q0t9+l8VXFhOtZpUO4JKBe/Ea7+YUAL2vrtlN1Eq5ReYfthuBGlHom6Cfw5U+k+68mV1KOd6f8AzKrnW1wRf6bD1ewfQapvBYgYc5WVFqLSFx/i9KX0Htm7A6AW7X089qXD2GIE/j1mBUfgLY6vioyuW14gzKGVaBdRULKASb3FwYGMn/svi1tqLERTpsLJzTrCQhDyz1JdsnpBKCjVJscoIAJOy1XX6NRf2Cp/c+pG3bxHBvC3EysL7vo+LcUO8lKmvtNLpbSEqQpBNkqbWklBV5qSAki5IBFxsJYIwjA4TkCl/wBaX+iQ/wBKXlHsgKF7EjTUWvbXakqO8He1jyltwJ9QnSqXFf4rTrt0pSpIIve4So5SQCbkXNjc7X/s240ddr1WdqkTmoq0vscJ27XDdT5ocSDldBsoEgjtpYg7OtZQj71EEdO1nl8QO9rXA/ubFDGLYD2SLVEcXJ8mc5cxTbQEk3P/AF257s6ZRseYcbdrLr6JVO+BxY91KUkdQKhr28yB28vPZ1Y4olG3l7tH4HF533cnmIrsfqzJGoFj+wjv599kXu+xpgPCUp+lxXlsLX0q4VlLSsGxzX0tb/L8dta/SDubx6Mcv0/6m4ejGxD3IYNlf0pKeYmoY+ZPS63/AImySCProRr9do03D39KOfZdr3iwhrqYUvMpxPnoe4H4aaDz2GsMb/KDPqjdL4K0IiqWiUtrxqykpIB8ibbT8Wb3sLtT4lGpbKGKjl4rDsdP6FAIvmIuQo37HuPLTZa2kKkqKPGXDO8eqYSrMDhMxWEZMj8B13Kh5o28Ku6Vg9h5E22Ad+GJsLtV73pFiLY51Gd3hIy5k6+LQBShbyJv5j0C96WOIE9ph2VLQt/ip/3knuDb8z/FthFX23gcD7OM+96XNRx4rTqOYQnsCgXV06Dwgi3mBspV3CnHMtXpz94h4uhVmfS294OHM+IYSGlcVqOjO640O4A1LhA7pBKwQLA2sKRzC0CV9/ozv3WUlLsVXh79wdNFA6H9u1/ug3gxcL1lxqVhObhqa+tKpsXhL93TFeRUlIGRZOgdRqNAQoAjY9xHR4s+e/VKN/5y6otTufOn7vINtFFJtdQ89Lkai/bQq3Y844DvGDLaHJrMXcO/AgOo4EpKuKnL8yXBZweaVCwuR3se+yXfodZxk03AdrnQxmzsLWFediRmGg7XAAPn3J2eia/heLuCruHJ8vgVSlxVrU070qVdy4KSL/52vshNx8fEeMt4PIcJ9bD+fKtd1JyjsPxtYnuD67B1CFmBQyLK/wATdW6SfRqzhKktV6kwotUpHTDnwOlSUgAWIJuEkAXT2t22Hsd4mdi1RzkJfHRnV0aq/HQ+Wl9LdhsWK3ZxaXgh92K6vJFSnmkIX1No7kg3vb0vcabZ13x0h2LFptZwRixiUjip4sfijj5b+Q7LSexSbEdxe9ghr6a7kxcYF02j3Gth/evAlf0NWXke65SeE6lV8iU2IBuTY21v5jQgjvstKzjCLu+xG/RotbYleJbSHbKU8jvYoItceYGo0I77Lk4ud5ptp1nr8Kk+Hp8x639PMafXaPiTBtLrMqJP5vgPoTwviulKUpJsPqNQNe3+i2i1NCp26z6iO/eMGOXCW8il4yafdgOsdC8jsdCuttXopJ1sRYg6g+u1PjPCUWqcSqUtphcpCFZGlXyq07eY/wB21tdfPZUwqHVMEVl+LwVsTloSpCkLPxEG9iDfUehHn9Tse4dxM7Ka5We9kX/4vT+ezSare+yUUhWi3xLBrMrhxXePwGFpytO9Skqt8o8vxHrt2wS1XqXXuK66uVCfSlqRFUoqRIT8xUgkIULWBBHb0vfZqyKfRsR/cHfgVFClcJ35HEnyPn9b+Xa2t9u7mA6XFi/emn4T/wAiFWUnL52I1t6a3/HS4maxrDjEaa5zApimwJVef9zOse65Wdaort+n00JuCD2ve40PqG2y9xcONxWpeRbGX4rSunMARZSdRm+o/O9tVrT4zrVef597joyZWJSUleZKbaLVpbS2pAPkSexlgSoEV+Vxl583Qr9a9/Lt/me+xq0dlKvFJavq4rrnC/3/APF+zTanlp/83tHwlXGqo7LalPZMmbqX9fW9tPz/AD2vZkFr/uvgyZ/1s3qfQenby77fKOsdHu0dpt/lJgbUgZKb/wDd/wCO+3MR/wCy2tpcF1r9L/5Hh2it/wAfNtjbpnW1fM/aWjlXfhf3er9Xy7/nsL7wJ8WqV6BS57qITD+bI6tK8rijYZAcpB1073ufIkXOGY/wv/dfD+H5jZKbxKi1AqkuLxlrfWtOdrP4tbA9XSLA6ka9x5m/vv4R1LMrJNPRLtE1FunwtS5+EqtRqXUUTZtOQma186sliFAeZUNRmHe9je2y/wAW4DgYjlOQJUvItfgW0vq7Eg6iyhr5+fmNofs34zao09ustM8f4So8hpKsilaDQnQXBykd7/u277wt5GEqXihyK1x1/eFoU1kGdtpRuhwAeQGhAsdNL9h70N4ZjzkqmfmCuGt0eLcESpbU+rfaGlvupd5dSiladb3TmuEuC9wodrEEWKgK/EGH+Vxbz8qhsVenP5+h1PVqADYHpCx5gjU6hWtyyqXvFiuxeVlZKjkR+laWEPqQLAFxJ7n0UNCdCAb2H6piqjT6p/Red9teXNnRlUr1/wAxci19bemyL37PuiSWuZxrDuHGoDbUCJkQ3/3dSuplRF7Xvp37G40FuwsX7o6lPxlhd/de668hdOX7ywpKUvrjutkZmUBSgMmY2CQQmyiLJBUADVOHRqo6xPoMtC5rCEx5UPPmXkNz1JNr+G4UCRa4J7Ha43T4koOF+HXoFW8EpC5UJdkqZUdCtAJspJFyVCxtYKHhJc0d7BsfBjq2M4wYN766jS6zi1uVAoiKdW0J5erNMXShWQdLmW/ldWtgQDYEjXYMpsPlXXIrTyEIypWrpCVfX8vre+u2it/WBmqXjJjG8WI2ul4iYR8XJ0pkWUTr5ZknMAdbgn6bImbF5CV8LwdSEf4Qdbeuv8a7IdTBqfmN1ndVzAqq7ut4OEsUN4jwnE47FR+8Iaf/AKvKSbZgVDwnQWXYEHKDpoRGtU6LS6o5XosR+lzePxX2suTKu+okN3yJcBGqk2Qo2Uki+UawwLvCpdLw4xRsb07Phd+YmGuflzJp8ggZXCsXU0k6JJIAFzr2BAvaO3Yu0GqOT6W8/wA0+jjwJWQLS4oDrZXbpWhSdcumpCha19tbS2d2oGUrt3ntv/aVu6fHbsqvS/fzzHNPsJTys9htcOVYEXC/E2s+EKCshspK7AghoUCk4cxHS22naSxCiylpkcWOwXUaKAJWyrQkKTYqSAoEdrgA50wO9AqkWXR6XTl07ELGfNDkKyfFJACVoXYpum+VVrkWuLg3JMGT5+HJU+fiNqqUGbKWvMxFdKWuYT0qJa8IWANSLZki3VYDZLU6ayx+DGlVcbTD3Fe72BKqkCswGslapC8rWJcNTHIE9nRQAWpshSrixQ7fXUKCSANu+IccYy96fZze/hj+cKEuOt2Biig8KnYoSwc1+I2Bys9aE5QA4lKjYkKuQNlxh7eZKxRiPhBlEWosTFNOusWQ1UI4OjqexadKBdST0rFlJsQUbXdTrfK48Yo1Zpy6pSMqVodzhMyKtVjmjqPQsi3U05osFJCgRfaaUvrOy3lfwZS1kXj5ljQ5FKaan8LeFS8S4Uq/TTqu0wqLMpMxIJ5efHUoqaVlslVgSfEL3UErbGVfxHhd2JWaDLYyMLTzsXJnaSoXFlp1GUkkJULW7A2JBscVYO+y++2mvRXUP07F0XmmJqehp5aClPESV36uoBaCSQbBQFwDL9pndpXsORaTvBw5hmbytQyU6uRUJcUiPMX4HGykdCHtUhN7ZwlITckbHXTI1m5BiLooZ8iU1crdLn0um4talrhMSkKTFrMB1zPT3wCFQahHaN3WRa6X0Xcb6SUkWTsPyd4OOKBWYNBr1brzDa1olQeFM52HIaV4X4yxYuNnyKFAgkgi4y7CdCRKw40/VMOf0jSJXVPpbsjLlWm123ADmbebOrbyepJAIJGYE3AwRPi02dWTNnYQqDrmctJCJlBqSrKLqcoyo4gSQtIHBdyFSDm0S6Fx4tG1c/M64hrtLqjS6rhzENRlPwkpdnxWnSxNjpF8zqEZQhYHfQHTN02BG1PhzCTWPGvfP284yGEdHNITxW1C6spUyARqQU3tY6g2OxFirA9LaxHAlYcxCvnqilCI65CRxcynFaKKbBxJTlUFC9wb6gDZhbutyrWEubqmKKIhh+aj9ZKMrovfIbhJQfEE+pVbW4FLDsTiD1FjKPGW86v1nFuHYlMaepcp/Klp9FUgCXS6plCh8Vsnpcy9RKSk3QClSQVI2tN0+A4GCffMrC+egyqopHOU2bKL8VlYT05VugrU0SDlLhUpPYrIIJi0nAUqsyuawbUVsZEpzZOlP+8E2CtST2Pcm2p2d+53dLWaXPfr2PJbFUR1IVFaQEKbYUCA43oCVeRJ0AuABe+2a7XOPxM6/UFR5e4M4k3L76cR0tx2jYeYflMZZEVEeVmyrF75QvwX7WuQR5EGxXtYi43wHQea3oe8aJKXIXwqdnWlKVEkDKAqzxUrskGwB07W22jTt9u6/BEVyLWcQoi+6MrS1L8WSxynuL/UaEelrbWD2P8AdLvQ3X1p116g4opaHc7seQlqQj9ZDqQq6TfxJULG+lwRszpwyDylKtU68kcTEdPnQMURabAlS2KciapXILqTRSlmQMwKC4CMiyCog2VcE3BBJBNgzAeI58rEtBxH/REpdLS1AlZ0ZEyLKOXNYgtODh5kuApV3BBKSl+7zfZg3afY1iVAlroPOusLU0617xisuqWnUIcPFCcx0AWoJPYWsDQ4l3cb5N3MCme68PQq8whrlXfdL6XUqjlacwDLq0r4ZBJygnJqQdSCfvDd7jA1KN8zONG9l/Ee8GguNYo4FO46EKdhylrWiO+j+0iiysqjdXhADiVEKzWBB57Mu76Bu/xavd9PqzHvFanX2mISjychJIUH46HVLcZXYpC0JOUkKzJvlIi0HGm8HctXl4IxHKeXT6gpbsCnVuEtUePmOZLTbyk5mkEJICFggKICFpAttf4arVU/nQouKPsmukReK7x+jOwy/wCilJJsVDqBBUFDNY3027u7TLJqcHEK9/1Fwk1jJ/FFG49OxZCj8B1edK48hGdVg4ly4F8qrKAsDm8r2X2D95OMpU9xrjUtnjo+K66j4SsuiuNe2doadQJLQ1sRoCre3gTHmN96s/G+DXfelLXFTTqvTktOKfhrDillxTYF3mVg3umzjakJIF9UgZpc+jO/Y1qiZ5T+VpKWrK5jN2UctkElJFnBlWE5krJAAGD1Kqy/UL2/UX1Sd1xiMlmiVnFEr3pS8T1GnRWHVwqpSH2kKU2/lTqhSiUPtlKkqSASVJyklRUQAL7ONe+W8B4tq02FhCvVJTUWoxWihhT4CkrcZ4iCG1i5ztJJIsbpIJWlhYMT/M3uHxDhzFuRa62p2VFWhRUtmQUttgN5tVcNDYupOncAaEEVdxpFi4S+yU9pHuTFkdE2mysrbsVyU2pCm9RctuBQAC75kkWANik6YoCgJGlqVcIBFpiBveXuW3tN7vt9z1LnYei5kUnEDCPhVCEWyphSkpJNgSgLaUiwJWQVJsdtR7lKhF3jcCVFloYi0+YpiLKWgOoclR3OGW2nM1sjiG8yU62SoWICgkKTeDhJr2kd31JxRPdyYy3UKS7K5XpVVqaLlKwVDM2406nMUkFBKCBbPs2N1odrMVil4caRS4udrmGl2Qw8o6r+GEJLLqgQ4FJy3JCkhYXfbWpqRTkDmaSqFXMbG+uiYyrzVJi0aoUTmkJkR1xZ6lodkNKQFKaQNUOXDZIJKVDW1yCNsX+0jjZ3BGN6bKlYe51EWApfFzffYquMQQlxRBea6fC8Mw0yrRlJV6GYn3dtYyaprtZqz9Im05SXWKjAWFI0CkkLQu4F0qIJN0kGx8ht+VLAWDWqXAwvjflaih91S4TrrTZVn1WUNryjL5kAkAjQgjuxYN42wPdwZ504eqe5HfHyGI3Yn31CEtSp7TSFPxVqByNTGTmU2okdK7qbcAuhZAIRf4k3c/aOjS6NhKiLrcpjIpLsJRYfbVe3DU8olKTYdJJKT2Its78cr3S7tHa7Pd3ZUGbCojv3yfFjtNLZaUNXz55Ba7ncWSq40tsD4fxxQWqDUv5uWfddRmuraRHlSlu02clQunOpsKVHcIJUl1IUCk3IVoRnXVhPv9Sw1BHsSXuK3WT93LTEnG+Ia3huoZUtMVRc0NOuWzcNhUtCcjoCiVIbkoeQFKWkAE3JhvpqtZxHhJcqs/Z6bSKglMOfXEscJ9UNV7tT42VTMlpQFxoAM4UgNqAIRCsU48n8PdLi2uVSFTkOsSqvRsRvplOphk5s8KVYBbK1AJ1CTbqAIF9mLiBWMpVUclUvDyKxhGnQFxZvKvhbUxK/6xDlxiCtpwNFCm1KuFWUArwFTa6avb4iHVt3uRsHuYSoLrlGlS6RKlVRrl2lOzCiPVkptlSlxzOlLgGgzEk9iSNQE4+oOFsJSvdeBN3FRYYfRnnwKjVFNISmxBehy2ytcd9BIKm3QplQBSAoKSowpVbwlQXW8R7ufutOmw0yp8KenLmdbuOHLiOAIdUAARIZWh4hAOY2Da0rvM3wY2350yDK3VRURa3S1KacpyH1In5glRW3EXome0cqlBCbOAAHhXJJoEVBgwgsZJrDBWBMbu0GBQcZVZ6lrp2V1Kuh1MqOsKAKcpQjiahJFgFHUWJANREwLFn7xnJTueLUacnK7KSgJYcy5lIcQ5qWwVqygWIGVSVKsQRn3C+/yfS8OYMw5i1rEsFYdXTlpYlZlx2tBcJcKFcMJQSpJvwhcgHKQdMYJ3q4XqmEq01yk19ikNIaaqzsUtJStSbjqSAkApSSrMAAT5eREx/LLG3dDnFe+zDkDGUCqT/ePA5ddIqUphpOaDKQt1IK+ICC25dQCVDKoAg3BJCY3p768UUasttUb3vCWjoYlR4Da2pTSs1nEKTYBJAvdBSAU2UAoEbElC3S4jarLbvKRavhStwkrdqUWafh5CC2ttZQEl1LhuppwDsQTqCbBvANZoMCpRa9Q4rGHUOrU67HXxV0l9R/rjbZSFcq7bOoIHTdV7EE7FPjOULBRjfU1vBo2E59YxivDuJGEtRajMYimVTnJDfDWlT8cWdDLxS8UuNrS6w6LDNdSNnx7U+FpWI6Dg/eDS+VqnAhux2qi0pt9DfG4awoKVYFteS17anKCASDtnfE+CqXhzHlJ5pmnU599GSpSmnW0sSoaszgculIS41bKQrILJJvYpI21tuWqeHMObtXN32KKtFYboMxbsV2e6h2PwHF8VlPF0SU2WQgggFIAF8qwLboNxt5WYc3i7i8W72sOPyqoyxytBUh3NAWhakxTZS21o61tnRWRwEJC+4Izgk+6L2ZMb7gq9HrO7Tel73wbiuKxPVk8DiDcpLkckg6dJWlSlJKdFpIALh3lez7hzeXvBfxHu5iTcPSn4rseZ7prORpxZKVB1hlJSQ2rLdWQEE5SUggnY83ZUj7G7uWMJYow9F5KnLdRAqUeQVMMurKittRVZbCFE5gTdJJICrhIIyZBfHlAPFVRqlBgT2qW8jgZkutSHXQ7wUm1lZgQpbV7AKAzAm5yEqSSjdPimBRqW/KdwbTqi4+6lqpLaQVReLY5HSdeCTe2VYSFCxQSQQBGo4Ulby3YkWl1ynRX5Tq2HeakITldFyhCikfpTYEJy9SbKubm/8AU/dJjfBGI3JTr1Ri4hixUoaXCmlDEyPf9HcEcQgXUAbjUpULEKCQttbUYH2gc/1i5d7XwPUKN42KeadcitYOfixeEpha0uoffZRYDIpSLOKQCqwJzA3sSbnalosfBtBisSouJ6uwtDSUcumflSz5EBBtYG1jcGxJSsAGw7SqnhzHjrcXjRYuLGOpiFIUGk1C3dhQKUpLlieG4AMxu2okgEC8ejVSvYjpNUqmGH63R4TWRUNp9SZriAqymysDMot20zFQIGUqSNQXUM4/7fuTsKfZkwpwxW4DTrcCjPSpsVeVfLupSjKq5N0lBDSgdemxQrXtckj+8jAmHMb8estU6LCmxcsdqfDd5OqR3UA5ELcsF6EqyJUSCDoSCDtJqOJqo7iOfS90FOYpHKqTx6XV0fFSskXVyxusNLSCM6FEhXVZQvtKNfrPwJWI8PUGoofRlfaQ0fUZvECVJJH0IIFwbW2C1VhXmc176YZfn9oH4Sj4ylRYlBdeXNfiqWqPIWjJPhqIKUuZj0vJKVLSpLmi0KWCbGxkM0OVVJ8SlxYnAryFraW00gNOx3UkBFj0ByOesgkhSSrKVBSgTf1nefAwu7EapeGVwn0KVyvCupCXVEhLYASSErUdUAW7qAv2XUnHGI8UYj4rWGKvS331cwlMqGtiRDlJJAdaURmSSklKrFaVJyq4ZStQ2XpreonMrRZ9R5YxLCJv1xu1iiXg2s4ThIlU6a7AfpdUjuw+I/YJSVpyjM24gvJDgSpJGVQCwVAtCMzA/m+bxvRt27dIYYa5eo0is8OQpKR/ZLU2ohxIJslVwCAbemwHXI9LqnKSsZRFysSoaStqRmcSiUwg5ihjKc4W2q6ijUAXUnQHLeQ8O4oxvFqVLqmMap9lKihp1MOLlfXlI7pcQTxUk6mzYJNrgkX2DrNT20P/AKius21nKwUoGOHcUYtbdgS6oxRFsZJEXmFO8Fq1iM98zjf6ua5A0KlWBEHH+8uqbv5bEDGWA6njvBS5gamSKdPXNehtEk8RLZJUtI6CUquQbFKgbjZx4c3IxcG0tz3DLXKblJ+7zUtFWZJ0CXE6g21OgABPbSwBpPs170K87PalUmkRfFwpTUo5ZyNCStsAo4g+UmxIBBIvYB6QzDIYEn3kxFdSFHvmDW8ujbqqpyjtBpzD7fCRIQjLxWnI50JHdSHAnv3AHbVKggMj4sn0GqUnBuF90T9Xp1UdaTHkZnoCm0KdSkutyGQW322rJNnAokAZSCRd4t7ppW76jPuu+5JU2KlLrrSOIpSlAqVxEFfUFq7cMkI0sPTYZoeN8JQKNPr2F6cul9KpDsCQtxcPOps51M2JyAjMFITaxUoi1yNt8BZtach1BhfgveNFwli2Xg3Hjs6auU0hfFrPKzUqaIzJbJQlpxQsbBTiVKunMTfMS0MPM4DrNGrsqK6xFYpzCpXFS+607FT1Znfi9rKHUq5bWLEm9ztm7dZuywbvLlT6pjeI/W5tRlKzcV3O0y1eyEp0IAbTlQknWyQb3Ny1qviGjbpd5eF8LiI/Np/Ku06rQ3bLd93yLNKvcgrSCkrvYkhCki5ttbubYzYnEhUrcphyfvB/nBn1unVFb7XXyV2FOWFi6kBV2yU/pCklJNiCbkk0xlg3BG6Wlx69RoiELXIS+nmpAX1KKMwClEHKcoukKCQBcC5JKZq+Hsb7vsb13AdLl8eFQciYDDsgsLlMLIUwsBSShaijQqBuVJXmtfW19omTjbGVGw9hehVCkOU/kFu1hcpjOtUfKUFbaCQniIdIzJUCkhRvYC+yle93y0zB3Hs8vUhyfaowvvQxQ5gis0771CYTy/AXx2nkEjNc5QoC5NlBROXskC5NRhLebi2BhyfPw5hh9DDFSVDyrdLDsV2xPEOYgISVZiFEkKBv560G7yl0aqNPwKXhhiFUYuZKJsVpUfgqAsHm1m9030KdbjMBmGuxpWsbtboP+xtZ5J/EVRyzU8w7y6JHc3SsaBXcJAzEDsNhWbe7yIpbYiWGUVN31Yy9zVrFFZwnVKRW8PKUmr0uO7nVlcPwahEUhOV+MslIU2AC2rUFTRulX1HeXvkxvXmMR4Npz9X52HknqpqI0h9NrXbnUsr4joSpRVxGsriSkqIVcJDpre+HFFZpbcp3ATlXpc2Opp2LyrMp9KTotCkKWjjIyk3CTmBOmt9lXVPZ6wliif8AbeBRK9SMSrWibAdalSEIz21VHXdLzIJvmTdaQDfMnQ7Gfay4xLi7cvAjLcxTijFtLw1Rp7vwKjniykoila6a6kdQSVozpRpcIIBBJB0JGy/xfhbHk/n4uEsQomsU5f8AV4Drcp2OsAkr5dxLhDR6bpsUpJIOmod25FnG9eqlSi157joYWlCJTtlTWVhOqFrsA4odgpYKrBN1G4G1437OtBdrM9p15edb6qlCmoaSh2OtZJWht5vI42sOdeYlQKVkDKQb5dXTR3N5ie+lD+pM9bqJtL9wsVl2hzadVJvHhSorUpb8XignNweKSpAJsstFSg2TkABSSS/C1ZwvRoDkWqS1sPrRxWl5ilTKLm2bQDKSR1W9Rc2IJ3vU3fYtwvQefo0v7SLckJXNTyraJTiAb3JbtnUASc5Qpwgaknq2QNJxRApeKJ8WfT106LFQpUd11ZfSpfYqQF6raKhlUEErCspUjUEj1KfT2ZQfEXt2ag+HqMmnJpdZlVKBPl5+V+Ll4p6Uk+PulwpPhICiCCNQSNpQnc1gh9qVSaR7rcQqKtpK1JdUoGwQq/ceQXoTYgEEm6y3fbvKpAnuT5TXu6FCaUvhIXkysKWcobAuAhRvZIsEjS1xYF9FcpeKJ7mLWs6KXTneE1AaUlSXHU3BWASSFDKCLEaG5BzCzlP6gy0vp9OtXk8pK7gyvT4EBqU6xS6Wj4CKW01lVmFinMAdEkJuEkW7HUk2DEl2jVl934687XKutO2ShNvCWyOpuybWsRobdrbaMmzqXjKjcVqItfhStC0Fp+K6m/l4krGpBB1GoJB2TGMsN16qVR+vT6swxS3/ANK6taEJzaAurA6TY9yAO9rWBshr6bj5V5/tIsussJVMwOxhvBi4XoMSVwpWSlykKdV0KW4k2vZJI7hIURe9gogG5IiYox7FxbFbn0v3dNYfaTklJ/tLiwQUFJyqsblJCdSCDYEAYxlV6DP4+HHZcWrsIdR8WPZSU2Kk30IsoEHMkHQEG2ttlvijGzsB2JQcG4TfhMQurmEpzcRJy2AvYG3htqALg3JNp04dkCN7l6dPu4c8x0YfY9/QH/un3qUlXAhsSiwuQ6yFKLbSb8LipTdQQtAuAogkAlLE3a7usW4ydiT2nuBS4rCWuK6jqUhJJypFzlBzHqJPe1iNAmfZ9pmMt92N28ONU+ncrCyO1Sby5adbQblLYNynMSjMD3SEg69Nt8Vd2g7ucLucV1uDTqc11KX0pVlBue+vp+Gzz/ophvcpqqwh2AwRGHMG7voD9UaiRYuRGaRKVZKlKHci5FzpqSbAeW2fsT728R7way5QcBvLp0WKpSXXXY/TITrYoScpLZsQVXBUOxAAJAt83tCVneDWX6W1x2MPLzMJaQnrcVqAtQvqnW4Ta4Ot/LaHufr1ew5PYgVSnyptHlZ0x2mmsz8VSiTdKPEUEjVItYm4He4aFDNmCQbVj3odTqlBgONO1Z9COpbuRRUlV9ST2uATY3uLfncLlV37R4jcwvWYj7FOrbC0U6ei+Vx3U8MG467daVC4ORQGttu+/mNijDlLYi+75tOiv5lc0hg5UpyknqylP0KTa4J00I2UEbE0qK0w1VJcpilyuviw1t5UrFlJkcNQKAsWQokAEkXBGuzy43cxvTAN7lqaHiiBVJdLxa6/FhNupzu5TIQytJ6XULFzlPkdSAQSLkp26VbC9GrNBYi++31ymELSifCd4qFKSQVtSGV21F8yXGykEKFxe5Qbrr8DFEWkyqXW4SK9wlsLWhJYamK4ZCmzmJKFG5UgHMnVSc3hOyqZl/YOK/75dWhfHdadhZcysgWS3ZV+pJAsQQQSEqA0vtzBVmlWFVZURabAo1eYxHKlsLpyEKjutNKKVsryZs+RQzJtfSxNyLEi+pM9NlVmlwJ8X+tU51LsV9dsriCNb9x1dJItoUjUXII5iOR7+4dZw5SUSoUpSHUR4qFqyq+cEXzJSdRa5Ata/lsV13E8CjUZhql05cVeRLXLv3StlQAJGo603uL2BvoR22o9qAZgrLtg4gxXUwKpWW58Vn76talu5L5tRoLjvroD5jtbsIsNiU7xOVZ47/Fyfos+ZXoU+afUaXGv02u8KO8q7zU9lD79RzI4qlo+He4vY3AGpA07XIt32beAKTheLKbn1nJCfQ6niodsqO51C3VmNrjQknRVvI22UFZt5EXO5+Yu8KMxXapEqjVDWhCE8nPYakFC0oNjmYvoq9yoIWL3Fioix2+8LYxwlFxlyuKKSuooYT44rQQtS0A+Nk2QuxsFJJCfFoTrszN5mCqD9qIEqje7or6Mq+YhuuJXOhKyqAcQCptxxsqNnNFWIBtYkjGPN2LWHJ7DuI8Q0ub70/qVUh9MhTRtdDib9TrZNlWKTbKLLtmJLKeOY2KA4n1hveHPxHiipNOvIRFQpSIEVpBQhKdeu6rHiEWve1gLBIAOw7WZ9G+27juMvfaKWhTS3eQdQlf6PUgOJKcwuDc9wMpIvfaxwLhjlcZLagVZb6EZVu5fCpJIuSO9tAQbA2OgF9qTew9PgOy2uDw4r/CYW6n8EkhQuSNQVAaXBuR3uiyfqCUavaYd4cwBPgYIb3tUuoMV6g+/JECHKXAVFUpCXlobcyOAgpUE5DqopcNrJJSTVScX4j3g4jcn1moxWIVIzLW0qOUJhutrzAozKK0rISoOXOqTY+Q2qt0++lqg7m8Q7psUYmmwqXx/ekDhIK2nrhxLzJt1JUviKUlQBBNgbWueODKthygtMQObYrcJ/iuykSpDalSGFGyQcwyKJ1uDluQnUG22lkellLkrX7YXUjGNexHiiBP5uL7rlITwmkI6lX7EjulYIN0EXTaw7knQOG8NT59ZgVml4hXFcYiqadi8LpczG1ln5kEDta4IPcEjZI7od0HCr0ul/ZNbELOio4frinelUJzxR1DMQcpGU3sQpJNrKF3/AFbF8XAcBug0FpEqV4XX9FZe/n9L/nfZlUFa+USKbftkul7tMEbvp79e4qEIQtTrUdVsjKjqooHcJJNyNQLnUX2F8Z73p9U+4YNiP8qvK0upNJKuGtWiTYa5e3UNPqRrsK0KdjfHlZnyoEt9+o06OqU00lWRKlJtoLnKbkWsSQfrcXVknEs+BXp+F6y1Npy6i6uVSJUWyOCpRKlsqA0yBVwAQLCw0uNk77SQO36+ZZaXfkSRi6dXqXWWOflsTZS3UpX3WlSVKt52IIBJ8rH6AbGu8fcvVKDhePiOjS0e+4sX3iimqUPvjBBLjbKtLuAd0EAmybA3Nltih2U7XualS87/ABfF+ta2vn+y21niHeBVMRuxIsqt8d/hLjxVtLGZOS+XsTqVXuDrpcjXbN1VdHG8cxq1EpUAiG2AsUQKpRmMOYya4FLfRxYE3hFSoK1DUjuFMqPiSDZJNxbttYYmwzPwbKj16VSWKvSIr6USuAv5dSkKGhF0+Ek5SLEG2oU2BcY8rFboM9rgMSkK5WYhfQ26b6LBBFs2liLAKsfo7sM4gaoNG4WLWn36c+07HjutKCV0909mHkq0Wwq9wDcAkEWGu1D06srvxzFLKw32yDvX3xUHEeF26NgikwsNSnmlJXKdQUvpQD8pSMpX3tdQI6jlIBGyuwLhLkGnOfqPNIXmfW611J/EJ0JF+9rHXvfTbvUoVednuOxcPcBEV34sV2/SpJvwiBrlI7G9iDcE9xAxCKW01/2SokqiSpvwlwFyDIY1Gq0KICki9+k3A8j5bIaldVqmXJxg+hArpmdhOtZfqkCK/jz3suLKffTHipQopdSkdlJUDfVIPoRe2t7bV+F6PPxRiOJWao64uLKzOqXxTxVL78Qm4JVp3Nx200Gwq1NrNZxlEwlPd46KdHUn4SsyFJte4073ve+oFxoNn3gzDnuuly8ZVnrRFjqRAQlQTmWbC4t5k2Tc30zAWttqJutsG/0JpmtARIdd3l/CcwlS5a107i8CRKdXwkpuD8HiCwFxe5INiNLi+w28xiPFsV/CUBmoolRUNR2qpqhbaW3CQVKFsyki6SoEEi5AAsNhihYsn0vC+MMG1miIhe930yOadaCVpXnQVJBINwUDLlUDbMFJKVAHa6pePapApcSluvcCnML6EqX1qSRlyBXcDXQkmx8tLbXs1iUv4/EHcyL9sej+82sxcJRMOSnm6pV2EcvIqKY/C43bx5BlKhqMwF7dwBqaqjwZUqg1aLVHmF+9GPu7q1ha2VpuQtNxooeoFx28zdX4arfIRX5TrUViFn+8dSsrib3BKb2z27qABV5jtZiUeu4XnxYk+BEQ+hCU/OMyUn0/O5+moO3Je/UHznA/EQLGUEvCu8GvQOLS64tHAd6ZDCBlyp8iCeknzSLag2HY7Cj7GKGpTHK1x9dUp2Zpa+EU9PT5iytDqDe+tgbWGzRxXvPgUaluNUtlmL1JzdvDfX8zf9+ynxzvW4sqJyrzDDedK1O6+Z1J8xproddO9rbG+lRP5pClpebvt2++ms4obi0bEOd/Ip1ECY6lhbnY6EkFVu9wSRqRa2xivdhjyjV5uVvGw9S6jyT/AM0gJmsp7lAUUjMnW9ja+pFu5UUPetXncWxJVLqMrjxUJVHkR7Zm1gdiQrKpPYhVxodR320VijfHS95eF4k+s09aK3Fa4U9rwryi/Wkp7m/Yi9rkfXYiaei0YxzHFt2exEfWMGe9Ofqm7SWh+lvtLRKpsp3gKUoeJCUHRtdibakAnRQBsB/D0X7bz4mHMJUOouVTKpLtNRndf4qbkhKSCrwgnuTook+Qtae+1S6pLgYX94uLflKlIddaKlJUT3ue2mlybE/jtyl4KxHArLmLcLuv0Gr50updpquEpl0DVScpBANrkAAAkkAA2HnG0oGqzg+/eITupaeYyN21KalV6hNe8ajS1sT0RajFdRnY0OUlSCAoOA6W18xoCRse43odGwHvGxDKoLVOeRKU0p1EVrK1IUthAKyk3AUTfMNbqKhfZG4BxBiivY3nu4oqK2Jr7qps+Q6nLxlqOZTlhYXKjrawub212v8AeNil3FDTbXBz8BWVp3VKXLEAFINj69wLaWvszqa337PiM6mxaq8IZ/eztix3DkpiBKd49OmoT0/7NXpb63sLaaW02qd7u6uLhfeg5Pi0lC6RXmlutOoScqV6ZkkjtfQi+vf81zavYIn8JqJx1xXc6kpXlzJHpc+nYG1ydtZ02t0veNu5YlOuoRNYYS60ha+tKwO1j4jfunz9NvYac96vB9xmki+sD5ExJWk/ZKU5VKNSX1sLkKQ7lUVKbXxDorTS/qRb8diGgyGmuHWap96XKRnd7Z2VdgLXt20NjbTaPvArkVqfXYHWhD60qd4Sf0btknUHW1x2v+ewhhqoyvdb/FqC32EeBCv1R5d/y1v+I2S1A2AznGwS8x3hKA7AcrzstbDC3VLQhV8jark9rX2ut32/D7ORW6DXsBomxc+fmqatLvE1/S5CQLjUGxBIAtbttaYYxThzFGCJ9GxbE+AtC0IdSrwqPYm1iPKxBBFtb9ypVU2jOz3KXRqi+h9h1TSv7J3MO2hsCfxHp30OwunnxIPxK6cnEbu9TetVKpAiT8G0lD8F9eTirTmS2rXQgEFKxe5SQL+QI12tsHV3FHutuU7VuSfldC2kICmnkj5VoOhH17jSx89lfg6n1lqsuRYrL77b/wAJ1aLZJF/kUn6eVrFJ7KsSC06gPs5hdyU61k/uO9OX/Xy0PfZ237ZdxzmV1bZr28ast4XgRGHJrDXMPoadypcQkjUev+vnYXOzx9nbA7uF57js9lCFxehLqelSdOoKGl76a6i3mfLIWAMZ153eXTZUBlfHXMQqLIa6VNujsQoA200IOhGh89vQMbwaXKgR2p+E1wsQv5uuAgKaeXa+YAm4Cu5SATexAIvsslXzLFd4lNvJxhjKBWXKzhKtririoyrS0kLS8nspCmzcLQRoq4tbuRoRm1tx2VXmGqpwEMSlK4uVa0tMq1Nx3KQD+IHmdCSwcZUfEf2obd+0PujmlqRHam3aakP9+EHCmyHf7pKSRfy7UtWwrVIHDnuxFr6utTSM6m/XMka2P10+o77YPWNHfa4dOR+IjdU+7I9SlxDhms4cxHyEqIv5VMKzjLIRbxIPZVuxsTY212IGZMrleFPieBHStaBmyjyuO/0NyRswqhhif7hgT+Kio06U0lTWdB6bi5ASTdCgTe342vpsNyac1PiuRYrvWjqS1m6k6eV9T+et9PwPpempT5jgxMja0FqrU59U5SA7kWtDuVr4oSpSdPO9tTp/12LKTg2qcq5PlREPoR4+6XW/UfTtcK8wdg+v0aK1w2p/H4C+hbqfG39SkWBt5EHyI12MMJ4przWHHKNKlomvxU8uiQ0o/GQL5VkEd7dxpr5DXZn6cfcZdqvDIhTQ2YvF5V1pjOhaXWl6ZkqA7G3c9+3f02I63U8JYoo3wqiiK/FQnix5CenL6hX0ItqARbUAa7JFmZXoEpyfAezoz58iHfCr6p0t+y1/PaZDrHv7ic099++bJ+sf2XJ9B63IOy6sbPjBlkBhElyBS5TfNddLlZmn3WlBSm7jx+YIFh5G/qNp2PqJS4FL5WLVkL46EusOtdKlJI7FJJtbzN7+nmNqqhYdantNxWnX861cJTTtsyV6Wy20Ve+igB53AOm15VsO0t2l+5pTPHfYzNKy3Q6lX0N7pUP87kgk7dV9RyUEsUr+YGYHojTXE4WRfHV40frH187+dv2bMs0T7q38FHyq/wCvlsG0PCbsVpt2K6+w+hX6XVPEQLW4gACc4tYqFr+Y2OqW/Kdab4rKHH2MuZOfKh5I7kG5KFaaDUX10HYlmkfWIatQnB+YpaEb0YL1mgutcT4OdHiz/qp7kW73Hnp389hJ2LwnXP1Pk/j89m8+/ArMWXyrueUw0rixXU5XW9CbFN7j6HW41BIIOy8qMD/xVrz5evLlyq+upNx+Nh29LfNOv9Cbpj7k+0wJr3LKdl34X/oH+npbZF73KZKn15uf7vzo/wBrolSlW0Qog2A9CbEg+nd7FHwuF+p/H8f8NqiXQIE/iO8H70hPT2TmUDcXv37evp6bT/Cut7OoNf5htGdp2wW3b0R2LRm3aW6tD6HU/CkKyqV/4d/K2bQ2ANvI2O1lvswfAqjVF3oYcoa4tUir5DEMJpYVFkJIIbltg2yEq6HE2AutKhoNvyl4qw41PbiyqfKp0pHwl91ocyk+Ip6T597+gINgT/DuMZUCU+1A5WVTpTSkKzpzJUlQtZRPStFtDft6A67fS+6NuDGDbh8NEgzCrMV1zlXvgvoT8JXyqHcpGhTr3SbgaaXB2u6O21S4DnNRFofW6p3P8qk+fnbQd/MnUjYlre7Wsyqo3VMOVyK3FfWlUePx8qE2PZLmZSRfS3YdrnvtdzIkWBhxx2e6xFfYWpK0LXwFMui9hmAPn59j6gd0rKi8jCn7YG0/DsqVWYkr3c+tC8vCda+boNiFakLB0KSNfMEEbOncfunwRvkgYloNeiP07EOHpCJDUppLjWZKklIDiLi6TYXtYhViP1SmKJi2VhyLL5B1dElLVxVNPtcWmuKykB5BQVpSFWGbhnQkkt3JUnVfsy4waxHWW6pWacil4lfp3KzUNOhbUxoHM24lQJCwQCQoFQIJsdCBp9OUbgIZK9sv94O7f3zuql4S5ta1woqeVd+dKmwSkg+o9ba37bYflwf0nFezr/Xy/W2o9bjXb0rlsNOwH4sroyZk5vFl/H6H93467eeNcosCBijFFL60LhVR/pzZsqVnObHW4uq4OoI9LaNdd0/cpDj4jCIfiAVamRaNS5cqU6+ww/0O5VlKVJ00VYai9iLg20Nja2zQ3Y48gQMLxML48zyqchHMU2PPTlkR2gT/AFdwjI+0LnoKgUpNr2ITsB12PKi0t/hU5FRQv+y4RVxL6fLY3HkRqDbvoDS1LDOKK9QWJ8qXUUUuLmfaYfjlKc1vNRHQ55AhQBANwOwX6YM14hkqUiHG99NBxRWYFZwHQ0SvdaHUIlR1BaeXVe8eQm+YtgG6QrRJtlNtBS1vCzruHHHcLy6i/KYd46KXPd48qPYhSkMuFRLyCklSQSSAbC4IGwHQpP2XxGxPo1RqKGMyv6g6Gn2VEE3TrkWk2N0kA6WssnZgSMUxaphKfXuU948B9S0LhrcYU9ZaAVgBQLTo7LQSTdJNrEtg9qurZMpajqQZXYQ3Q16suuY8w5SadNgxVodkcLofSlae4RaxylPUnpPoCb2gJos+fvabpdeZXFi1fpYS70oedbHWyoL6c2XqAIBOpBGl2TuL3jxXaXWosCoyl9LspKnbJkJS9fMhdrXOb5iASTfXUihxsjEe8avQJWCOOwtDqGlylpycGQggobcJBAVlzcO9gSbHRWtng7cb90F95rjWA/s9PoPEXFoNbYfyOtZ0MqUlaFhTKiCQULUDcg2troCDj+euU1jJug0F1hjC9bhcCZH4olQ2eJazLjLiQUtrV2uE5VAC4IAMXexg/EbuCKs7iOnr478NS5UpqKVNJUkKGZQAu2CAbg2A8rAXGesGU2fiN1v+kWYvKoQiRKkXUlKCLAG11ZSk2JsQBa+muxqB8y+nw/MK95M3G7rrkB2kwn0cVcVVUjtZXW3U6DiAkK4oSAkqN7gDNmICtqnA1Tdi4XntVSItiVS5CkqW01xUJRZV2n2LhK2l6K0y2OUpsoJUNObr93+EorVWpeN3oWK6XUYqZ7D6XQpbKQsALCwbocQrTMLAjKk2Btt1Y3VNe+W6zXqdh6l4eX8B2owl8VE5oEgNyENgIjpV2zAqABNwPItibo+tQaAW6WjYDxa047WYi2JrDSqlS4DvSlxANrNlVuO3msoEG4Jyk3ypVB3g73GsZRXML0t6ahbOXlXWHc3NNDKCLa2t2ym9xqDpYTPaH3mijYow9heBSX6XSKW6p1FZpqGnUx1J6OHHvdK0oBHETcFSTbqvfY0wnRaDjyL75pdQhLfQ7klLhdKmV2uleTMBlUOoKsDqQbFNgA5DYgbPE4xCf2bGneVciyuO/wABPRIdTm6CRYXsFCx0ym9tLEXsHHiHHNLw5xKW1Lz1HhLW1DkO5eYtZS22VFVkqy3sk2SToSLgnnhTADv2XcaoMuKiorQrNnupDlrXCwkBabXJvYWNrg+adxT7Mu9DFFecgSnmEUh9eZbqZvHSm5vmbzJStsj0NyCBqdCYercZkW0i2zJkTFrXNY3iOxYiJ1LxDHSviqdaTlUk2AyqUE3HhUkkKSqxAIIBkVKiynZUCg4c5KUh9PLyER3eEtKT/tkISUpAt4gUgkE2B7mmK/Z5ao1Gw061W5VUlYeQmOp1b+SU80EAWW4QQSMvSSCbEi5FwRXEGHYDteiV7d9VoNelfokQH0ohVuKs2PCCVKKJCFaZVNqUlRuAkLskq6qw1JJvOE2iOJufzWDaThKs1CbWISGsnCfXxX20pXdIEhBHFSk6JJsoAWUCQditGJ5WKMLsYcnvSor8LKmLUorudbKk+HOnpVcdgRroDcd9s+0HGuKKW05FxHx6c/0rfi1aGqPIZUFEdTakgoGlgVJykWUlSkHNswcI0avV6A5iiBRKpS4tLkJ5pM1pxSMupBQ5dKuETqlSgRY2BKSCnIq0+psbuHIBmYdPY3niaMpq6NijDjH2jq1LmyoqeFI47SFsKV2OcG5CSbDMAAFdx22UK6/uH+1HuGLiZliovu5Y8NLq0ux3xYltKhfN6hJHYk2sNPrHmP58p2JVHYjNLQw0lqfPduwt5PZDpeQoJTlIylJTc5hYmwTt3wBEi70KyifijBtBfm09jhe90pTzCmr9C0vCzuYgqIQTcDUZQbDSKWMQMRqpWyOIS0KnYcw5iOPPde52VTml8B1NmpiY9hc2ScjqADcKAAGvULGyw3rVCqYSxRP3g4Dwx70i4hfySp6GkPojqLYSC+tPxG0nIElBSBmykLVfZyScRUFqjVr7pFbYpbvJz158qGVpbzoXxE9TKwpaVFemUm5UCL7ZJq9exvgPEbdBi4hXNYq7SkcWR4XNDZLiQcigb9LzZCVAqSUpsCSXsacCNG01HiMaHhOLva3I7xpWI+io0tp2o01qPKUlMF9iI64I6DopKTlTmSdbKBOtjtkXeBiR2Bu0iQHXloXN4S3Y6snisCTdPSVBWW6xa/fzA29AN31faOA8Q4cxPh5uK/VKMtUpppoIS5GKS0HE+FIUhTmUC4AJSkrBUFHIUr2X/fzVNo2Ld6S0LhJSwuUuAEIlJAyhxOg4ZvqUkG2oJNhtTVa2rS1r3TjPEK+oCJz7Mbnsn4qi4jwHLpfx0TW4vHz6K4igg8bhquVJWQAVNr8QIIBAuCXdVhufKwRxYuMV1GFFnriwJDscNSI7F7cJA0SvhlwEJJFjmSFEFO3XchuDqm6XEbE+jS6dV4T8VLTsph3hKestOS4Uo2AF7AKUASbWJsTGDQaXVKDVsGtVGVhp9+e1KayLRwlO523DlUmwvxEklSCm4NiSdBq0XpsDZjCalNmczQFMxJS/dbcCsvRedRF4uZK+mQkDqWgmxHndJsR212AMTUKlu7vn6W1XHkU5+emfRqjD6n6S+XcyQUlWbITmSSkiyVqBsCLQKnTGsR0H7OOur97sRXeXdQrhLVdJTxW1C2ZJBAI1BtYgGxMSH/TO6BzC9eqy6XW4UJSIs/i532XWwAl25AKwhaglSVgLtcEkkEsrYp5EFlbWyDFHi7cTjd2qVaqQJeGsSyltL4seK7wFyo6jmUAybJbJ+axUFHXQkkfe7/cTWaDhyi/a2iRV+6IvKoVCdc4qY6QMja75VnIQQFWcIBIKVklewBu2w+7FxRQt+bW8hdXW/wBTtOdlN8Dl3k2vDcCsikqGVRSSm5A1uABpxveBQcW1mfhKVEX/AFfOt1p3hOpURfIQLKQ5l6goixHqNNqdwyt1ltPvkfmKWr71/ZfadY/7QsRZVOU6lqm1lQzQXXHMi2G1uXBZcWnMlsLKM1rAEWCsfpNBn1n39uCxPUaD7xQpr3a6hciiOPpsUcPqJZRmFlNBSUEm6S2u1wrFTru5HerLwlvppNIxzhCVIcm0TErsdpE2KlZvknpCQCgDIhbg8kJWSRYNcqp7ZmDcGYj91wMMzcLxUSlQ6pFRFbdWyq3S9y9xxbZswUCkqbJKFKuQrjuY5HqTWjtYHQnEl06s1PFGKXHd9GCYVBbQ0uK60t3mI7jt1XzKKUqSsdRSVpAKSTmXlUQ4IXs/7pYsBv7OYZixZU1hHMQHb8nUOCAoEpuQh9NwpLzZCwADclAtn/FW9LEmETIxY2zhvH+FMVyApcCVFzRHnGw4tuSw7l4jDhFyCexFhmAI20nu93w7r8eYIcaw5LXTn6CwxK93SnQiRDQR8NxtRPU0XElAJsUrSpJFikml3IxN5R4zL2+iLS2qz9iKpErcqlvu5YFXmNcxMgyElRVFkPoI5pTaUhaVXRKAQlaVSCop2rNydcxHT6DVdzdeLbNLxZHmcCsx5/MR5zTl2uYbeRrlJUApIspolBKEkgFnVGRhLeDi2e1Kxk+3XqjH4tOW1HLCHOBluzMZF0OZHFFSFhRIQolpZGZAGcc7td6uA58fEeHfdErnVJlSEo6mJkhCSlfMNhIyqKSAJCQkgXCiUAoIQTTzFbPDma63ExuQ3c12K7LQhdOh8BaHXQpCVISvKtRGik2SLK8SdbECwCxRjOl7y8OP4clM1GFUacwvnaWp3qkQ1Cy3k5cwUAD1rbJ7hTgIuR8+zlvHi4olYswa7zuG5VUpyV8nVGsyob9lJW0pQBQ81ZYU2+FEKBANlAgtiu+zxQapg2hYjw5VpUWt0RKZlOqNNfUlKlp1UEG/w3T1JIJBV1NlTYJIsXFgD8wYtEzzPoDtUdw1hzm2OdpalIw9W32uO09FcKc0WQQTlaWNC5ZSEqKHClJCionp1JlbtJ8tp3DzEWlyo64FSpMpK+AlhV1FvKCVNWV1JU2Si1lA6k7cSus0vG7k+s0PgSn5DUh3Ihn3dVEqGkpAAQlK13IWmwBUlVwF3JtTiqVjeVUsLu+7kVCnJ+5IqLq0vuR03UlsOG1+H3Qq6VpQSlQIyKSC3VpUPctZqERckwMqW8KVXoD+Dfd1XpD9LV9ymyHU5oqhmyOIfSc1knIbqulaCAbi5BLhLHOPIGLW8JY8pNUg0itQ3WuLPlIlQKpfuWHiVgmwzFIcOUECyTYbVTtXxbKoPut2ItFOfkI4SZUXnWEqFyQ24jKruCUKKR3U2uxCdnJhDBtLdi1bAdUqyH6RVICHZEJ/wsygrR9k+JtwFOYpUCRa6VKBCjTS3veCx9fEzzqLbfjiAW72kQItLl0t2n1GlylqWviymjKiyEJJQUOJWeIkA6BYSpGW9lJIIDPoFS3yYIo0tqLSWKiiK0p+nRZUgzYVQaI0LbqbuMqCzlJHETbKQkKNtl3gyo1SBA+yWKKjzsWCtS+aautCVAEB66OtheTQrBKFpJBKUm5NKdiyvOymKNS+thbvTmdS6hxZ0SQU31KSUlwFBULgqBFw4m1eI/UmEhlhXGOEt/uHIFen4CRNXFkcKVDkLKJlNkAdTaw4Ao6EFKkLIcTYjS21iikNO4t+LhPPS28vXIUFutvj5knVSTYAkG4JuQQdDNw8MR4cxkw1WachEKqR1JdQ0wVZXQb8VCgm6reFSDrYZgD1EtcIo7X6V5tC1+FardX5nv8AnqNmAiy2dsFqlg+jVmK27WcM06qMMdMWRkCZEdPq2u2dCgfIEa7BWFt01GgVn/tRLQvncyEMKVl76X87rtYE2tf6altvzIEVrhSqgwxxOhGdQQlxR8hfS59PP02Vm87n4HAqlGZizX0OoytLX4ddVpPhzAX6TYEaXFydpJVYC0I/Ly0h7lMB4Sd5pr70wjN0SlBa2U3zAtkWUQk65bki+noR/e/hVpqlsYywlVqXUZSGko5VLvRKRpldRluCtIvew1ST3IA2yzvW3Xe03vB3oRKpAof/AGaRFfamwpUhxceoRXG8hjKbCw0tBzKUUqUAVZDYFIIosJVGfubrLGDGsJri1eltc0w0xVJMNptTZsCltbi0oJvYKCybBd7CywF9rrxKj8IYx2KDPxbK5qvVaEtbDXFaixXVJWpF759cq+ICkFJCQUnW9xcn1EwhRsJRYmI69iHnVoXxYC8yY628xF2l5bJWsHXMLXzXygkkrtvGmHMR1T7eV6JUaI/NfS1KdhOhSKfPsAXVJQEkJXa6iLi6rhJHcgq7WLa87xaz7ulMMJUmPKYWhTTiwDlbksm6LrQpXct3ClAEK02TbT1nycRXUUlxzHbTcbwGqoxAlS+AuVlyI08R8jra/wDy2ua7iiLQWufdloYYWrhIW/8Aos/khRHhudAo6XIBIJF861+rYooOKILuA6TzS5rCFSKat9tL6UBwg/BdIDyU2GqSSFWJCkmwtt8VMxvvLozFLwk6ww+taHZkWU0FpeQLlbbzZBC0lAUnscpUVAAgbHpdAMzJ+l2uB8H5jRp2OKDvGo0tr3SuLUENPwHWncqutJyqShy2VaOyglQBsQdD3Wyd1u7TG+HJbTtWqmHqvyql50pWlbK09RKoyytTrZNrltaim57J12+9ztXr1Ba+y/u7EK+BCSxyVUlN1FpKkeBceYsB5xBBJAcWsgaXQQoGw9270KpVIlZr1Jz05C0o92/DakNoOUF1uShSwVAEkoVlF02IWDqzvSb1Zr06YzAfdZS3d3M9yqY3zwpS3Ux4q2rNR5WTN1II0KjrdNgCkAkCxIjbyNy+HN5eLX8R4jqyM/wuQz9WaLbVhYCyoqS5dWYA3C7adwXbz8KY8ixX5VZlrxDhRGR3lWI5VIhvtrKkPJCU8RCSkgKSC4ErCiMiCABrAOE6y7iNjFFUelVHjtfd4q2gwln++bKyrv6gAjUWtsjrbSgGyC1GuwngY6oMWg1mLAgYjpzmeFDTFiympnx28t7ZFrvxGilRulYJSR5gggTXhWjUbFEuVK5qt1dGVbDs+PwHVNG+hBAS5YXuU3uNQLA2NJa6zFlRMOnCdQmyqg1xUpTDUqK4gW8SgktpUNCCSggnQgk3Ha1SKzA/oevRJqOAvPF5dZW6lF7qaCXFBSkWupKc6yk9SSrKbCbvdv3MttRY45MoMUQsJNRYjuKMWRaRCQjjtRYvRlT+uhdswA+lsv00Oy43gbwd18WVApeEsEP4lq/Kqai1Ge0X2m2Cq61iQvNYaC4F1A2BSLpuZ1/BmF6y7Enu4h4a86n1tOylx+aQLJW6W3LLbeSFZVONqCwLFeYEHYfx1giBKaiUZrCc1haFJU1UeLlacQfEnMhSOogkgkEX1z9wbVAYwZFYqz5EwFxLXmsL4W5CK7zU1a+pdG+OmPnNku5Qc5QCe1tQNAbW2MsE4SxbXsER4E/E1RYhSuuPluw+z8ySkLBCVAC9yoqsSDYHWyw9udaw47ArOHK5Fr3ujMtUWR94mcqrRxpt5aitVrAlq9iUpIAUBsRYnxxFn8SjYcqEFj7qpfFXKSlTK7AAkalIBIB0BFjcjUgz+AwIWy3P6dUm4cxphfC9LcpcWt0FeJWMrUp3IUKlJSAAohKQLkCxOuo0Pntyxxvjdi0Zh2guoRNfWlCFKaKk57i+UkFK7eYFwQDqCQdsxwMb/ZyViGU7g1+VUWHeYkOxZkZMqQoIBuhRUW3ApPZa9SDawIuWrQafhLeC1HrPBWxFlITki1R0o4iySm9gs5CVAWNybdwNLJWfVMP0yBFrNG7ctCyg70mt4MWfQcURKJNWjxtRXV50qOluGsBSdRdKgo3BHe1yKyt2mDaNS3Isqoyloff5iK0tWd9vXyWSSoAi5Glx4sxAOwhWsJYjaxl7rnsop3HYVy7rSgt1tYQAUnQZ02CEhIyiyrBI0Uqk3rY7o27mgxIDtRffxLNXyrD7rvS4q3bVQslNwVC5tewuSLsJUWA7nJjFGh54hljORS8RxYmF8OVF9EVCU85I+GlTKOxWEiyrFWnZIAUTfuR+4Nxtu+wvhxyltOsOe7nfDwOtNrdtLCx0uDYakG2yQwzjKLAn03DmMqjFXUa2vhSJSELYdS+fDZWuRJA0S7mBF7FsWItXsAyp+I2/cPvFb6F8KarilpWUm6hkVcJUDpmRYEG4sCTtCoUsyPUrqamzgngQjnbzsZYjdqVUwvgiVFYXmRz/AAg1lSDcq6lBWuoyka3BuLjYPf3LfaiA3Wd6G9irzaW+tchcXOiGh5SgLhV0nNYBKQmxzEEXtqHpvXnxcL7vmKN7x+PKYS1masl1xQHcA6XuPMG9r9hpndNVqjTTjUVnJTs2dbUpoojzEkX42TVKVhQBItckJIHYgWozW+QfcAtrluPUHZmB6XRsWt4NpbvO07l+PndRwF8IXT1ZVdKgRpYgdj9NhGo8WLVKnF5tFRRFW6hhWi+j9T1JB08ifW1jsVRd2W8bG+LYE9rEMXDyOYytT30vIajo1ypC1XQUrBIKXSEkr0J1B0hgT2R8EUue3Wa89KqL8V3nFrRI+BnTrYBJCcuYXsQSLdzsOrQsW7mYyFCDdCHcLgjCXs07jF4oqmSFNqkf3pPdkKKlJKgDkzG6iALIGpISgakkk5Q30b/d429Wlt1R133dCW6qPFix7pQpSe6nPNKi3Y8M6AE6q0Oz49qmuQMW4cbgcZ+EuE6xyaeKtCHEZwhOdAuHEEm1iCQVA2vbZbYS3HQHYDdexvUJsHPmTyHFbUlxOviUmxXrobEAgm5uTbtbqtPoay+ob/8AP9pC7AN9kVmAMFysb4jiNNNImt9HMZVZOHe11qBsBYfLcX079juHC1E3VblordZr1cizapwupbtkqSjuBl1sLaX0BGpHbZIt4zwRuq4EWg09ibw0qydBzJVc2JPhH5pIFtSbagFcxtiPHle96Ou8CLxUpVlaysKQdM/EF0hQuLlRue3cbI6HVXagb61wD6z7xF8bufiaOx/7WGEoFGcdo1JXV861NKaSoKQ2tISotOIIJQopUFAEC4sQSLkZ7xTvJgYjaYi0vBGHqXx1KdjqaazcFWYBXSbZbG/a3axJvbbrSt2OF4sri16Wh+Ux0oW6sJTkuVBNhoQPLS1rDzO1/XF4NawlLai8kh9hp13pUEqbWm/xU+lr62IBv9dt8Usy5Jl01GzgRXfZygxXXJVeq0Wlys6V/wBHXyOI6TZSLEpN73UABbyBAIsHMU7uZU9ujVSJ73Q+0pCFykZX2VEBPSq11Ai40IWfMqJvskIWJ5XPucJpHHfzJdjrT05j3FvXS4It+7YgbpfvSA21FolR96QkZ87SRlcaJ7G5ubG9iTcE6i1gVHz8xhWLfMOpu8GqUZp+LRmoUJbC+AtfCCkyGiRlJVYXWkaE2FxqbG42g1zmsRyonNOrlTV5Vr6unXtYGwF7X9LW7+VngzB7VZgS/tGyvlehC87oztq7BWY2yW1spIBuCLHUbPvdRuugV6jT5VGq0VcqnKTHXxWs/ERYHVQI6u9iRoARfy2ldP3jLWkJ7mfF4Yr1Ui8J2kvxX2/A6rpS2kEABQvmA0sSAdbCx02cO77A1ZqlGgT+UfirYi8lITnypcToMwvfWyQm40I1IJ02elN3fQKXF4Ur47/UpS8mXq1tbv2/C34+c73c1FacagdCEL6Ur8P5W/j/AD20a9EEiZ1JX1Mi4v3X77oteYdgcCbFiyFfFi9K0tfLdnQmwtcJBN7i21vWcM4ox465WZ7tI5qKjKuEtWZTiwNenQoUbKIFhfKbHMADqBqDxWvvXj/XT+zQ/wDLTQbK/fdu4o0+lt435R9FeoK15JTV0qU0u2YLAIzAAdzqBmsRexi3T7ljVGt3na8Te66ZyuLeV/QPoQtK2lKKc2trWPe2next+Y2M0UbDlen1JqsurWtGboaTmSq1tLHRKtLg2vcWGp2Jdwns9Yor3/bzFGel059Kskh2yFyEkixCDqkXAUFHv5CxB20y7hn2fd0GCKliOVQ6dNrc3NwuKgKkOLJsnJ2yAGxJFux8ztkaila03scYjd7qPZnm1jPdhPoOKG2ouHpS6dN4v3pqK5wshObVIuWlWy9yAQrp0NgYYJ9lrEeMuA7xV06F1OpkPoyZrg+WpyjW57eQ2fMDGFUn8SqO0/j06Llz9AQpntYgixKdMultdQdANuOId+vC4EXCVE93dP3hMh0PpUojyHofrY/ntjWdZ0+nGc8zJs1qfMGoUql4Ipf2I9+Yh462kv013hOIiuJvZaM3ykWN7Ei2UGxFjaU192U78V7PkaT4vFm/Mm4Nra+m1fW8cfaOjchKodOQth3isOsNFpTKzoopIVrcEpIINwe99p1Pc4UXi9Hg/wB71/jz+h20tHrx1Ckumf7yRaHIIlI1jh3dy1Uq9FeyPrWlPgGV5JIugi99QPIGw72tfYE3bSKpvkn/APnWW/UcKTHXVJdyKXIhuEKvcXKglfax7a31Ox7X8NYDxRFYgVnEM2kVFa0yuEhZS080M17qSlSgDmvqAL2FyDp9Ycd3D4Iqj+F8Gy68xV3/AOsTY/BkJ8HzKsLpKSbDTLrcA2vYPxtmtp7NsDHxAdxkw1PeQwxmUvx/W3b011Pb8tv53DuDWp7kqK04+vOlXRIOXTzHp3OoH7dhjehyH2tYao0uVKRk61utZOq4I7fQ66Ht3NyB/UirNcJz43Wjoy+FXp+H/PbL6jYUwFi2ufc8YJwDQcR8P3XidFOX1K4UpXTn0IQVakX06joe1trvdviR2LVGKDjJqK/FX91XzTRWxIa0HDX2VaxISsEEE2NxoF/R0NO8SVPezrzqVwv1U20y3sL/ALb+XleqxHjqlxZTlG5ScvInOh2KrpzeQUk2uAbEgdx5XGo9DrLHbttyPzFqmj2kjCTVZl4NlVZ9DDC1e6J6XfisoFzysk2Nwk9lEXAIHa5C/bxXhyvVnENUrzrDEqiQ0Q4qMyULcWVlAc0JSpVykA+dtb6HYNqOK4uKKXysp1+FiGlx08vIdSU8w0lAshd1aqA0SrSw6STcHb+3fbs4E/dVUt6tZzypTE9DS+/S0VpTny91AFVynUnvbQA7wVMZxNSvbjMuWqNAoztFqnunPUecSiVIzFSlIe6U5ra5hfRQtbUEEbHmPsSwKNQYmF4Etf3L4shC19WYgFCfLyUb/wCIfXap3dP0bFsqXiiUyj+gUZVusXySEBNuoafEAFs1gPDcX1KlreM4uI8UPu1R5aEPyOK6jIVZdRYADxdiBbvobAm22Pru7sxV8+4lYT8S/gsfaOqNu1mXyrC8rrSnUZU6+ZHpa1zpr+O02HT6M7PntSqivPCXlzoUFtZb9JCSPCe4P7e2zBh0qBPozEB2Iw+wtGdHbKpNtCAdUrtoRfTsLDQLzGOEfcNUbnwIn3KahTC2s5+GoagetiL2IPb8CdsGvUbX7b+4o0ZNSw/Ka3fRJUCIxW0OSlKW00rItSMpBunQ2vbtfSxsRsuadK5CqS2qDh6VFZlf1hhbqlcFXmQSAbGwuLaH8xtZPVmfAwHQqW7UeAjmnVtPrzKVHSToFWurLmUNSDpa+ltr3DdQrzVZkYcxlEQ/FyIdhVmKpC+MgnvmFgq3oQCLW0021Hsso865DIciLbF27vFtZit1SBieL1yMvKyuhSUE2uFXKSQbXvbSx7a7DsunSnZUSl17joXFXy6lOtZlafmCQQbhRNiCCDYDZwb66q7S8JR4tGaQ/KpzEh3mlp/TWy2sBbUlRJFjY5bGxsa7drh+U7QYlUrLWeUtCVJStQUlKdLAdyCD9beYGtzq6Kl9Wgsc+4920RN8k7t6HAwlxJUqksL46ulpXV6dibkaaadvU22JozcVrjtRWsiFyFu5Mx6UqJOQHySL2A7egG3duL/7t05v2En/AD2/Aw07K/ufx5bb1Ojrq5+Yo9m6WtO4TTTnwciPF/x2qqZJdqlUntNO9aF/C/vf5/8AXa1d+FAc4X6mw/hiNKaqnF8HX4PzvpsyVVjBEwhpzcWVxOaaRx19K83i0Nrf9No1cwDFqnAdivcBbC8/CVfKqxvpqPyufT851Tb5WqcXhfp+rYvoFK5+K5zUtDC8vSrxfh/HltDaeq0YIlgN33TO6g1vBwkxWYrUrjxUKQ6lOaRy6k9z5uBBIJANwAQPI7FHs/1Fqsyn8EV6W+tCFfCWm6VJTra2tx+PqPK+yTwJi13C9e+/80ww4tTT6oq8rrahoFp16h2Nj3B2bMKY7S69ExHAqLFUZYWnPKaSUPpSSP0ifSw0UD3GttNsnRX4sEd0djI4g97QG7iVhLEb7sXPKYfRm4rqOrT1/WFjqbfTvsrKXGge5nIsrJFfydCc/QpWo+nf631/dtvfPhhreDgiBiOLkX0ZuKhWXyNwfS97/iPS+2asWezniOfQW6zAdYWttaeK0lQS6lP6wucqgB3A18wD22d1i7jNiyBOE5DTVBnxXehaMyFJTdSso1JHrsNmLKnyuaaqK1rR8JC12UtSPIHve2trk2H02aeG8FUulxXItZlrYXlyZvF6DtbsP2/6XmFd27sB3+i63SKuwtauLFkJTmVpqQblSVDyIP0IHkpp/AmAU7MwJwrhrGUCexiOl1FcVbGXitLRnacsb+dyL99DpYi207ebix2vcCA614P0+T8Pw7bM2uf9kqM47FZWxn6Fx1qzoV6WVoRbubnS1/M7FO4j2eKpXmm8UYoiIXCfd5hLTrXUpVr3BHy6+fmLjYxO+XBVpWbgdwdGitfbflH2FykJUhpd0py2v4Tp+030FrecP2gt6tLwvw/ui1sMK4CorTpQ6lYvZTawQUKHiBJBBFrjQ7aZxtWPsbQfc1LeRNY4WVSX1Z1pSBoi4toPIkkjQdtNsk4vo2HMW4jcaxRSX32JWXip1zNqFtbJIJGmhAJ9bgC/GwJ7nPcEjpwR7QeCN4O773NvVeYqKFx+XYxBy4zuJSLhqoMi11JFrPJGbzIGilJ/DtegRcZSIuHKjKXS15s8VUgup8wFIUdSk+V/Ia97i3d3bbucOYXci0F2VCfWnPldurNpoBmI0Otkn8ra7f2BDXqNRuFFw9FrcJC+KiGpaEPx128bak2UT3GXUG4Fu52z9Te+R+Im+oLTTeDKdFxbgh/Djr2RxCEvsO/q+aSLG1tbEX7bJKvUiL978bFXpy1IW0tH6T1FwO3mL/XWx1IcCb16XS5Tc+BLcivoV8WK+nJmT8zZ/VItoTob6E32+t7M2l/aOJjKgvZEVFH3hpaMvWABYjQKvoCQSO2uttmK9QjL7lfF1icxCqfPnsNRahkcWrJmWkK4adLr1BBHe6SOxJBuBtPxsxXsJSqT9nMi0VHMjPlzMZhYDq7pJPykka3BBI2mxaU7PxQ/VGoiH4rCeqLm60qIHh8ykHsSLjQEnzX9ErGLa9vVqWHKNiFaIUVKeBHmx87WUnqCTcEAE21BAN7gXuLZVuTDVDdwYZRhxZXFrP8AREpa+pClZkZTYEg+nYkEdhfTa+qOH2oDrcprhrQ+hK05VhXE87pI0Vp5C5H02Bt5e57e1ijiQHYjCGEeF2PKKcye9lD5R+F0+d9rbdXR69u+it0aVVpSP14chRdazDUAZwbW8iAPOxHcRmpfU6yuvMJ57UrhNz4svP8Ar5VlKkr80KBsQew8wTrtcwKrWazAiT6o6h+VFysLkO+NxFjYLI7q00J1IHrrtAqMb387xWuBFfbd8COhD30sTZKj63sTa9++02iQ3eE5AlNLYWjMhWZHT/gWAPIdiQT9SNk9De2pvYp6HGJTUoi1gS/XP4TX6XP0q/uqT+I/jTsdq2Pidqlz23WsmdakIyaqTlOhv2I8/wALdzbaRRaHKlSnIEp7gP8A9k6rwq87X0tcdiba6EetzDwBS2nX3Z+dE3N0rSgZe2gKdfP5gdto5mRjaZZVClUufA5/3etD6EdC2l5Ft+dkr7pHna9r+WwSuRFn0tviy/jo6c+XKtWpF1d79tVedr7F65PIRX4HWx8JTSEfrfS5/wBP9NkRh3FzXNVKBWashfKzF/pWuE62kknIoBRSsAWGYEG3cA3O2B17SfVUdv8AMMAWhwql/F/uf9fP8NuNYw9WWqC5WYtOf4CHeFzXCPCSsnLkUodIOotc66d7jaLT8VUue65A5tCJsXKpaM/yG9iO+hANiCexvs/dwk9qqSqngmfLYRCrcdTS2nUBSErA6SQfzuTe/a/bbwHSem/R9R2uf6S6LtMyI1hB3n+fddQv50Zb5kq7diSNdQT2Pp32CsVYnw5g2qPwOLkcz8XhI8Wbw9IvbTvp5C3rsw8XYQxRg3G9awHih5EWo0t3KlfFytSmCboIvawUnUKuLG4ubbIGoYQrOKMeNu8pKQuK6lTrUpIUpP0J8Kx26vwN9QdvodVG77pIqL+TmGNSlVSjYcYqlGqL6GJq0O5eKcitQq5QQE37E317jt3tMQ7wHZVGiNSqTzS1pyOvx1HNmAGQqQT31NrW9fw+K7UeLA+y/KZ1xejwdSVHz1+h0ue34bC9XmVTDnDalPIYf/RLS6gZXEpIGUkEC4HYn6663DPZDDBjdVWRCXdnVJXNS+QlrRkUnMlCyrNp08ZJOulrEggW76C7k3VYplYXrMCstOxUIizULUvL8BxCyQ5cXOQkaki1jqQddg7C9LgSoHvTixeay9aE2SpxFrZDbRRv5DXQa6Halo2Ifc3vaK61zUJ/NnaSvhLZVn0dQSLXSSdDYKGh0N9hVJ2r8LOYFXxPULhRapS3JTTORa0JdQpPV3F/wUPrptifelhysxd41a5qnUtcJ9KXWpTXQ+lWoyuJtZSTl0PcEfidtQbmsU++d3NJlcXPnhNdSvm6ARp6G9/9B22z3vmxNRmt6DeF573AqMqKp2OnwpeSleo8je6raXB8wO+21qU30kGNVnaYgp+Kqpgh1+vUuIh9+ElXwnU58ydLi1ifzsfI69thhHtM7xqzPbqmHHkUt/Jk+7oC1PLuNHwpOVZCdLEXNtD5A7mU6K1ih+LVGuahPu9afmUg6W+l9PwI8tLDeINwdBozsus0HFjHAYaVIjolR1JkM6hXCU4gkLaFwApSFKHclQJO2Z0zC5UyRqAj7DBSi73msW4jYn4y3WYeXKzqU7VKM0qnSPMcWzSih1RITdJCT3vqAQ3MEUHBGLWqtFpcSo0X3vITHlZ8qkNvFrKHgOziQjJe4ChaxJAAKjo0ml8X7R4SxD/SMXod6G1cRF7ONPN9TUhJHZaNFCwABynY6pGMYE/DlWn1TBHuth9KVz5+H3eO0pXDATIXCWcycmXKUtqKwMoIIAs7cIaxsjmH+87dTRty1ZYddoj9BqnCU6rk1lVOqDBCQXI6rnKDe5SoAoUOwCgSoKJiyg4cxa+1Al1RFXyqQ7FdUtpMxo5SAQhOXMArxAEC5Pmdmjg3EOMsR4XkQJWLIuKKRCQpMWUh3mGo6C2ApCwoB1k2IulwAAWtfWy1xTh2U077+4SELpzvCmRfGltOpYcSdDYpJBuDa6dRrejAbZyeaHI9SfWfabaw5XuV4U6VFmtKYkIdShS0oACbqTmtcZiCU2vobG42GN0GKKDKr0vBtUwcxW4qJT66RKhx0rqNPacOYt5CnM/GzEZkgktkJISR1CpqE9rHjrdGgUND65S1oaj5QpClJBzLbN7NqF7m5Fxe4Ivt84NpsrdBvBbpe8GnMPxZrCFwKvFkOZmVIBUChaSFpUCpKVixOiCL7XrGJFdfEacig4JwdVPf2DqI5h6qL6pSYqyqFMSLDjJQrqaUfCtCsyCdQRcgCeO94Nedw5/2czrXTsz8yOrpzNa5pRbsUuoT2UASGwoKISnVFtzNZrMqXi2fW/eKGHeFwM7SkSGFZElnOgiylHVKlBN1WJsRcz5VDrPutuqNYeq7NIz81ArzTWZDarkFThb1aUlRLTilJCUqCsxCb3L5Zj6FSsTOId7fv7BDmEqyzzUJ/K7HW6gKfhup8Jbc8RAuQEkKGVRAIGhIPZs3q+5sbwIrstEVeTkpin0ZmpUdR0WoC2qD6gEZiQq9xsQ7wvZmn1nBv2twa9705LMqfSfhxZrKb9RQbhg8PupNm7hRIPhSVVTtxe9CltMYyw5T31txVK48We0WlpQO+bKVXQruHAAkaG9tTONsVsyTPRuu03G9GlOVnDkRhaGGkvpaadQ6pSRqMosF3GuqCCR30ttJ3d+0hQcRxYEV3j+8ZvHaaWlOZCnWcwcZXpdLgKF2uLdJFwbAKjdTvsdxRuqci4ow8tdRpcdUdSku5ZCU2sMwRbMADbMkm4sbAXICcK0L/wBdfPrOHMM1ddRlVRdSjodUFux3zIN8jjZtw13UoEEmyrECxAhyGHjFLK93oRy4m3z+694Put15D8V9KeYaTZTrKQbBwJJBGt9RcKtlOUkHYOqIwvWZ8uLFwbnqK1cVh+KjMjOc1yntnSe5QRfVQsTYbA2772a95eI6z9t8b1bmlrd4qM68j7atD3HSQPp5Dt5k1xHPi4XrLlGdeWxNipzOup68yR55bXNjqSL6WuCCBsNtGjLuaSdImydIO/LEVBpdNwlvGwPTq1T2V5YaZ6lKXT1i61JYdSA/GOWxACyAbWAsNtVRji2jYcw9vVwbUJWKKJKioTPoNRkI51TT40+8pA4gTcDKpNx3JOpGDd6+IqXKqjc+fUOOhcdK1OtP52HEp7OI1ynKSkFV7oNgpKSco0p7P/tI7m/sa/gPeDiFyg1SCpUiK1UVrSwrwkBC1K6SNCUEgEG6TYgCK0yMQNtRRMiHe9etvVmix4uBKJUKe+w6hUqg1alltp5o9CwhQsG3EhVyUksuoBStIuVAVxZvRi7pd1XuHBuGKvRMasOqYdgTIRX38U4HMEvtISkcMoJWAEgpIuSQb599FedoNN9zRIsWosPsSIrrqC6iZHNwkIVbsbhQBOna4uCVdibfbiPG+HPczvKwl8JSWHVMCQw2rzQ5HXZRQCT4FpUn+9qNsfqHU06c4Dt79ZHESOqaqUXsm+1HWd7VLxvhzG9EhOTeXdXKjx2ilcpATkcUkaFROWym7BV9QPI/GEKpgOgyn6zWajFXSKo6uBAdmqKWFZynhtId8IcPcXsSLHte9XHq2HMWwIFUpdP+ym8ZEpNNq0XUo4vyvx3LXWyvxJTra5tbbN1UmT8L4jxDu5x5nyVR1LE9pXRHcWo52XtBqnOQUut2KFepBGzdN312Hx6/vGExqvLHqb2wtvCrNLi/9nIkqt0unIfmwpTHxVRUB4IfZcAsoJUR1psQlQClItcjPW77HTWHMW0bC7vvSoxag67D47rvNNQ3SVKTopRzMXFgE3KBYpCUggEHsILqmHMOb1Gna2/npamHWkSMuXiiM+tacuuVaktIJTfKQUEAXJOd6FjrC9LdblfaeqSqpNU1KadyIR1XzNjKEpQqyhZKgbki4VcauXaQW14cAj8RvsbkweZujAOPftHS57VUiSsO4hpFSkQuLFUE5VIcDKOIgWQW3BdSVBIzBQunUjaswZM+1DuKKW7TmIVXX8dp2FHLqHloF1fASoOcUtoSo5RYp8iACBjCmNKpKnxHcR0/gOTaWw/IalRSw+2sIKlO5TY2JIunsCLWB2VkzGFZlVlus0uX7rfYdVkdUpTTra7kJeQ8kgoUlP6yQLKJC7gAj/06tmBHGP8AEEmiTMfiK3VHaWxFi1vJV4q1ZExc77SlJRmKmeGQtGZIzFIsLG4Ta6dq6ob6JUWLSXXXqJNlcXhSFT5XKqUtKBYFS0hC1kaZXMqxYXzCytpmEaRFxHvBbr0Corbq9ehchWaS0tCGqg62Vut1CCLANTmSVrWwLIebUtSBdKkE1wFjWVhyssYXxlwKoibKTFj8w0lTrLpKrBpZHWhWhSldiAQkkkAmD01w2Q3H4gbNEV5SIrFTrVUxHz9LwmxChV5p3iuwJgS1zlwVMyYyugOrHUlxsAqsSFakKalA3bV7FtBw1vLwviGL73oMVUKLKfuhU6Kk6xJPdK1NrQpKFnrQc4zWJOwr7UW7trdVFgb0N3ODuawvKmIh4op0NOXkUmyW5zCcwDeRZSlxABSUrBISAFDnhz2h6Xu+wG3K4VRfpz7qOddjxzKacQ4FEofYIzpuCVJXbXIRcEW2INOyHgx6tEtr2mFm92PQcR4cgYjqlJhLQtpTSJTqELTHd+dtxQOjeYEFV0lOpJIzo2UlQ3ZUvEcWBKdwxFhIomVp11UdualMVJuWtUry8O4UlRHSlSxmCTcWmCN5m7TEdLco1BdhVvD1edXzEel1RTD7Mgm6XW2FWcacIFikZgTYm5AAKMG7ra9hfFtCr27mXVH4S8yVMKaQ+pSUoUeUkZT3TcltRSAmwSF5SUBxOFxLUr9ONuYJ4nwf70wvRXaXXIq6JzTUynV6kxwuPkvZxp9IzpykK0WklINrpAJAvN3G47C9LxHIaxRLhLisZ5UKY0gx1RUSE9bRKboWwrUqacsgkJUC2Ug7Nynv0vCUqtfaOk0Sl4emoUp9CUcB1tSrZzIjqT0kki6m1Ek62AvZc4ixZhzEfunBu5vebh6U++p2KmHPkOJWl1KQvlgpAUsBaLkPoClC2qFWIMFPzHe7leJUS6XugwbjKe1QWotIQhpLrvILzx3FdNlgEkJve5QVAqN7KFhtDxDS5WN//YcxOzNmwn0zWHeOWJEdN7oK1C5LenS6kHKSQQAdQ/B+B+VxviHBG8GiSqJOYRzrSOYD7DiCQObjvNXJZctlChdWZKgWxq2L/Em7jFuEosfGWEsEfah+kJ5qm1SA0FPyGiLqQtLHW26NUkhtKVCygQo5dlWUvxFyjNOasLVR3ehTMR+6ZVBr3Kqan8LK1FlLGZYeQdEJJ1UQQEKuoqAOa7F3b72seYIpdaitcPPSHVc1HWn4UiPfKC9HUSEuoAyksrQHGgkozFCUJG903tAQN5eN8GRZWHqph6vLlPtK4SkPp46WXA4y5dKVKNkrsSm4ynMCRYw998bdzRt5dNr1GxDUadK95SKdKagIPCUlYCzGU2VC2WxUAFaAqAKAVDa5QVV5gmxXwZY4+3jYDx5KptBpcRdEXUZXMT4sp8KRDUs51qZfSCFtKVdYURdJFyAQQBbF2FoFBr0TDn2mffXKd4TUp1pC1NrtpZVylWlrJBIIOpAuBJqOBsG4XxG/iPCXAqlRXHS1FzNJSxKQoKHLLbskMuIUc1lIBcTZSVHIrZl4Y3f17C+EqtFrz1LqNExCviysOO2daZVoEuRJBBIfZv4SAkiySCMpGV9Cbn9/1/pE+zvbEosR1d2jUum4XoOHmKpKXPTmpa3XISmZAPXw1EZmWnWxYoAU2ldiACRxHLUcYT8JYXfxG7T18Oa0p1qBMabWtPfNlDaSHLJC1KDYKlIBIGhsvHMIV6qVnD1LqmIXGF+GFMyImKcUCcjThUSHG7XSb3Ui2W4IuDvelVZUCBRaC1RFylsKztVKmzENLZfFkt3S709YzqAUSkqsLkEg6iL2l2j1G1TBwInhjGU1i2BXqNh5aM/6KfQ5qVPstK1DbiFrKJDRuFJUVAlJKVIuBYjrj2COfiRcZMrpy1qVkqUVBhocQbKs4Ckhl0KV0hYAsCBcWVtAfoNLpcX3zKw9nQxMUuRFVAQ1yq1m6ZMUAlFiSc7QUAeopJIIVeSKNAxHw6zwZS1sZciULWhOYgEoyqBSSQbjKVNm9wTc2GH3RtMH7ofYGn4jn8w1hLfGiUiLlRFarLSXY8hCdEgPI7KBulVxnBTcAjve1fEXvmK3S6zTn6dVFrTnj84FtOPjty7xISFknpJyKNwLK80vOrdG3aUZis0unrixai6pqRnaypbfAAKFJBCR9VIJAABAIsDVYb3p1SVjJx3EcT3dFXHSl9aVplRXkG2b4JsvVJuCm4BAuhCtARbAPmLXVMx4OBHzLxQ1Ko3CaelRaj1MOwqvTnGl8UEDKpCgMySq2VaCR53BBAr2sZ1SLS25UV6K/FfR0NcvmU2saEDKAo2NwQRmBBBFxtHqmMp+EoECqYXrcXHmFJWXjsJWUzafmy5Rlyru2E3AzC4NklQuLzafWt3OKHWMUQHkQn2FJU6t1OVLajoESGwSE3KcodBykgBLh1Gx+33fRmfawXh58UyXi12K59rcTv05heaRDdjwuEhTChfVRuhVhrchCx2IGo2qhjvdzQcR/Zdp2nVTEK08XhLdSpakFdg6gm6spVpoSkK0OW4O0Df3J35z6NyuCGaIuF488d1SH8vqkKSUkkG2hB9LkgHJ2G8Lb4/ddawHVMEUXENIlSOO7NjzHIuIKC+oFTcpu6ErSOIuwXlKb9KwAQTWygpCJVVaMoZqHGlf3I1n4tUxZCoL6MzFRgJQ1mVqehxIBB1+nYgm9hsMYYTXufrtUpdPXV6XFYSmFKQ0trnI4QVAgpOawJy5bBQIJCbAEhmDsE+4WokrerkxfVJWVDVRlRWo9RVY5UtKcSlKHh0nKpxJPlmSQSG3T52I2vhYSqMKbSFteGPZp9tSTZSX46uttQNxmBIBBCgg2KlLG4gdTqGWvYg4/MWE7Be9CqUufiiBEz0uDkXDdfUOPFvcrakNXCkp6gUvJsEqtccMnKY4ck7xsR4Xbi4oZ4FUhIzxalAst9xq1+GVIKVtrSMpSu1rjQAAoLmo1KntUvlfs9KyPtdTSJAfRr8yc1ioE9gSP2bQqdR/fLU92LE+z01h1SVtZCpKVEmziU6XQqwUR2FyRcgg1RGxFBrPD1OmC6lPr2HIDUqJys1jrlOqj5FPKtqsWtlWVEqUQLElVjbYveRwovC4y330J8OfLm/0/wAtqKMZUCKjn5edaEZcyfDm/wCv/QbBre96l0ufPoNed4HAUrlX1rGRzW3DKtMpvoCdCTYHy2MWCjyiNtzWnJlhUqxiiU78KJV6dC6sspppKuGsHQEdWpuD2t+IuNq6HLdqjr8BrEMpc1CMiktMIYdzC9lhJSkX7E2AB17aEc4OM8OV6VPoMX3vCreZp2OpKi0mUhfawPQoW6SLFRJulSddu7S8RtVlul8aVkfR8KQ6wFKZWLAAd1AlXZKgQdbW0OyraYWneDOFTMITYBr+9SK7Iiu1aLNhUzxxZ/TObQfC4nuFIFiNVKB6gDpoPY33vxMW4ybwQ7Q5rFXQ1wHY8hpxphzXMFJdylIvmFjc2I1ItcX8yputNNxZ8uF70i5kJkJaLWV3Xukklu9tQSps9insCvatjxqfK9zYyl+5JUJCnY6uTK8qULSeMyrvkBPUm4Iva5BvtfBpTDkmdh1GJcYroEWVRpcCqNSlr/rUJ9EgcVt8JIKFKIIVdJ0zghRACjc5jQbuMD/YjiQKDUK97umtJ4sN2VxYqVdwUMLzJb1IIyaDt6bRabvQpdUrL+HGuBVEIayOuo6UOJUgELQT2uDqgg2HzEWOwnV/ddUo3Fd3myqJFQhXLri2WpOpHDUCSHEA3BBv2AA8x1dtamDR4yq/h3kIDkpqXTmJviQ+lpMVb1tAFBF05uwCkITYjsRdJyhivdvi2vYycxlu048WvUuUlEql1lCuXkNKbIXy7/Um5CswBLJukAhJzDY9wZg+VvVpdaaxHjJ9+FCztOu9bHGSOm5SogoWLgFJuokgkgkEjYxdvL3fRZ+HKXztRwpCyMQKu/8AHlQUpJ6Mzqs8hkiykpUtSk65VqSQhNjf5ZEfotx/Wf2Fd1cCVi2f7596UvnUZ6pS4qx9xlZ1KD7atVBp240SLIUFBQINzC3p0OjYSozGDZ/AhU5HRFlJlZX27hIKbdinSwSbJSLJSLWAHMW74N41Lx5hreNApM2KwvNAmSFpKoEpo2DoSuylKuOtCbFaFaEEAja3xJhHEeN6pUmq9Li1ukTlcVM9LRYXFYBWptC0qKklSSrIUgAqIzAgWTtfJf5jOLHcbziCGE687Rubxv7xqi4sJK48ObKlKWpKhZC9FqKhdSQhIvYEWAA0P1RMI4N3jO/a3eXiZbFYXKS7wua4XDUFFaWsiyRlN1EqbtmJUcoN7MTd7u53fYtxG5RqzEX7oomXl48ppSWJS7FORKhdKwmx76E3IGm1Zjb2ZfemN36XRqfClYDf+8cKZKU6tnsVhtVgRY6gqPpcHSzG3cMCOrqaaiax/mWsCA1iOU41QcPUjPTlKYhR5sXKpWmmU2slBF7ZQRfuRckGVTwS7VItNqmKKsuEtjN0x3SlSk37Eg6kAW0sCO6bi+1DGqm77cjS/cOA6fNr1RfzJRFh8SYjigeAXJS2Te+uUEZjoLk3tD3YYy3vxYlU3gszaCxzCvuEeV1PNG9kOEW1ScpBRYggkHU34abAmdfYLM49Re4mxrQWmm4FBzzUZk/FdQqRlsT1pSASbW+UGwuO+1PR8C4txRXnKpiOh1So0tHUhUJBShXa10qBK0i1r3BF+2m20MGbncG4Xi8KBQ2GOItS3c6M3EUdCsjXU2BPe5/ZsZShQcOQPisoY/3PTYY0YzljE9yrEbuwwljLFFAcapdEYw1FhLXF/pGOpSlakXyJULgpAN+300I2qKt7PO+OjYjflO746Wxheblzx6TTjFmR1JII6lKKSNLEpSNDYAdy7qbvOpbsp+gxWX0Z0ZkurRlQpV/Dfve2ouLHXYaxtiP9JF+d/oT1DMpRCvDci5sL287EbPrt2wgu8toiuxXUsJVSK3/R79bm0vNkqTrHWnyVqLXue4t3NwRsFCnNVmlv16vcflUZkcJrpyp+Ud7pv+y5Ot9drfBtCqmLZ7+EovXKiylc1wlfFjqvdOZJIULp19LA/m1XvZ7xG1AflQHlrWhCvhLUhCXNPAbKufK1x3/HTy9nQBrNd9Va2QPQPoS19bZ5mZpu7qgtVRyfQasxNQ+1m5efdp1Kh5BWUpJGlrlIGmt+/wDUnCLsppyVS2eBnUrjtZCl3N2OYef43IPcHZ50DclVHZTjs95iloRl63VZ/U+vl9Tb6natrFMwvQXX4rrq694v6m0pTXnocoJ/HW30O2taa9Em9uAINmyvMStXwrPitcrwuOhaPhITHWpKki4sCi+UjsUnzFvS4NUsPO8Vtrg8dbHQ7HUjKvLm0toASL6GwIJ1uLk6eoOG69P+64Xaiopz+V+UlpooUm5tp5EjUkWNtTe9jtaV53d9gjiV7EbtOYlMtJQ667ZS8oAHUTb6Xvbtb6BPRdUr12Wq5HrMFsDepj2TuflSpTjrrUpEVfxUSmo5V02v1DKdRbKexB+httzps+jYXd9zNc6t9edPMLaWniX0uAfWwBGvmNn9iD2mKXPivwN3Pu5E1H6Jc3oQ8ry4arZVEjtYgny8rhNSolU3+4Xl1SlvMLxfhd1Ep2BCaHHlRblLzfD0KnWwlS0GwUsJy2zgpLNiM/qOUVurDMW0+W6065QYtOYfbmqadQlbrnivZVxrcDTyuL318thbucKu4NwlTYFGiMMLfaQ7KWhPiVa9/wATfUep8wNkVg6Hu+gOxKpVKdUZq0IzNPo8Kux8PbvobE38rbazwa3AxHAYdoz2djpQlHhW326CPp2t2Pqb7O6Ndo8oTWPvbaJCu7Ka+Kzn/alX8fu2hCm/eua4OdH9xH4d/wAvTZyUzCmEqW027iOuMI/urdCU/u9NiaJPwH/UKDSWJr/zrRbKn8SfX0Fz9Nne4sWTT7vZmfZ8H9Hwmf8AFtIYosCK05PxREXKQjJwo/CzIUoagKHY2sDlNh5m/bZv4oxVgjCX3/FtcpFLQ3mW1HQscVShfunQntbUAXv32zzvA9qWjVmVytB/qqHeFwmmjmVbU9wLX7mwBva+2fqNbWvjnE5q0o8swyxLjSLFoz9er3DiwqW0p9EX8PmI+dWosnXUga6bYsx5vEqm8vFD8+s1BEVD7qWo8Np3Nw2hoEHsL31Jt3J7bMrG1YrO9Cje4Woi4SOLmWtaxmcR3SNQO+ltTb632XrO6X3W1InynsnA8SFLClZrn5rX/E6jT67eR6tZfq22V52iIam97eB6kiVW3aNRm4HN/p2lZuF4lJHYK/O1u4PqLW2Xc/FTsV34TqEf4vF+wa/lsR1xuVVHfddGaXKm51JzeLM15LHYjSxIAJPe3ltGwvgijUaU3KrL3EWhf9qrL+IAOtwfLuB5ee2GOmG5wPcW2F8T7wnVpUp3iympXx+nrulPfy1+n4DZkSKlworjX6jX+n+my/k0yLAr3NUGtoqlEfUlSGs/VDX24fTrkVfML+YIIuBsTXalcd3i5PhdH7PXy29Ro6PpKSkfUbMSkxtvKn0t2mtQIjD/AAGs33hpK8qT3AJB9NR2OhsCNoWFd4OHHZTk+s4Tp/HRmU0pDWR/U3PUFWOuouNfTYcx/UmoDrFLaiPvyn2EoaQ0nNxE9/K5uO58+2gvr2wzhV33XLlVmJwGMnwnV/rdyLg+XnoLD02pVW7vlhNekbyMyViHEWA8R4j4rVPqmfJmXy7reZViARZabE/gb28gRbYWXwoE/wC/srhc0pSIq5CciXFdwm5OXNY3Avr5bcWIdBiypfKy3/eKHUZYq2ipqQj+6sXsodzcWJNhY7M6JhCqT2uagVFFOirycwl9JXmteyChXSoi1swOlzb02nVLRn9Q4l9SiFuYHVSrQKW05wnpSH4uVD8WUjK6nOcqVZSBdBNrKGnoTa+1hgqNhefKb+0dJlReP08WPdSU3vYj87ag6eY2adYwVhd3C7cCl5Js3itKdjykh1hSTosJSrskeqSkgg6HtsJYqwzAnxWKW7ElYUWjMhchpZdhPWuQFWPFYUfI3WDYDL2Ba0i6T1UR/mQiVsvhKbeRgD3NhxyvNVaLVGIuVjitK621eRULi4KrDL37A+Q2OMMOVX+YxzCVZp7EKFUZTSo9UdQUtcVJS5w3je6SQLBVgLfgdlpiqj16lz4jrstuUxV+B96jrQuPIUyB8RZHTnslJUkhJ1Fxrc6vx67ulrPs+03C8rE8JFRqjqJSkwncyo60Aqvl8WTNlTYi5uT5W2aRqslcy4Kr4mLasUeLhzdexRmnoqF1RS+a5V1Ksva9lWN/I9yTbvptnjlKX9qOFKZ6H/hMO+HM6i5sSO19La9xbXzu2n8ZUHEfCi0mbW6IwhSeX4uZKk6C6SnqFgDbQgX7a7VOJG58qBzUWnvxeGvPHalX+Cu1wkkpHoRfuRci+wrkHxBHZ6EZmD8fRWqyxRq9UIqGFq4UWUtAQpK79BUNBYi4JsPwt2Y+P8KT5+F5bvB4EqLlW6hKsqujXQ99QNPI3P4bZKanSnZ7crwIlJTmQtAWlSVHqBSdDbX8LaHbWm7qsVnFtBfwvXmuPNhU3PFkIaVxZ0PsLA3ClN6JPfQpF9NPK63Sbrhan5GYts8sRNy5c+qSm4rTMpDDDSuFlQFZvlJ7HMD2t2HoCdpJNew5hz7Ue8ZTEVDqeFHXkUrU20SrS2t8vkPLyDtwV7O9UrNB5+VLi4QycVXCfXmYlXHUpKc147l+4BAHVceQua7u8wHWcL+66ziZC6pFdzJWxKR96RrdpQUQCrW6VAg6WI1BG8dGLF5h+1uOTFJu2r8De1QZ/NURxdUhSMkrl2lIacSQRmA8Oqe6bkjvbsSwHILUV1uLwfB0ZflyjsPTTYErOI5+7SB7hwlh6bRKXUXfvEhTHU4m/WUPAZUk+ZJ01uQLbOKJBaqjUSe118eOhaVq8Sk20/jTbT0FHY8R6kXDamINVBrhReE18+3KFSvhf39rufTfv7bX93qR/HptKbgO/ommdtWI4gzVmOVi8L9dX+e3zQaa01Kju8b5sv8Ady+v12sKvT3ZUpuL+jQjL4r5f27GmE8MwIHDdnvIyZ8+Za8yFfTzIP5em0ESQnlK6u0ug1mexFo0tDj6EJ4vyq/C3kQfy+uxxgvCtLpbrcqqPeDxZunp/j8dkbv4qbWDceUnG+DehCEcKooa8DihokjSwuPF3vYHQna4rWMnWqD9o3Za1xX2uKlObL3F7XNrHy7Gx09NrB9vuPWVAYZPUyrvMwJK3fOxJ7uSbQaj/VajFXx2OwPD4g1CtbgKAJFyLgGzA3TYnpc+jPwKyyh9bCcjE1rpdSjXpWLgKFze+ttLjzIvL3WYNxQ1P+y+IeBKfdWtbCZB+Iu18rjZIH1Crd9dlSzVMUbqsW8rK+BKirT0KRmSpB9R2KTqPX0O3m0r2HeJHG7cs2xukrcrEcWrYN94sPsIzZGvlUi/TYa6+QPpt94qwzij3W/AoNW5Va3epHiQpQGhHmhVr3sbHuR2IW+7XHWEqpKgYjgREQl9KZSELPwVE6i1tWzrYggiwGtzY43/ANArMWLAxHhKrZETVpS6jNly3B1Sbd9P3/t2Oba8j4mjk2DIgrSsA4to1UgVSvda0KVkda681yb5km6SPLVJB9dmZWKPhevcOf7pRCqjGXjuxWi01ISPNbJ8CwbdQJBtYkAW2E8OSsUNYXiSp9Rf4/SjN40OLOgsflP07XGgI2fu7ulVSsxWJ+MsMQl8DLwn2ujmE2FibW8vI/jrsihJeL7mJlfu73G0vFvDr2KGl8r0yGmHVHK8rQ51j697A9wSSdiveNvdpe76K3QaMyh9aOhaUWSlKQO3n+4aAfTb4x7vgw5RorkCjOrR4kq+VTdu/wCz1Hptn7ENawHih371UH+Pmzp61IUr8FWIJ+hvbvYW2YZ1qWRZbsEi4ix3FlV73o7UUIYlZel3pSlRvobXTe/Y6XJGgJtt0jyoFZ4jU/jscDOpp1rxsqB0WmxF7eY1tfub7Kaq1KjUuU4006uUjPlUhXV1E+ZtlJtby1sTby26UzGDTXEai52GMisql36f7mvlf5tO312xTr1Z8RM2M/JhdiTFVUa4dBn1GFVGEKTllNMBC1J88wubG51tYHv5WEp6TRpUDmoDsqFK8S0NOlScw076EfSx07WOydnbwmmpTjvBlIlMO9aE3UlPe3UALk2/PsRtbI3lu8VifwURed+dcccJ63cKSbpvfQkWI07abE4tXmT8YhItE+fPban80ha83ClLazJV3sjMnU2Prre+ut9jWp0SVFwQ5S6pLffQjJIQnxqStK9AnMSlNh2ItcXBvpZfKxni3hNz4uHkPwlr4SpENYWuOq17LBAzJJvra1iBfUbGlPxPFxvFbo0/j0ioo/RIWo5Hk665iARrp2vew89uTTL8QtcGvt3KoLUCLKqC+vNycjJ1N28Wo08tQQR27aXlUzF8qLPYqkCnQn+B8XOhPUlJ72AVbW9rjuO9tbjdawpPo3H4ueVS1u/eorqzmyqt1pIOZOXTUWI7g2sNrCHDgReH978aMzWe3gIF9U+fa6hb8Ng/RWewxhDV8gxtHFdUqkBus0arIbioWrisO+OOpP0uTk9LAix7aGwzWMcYXlNchiNlEWV1LYdQrocsdS2rVIIPdJsRmvYixI7SlT6XPkSqW7nYX40Z+tKfK/YH/nf6bfkilNOu8WU025n/AFk5mnPOygOpChfxDuD9AQZK3x5+5ysT98/F48w5PlONRashC0LShSX+lKvwULp+gvYGw7k7MjDtbgcVhqVUevOhKc/iV6DyufLzuNk9U91N4r9Uwb8Ba05uSm3WlK7GwQvvwzfQk3He/YAfpbWN6NyEqVx0Sqd+lirdGdtIGpQr+1SBcC3VpYpGp2vogNI5wPZgNQ+/GZsmtuxcJRWKpK/Qr8akJ+Y/S1yPw176bEtLxHuvlRWPf1cXSH5SMsdDtsrml87alWSpQOpb0JF7A22p4VKi7wd0rcp1nmkcrmyJXlzKSD2PdKvQjz7jW2wJiHCv/rtGGsW09+bS18KRx460qS9HvYPJGiXCnMoONHK4nUpNyAfRPxiSmnVoRVCW175XFadYqMVHSh1C+hxPqnU+XYW07bJbE3IQKzLd9381ny50qQMzybA2ufqNLnSw1Gp2ccugxYtGgRYEta0cJPKykeLIO1laE2HYmx9QCCNkhinGUCl1me1VKTFmzYqk5+E6UqkIv0uEXBQT59xcdzcDZDWUBxzLV1AmcsHv4Sr0/hQIk2FVIrWRMeZFLS3EG90JWroVrfQlItfqtbZuUaTKpbrE+Lx2FsZehV0qTrrYG2vbXXv567I2FvtlSnXKXAp0KE+hGZrmpAS738GcDS19CbA2ItcX2NsF46qle4kCvVZD77Hij6JUnQEaDvpbqBIOhHfbxfV+nFcalM5ELZXxmVntM4sxvjKvUmqO0lxcpEXl+daQlXERfMjiI8S06rByk2BN7Gx2DsHMc1Ac4Ty+Owj9E6srU2q2ozK6st7lII0Bta99mvjEypTUSe06vJF6VJ+VSe1lA+Y7i1jf1tpnHfLUuK7zUDjwavCdQ61KiyC06pP1sTnRbQg28/O2290y/wCoqBeVA3cCSa3GgVTFHvSBzUWahr7xyrvTmF+tWmUi/c2AtqUi206e1FxRQWHcb1vOunPqQ0+6gsLzC1uIsqA08iQQRrftsLbo641iOqc1iOWth/qW7IQ7kWl3UGQCnsSCSrskm/SLm7aiwmosCfhfFFEi4ipb/wAWHUmFFD6kfKsKQooWR5ggD1Fu2ncQgE09iqoi+wpHlO17mqXLzxYqMvCW71OIPzi3SUXF9SCRlFjcAUu8DEc+A1PaaidDDquOtroWlOew0sbEdyTqDb1J2vsL01ql4jl0uBnWhCkZVZsq8h7XKdOwIKbWJ7HTaPDrcpqfLi8KLK8XC5qy2nkkmzagSFEEEg21FxbsNgVjddmANW55t32Xq3Fk7m6LPpcvjxX2EeLpWm4FwoWBBHofPZe+07ROfx5hPEbVOXx4q1padWgK6TbMm+pt0g9gLgG+hBvvZ0fgUvBrDUWkv0tC1p4sB13Py6jfoChYLQNcqiASO4B73e+diqO0aJVIERa4tOdSqUpPVy7SswLix3DfhBVqEkgkgC+2tb5IZav75nfHcbhSuL19aFLypVlXmA+UgixP4DyOmu0DAWPcL17iSqziyLCqlLQrJzjGdLjRCdVNgA66pVkIBGva42vt4cZ1qU5xXeP0qWlSlhPSR5ntcA+d799k09uRoNZwlPxli3E03DyGJD7rU1MMTY6WEgDM42gh0pJJF2ySNLpOu2Loh+oZS/Ti4kCPdndju0wviP7Wu4ei06l1FaXeXamlVOezjMoMPJtk4mYHKRb0uDtd4rY3aO0GpVTd9T1wkcrnfQ6gozJN75ikkLA1+ILiwsL2I2W+5GBjzCVLcwRXmaXvG3X1dC4fvHC81E9NPUTYhcawkISTqUFBKCAQSOzEwngb+arCVWoNZloqNI5hcyFIf6kPMLWSMwFrKAslYGUnQ2FydtV/WJTLKmwxVYfo8qBg2JXqNnYnIyriz4EotKSk2IHHaIzNm2qVAp0F0nsZorVUr0pyjYjicGVNj8muqMRQnM6LhtciK2cgUbXDjBCXOr4aVAJMmr02g/Y1trd80/wIsppMqkSFrfdZSpVuI24CFPtFWhUSHUG5WVCyzf0Zmlu4cfiu0lEqrvoShEN+QEzGXQBkDK1lPESVWsrxeSs3YjK7oXTOVbb+YvnWqDuR3fP1SAyibVK26v7xFd4sepOoXYt3SCWUNki9iFA6LSCdEhUMTVSvYoYrM+rLmyn8zWRasqEpcto3awQBYDTU2BJJ1LL3oYqqlBqjcqLhNhj300pVZhSmi7DqEhvKlQkxlgBLoAFlCyhqUFGoK/Xh/BGJIMiq7v8A3hTqiw0p9eHpT/MLbUnUmK8TmebI1KF3cT2BWNiImI9dxwJwlSKzhKjVpqBiZdOW4tUh2lzWhkkNW1Wy4CUOm2UKaOVQteyhYjVm5nfxVKDul+1tBp781c2KpqrQI68iZEhsFPEGcLS2+UJsHchCwlIcS6kADNW7bEm6+fXm/wCdrjoYW1kQ6niuoTfQ/o+pIOtyQUg97WB2I6BizC26reBUqDu5qr+JMCVv7xxWrKl0l8kJA06XmxYaABRSoHuLLcr+3yiyWMpxGXifeHi6dhOm72d1dWpdUpCH0x0utMKi8FaswEGdFzKMZ3u0AFqZWcqmjqAgAoe/rehQay5VN32Hn0Ut9SV1HDlRTx2IqlaqMV+6ChrMFEDNmTcggptZpOPGLWY9ewvh6nyvtD/RtYyrS01UELsktyozgLMlKxcFRAWcqQbkJUmfvD9mWVhye47uq4+eqR1LXSedzut65SEFxQ4zd9Qbl1OgUFXCiCz8Q7vmUczHNBad+3jtEhQptUaS1UYsJ/O04sdnA8EpUtyxsUlHUk9WcW2LcIb3t3MCVEo0qk1uiLfV+igSAtjtYFMddrZiodIGt9NLJCswRucxRjKqVbC8+JNp1bpzCpGWVCPFZULEOqZVlUpoquFFvsdRY3txgezp/O/iOpYclYhfw9W4UPNTUymAumzlhwhTResVJzWUAsXKTlzoAIBWYbOc8RdmX2ZqKVvgo1LacitS5tOz/AW1PYKI8i/YhywSlRvoCQb6AnZJYze59p/Fteqz/KrQqPClKTm4KLgkFVwCASPMmwIFrElTT8Rb/d31G5Cqf09QYq1QlvrXx5EFdsmVa9FKSPIrBAtbOkWGzn3YQ3azu+lxZXueVCqPxY+ficq4pOqm7pKXGHQUqSU30VcEC9jz6gFPA5E42rsyIqolKao1GiYyxHh5iqRZWVqVUoDqlIeQvpQt6I4bJVbRSgAod7HKCJzLOCHa9AoNeoa+BFypp0iPMXHVwl6oQ3IBKXGrHTNcg3sCSQWBiiiYDgRW4DrS6dFlLUlSIU0vtNu2NylwAFpYIsUuosryUCADI3X7lMB71eJQcOVFc33IhSkOu3Tw/VoLAAClKIUWl2BAJAGpFFO88SotFp4Ej4ckUHCWI6Lhd3GVUlMUh1cqA1NWULjoezN8OwUUrQOISABlUQFZQbEcMbbzGnd59SwvKMJDkrI/RKil8IRIWklC4zhGiHSUnKpQIUeldibld7wp8Xdpjd/kKsj3pTl8qtCmg6hVrFbLjZJ+HoAQe5IIUDYi3GC8JYjdcxHPqL7C8vRHddD8NxSnStSgf0rLoOZVlFSRc2Untsl1LRU6uopcP6fsZ2ooresgiXsmvVmqY8oUCBnYqKHUSGsts2ZJzcEX0BVbQagG+o12D9/O7nGW8veXLr1Bdgv06oxWkpkcxkQ4+jMl9BCkjhvJOVK2VZFAJuElNztR861KlPu9eSLlVzXi4aUmwUoi9h26gfMa32a+56fhyl1lys1lpjErE11DspqVMOR7KkJUBIAKSoItbiWTfQq8wbpWlGkqFaydJSKqxN1+xdDwvVdy32XqmGYTFUy8vV2lR+E7IVwwm6ld1kDTMCTfXQ7Z99tb2Sd3O7nFGCN7WGKSwxhebiWBTsUUlWXgR1uOZk1BpwpKm3FlIacTazpU3qggqL63M75Ny1Gdn0ClxK3hdCMkrlalHWpEPjWAKXEZkhm/ZwEt6EXFrbBHtP75KDvBwvU8BxYi363CdzutQ5TaFzICSCp1rOLLIFlgFK0AgElKTnG3DbCWlBvgr1GlYSn1Sg8FxilxUvxVJRmTmeS58PKQTYhxuwFgSCDfttn/AAnhfFu8bci/Fr2H5UKo0t1cqm1eK7mQprvwX8pNkEjOhQKXWrhOXKLJLqPhyLWcEPtbtMQrr0J93NPRkDC4qbpSlLzKlAoUnsUpKkkZVJugg7AmJt5WLYEV/dzRnl0GvUtWdGf4XMITlultwZ0KJQVZUki3YAaBVIYV7ZWv73p+7mVEqlUp1UlRWEMQK4jhZkPISq7MxvJYB1tdnAptTZSodJBVcvLfPWqXvAwvhPHlZqE2kTZ2SUuo0Z0Px69CWOEmahAsHlBKk8xGIQsoJUlQW0kqzxFZdozsuvUH+l6XW2le9IrrQd+OSor4jfiSsk3UsaKFiSRlIdGC93Du9/2PMUbqqVTl0GbhCenFGF3ZvEUhlHGU6+1c3Uls5pCbi5Sl1OYKAubZlGTacw+3eYiqm7nFHubFuLHq9S8eRUQocqrffIExaQltth9whKVrDbiUJLlnltpT1qyqI6fzcSi7Li4cwxKpz8V1TE3Dj9pD8P1Qh4AFabkFPECcyMpIUbLIB7L0XFuEpT+A8UNMTX2E510OpKC+XUQHEOt5iRIZJuSSVBIUnItFihOvt/W/HC+6+Bhr7ZOv0H7VpVDantNB1UeUlCClsg3Cz1kgG9wgi9zpUjdI2eXjMvr9nXDm6+lv7xsUUOkZ0ZuqkT+Smp7AAFKkt8YC2UXUTYAXJum5ontWwKz7ti4Ira6vVJs1EOPzDXAmpUrLZK21p+L8LMtRAAukqChZStqbDMF3ehVK1hzEeN/f2IeaU/hypSo/LtPLBKuWS3ctNqISpJSdFAXCr2VssMUbpHYuMW6xgjBEqnVuLKzz4sJS0QuMhaFrVwVZXIEpN84yJLbgJOUFWYRskWVZj+oftJb1aDjxig7xsPe+/v6YrEWRS0odZkFpKkOR5bZUi5QvLZQC7hWikWWrQuNN4GDazS28N7waShC62h1EL7kiQvOlGZVkjNdaNFFTdyPQCytkpiUxcOV7+dp2k1FiqVukxWnWF9ao6gtwhAUkEKHUnVSQU9yQbkJGQreC77QWHsR16JK+y9bWuBmS/wDAprpy8BtkEENrJSXA4QQo5knSx2sTxOKhBmXsveLvZgVhzBuHN2eHd8i4TS5XPwn0pkMw7KyuKQVrfKyU2y2X21WSApQPh72pGvenCi58NLhOrRKhOu8dMd0EhbLgdQknquLkBSSLEWBtXe1/iul7tJVCn0x2VS96cWordhYmo3wFVKIMnF5u108VGdBStWdQKSgqWhRJGMBYd3s+2vKqWI6pQ6XXn6dHRCXVuil1d6V1FyO3KCeFIUhspUlp9BQoqSAtBBVsAj8SUt2jLR4o9oSBjfEbErDmHqWuo0F1C59RmoDrTKVWSXELy8VuzYKiW1Wta4IsdiddXpdZr0t3EcRcWqVd9XHVx2ZFOmLShCk2+ZKwMpSSFEkXBFwhKk3YbhZ9G5DBGF5aH0Qn1KqUjOY8zi3B4bjN7odKiSSlRHQq172JZiKlYXqjUijSolOm0inNcWO+0vhLStLgKSpKbBwhQUpRQAMwGnUdrmvcuIlY7Wtmf29HFFLpcWPXmmURapTsq1RZD5YfyJso8OQypKnmiqxGYFxtSRe9iVsPddiqBvQdbai1FE2VKi8BKVtNMSHlBGsabT1LMOQo9Vn2CwVXSUIOhGV8ZDG9Z+9Y8pPK4DfSmQxFnozSo76Dq48oKCmm3NFZFZgRYCw0Ign2iceUbFtNr1BZQxRKIvPFlLY4q1ISQVNLCbq4BIBCBciySAQAAuhKxrT1lUJf3PSHdbEoOI68+7F5V/3chSE5VqSpt0FTfDVxLLadSvMktuBC05CCCUE7dKFQXcb1TELuKHn10hbuSLPQkIdeYSLIsQVJcUlKRdWUAhXnYEHdRwz9o4re8HDnApH2ohMTZ8qLbiuLKEpSq4AClBnQKJ0sD3GyS3g7wncR0utYD3X0/laDS1+7ZU+A0hUPmNLwwBYpBvlKkEKzEAJVYgMisezFUsZ7CBKbG2NIGA4DFUoNDlV6FzXLorkJYSpu99V2NnWSrpzOAgntYEEKCq75cW0Z2XFapPuGE4+lrLMzrpamlEFtxCxnDTRUQCoEFly+hQSsEsrEEqg4SXhefQ5sWnVRpSOTlSOll9WjZaUslTC82oSCEO6ggL7qjH3tA1TBGHKTgOqUSnVeLVIqeLIldCZEIkpcQ+nKQspJIQ4ggg3JIKQVZGpDq/h+JexWD4z8Q03gb44uHKW5hfGTK4uJeF+lYd5qPMRbR65AOcKKk2ICVCyrIz22MfZxThLe1gPn3cQ05vFFIkcKpUN27C1MZzwHGLrKSFWCTlAB6kkggKGRMaYfaalcKltZ3mGELgKzhapUUjOhokCylNg2QoEgi4JJNxqD2XaPS8JbqpdZxREhSn0VFMpLUhAXwVdKBqUZ21GxSoAkdNwLgkdonGp5/HuHoeu5M/PzNfULdpuqw403PixJS4VbT8J3iuOuxXQCCWXCeIBbu24FJIBIJAUFZv3lt1TCWPOVqlDlU6qSpS+TdYlFEeuReJw25TCk3SlxaS2l6ObgkpKkgmxNt4W9nGW8vC/K7ucJxYq6XNY/Tz2krUv+zcbClBt5sqskEuIB1BBOgzt7TON97VZoNFaxlE5V+l1RLXIIYcafju8N4cXqAVlOWxAGl0m1jo7qX7Ve9fiB1FaVJvaaNolTdwvAiUuVUH4SKi0pbEeV1R8w1KEruSwq5tZRyX0NlWIH6pV5/v771XOiLmXwJEUOqjrT8yekrAIT1NkLQRmOUgqUpb4Im0HeNgiBVMee/qpXqctKEZ1rS63bwuoKSOOChKU5V5xpYp+YkrW7He/iily69hyJS5tIpzSV0h2A+UTFZOpUdxlZCmnQf7FVgCOlSgQkXTU91M+5mnYh7lR/tLzGbVU3g4SqVBwvLhRawjraisLGRuYelJbF1JS06QrKtJyBfw1BKhlKuolfda3jQJVZwzVOOhKVu5lmHKhzUjhktlQCHlcPpLSshISbG5ANJunq+5Gs4onNT2a1Qcc1DPHi8KqPMMOLsczbDLp4cZ3uSjQHUpA1SjTG62J75wu/gjeNvCqLGL+Kt2lqxBDaYdea+RDMoBKZSQkAKGYr01JBCjO9LUOJp1206iniVECl7lmqpLdi49x5hCatfH4HvSWxFSpWv3cLUpsJJ7JABv5X2Jq3X+V5TFGF95qKotj7q6iQ0ELlJ7WWFJCVKvc5gE+EXAPEWpXYyj1ml4obdqlRRS4r6OE6uQoKi59dSkp6G1DLoRlINxY67flDXKdqjkWfEYyPq4TTTrrfLylWLnDRnUEqv08O6golQyk22BXyOJmrokf7DGbgHeVK3l4jcpfumooYRnafzMFpbK2+lYUFHuCbi9r6a2I2Wm/Wnu0GvN0uLTos5CFpdjvwnW4r8xorCeGgG44iVKUFIHYE5TcAbGFFlYS3LO1LEcrPTvtDwo7sVcd1cqHKtw2CkWDqSgZUOJKTdCUm+hvW7uqJiifKbxbjx5ivIfUqVyr+dLWdRzBzKCASAQNRYlAuCRcWIRvcv29Pp8b5OewzFo26X3zXvfdLmvxUysMx6jFQwlxDgKkxHigLSl0qWSpawhaU5VEEhwKHhj+fA5Sl72q3W3KctPTIhtFb7KLa5HGul1WWxCXEA2ClJJICSUUmTWcUbwX2q80tij0h1XJ0bOcsNahcPXSAlxSkXIWOkA26iCQc1SDhJ2qNxayy+hiavhZ4tlPp/vi+pN7X8z2A8trhdvqXuupQj5gTKp9LgVmJXqXiGo1ulrRysWe/1KSkD9FxAQpTeXqAcGYXUB0AWkzK/hysym6NVJaH2JTvwpS7ZY8g3ypz2ypUEk2uLWukkg2JpUMLYcalOQPtC/NY6VIXKd4HGSNQhZKQFAahJNiNQDtnXf3SMRwHf6B90QqXV2lNJdS6EsTlG4MdT1ilpRVYFYCyCASCLgl2q/BibVpqLMZ4jFh4HoOF5UuqQGeBKio4r7UdZUhSFDMHW0lR+Cq3g14ahYaWJzHj7FGI5/vKBPwnh5dElO8Jia0ttLrzDi7AqLalDKR0hwG6dCQQFAtDd0xjeg0th3EcSbKokLqYfVACZUG4HEjuJF1ocCki5stpw9rBSCV7v6xjgig4cbao1JlYolId5/7qtzgNoK7LWlxQKQ0bnM0sNrbcuQbAbJDSozmMaXp1aE7uZd7ucKSt0DUCstS+eoiIaWqlFmrEd1toJUlLa85LRABASvOyjtdSCAjY1rNNaxHS58XBsSLVMLsIUubQZUp1EhOtyqM8VBbSlNqzFp0WUcqmlhKiCusWV3C+/wBwlRYuDa5V6XNfyw32MoYfS6psfdJaFdN7ELS8k6i1lFKhZeLrVU9n2U3g3EfO0v3dHU1HVMaKEqjqcKAW1i6Cgk2LarIBIulCylYG1XaGY0+npqHAh1Dwy1VIDeDcG4nYp2Hqi7916ypDKhoG1JNsrbgUWiepSV2Qs9aSbGl48ao1Uou6WVLfqNLRK4UiU0sNcukA9F1m9s4KUpC+kpFiQQnYErs1rDlB98yqghcqr/FgSErC4chhajkcDjd+lIKUqCgFJsL5gCpRXgzCle+wdJiynoU2ovyuubnaz9RCghdul9oDt2VZSSSbkmKX3e4K1l7f4PxH1Lxtgjdy0xS6M8+hjIpKGuV9Da3oV3PcG5+guNlwve/g3fu3LwRheHiUvvZVpnw+JD4N7EX4rKk3KbdK21AG9x5gcewJiOVKl0aKyiUxW3ci5UVZaTHXaxsNcqhc5QRqQATYAljUOC7ugwb7m3fYYXUa2hCkqQ1d+U8q56zYG6/MkGw1BOujD39pPEEn8CZfaCeXswj3V7it326XiVSqVDjTX/6xUZ7SeYe1JHGKLpKh20AFhcJToA0m95uA4vEi0bj1R9tfWthOZOvbqOpHlpcD9wTGHvZ83ybwZ8TEe8GWvD1IWlK3YEhQVMSvvkJQooCLADS5NyDY3u+KButwvhxpuLFZ6G/7/iT9bWHl2tYfTYmmfVW82AAfH5/vKP3G9ynqmO589rhUuJ7uX4FZ7LX+I8iPzB+mwhVKlVJX9a5qV+pn/jt/F9nMjDlGitfokbRarVaDAi8hPiQn8mbIhSUqV6kDzA/d+OzpSDKRCUt+qVms+62neVyLT48uZz0sASBf8SfIAbFM6k0Z2jPwMZU5DiFuqaXFf6+J+qRrp8pCgQQbEWOxfLxU67Fbi0anQqcx0+JoL4ifqkn8r9/w2AJWGP8Atk3i1qrP1FeTKqmzFZmkpHzsLtdCx9SpJ0BA0I7Y0lNu6VdMw/Qd1+MqTXsOUmbCRWmlQJC3X3H8rtipskuKUoE3UAq9iCARe12DIxrPadbany8jC+jzy5rdvz8h/wBdhfG7UCvUGXAaqyM+RDrC1fCdiupOZBWi/ScwsFAlJ7gkbUNKxlS8R0aBP4yF50Z5idMza03zAjyNwSR2HkdrDagjtgL1g/ifmPMV4tr1eYwbS3kQqXlS7NlLX4k+Y76WHn2JPfz2Ga1vW3VbpaW/xahnfYTxckW63XFeRsm6gddAATfyJN9khvo36VSqOy6DhLJFzrU06/4lZU/q6ZTckjXQZe3rl5jFn2cqjlYlOvvzkZ8yn/C5bvdV+57ZtCLmxtfbOcpqX2/EXoq7x8pvuX7R0X3XUoFZ5KgrrcVaoC+LkkKUQBnToQo2VZWgB7kiyrYu3lY2rNeqjlB5t+bKfXk5hXUtSfLKkeG/6ovY6C/cmm7DdbvQ3oT4lelcBinLaShDspBytouSEtpOmXxK1N72sDe40BQ9wmF93OI2JUqk0dcXhKU7KlSjnbUbatqVcpsdQgApI7WIFq6fp1ekBWgAA88fmMOUThBMs7qd1W9Csutu0unLixc6fvU26GlIKrKbW2bKULagi1iO4BvtpWBu8lYIdiYtn4nyVSC1kTNhO5nU9szSlJJzt3AKQdUkJIIIBJm/vQ3fcJylwOPKfhSFR1pp0d11ptVuylJQQm+g1IJBGwS5vDi16fLi0vD0qK5TlZJDrrRy5RbN31HSD20HfsdjkbZRrnMscJYgaxlXmGvszN+9OqdfkOxQ01xdCq1ukEk3IBtckg2Fg5Md74KDuloLDUBlE2sSvu8dhHizDQk2BuBfVVreVxrcNpOJWoGF3Ko1UH0LX4oq2glP0WgjTW9r6HxeWwPjGRS5VGcx5Kai8ekLT7yz3zJRrwnrXsNSEqsLElJ0udu5UQY8m8pLk73KpPnuT3fvspeXPxV5cqvIJsSEJ+g089TqSXBO9KfVJ7lGn54q34rqY7sd1aHcxFxlUD59j9bW1Fts7U7exgOvVluLFri2Jy15OFwvm10/E3A9Pr32PUU51137rLzykZVIRqhSe/bQaHy12jftHlLGl18vifkefPlcRqeyiaw+6pMjmk5lpuSD1HqTb9a/47WHI4IwvFcd+O+/Fn5skh3OtLCwVKAVbUJKUpvrplv3vtBfhe5ovP157Ita8qWvEtxXkO2utvpbb9ouFZ+I6pLdrP8ARzCIqX2lO/qDTXz7eQ8gNdvP9Z6hptLXuyCf+YOuxGRgeeP+Zxre8WfWWm4GHKctGTMhUj5lJ730NgRa17HQAH6wxVsURaDLgVl5zJKVk+LbNrppfX1OptpfS5JscVbx8G4c/oujfen2P9lZKU2FrZtTbTS5/C+m1DNX/OhyECfzsLOtS2nWkZk5uxC79wQrRQtqD6nbB6frbeoOSMg/A+CJlL5GAVQ3i8q6w1g2IuC/F/SyMxzK1uCb6i1u4te5vfajMKvYonuT58ta1zVqU71eJSiSdALHUnQAADQGwA2a8LcLVOf5VqXF5X/z6dzp6ifMAEpGupuf+JpRN1H2XqnClMvrfbR1L0V1dvqFAjzBHloCCNtmnQauzgDAhkR29RP0DBbtB+/u5EL6UL75sulrg/67ETlQd4T/APu9H6ug19f48tmbXMFT58XitMvrfWtPyeJIOoUPwGh/DUbVzW6iU196r1RQxF8eTw/nqbX17nTTQabPtorKBj3GURoAyN0WPN4zVNxHu0q1EqNXhf1qkqkBqYlFsyVpbV0Po73sQRYCxtrxqVJrNLal0aqU+aiqdSJUBSVJWlXYkIIvlvexFwRYjvbaNi+Lhyl4oiT6DjKown6cr4UqPZLragsELSSbXuBbsRlsfowqz7SOCMUUZvBu+Sh/axa2lIhVyB91qMN3yXcWJFzcEEHyIV22uM/E1a7dsz9T65QaDXm59UpL7/AlIakZF9Whv2UQkKAt3sCNNO40sDArMVis0uoLmwn2uhSGsqsv7ewOhSbEEEX7AiG7qbys9yBXsPRd5OEJSsmZ1CefioVoC4lfUbAC99CexT22cdSwZgOjNOfY2kzacx/WOBx3Mmut8iySg20IBAuL289sfqvSH6ggsrPI+IG+wPzFXzUqLPfgfqL6ej5VDzB7W8/XuL326vMe9IrjU+XKisLSpaZUW3FZVpZSMwKTawukgpIuCkg22I8Y4alUt2m17hIfYlL4Ss9syUlBI1N7i4tcWI7agnZfVXENUqn9DRWvgZulDSD1W9PUDv2t57eUNeq6feEPDRPubOVlUxClVSUxFisrffzJQnI0EqUv8EAJBN72AAF9LX2cMXcDFwvS6TWcb1xiL7xlNIVHU7wuGgrsAV9rG4zK1sDYDz25+zu9gjDlBr2N8ePcr7rkJaYdVfPnTY2CT3JJKcoBJsBbXSw3tb1GsZVmhNe7n+Sc/wC69GZV+wsT3NgLX0Og7be26ZoW297Uez8Riml/+5ZGfjrdjQaXRpECg7rKR0NJyymH3XVajxpsoEDzCdNLanQ7JaoYJlOwPc1ep/jyo67ZXNSfI99fy7Am+1ZRN/zuHK9EgYcxDyr0JSo6o8hhyK6lIsC2pJuhQ8hqRfUg3G2i8JT4u+Sgz4EpqKuooj81CdashTlvIgdIWLAm1r3sR5n0FaVPCH3MqUzc5hegu817vfqK2FLVysiyk5TfQ6i4APc3J72Btboca4opcV+BAwmuicqlXCQ06MuQ6FCFA2SSn1Ha42d1XjQHeBK4LC+lSH2nU5k+ikkH9h/z2oGaLu++PxcJsIfbyo4qGilWTSw0Vbve2g09fLP12lWgF1Erv2tBfEm9Wje4YEWAzN477SFuyJrqlSGV+YTmsVeRChZIF7Ak3AUMGysWtInxatFiozcVC5Chmym5F9QD9QSPO5Oz3p9NwHwoEX3JS5rEV3NwpTSHUqa/VsoApUNLKBBNrXGhHbfJuW3D7wcL0l3AnvfCMqUniv8AJyiphtYseG6w8DdCtdUqSbd9ddlqNQrgFowp3/MXm53DWN5UWfKo1bWxyrvClMRWuaj5dASptRUAmwvcjztfZpYeq/vmU3S5WHvdD8XMhEhhgtRXlg65BqlJ1By6A9wBqNkJR932I93OKGKpRsbzWFxWktcWE6WlOISbWUQQo+fkNNDfzN6xjOs1mVz7r3AfyI4qo6CjjLToHFgHLntYZgkdvO5J0UO05EHZGkKJKdrLn+z/AFl/NtcLotLitOOuu515fkSP+O1NuxxrAxvAcadloXUYvQ6r/aJ7X0873v8AW+3xjPEkCjT22p/6BC/0qvD/AKf57Od0bYEJIrDLrTrjrWdGdalZ2vEn8RqCPx2/JRda/RZEZ+peXpQpPncdh66abQ6xiiL7hnz8B05dbq8VGf3bzQQ64kAm6ErHX/un1/PI0r2kd4OKKpLi1SJ7oYirVxYrEcpdSoeRUsDKRe5TYEGwvrtyWbhmX7LR87xMR4IiwHMOVSWwtdR6UNJRmVnPYi1u3kR2t+G1puBjYD3l4cqW5vG7TKKvTnVO0ao5ilaVXJCbHRaCeopVcjyIJAKewLjeLiOLzUqhrWtCsiVSMi1N3t6jufQdjbYcx9iyqYX3gsYooL3ARkQhaGl5VZge5100P+h2CNQGJBjOnHBTMJMG4gwRWcUONNYeQuorzKQpKcqkq1TfPlFj5a6eV9hzerPw5VKo/hfeDhl9hDOblaiwocVm9jmSbdSToSm5APceh57LsSLS4susysi5WdTUpDqetu1xYhWtrG9v72mhFz/FVEw5iifzU+ksZOpeXLmQpR0Nr3y3B7dvQbCspCiWt7af1maMLYOn4S+/0auMVSkTk/AmNf2ifELgdvQ6jXy1ts4l4+qmI8Je4XaT7xp3S0tTXSptQ7EGx/GxtcWO1s7u9wlRmpfIU5bDD/XIjteBXqsA36h9O/p6lPs47m+fr092LW0VHDzykuoWmyk5u2XN2Xa1iRqCCCO1yaU7OGl9NaPRk/2fcH4jn/CrLWeiIy8Jakdav7ihbKpI0173v6auHeTj2BgijchFeyZE5VO5hlbT212ssY1Gl7uaM5AgOscdCFcJrMEq/j+L7ZsGJYG8GfLgVR59HHzeO+ZKu10m1lA63Sdb6XHmO10D4WWtsVTBPEBqk/EfP/fX4spGdp1r4qHNSVf4SE2uATe40Gl+dRwo7WcOS5+HK3ClSmM3FhLshbdv7p+YHzFx9T22OML0uLulgVJ1rPNivpVxY6leJZBKXNdEkDTQWtcW7bDmAaFF3g1SXiil/cpWZXCUnwqT+r5XHr599b91LwbDiDoq+qsxEYzSqpz7jUr46/F+t+P4m/8AHlt0mUifKpbk+B44q/itIX1pTbRdj4kX0NtR3se4deM8Ku4XnuV6fwEPsZlpda8XYkki1/XW5/A67KuRvVwRiOVLiymUUiroSpEhpSMkWoaAFxChohzWxSbXtcXJNkP9L3eQjOs6d208IEQHJU+V+hQuUtGVS/DxPKxvr37DX1ts4t3GAK9WaC5Pn05udS1o++Qn2g72tlXY3NxYkKHUL2sfJWIqGCIDr8pqoZ8i1Zfl6R2ub97+mh+mxduw9q2fQao5hyVERNhP5UNSs2TLrbrsklQsfEPzB77M6fQuPvi+n02PvjAFbwlhJp+BF6PkSnXpVYHTsToB3se3btsJVXGsr4kp2Iw/wFKXF4qcq8vbIF289e/0v67d6/V6NXnX6z7uRFWvrzKSMqu+iTqRYnzAPf0OwPiSpRXYvIfDfYWjLmRdOVPqFaC9u+t/9XyqrwJfYieoyqLjHC9ZoLkr71kR+la1zNpItcE9tdbWI/DvsL07EVLi1RyjSnuPFz5oT60ZVs9jwzYdibkE+YsDYgbIp/EOMsJSuLAZlZEL6FqQcqka6HyOhPr+zawkb6YtZisNVnD2R9HQ67HXlVl1sU2TdJ1v2Nzr37UlO5NX4edgVRpuLxWOO4jM078shP18wry9D+O3TEmD57sDmsOS0RZUXLxYq+lDzCSbi/k4L3SRY30vrbZY7m94VG5V+A7Vos1jOp9pCs6VtqvqsBVi24DfMjUKuCDck7NmsKdrMVt1p1aMicyJC75UqA0JUOw+psUnUm1yLAK0GUb2IKYTn1nDjTkWs4hQtj+y5hoK4fqlRtcgDsq4IIBNwSNpNSxLFqkr3W1EYRUc6VtNO3VHlIJOUpVlzMuHpIVqCNRcabCWJ8GYonxfemF4j9U4ClqqMKKo8VlGUnmEt/OkZcquHci6SUkXOwqtifFgN/04hCEI4rSHXcyW197JUnVIJF9CATqRcm6tm5fIQBrZhmbF9mnepRuFLwHXnV0ur586Ic9HCfcSe4GbpWRYkEEhQFx6AzhMNSqXVsLysi6JNdW6lKFdCc98ykfqklRBA0JuSL6jzbq+82vT5TdGr0vmuVWhcdb6ErWyoHMkpUACddQb3vY3vqNcYJ3iYyoO4djG9eiLQtCUOrdfUpaXmFPJSiSoi9kFKgS4CQLdQFjbS02p7o2uJerdG+7Qfc1LiUbi5+VzIQtXzI0tc+dvM7Ys3/TaphLfJys+hrRx4SVraf6WJkdeYXQoWSoH6E637G423J7y9/Uamz+hDi0/RX53FwbdtO9vW42z5v8AqjhKqYypuA8Ws9C1rlQmldS46lEBTscqV1JIN1NXyrypIAUM+3a63s15xOFwrOWmPsXvxXZ/3Vl9bDeZ3IpGZWVQFgUggmx0JFr22cG6usRYDTc9pnJ0JR0KzJygfL2y27EHytb12mbz/ZqlUGLExlS6gxUYT+V1h2LdWZBRYkoIK27k9hcJI7m4G1FTg7yHutqkylrQjoUhpSVZdNR0kKt6C3r3udsPUst9O2GN62jAmh6DwsRwPhNIWt9GdHbKr6nzFr3ta4J7gAnbO+9zA1U9/chKZlNolL+EvPnQny1OhQPT6HvobOzdVJpbVBbdlVF9ha/B0lac/wBSEjLr6jT6DXar3mcKfVIlUaeZfYQtSJUPPlzJGU8RsnQjS+tje302ytFrK9KrV55+J1VyJn8xJs7hMURaXzUCoRedirS6lhV0pctawC721se4AOgNrk7MrAVQo3INuyqG8/kQp2VFakKQtKx4i2oHRXfQki49NrusYjpcDgT4EToQvK61KSFpbWLnIoKumxNxY6EaX7HYmgyvZpr1LblO0+bg2qSs3MIprodaS+O7rKFkixOoQNR2sQASXpmvv1VzVaj+0FVrjvIsizrs3CU+vNz8Ly35XA6FKkMFiU2ntZ75Fj0WkEnW4tYbLV96L75ltT5aEPoy9TqQpLib63GmhOulja2u2pcK+zXQd4MByqbud8dEq64uVfFdjlh3XsZCUggk2sVAAHUFNwTtmDfhutxvu+3g8hXqI+wjKjrYQXUuIuqzrZSPiNlNr2AIGhANyPSpVtOZo1XpaeJrLcWmVKwkw1S5aH0Ly8JGfPl0BsDckg302vt5mOsZYcaptUwlLRFq9OlIRnWjNxmFLHEZWLWW2pN7pN7aH02AtxE6BS8ORIDUtGRbSUI4SgpDlx8o0Avpe1jcdh22/t7eNqp70puEmmWH/eMpC0yJTpShtSVE516EgdgFDzVqNdWA3jKp/wByQd6LjTsqBVPdMVlDic/KtJytJQSTwxl7JBuAANB2GmyZ3l4xdqmHH6XhdlCIT/8AXGGulSVAgAJAGVbV7Zhob2uBa4f+9JbsCjRGpTOR+LH46M9lKSrU+R1Ha9rX07dws92fuHehPnNUZpuLXkZucozqMyZWtzIirsbEhQzNLIB0KSDfMvokHcMP9rmZyhYarLs9vE8B5+kTUdKn4spcd3uOy0kKT+231O2v9zmPcbz90D7uMsYoqj6FLaS/Vorc2O8kurQkPIKSpaB0gqBzAAEE3N19jzdq1hyvP+/qjFhUiUlXFix0J6ra3LirIbItc+I2HYa7NDAEvdzgTdLBi4SxYw+w/lahyJTWfKoukrZcS4n4iDmKQu1iDobkkuagbIO77Zd4fj4DgQImKJ9JpeF5uTl3fdEpx2K2lV7gMpuUMrABK2woAaqbABUEX7TO8Cqbua9Eixach9dRaRMgTWrcKQwkKs4xKRdLhSogEtkhQOVaU3AFfjGD70xvEqkBn3cx4nYTDq0tZb5rAKJKra6XIFzqBobeRWTJpU/CddwSxiSKyj3tApExN2ao2kKLzcVxAKo9QbbzKQQApSbpIWgW2HQdxgKvPEDMLb33d42F6l/O9g6l4kYQpLq3Yt4U9tSRbmI8hKVZHQnQpILbg6VJANxAxDuniynOa3N1aViVvgIlKoy2m2K5FRkC+JwEKKJaSbgOxiQVnLlSQbObDdM3V473Sv4k3SusPyqC0h+Qw6w1HnxU+JPMMITkKdLcdvMyspVo2sFsLNeLMOUHFtNa+xFOqkV/JUWIEpooUmQo/pYjjejLjh7JbSEkpKgkkm5ynM1PuTMF92e5RzfHBP2Fefg48okzOil1Fooi1pCFZlsMuFIDcxASq8ZRPEQlRAuFAa2ieyXuvwvS4m+SAz7olVFhMpcXMU8rMVYqbSkkJUgqFwlViDexF7CN7OmKaXXvaMr2Ep9JmswcXUaPPdpeI464dUZkNLS2HcxA4ihmbCXitalZLpcujTQ+9Dd5vBrNGl4IntMPrqKVutKmpHCqjARZRUUgtplN5viIKQ2+kBYUFZwm2zxgvGZV3VTMR1nHk+s16nIYw3wlchK4WZL0hJUVukfqJHzAEkqGpKTtqrdTiXBu+igv4Idp9OomMqPmdw5UmkISmQpKLgKtocw8aCOpKiQLgkAGM6VgjdVu5gYIa+eKpEdCVnMlpIsqxuVAlRudbgX1I1PnzinehjzBG8b3zQcQvwqpSKiuVFdQrMnPmJFxoFpKTYg+R0sQCFneQyblnrPTq/g2qNMO155HvGnOqTwlNcCVT5DZKXG2XNFIUlWYZQVpIuOpJN0HvY3ez8OYobxbhKuMLYr0pbvLyGuXYnKWLOFh1N0MSQQkqaIAVlJypuLw8D705W991jeNS4kWLV69FaVWab4ealNoSlS0A9KnctrpNlEBOXNY2ZD8OBvQoNSw5S63FbffXwlR3VBCos1OYtuC4JacPyqupKxmQSkWWMo2BmKH1Mqyt6XwfRmRalhyfArz/wBqGn6WwhakKddSpKlJNu4BsCUkXCxbz7X2iUzerg2gyq1Rmokp+KuPwpDTSQqPIaAISU2unOEmxsMwv3UBYWu8nBVZqkpyg43xvN52lryyoqopjus2sAHLE5kptoSSkA3BVoRZ0Pc/u0rNB96UurLZqMVj740iBn5hixAkBCVpQ4LE5nW06fOABcHWyhE2CNqyhNoizqtMlbxqpRcUUbDz9RYlNcuue0gsSHLDL1LF0qKbkKbeAINiL3uNGsVfAfsybpZ7UCW+jGVUdSt3i3QqoSFdCHe3S2ygAlQFwU9JJNirMJUOjYDw5Pr2HN6dRm0TpQ+qnUkykMr1T1BsuLSRYjMCLZTe+UAGE2VQcRxaS1vGxZVMQ05GeOw7HitJXkULFsKdaVlAHyqsD5nsQ3RYgHEYRdvIiUexZQXpSKzvQ3Y07HbDic/2jgJXAlykBICg+uPlbeWnqSVKCFgDW3c3W8WXu09zc1u5qNeojFRa4TtLxCpLvJu+ZblA9bZFzlWMwJsVWsNrKbhzcPAqlSoOEt/2KGX8+dMOr4fK2o6tAkucJkFSOyQsLII1JJBAp6jhTdzVGm/tvjzEOEJsVaY7vFw8ZVNqCCdFx3gUKIKgLcTKodIKRmFlrre42xf7wV1ofCCUeFN3uLaDhdyqNU5E3+4lasshAJJDKkg/EFswbUCFIJFidNnX7I3svs4Sw5iCqe0C0/h6n1uEibAhT3W0tTISGg6qSt5JPBspRzC4WMoJABF3buC3eYD3VUamYjqlJXXqDVGuiVTobyktqQLoekweM5dxISVXQEkAXCSQRt874YkX2oML8rQd5tOYwgiUh2FKixzPSpdiQ9I4LiXELUFJANhlSQCF5jfRqIVIZbAvEyFi3E2PN3Ne5DdzVqpColLdz0ifMyKTIYeQcpAzEFh0q0cSrKtQ0KVXQnR24jdfvv35T4M/f5SmaCxTHUzaM6/Db5zMkH4rK2rORhqBdxRCxmBQBZR+90e5ag7m8OOUbeDvYwvKrcKeufh5FRaDEdl8AhSmW3NHS4VHiJBQScpNilKwxMNb4MeUvFrde/o5dIWhLTtLgVJp9DdzcuqLikrcVfSwtYAWTe5MjGZJuC8QjxbuxgQKXPgYW9yYUqlRzcrXmoYapdUfUetqUWgW2nSfC6TfNcAkkoKDPsuYti4jYanvceatpaUxZDuR1tR6lN3WSD5lsgqQuxGZRuDtnDFSpcqK461UYKEVRa31tNLaUnOsXcQ432Oa5UQoG5NxY3vOxDukwxjKlwIrkR7lYTqXY7tLlFhce2l2gonJoAkpBUkgaBJN9jZEgXzDju7XBtUlfZyl0la8eLdSl+AhrI68sdlKbUQlNgrNn0t36h3elImtezngh/3pTpr+L0NfdWmEcdFQSb5WGSNCP1vPQgDQDZ3Ubczh3Djr9ejSl1CtoaWhM91hCJSUk5spCAEi6jclKU31IHrnjE8DerXmqlPxlQ5vXKXAVxYrjDDKLkNlhSkBTZI6kupHjsFpcBBR25VhA6vKrcjExvVHWKDi16LQV15b8rDjsJpa6TzQAWqGzmsplQQFLQlCwFJS6pKBkylob0XpU/gYS99rfncm+thqYlEhLMgcMeHRbrS7Em3Wki4t2254LqmF6DugqTuKGapW2Mjs+RAmNBSsqTnysrSE8JSFNlYdzBPEuoLSbAKve3hzGdVgULehuwx5FxXRag6hCHZmdMpTQOUsyi22txDjarpLqGVm9w622ApxXZU+pYN5SlomP59Ziue9KSjD1QYVwpsVbuaLKaHhlRn/ABJUCQlbDg4iFapUsJuTSkjFEqfLarzr78phfLrmrW2p3QJWA4QBnA7pUQFHuO6r0q8ZtNNOVSfEizUcJDTrqOBkevY8F9SStC7gApUegp1Suxy7D8Le1VHaW+7Fl0h+l05HIKj8u5HqMVi6LBSkZ0LQhSwokJWlKCVgLSFlIxYvqEhSzVp+LZUuK7RIraKIlWSVIWtpDzq06kpILdykWKgRmHSbgW2DGarhyBg2pYSxl7+w0xUXXV0ua00qRFbkDqGXPmLCxZKuGStCgLgJFrRcN1avYcxbVuVam17DVXhKRKpbqitDLtiC4y+ylbrClNi9yS0SACdQQw9yG7ag7z58iB7pfi0FaESkRX3S7HmJvmbDzJsY8hJsoqSkKv2V3B4+UqdsT+Kdy2Et5c+i17eDzUKawlMV91anmIUxQbsHXlZCptpwWUXEjMClOYFAJLU3c4drO4KVPo0Ck+5KdNQlp2KxMbkQKg1kGVxTBSnhOAdKXUglYGpJAAbW83d9VMBxWIFBqL3uuUhLXCdWhaErFyNFpOoOoSLAi/oElVVDGEqBhefhyfERkR/V1SI5fjx1K0HDUgFbI+ZNioEaEJ0JG3rEHYndTxnfGdSdwlWfejWHmItIxXHzT6tFulOYXPHyahMgEWNsoVe/iuNhDHeA/hQKpg2hwqo/V4rr811EpCFuKSAS7HJSEEqVdS02S5dOt7jaDI3pVSjQHKW7idHHYaTKYUlLc2PobKPDd6lJCfEk5wnQkKFhsRbvsKQN7U+kxaDhmVRGEJ5p1FLQ8xS0vjMDKhZk/DSSoks5lIFzlJBI2mosw2wVabPugPUnsL1SjRIuMomeUvKjhJQv4yb2LiEHVzsSAcxvYA3NjY4X9kPdfiiKiA1izOia6l37vfgPMLXYNKZdBKVDVIsopvmBA0Ac2LPZcxbXp9JarO8KgsRac7naytFS5CSf0RKlZkdPZNim/c2AG1zT8JSmsR0mg4NltsNxfvspqRFysKUgjMtL2UpUVnpUsWAItcXsniu2dbdxtEGPav3hYtwHu+b3X7qnoK62xATwqcws8w9F1Aajtp1UtQZUkKvplVYE6bZF3S+1Hu+pWHHN1e9HB1bpc2a6mBMRwnOKpDlsnGDtlrSpKkJUXCF2UlYJAJGqd61W3c4j3tOUuVQ/d2KKdCRHa59rhLbTqFcvLSCkJzDqTom6UklRslNH7TG5PCOMsL0b3zE/pfgKVDmdSGJkcWIaVIaBSlItdtYNgVEEdRAJ8TqERPUCJW8LdLKlPxaDXMVzZsX7nKpdUhqXlaXYZF2HDebAygqWm9rEqBIJBt4mJ8EY3w43hfDlOfXKhZ1zXUo4rsF8DLzDbZ6iCOl5sixBSoEEA7dcfbgx/OBhPFmF6hV2JT7HJynXcr8d51LZbBfyqDrEkIcKSoBTa0oTZSQdhvePgOLuroMiVvGp9XqFR98tO06swIudUVC3ClDbpbsS0AkjOpZWL5QezewmVZOC1mY0t0+6bC+KML/zabwWYr1RmwudolXgITmbSeHZxm5Kk2JuWzpa4JN7kUomP8R4SgV3dpjenIlYipbvCa4tmnZSQT1MPEhRGU5g2SoWsUm4UNiDcrvaxbRqzQq9VKTCq9BpfFjodiym3WpkVQSCYr6iMrra0WLTyklJC0ryBQUAn2wK1Qapvf8AtHhJ5iVSKjDaUh3hKTlfBOZtaVC3YpukgFK8wJNwds26s6f9Wv2Pf7iBdCn6lfx7/pGjSMTY33fUum8V2nIqNRUlLrFSdRHXMYUCE9a7ILySQEquQoEghBuSdP1DC+KKW5jLe/Q1v+68qM0WO4qPkseGFghSQoAlIULjUjUm5yFiCBVJW6WBWaDVqpUadh5/hVKlvrW/7rSvwuICwSGhawKCEhJNwCkjYQw3UcUUave/sOPVFD6MyZEWLMejrcaPibPDUOgjUjyte2hInvd1P6xq2ka2jwPBmp4/tX7qvtbTaXhzd7C90c1wnZEjJHzWPfM5pcEWCjYA6WtchyYix87Kr32cwlhh+FzzScvFXyEptX0TrnT3soCxsSgkAkYzp+HPtbjeJheqUOE+ivfHgTJ94cyOoptw1ymW1JUATop1p4EAXANynWWC8EY3wvRkQMR0movsUj+ryIrSJCFJAIDhQhS8jqCRcNgA2BClAiyOi1JZzWw/vPJtYNPmlxzBjehgX/svPntbt6W/iWo5c/MIaU1OlXuCl9KkKbfUrQFYSVKygKKrkge6bfLhfFDTeCN5b2Iff1LWqO+qZFcYYcdHbiJIypdAGpIBV3VrqXZjPeTRqNhz+nnkPxZuaPndih1Ld9CCCBxGz2ykE2JBvYXypvaaxRzTmMsOYhhVHjtZZCWI60SkpFvFmJLgF9ASVBINibBIjW3nTD9M8/iIl2X7JojFMLAfCbdqjy5q4KUu5M+dPCBFhpfzFxb09NhStPQMUSoGF5VclMUGV96hSovDVw0IyFyK8RbNqUBKSLXWSE3uQGbqd4eDfsbzW8tmL70oiFLYzp63I6ibBJ7EAqF7G40JAFtiSjb169VKM/VMOYepEKLN+FAakIyJeaNwgLBScoUQVkGxKQkggkAW0trsgOfc0tELfjPMv8b46wvi34Urj15eHnUckh2K4nl30k53IkkDO2jMEpKDdsZcpQQSR9wfaMaqlGiNc2xQa2tSWF0usx8jTygASWZTeZAURdWVdgAFHNYE7Kf7L43w5VJ/IYhizZr/AN6hRYCxIakWCeIghfWleoPdQtck9rAmI8P75MB4o96Rd3FXlYelO8WUjlXHWEqUq4cSplS1sqCrKStB6bZiACb6mzeOZtWaVbR+p8TUGKMYb1efpNeoNJcpz81KGuL0SmldQPBzpIYkXANlBd7aEXu4R1W+iqfah+BvGp+IYU2FwnXYrtOcixW0q/ROgrQFBtatAoFSbgjMbEio3R1Les7Fq0qfUZWF3+rhPrjsJTISE261ISG1q1vw5CFpKiqxQrKQbVuPWcW1ShfaPFlR96UtqQpil03llc4gpGdyIiQha1kJvxIaXHEqFlIAUA2oykLxBBdOvA5MrKjiSs70Ko/hKLhOoxYsJHxakio8DjXBtlzIKFkAk6EAm1yDrtNwnh7C+6qBLoLr019+vfpaC67xY8hWQJ4qUm6cwTYFSQTewvcABaUL2n93OJ5/KOs1HgRZCoeREPg8S/SQ426pPdXRYlKQqwsSQE3tU3kbm6C0/wAriyr05jP96pK6S6hpt/pKc5KCuM8RlIFwsjsSm42qXfGMRa7uNwq4/pGdiCNyHAlSsQ+6Jq2FR/cynylqUwqw4LwUCkk9gTYgkgEE7LCjwN31LrPIUvCcWFiWUt19HLyk5ZF7Zxw3FfFSbWWkk6AGxA0sIET7UUv3zhLEMLErD6VpTUqotriuNLuDHeU0AhLrIuEqKUEgFKiFgXQOD6DiPAe9CpQMUVyFVFzc0iK7nzyG9enMopC7lKbZSATa4JAvsBH2PLaUOpwxj0xXUXYG7mJVMLxKXTq9TpTsBiK6gsNJWLqZbUpVsibJyhJJQMxsRrsI13fXi3e/FcoO9Dd7SIr8VKUSH4EjjpSseMltaBkB+mYaaKGoN5JaxbiOA5Ad6KWtCc83MVISoatuJUgFYyqTcqSQEnLY9yKvFOAt4NZixMOYDwaw/kWlVSnqdRFSpPhNigFSVG5PhsSB2BNyWM9vAEcsuX1F1Gge9J8+e7SaoxSKWlSovKxeKly4utxKAb6AaixuDcA2OxPhQUaLFcrMWoN0ul5eYTIn3QqQg3zWNgkC2vYFXY6gXMa17NePJ+HKTS6XSYtLfpefJIi1F1C8pA6HG0ghxOlyogEG5FrlO1bVfZ83q1Slx8JVRmKinMTEPsT4VRLrraOIFFHDWgAKzX1B0uFEkgg0SgsfUS31sSXjZw9UcUO0tvC+A2YUr3i70z0JOThG+YFJUVAixIuCCBYkGwGlMBYNpeA4DbrURD9UWhPHmr63c3pcAaa3AAAHYC2wPuuwT9nGqbysTI2whDXFSk5XEgZb+Zy3HewF9dANG4oNNf1p7Jk21K6UQRZ7F/knRx+VP/S9e1dXqpAw5AclSnmFrR/ZLXlzJ/5eZ7fjsH463x0HC8WW1S+G++wlXWteVCVeQN/wOtiNL67ebu832j97++Sv4hgNMyoTEVhbsWLFWC89lGpbSq6HyCQSkEqUnwJUQRt1tmweMisb5sjeb7UDtGn+5qNRHFrW6lpa0ujK3m8JVYE2I89AT2Pa9JhDEFUdacxRXpb77/F4CM1sqUKtl7aafhc5idsm4exRiis4XpsrEbKH5S0cqxKS0pLqU3PwxZWbIe4bIUkEdKUaHZtbta5vVqjUugu4eYm0ReZSJ/MDNHdsE8NbYQVZTe+buDcAm9hm6W1rbs2H1/iXs06vUXX2PceMvGLvPsReN0Zvi50HMlB0v+R1I1N9NuoxK066401Lz/rf3f2/v2WjlExvxX4vulb76EJ6kvpWhKCTcgKVcgdyO4FiQQBtdxMD4o5VzhVtiEtaE9fCzOpTr2vfqHpYC/r321zqFmZjbLvFdYw5ApfvSvVbkuVQrLKSoJdb9bEgjKfNKgUkdwe4zNvBrdeapdelbuasha+Fz6OE1k40cm7oCReyg3dSVIJBFwAbbN7F+4TBtegMSt5eLKpUUIyqVxZRYaUq57pRa6TcDt5bUFfqu5vCVGpsrBrS1youZiBVISuOlKkLsG1WPWlJGUpJCgCqwvcbJ3OLftmno7f5G5EzJgDHVLr09iBKp8qKuapMdcpr48dlViUulR6m9bkgkjyvoNiiotbucL4tfn1Sh/aGoxXci4qMnw3e5FjomwI1UQSOwN9H29X8ZVmvUX7L0mFFoMqQxzs2EhpK20hY4zWU5Sl0DsdQQoEgAW22FiDcv7MuMoLeI4FJoNPqC0NJlLTAb4j3mniNWBzpOoUOxB2HVUPcYZVX3MHVPe3vkrNLiQN0uDkU6KtPC4rsfKhm4uk3HVrc2sSSfQabd426LeNjyjT/ALW4hXVMQraUuLClKXDhKXcXbDgBCCewUSSD3ABN9nYm3YYXo0BiK1ixHu5aktfdUhp1vS1wVA30vexFh9dq+nbscOUaLzUDFkWqRUdbrXFUxKy9iQL2Nh3sb28iNmj+0VJXdxPP2h+zTvuw5S5dUgPP4bqKH2lJY59ph15pdszSilRRmzlWVSSAqydbG4uqZgreX7rprVZeqKKohXLvyOOFyEqSBYEpJUb2IKST3trc33nT4u77i/8AnDqM1H/w7I4uX6DNrbzAO1nVqDAite9MJbvaItzJ8VbFkSEpHY5bXUB9CbDYZrLczndWmYGMI1RqA3zVPfQha/CteRGa1yLKNgfQE3t67WMHd2607LdrNERkXFXFlRZSsyZDCgUqbWnVLrZSFfQWFrEDZ41GXAnwOFKa6P7VrOcqk9/LsR5EWIOo12VOLd4ECluvxaDT5VRfi9CXc36FIGoXcA3A1BIuBrrrsKw7BzKhwsT32K3c4IgP1lrD0KncBC0tLaj5nXEoFygK7qIFiL3J00J2pKNvEgNwH8W1mGuFCR0QEu3S7KuejKnxXV3ANjYAgAamRWt67XFfpdepKFxZvxeK06VpTYkpWUEBOYGxBFiCL3IAJi7v61hLFsqXxaH70XTlZ0O5ytpu/iKQVAFQAuSLEdIsQTt5/qOpFVJfMBczOkJ6ZJitRXN428XgRWEJ4sKG74U6Ei/6x9bXANwL99hnE29n7W0atVSLwOAxDWw0hp0pUm4V4iLWPSLa3tc/hU75GazvPdiQMOfHpEL4TqYqhxW1gaNqZuFm1iTYG5tbtsOULBzVGw5WoEVmU/zSOEnhNFSuoFNgkDMCFXBBFwrTyuPKdN6b3T9Zq+WPoH0BI0emYctK/Dk6lysOS5XvGnMTUKTk4t0pSkkg5gQLJI1zA217i22p93NDa5BiU00jgcJP3foWhKyNci/O4F7X/wBNsoUPAHFacdrPHpDCOh3nUBCk+R0JBA8tQD2trscbst7WF6DihjBEpmaxRIv6J9LpVlUk6IA17G+p/AAC1vX9HrqrsLqv94YUKOAMTVEhUCK1xebYRkT+v1a3toLnvsK1/H+HIDvCdl8d9H6n0H01Av8AtJGwvijfTuvn8NrC9Dfq81Dv3jl+lDyCi4Nr3CtNR2OY6HZH7wa1XorTdUlUSVS2JSlKaQ6hSczRJHSs6EAqAvrYWGug29Ffqu0viJQptjexr7QvuGBzVGZYffzpQnN0qT5XsRr3v+RFvRPMb18ZY3r3/aOorXC6skdHSjLqddbn93lobDavxZhmfFwkxiPhP8CVkd4/QpHUQBre/cgDQAk2Gu1BRWHWneL+v8yP2H+Lf6bYeo1bs0vWOY4HatgiltcWvYYlPsZE+DIlKkkd03Pcd7aaE6bd8E4L3S70JT7tGw9W2OV6VurWUNZ7XsBcp0/d+Y2FZVFr2PKzScG0Z3IiUlHNdeVGRJ10N7G3YWsCAToLjVOGMD0bBFGiUajRJUKLwk5nXUBXxfMG2pBPb10vfXZ/T7dmYyfGUELBtB3ctNtRaG+h9aOFzGQLUr0/vA631/LTTYko6Ysp1/mns/ws/Ad6HW1WA8J1t9RcG4se42KMP0r39wPelEW/FY8D65GRLdvNJ7m2hAtb12Xm/wAmUbC+En4vNxZtUfWlLC03UplWa3iANrJve9gbHQdtu1Fy0Vl4C0cZi83kYxdxbXmML4czrhMLSiOhHUpSyLG3a+vYEf8AEGFOouEtxlB+1u8GIt9+a0ppDSEZsqlE2Sm98xvYWsCSO9hfYV9nzBlZqmKIk+l8rzSF9HHsrvYZwPIDsVDWxtcXB2dHtYbm8eVTdzUsUYjl0SosUSKqe00hhbTuZKbdICj120AuQSr8b4Wg0Z1TnV3DJ+Myul0+79R/7RJUFHvTdLTZUWJ0VTGDsp1DqyrhoDb6gDfU26U/jr5W2jtU6vYjxQ/VHYnK0GnZU8d1BX4D3t2AvY3FrafiCvdYy7A3XxMEV6kvwqi/UkLaQpGfNmzpC0AXuSPMEHvc+ezKxVSKzRoE/C9BicryrTXMSFO5FZVW6xbuL318u/YA7ehWouvE0rcNAuq4e3S43qjledwbNq819WbmFxeA0p0JAJ1sVAnqGh7mx9GThiQ7S+HFiusURhCMnlmSn8EjTQ201/1QG96dvQ3S4jl809x6W/DjyGmk2UwlI0cKBYGwOUE37EXB77fO7DeHS8UYoblO4ei8RCErfS00VOuZCCXWV3BSdCSggpN+1wCOROy/nL/RFk3rD3Fkn3DWalRnZbb60OqyutLzJczDNofzH1vfYiwlRKXVKD7+ntIf5VaWpXV1tp1yrKR3SdRmFyCLEeZX28Gq0vEeLX6phJ5b8J9CPG0ppTahplKVa6C17aE7XFDiVSU03S4Gda1pSnKi+ZSdDrb8L6n/AC2F1Kr6uvtoxH7iZw+6WskYXgSvhZF8Bas2VGX99/oL+Wmh2oKxiHmneFF6EfKnJ+Xmf+v5W2nVzB1ZozTbs+ItGf5cmVX/AE2GRBdalfFZyfxpsnR0/sYB5P5MMXVRLGiYVrOLWp7tGa5p+E0p9UdPU+4nzKU91Efjc+QNxtZYerWCMENe9MZUSFV4sppbD8N10tOt9rONrFlNrAuQTp6kW1LN29eiypVF5+nRWIsWQnmnUsHMpAucnSCAlSgkKHYi5J8imN/+IYv879do1UpK4WGlykpgSl3VHeRw0gyULtlvxQ8lSCoG2RQsCdjWrYo4lMhhxGHuwqVLaxG47FpPKwpWd3Mh8Kf8vOwzHKNSLXIBtqdqzEKZ9UxRWnZVQWuLSM7sVEh3JzjHclPTkLqb6oJBUASLkAD+O8bcjRosCA7EWw/Fio4szP4nU9rnN4vMK1AGt9QNrF3EcXEdZotLi5Kd77aWuFIkNB1CkpIGRYuLXBP6wOtxsNMgdtzyfUhGKcwDgYko2I69yEDolIyLVIWjLw0qBylJ0OuU2se4tsl8Q44dr2MpeCN4OHveP3hTCKzAU4xNjrSSLLKkAuDuShwXGgBJsRrOt7uYrrTkWA1CYfydbrSOjN52IANiNACLD02hYT3ItUuU+1iik06UxnyxXVyhzEdVrFKHwArL2GU3Nu9j3mql6SQ0K14xMjY2l4owa03S8JZF0vOhp+opaKVx1K7JfQrVom/So3BBACiSBtVjDGKGmm2qpLRUYsppLrUpEjioUojtcXUkjsQQLG3qL+gDmC9326+BUqpK47iKo0lDrU9fFzJHyg21HbpPa2mpJOfpScL80/8AZzCcWlsLdUtCWmvx8r6E6k6A3/YD2VFQNkrVbsOZ2xBimLhKU5z8REV9jNnfaUEpeYv05z9L2N+xB17bVtY3suxaCuswKetaG8uZaE50t3Hna/5202HsZTqz75YqkqItErIrOt1rpeQRYotbKpJ0J01Avr32rN3GDmqpi33XhzmqX7xWngQmnTwErvqi2tm9bgHwi4GlgAL1Gp32H3LKy2nz9w53bIxvvurLFLozT9Oi5/vD7XU0lB8x/f8AS+nrpqdwUyn4c3LYSbitMoRkR/vOO21WfUm2pO3bc3uooO6DBrbrsRhEpaOPKdSkJzLtqbDtc+Q02V29rGMWVPcqkqXkhI8LSv8ATyt/x7HZ8soGYYgVjxi43mUmfvBrPvR3EL8XIvoyKyJTc+nrbzHkTrrYU9OoUDAf6WocfJ48/wCsbG37db9jc6DSyJ3hb+J8rFDcCjZ0IR0rdSoZVa+C2vbz0Fj28ztaxMdSp7rcqvPSkRUL4Sn+EtTSVeWYi9r+pufLZA/fkxR858of4kr2MpVZ+4MoXC6c68gzJT5KHe49dCD20vtZUzeJRt31GltVngQpS0qUw6hrKhz8TfKFAn6E37HZYTMZT6W7xcLuxX4q8ykfF6UqvrpqM1h6Am+umuw1XsXSqzxKXWYiOBK+XRSFW8xdP7bev4bXyN2YzprDp23JF/vN9orGWN578V2oo4DDqksOteJSBpr5H8QNQf2hNIdaqn3V2Ih+atauEl1eRMpR/s81wAsk9N9CbDW9iaVbAVGdlNuxfhrz9SEo8X4j1/vD89pNN3WOyp7fwW1xX/Hl/VN/K2n5n6C/kYODH++9/wB0W6qbK96cq1ElI6v0UhOVafUK/D1t21tsdwMLxYDTc+K9nWjqTnSULT63H+X0OxfirddPwQ6xKdeXNhSv6lNTdSkpvcIXckhQv2vYi5BHlWs12A67ytZZ5VC+hCkKKcqxbTN6G4sTp9ddqlzBlysIMNuyq98JqnLlMMITx8v6umuX9YXNiLm19O+y8xw7VMB4tcaoz33Wajioz9aHNTfTtcWt5EedtmRh/F8XC9UcalU7jxV5kyHYqAhbPooIJsFm2oFgbE2BvegxcxgjFsV911mosVfiqW06hRdQ4i51Wk+BXa9iQRrYbUIi5O7mUNIxXVMRu8hP+Ax4lutNFam0DucvzC19D20Pbsa4y9n7kMLwMW4XxZS6vClNZ15+lOceIZki7awm/wANxINxcG1zsrqZTp9LlNymncjiFdCkq6k/x/lsy6Zi6s0alv8AKsolcdac/T4ld/lHqCRfzPqdoEBugjRMMT6C63WWs6FsLSt1OcZk9r/iB+38O+2w9ytWpeN8BucJ5hh+nLS0t1pYVwVeSnEDqCDqAoAgkHvYgIKmz6pi2Ax75wnFR/57z4EgIWpGgyvoyFK9BpmAUD2NtDypcXFu6XFv2t3fVFC2MmSRAlXyPMKPW13PSR3SSbEXB0A2sPGHpfHBmh2sJT6DWX4vF5V/qkQpEVYzNqTbVKhe9jqPI2t6AgePd2mDd42I+FWWotExW/8ACQ+mQqLFqTtybqTcI4x7hwAqvorOBmTa4Exa7jKvNz6XUX4rEXMp2kTf7NRHU3m9bCyVgZT3sCFAPnEW7HBu8HC/vSluwqothCeapsqyVOITYqsRazqL6gkHUEEg2BNm/wC2X245Ewqnc9hyLXp+F8UU+oxaowpSGuLK4T6VeQKFXSoHQhSbpI7FQN9tIT8MNUb2WpeA4tWmxV8qt2nc6gZkrUSS2ryKVdioDW4uCQbHGLdzuF8W4ciQJUt+nVeLFTyXvxCpDEyP8rSnAQ4QP7N0KKkk2JUAUkNxfgTehS917dLlYelVSFTn2JDTtOkLfkR+G6FDIUpzqQO46VC6QCLE3hKrEOZAG2NnBTH/AGIoXxs6OXSn9ZXgH8X2V/tHbpMR43nxPddOi1thhh1XLrXkkRVnJqgq8j20OuhuDs4cPyGqphKkyorOT4Sc/TkzKtrmT2B9QPO+g7BZe0dvhqm6CfSao1ERKbm/Cz6ZldIOX+7rfuNdNNb7PamsW04MRcbmmeMN1zG+CJTGEt4LtUpcVb/Cioqi8kfPdRSBIWC2Cu4SMxBI0KrjQl3n42lYSxHEi8FcJD+VbTvLpS6yrSzzbybpeQb6mySALEqB0s6J9rfaCiuSmsQ0RHNI/wDORNQU8xY34aVm6UkeQKDe41SBcR8UeyHvBrOHG+Vdfiv05HFaj8w5lbv6sXLZv8ym7EgA2IsT5yzTsylVH95GNog3Wq/WapK96QHmEVfIhSX4rQRziRe6X0AZVrPcKsFXFiSNB+Tku4opbfF+A/8AqIvlSq3kDbQnuCTbyvsN0TD+N8EYjpuHN6DTlLgrWlTVXjx1Lyp+VxKk2zpBta6Ur11F9Nt2YdwpXouHIlZi4ewvjWlykdFUgL63FWuHApIIv2Kkmyk+RNtsJOmWWXeRH9YLtMzTI8HcpvL+ySMUQK3S63S8impVLfSUqeaTZWjgPwpKCMyUkgG9wdLBu7md3G752jcrWeVfp1U6JkWa1nSq+rbhNrtOAdlWKSb2JBJ27bxm95cDiNUbD3u5h/Kt3l3Q72NwSkWPpY20t3AsNqvdhBr1eiv0b4E2bCzL4GQ5VIXbMHE3C2rnULSbA6kHW/oqKErIyOfzCdvJ3GNClbgMObr57mN9yOMlrqkLqfoMqz8eZHsStpJF3Oq103JIUAQT22qt/cFrFG7ljeXhKnLlRYqM0yK6jNIg3tnzAgFAB0zCwuLmx1Tb0ysfZKLzTuHpsJbGXonqKEK/8MyAkIaVpo44OEq6QXASbG2HMcNOte9J+Hpr9OWpSZSJUfkp7N75lMuWyvJ8lIUVNOixC7kIOshhqcq++Z33QGlz4HFdzsZ/ApDWVKVgEELTYXUbWNwCLAX8tqbelTay1vBgVSU0wuKhaeEtrq4igb5D5pUdBqBcfXXZtz6RhLCWN3PsRUUTaJVPitReFkXBULZmloPSBYggCwvmASm1toWL6Y7S6pEr0VpiVSJXzKj5lsrvdSQrVK0nsW9FjuAoAgwZp0uucmCW9pUV3DkCV4FoazdFlqTcdstiba9hcH089s94Rx3XsJT3JVGwnFfhcxmlSGI+VSVE/plAdayLDVNwNBYAHZ9e0NG5+gwK9RuAtEppTTrCHQ0ttYBGQFWhtaxuQQqw87bZ2osiVAw57+ariFohL+PFdQeLF11bkI8QbI1ChcdjcabD0/iSYdfJsw9xdSHd7TvFxG9nqkJeaE7KazMTE+SSgkBDuvStJHkDfTYxm4ai0bdzQosVp9jPIQlCXWs2VQXfW2uY3JvpZRuRoLpWTXp+N6Cw1g3EPuTI6nK0uQhSU9QKksLF7HW6SoAE2AA77aixpGlSsB4aan1FHvRhCOL05WpmXU/ULBTexFwUpF7AnY1h3rK3jwiOxBhafRpU6symVri5E8J1COlK1X6DpbPaxI0vf6bZwqG9+vRcRoqlGqC2FsPpdjqR8qkqBSbaC4IBBABBJsRcg7Lx7RapVMJS4uHJa+afaUh1hSOKhSQjq00vpe3ob62OiO3V+y3QcR/9o6zW1+60ZVIjx1ozJWNFZ1rBHCvoCNSdMwIsYqTYICmtkWE27UYTxbKgbxqNFXSJtVzsVtqK0uG/S57hSpx1C0iyocjKpQNwAolF7lKA3twuFsGyqy3gPeDh5ive6HXZtIxRTrJUykuEaBCRwlZk9SFtkAgkKQAL96ZXGt1WDW8JUvB3AixVZOK7dcdSOyyFKJdQSgWLaszahaxFtKDGlM3VRXYGN93NWlYaxRKmMRao+1xENZljOXHkpupCG73CgALHsQbgxeP0t8GEftG4nxbhzHmDMR+8aRVMN4eqSabNq0PhoqUFD6OGWpKDdJb6kLC21OIUQUqCVAHbTFAxY7u03cy8R1TFnvFhH9IwFz+prgalnLewQVpXwwNCUlIJOl824R3X4yx5ihzBtexDFqNEqMVMqsr6XWJTCct1BGoS65okLBBB6he2jL3zz8UYo4GCML0mlvYaioV72d6VcjMyAMMrb0AQlCirUgAkXsEi9bLXWolfcjbuaKfFOK6DvB3jQKzFafpaKihHMQFrC/dr/ZbTaikocjq1U2ogEAqSoABJBCj2S/Z9xbUJ9Za3u06nPrVxX4DUCPDlNqA1OVxagU+dm7AakAajZOtxcUYXxRAgRckqbClJ4sVd8io+fUpNgpuySCUK0BKSCUkEmG8PEbXNORZ8SKiVyqZDXFunqyAgKKbAX1yqFx9Ba+3hdTqOsK+8KCD8QtpoRcZlnTNzlGoMp+Lu+3mrqkXPmQjlQrKoGwOVSQCsAW6VFKh8uoGxOzV8W0ussT+NCYryM7SJWfPTa9Fuc7D+aykODKSUuAKSRdSTbjJWG7vezhKfPbdr1blUjhpQh2LMaCUKvofvCOm41FiAScp12aWL5uDZ8Xlf+0K35SEqjurpqnUvdsuR9tNnBe2U6qGllEgAZmmt6tTfnVKNpPxwRFdTdpGTYc/3EZmPMGxd6tBYqkCIul4vhMZkoW7wn1WRYNKWQSFBJIQ4AUkEJIUgkHN76vsnFcxRXqTXn4rMrM7Kw/DCZsVeZISXIqRc9VgVJ1BF8xAFnZS5NepeEmKo7LlP0FjIiRKdjnncPv8AkZCNOJFJOjgsADrlVZxzvjbDleaw59qKNSWH1vtKd46JBfp06wJW2pzKFtE204gSQpSQbi4HtaQXAEy9rp9hyJn6g4owa7i2f9g6sh9FeYV72oNWiu0l+UpZSlbrOdALLpscybKaWQlSQ2olLnDG9XgYS5CgtVaU/wDInj5UTMhJASpkgpdLfnwwSQDZIIsazePj7BGN6MxFlUmo0uqQnU8Vpp1pcyG6QQFshYuQLlJSMptobXsDeNQ8G4tw5SZ8rFkGqImpVC59pCFuszEZc0WUwsj4otdKVZXOk5CbBsO8oOfU0NPeVTzlMxg2LvQxvh6jRYlLi16otZfeUV1pMWoNJGj0e5A4pBV8EkHPqFAFYG5t3vsz7tYGF3ML4iwmuU/lbWuoyrKdUsXsoEEpQoEm6LW76G52838R4c9843oW7mU1KlImzWmo8qjJWpSuq/EFxdBCQpV9MhQs5gUk7bJ9pn2n6DuH3QUnBuA8T1StYrr0VcekyIrpflR0oT8SY7nzHpVlSEkG6lJ0FiQbRhWy5lFO/wA4ebwPZWo1dr2HsRyt9tXwcxRJ7M5hqjPtR0TJDTgUypxT2ZJNxYpsSoXF7Ejah3g032X91+N3K89VprFUr0h11LVBWpC4sixL7iOCgZEOqupYKwM6lEDqOyLwpjes+0jg1/CW+llfK5E8rMRTXGpVLnp1RNyaF2M5YcZKPCbKSARcU2O9zeI69S36zR8WP0HHFE+BIhVRap9JqiW/C6hbfUhWouoDMUFJuoXTszbqqahywl96L95i+9t3D+I6xyMqgs4kfw9V2s7SZ+WRDzR+tLXDupaHiVFSnASpSQQTkzIRl+Xu3qlegPz6Nh5lFQixeaRHjsZ1PJR4wjpzFQTqkAagWvpt6nYYTA3oboG8L4yolOYqjeTj+7pS34qZCOzreYJdYcBucpzWBsFEEjYFwd7OVGwli37R1SoPxVxVcWA6lfwG1KyhQC8pF79OVdtDoLXJT+toflTn+kFZqtP+ZiL2f/aq354WMXBlMiU7GtPCfutOrKM7kVAClENSgQttGvhWVIFgEBJIO2zHvbi3X4c3fN4jrLT1LxkwhLEiltMPKU5IAuUqDWqRoQHCqxtcKvs7d3O5fDlGxRiWVKwnRJrGIWkp4qYSUvsp7lCgNFBS+okAE6HQgHbJeIPY45req5FrNWzyqjK481pLWSKpCCCtpl4pKk9JCcqrWKgom1wGq7Q44l6jXb9ktcJ+31vVx591awzVMPIfirlR5sCvGatlKPEDHkNDiIB8WQ5hpYjuG7u+9o/epi3dfU59Z3hOU6oU5ao7VbXRG5tEmJ1uXGOl9mxsFDim1jbMQQCneHu63GYSwRTXd3NEgxa9S3UJj01poKVxdA6jgqJyLCLqzJBzjUFQIJrdy+A4ErC9apfuRcVit53Uqjr+A4lZOdskKPSoi4uLeK2UkgDuBI8ZTUsKa94g5hre57QTtUcoOI8HU5CGHVOpn0ikKkRc+pDzfCUVqS43oVNgqUleqFEEI4xoWMotUnuu7vadTmH5iXXZFEqMhMOUsADMWAQG3bkpKQLgJSSUklIctDwvP3fRYkWly0MZEpYaUpYyvamyF2AudSAbEi50ABt0q+Kmp8pxqvM8CooRwlSmmgl9KRfoX3DiRrZKwoAnQeYAtbY5My16jj3E9/QM+LimBVMHPv8AEYS7Ucs1viuJ/wBql5IC0qSEdROotcggXFPTcG4SdpcTFuDa5iGLF8CXUIZntKSm6eG+nMhZRqUlJsbXIIIsWph3DuDaXKq1U5RibCqmVcqRClF1DK7FIJQlSnGe6rZc4BKicoJG1Vi17Ae76KxFoLU1h99rjtfHQuLMQBooLFyVAlIS62VWtYpULpKOoqv3B6G5/B9Rj6hrSDUTmKfEG76sYorPvTdhv+pFBisJS1Mpdbpz7TsN0EFXDkeJu+mVLiVZQb2I020h7MdDxlhOVUvtHifCdXXKaTyr9IqIVzihmutbJQktqNxcNlSScxATcgZX3g4vxHRuUrON8BYlpzFbQpNLrMCFzScyTcxZSWlHPYhRSpsgpJKggi5RTbq/aH3oUGe5hJ32caDV6W+xxUe8aSUIkJ0F25CUZiP7xC1Ag3A0O2nSLNvkZphbCvuamxLKx59o3J+KMTPwqWufxYsLhOPtJay2eZXxAlCkOJJukggX0J0IXu8TE24LCVUcdny5WSrp/Rc0tqHIUB1WUoZc4zLSUqVewJubKIpaLiyjNOv4ygVDEODad0yKpQXalzjsFYuVOsZwFLSmwIbWFEjMACQkAgp+9KvSp/Co28Kl1iK/ITnalR0OsSEqIAPUnitrNySkhQBuQQnQXKPIxbImHpO4zEeKKFAdpNOp1RiyGnctXU01KU0oixZkrU4nquEpWHEgkgBeo22NQcEYSadY+y9QWhEVWZbHHzKbWf1kqJKb66CwP102znXExapAQ1Xt3uGn2ITqVx5iWBFdiqUMywVtdTencKQULBtZQJBXtXoFGiz5dUwHx4VUW0nix6dVlwFPJAASphaCGC4jMSnOltJNgQRsWohJDJum7angmnz2rOxG1uf3upKrdtDcAj6W/DaG3Rmosriu5GEZOtfhQpXqR2zW0KhYkd72G2BPZvxTv33Tb0XMOYyx5jitUfETrrEJVZXzD0danSppS2HDbKMxBUyoIIvYpsgK1xvNxhWXcJV3kKhwKpQaaufzTTQUxISltwlDiDoUqCVX7EaEAbFLSFqIgVN3FQMJYtcx5FiTcQ0Rch92VFad49RpPGUlS3I4tmeYuLqZBCgOpIWQBsU7ycIQIuCPtHhyo/1Jrn1xVW5WpNHxZgoXQ7lKrOtlDhPStRHTsiN0XtAz8Uch75w9FW/lRy/JTeFITdJshJVotVgoBJWkaWvs+K89/QLkCU7Kfpc1pa0JylDqbjUZbeMdlC1/oRqVrbfGK3amyr7xEl9mqNKdiRaXzVEqM1pL/u2soKOYayAoUw4dAtNwCk3uCUhawQNjGgU3AdGo1Sqm9BmrvoQjhSkNRVqjqTaxISgLWdPEheRaSASixvsJ1PddjKluwKXAxZKlQoqVyKQ/mGdnt2vdDiLpsLFBsVAhJBBI8b4sn0vDjdZgRKotbLXCqS4sXgPspA6rpWFtJSLXLbmaOryU2eoq6XWb32OJSrWFmxmL72hhu5awQ21ub3cMRX6jHS6wqO0hhqRYKSkAt3SshZsQbKQbi2p2XeKPZ5dwk1ScRz/6Uo9baS67FWgL5eRk+M2NbhBOpSQLFJNrkkuHDT1BqkVtqf7uY48hHKyGorrUJMhQKQH4iyp6AtVykpu8wcqSgpsDsM79t2W/PGWI4ErBsSLChU5SHWpSJQWw4kFQDbjYBQsWJGZJFiex7baFlavNHTtzzEi6xij2c8WxK81TveOFMQtOxeXkWU1KYULuRHgoGy0pJU2om5FybgKBb9AomDcZQIE+Bhh9GdOeBPashSmgekB4E9gALkiygQQDdIssQ4Oxli3dBL3c7xqS577Q/wAemz6cw5IQlAWS0F2OdK2/NWoUnQpVqFLP2eMUYo3VYyqe6/G7XJUeVIzoTKQpbUOYq5DqCQDyzyRcOJIFxqAoLAyXo+mfA+0/8GCD/SWY/lP/AAZx3nQqphyf70ozVRRUcNOpqKWnYpQhSU6nqQClBIFio6EEEG1xtpei7/t2krDkfEbWJ4UJ+qNJ+7ylZMsgi1lpNrHN05iADca27B2M6m1AqjFe8a6ch1KmmlZlvRyLraSVAZr9whQGp8wSdsU7xcRNNVRx3DktC4UKe60j4AQnKSSG1sqFwUmySkgeR9LI2k6ezeg4PuZPUqEa4WJ8+5qXHO+P39hyrO4jwRNotUp6ltVejSEpf5poE5JkNxJKHkFIzKaN3EeJIWgFRU0PeZhzFtBbn7vqHki9eaQ7I8KxopCm7hRcCTcpBspKgoFQI2rsHYhwvjbd1Oo+PKdFQ/Fi8q0ph9xkqYAHBKR3Q4gqCSWzqBcAEG6apNJlYIxvLi8pwMLvuoizI8x1KVqTqEONrBKQUKN0KWoXClAmxJEtWuq5I5h6tCiLvIh5TZLVexl9nOCxwF5XXVpyLSlAPykjS+gNrEZh5AjY+xTElV6vP0aqe8eAw1kaaaaWhLj6r269U9ukXNrJIBJJSLV3dvRsGwImLeioyqo1y+RSRke+InIQnWxIJPoCDrpfZf1nefS8LtRGqWy/Cra8yo6EPudObQ5FfNm80kkEqAKTfVjR6Ipy/wDaE0niDj+0tU7ssWtSoFZn1anU6FR5SJUCe7m5ptQWSnM4ogJBAyqBvorTKoA7Nmdvqi4SiuNT2qiiUhCmpCWpGXqHnrYlCtbG97HUHXYYwHAxRjzDjeI96tcRCitu5VU1TWRf929lAZlDUpGXKbEJ0tstN6lWoMXEb7UWW+/S4rXCakSFBa0ozn4ZIALmUg2VYqt3uTcluZ6uT6lLLLPd3r8CCNbxvWd4Ls+sxcY4o5VDrrXKw5QYn0t1OY3HDy5xeyh5KSTrcHakcRi3EcCA7Wd4T76ITqZEd1q7C2XQcyHUlJCQ6CMwUAkg6g3vt1reFXYspvFuF6hzUHodXKgO/eIqDqkqR0rCQoE5iCkC4zd9u8VlpqA5WXa44tb+ZpbrDGdDyTaxU3YKCgbjKk6+p7BmuwMuRHtP2WGVmocP7tN3+9Cg/wA4P9Fv71noXCkTaW/y7GIpKElRLkdJKG5pH6RJSpDwsoAm6RmbE8mfVPcsDBGA69Kq/CVDlRY6c6YqUEJUysJs2kBRypTlSE5VdgCNjjdLuqxlPqkeVFwa9VGOK0+lUp12FlUledCgRlWSk66ptbuLi+25qU5yEXmsRxKJFmvpStcrmEqdUsWBzlWpNhfMSSTrfvsXP4i+r13Z4QTP24Ld1vLixfddewxTqDhqoxcjrXUp2O7YkODKCoAKPUCpd7KFrbHFI3QT6DWXK9KlrlVHpy5Hc6EqFrhpV7KQcoIzAFJ1FrasGrbycB0Z1hqfiynfHWlCckgK6jpbS9tdPTTvbYIne0luvgT6nRpVWXFqkVpTqWpUcoaeT6JePRn1vlJCim5AIBIXesO/PuY5tuueWUCTiiBWZc+Vu4flLWtOeVDlM5XkaXOoClKA7oNvxOhJxFMrhfoeV8PiQEftt3sO9r289llui3u4o3l0t+vUbkqdTn3VtQ+rO1OykjJnuEpdOXzscpAtqNmDIT7+gONRaguLKfayNSMvFQyv0WjQkAnWxB/ds/XXsHEGzMnEkTKzApc/kJ8tiKv5MzqEpc9La2N/Tz2ulMUuLFYlO/HfWr+r/q/W47jz+nnsu8Hbo57XElbwasivSuLmRk/QMrSRZaBYeSRqRcXOgvs0kCK1/ZI8KUdHSlKRoLW9Ldu2zAE7dKmTOxQ7KRVItQfhMMZlIajtBX7jor6i1iNLbWFXqcqstcWVLRkyf2V05vy7j8L6bU2Kt4uDcJNOO1nEMKCtGb4Tq+pVu9rX+n5nsRsjMXe1vhyLxGsL0ldXleJpCrpSr110BF9DY6aWJvpxcLI2O3qHmMt3cXEbXCdeyfPm8Sfz1Fx5EG4/0TdZ3DYIaqjDrWHl1eoxVJVnhIRnZtYXLYUOJZOoFiQBoDptUV7fR7RmI+JAw5u99wr8aX5EgKacaI0tYBV7G4sD5hRHYMvcjA38YydYlbxqJRKRFR0+8ZCXI7ryUixKUWzOC472A0sCLHZO5w0vWmzmU2CdxcV2ly+Qxiha0PrUjhNHPFQoDK2ttVli3ncC/mRqNjrd1u8xbhzFvCi8arwq3DW1KdjsZWm3W9UKX2QFEeehNgLdtifeJvJ3Gbr3W3azL+0uJYvRHSwlK3W1HS1wQEAm10qWSf1SdNkvjn2useYjdYpeHHYtBirUlKmmI5VKb7ZVBSrIBuR4QCDp+AN9VXI9xtPH+8fM/BjuHGpdexRVqRSEIR4H5gT0DXxeHt9fLy12mUbDGEt5eHHDuq3u0SVXuEpbUV+yOrzSRmK0jsMybgaGx88cYlj/AM4NZpMqs1yov1FuOriuzVvqS9bsFIdvlPmDYhQOqgUpz3kSA1S/iwIi1vxUdKY6+vL6JPcG5Nvx0AvtQ2MxgLKwj8jMssZext7XOI6y/PdeizWXMqV02VVIy4uYm/SoKB8vC4hRPksWFpuD/Yy3tRcORKNjfdkiVyszmo8dNSiqYSkZhwzZwZkZTYJII1IsL6cazU8UfZxuVgio4li1fJl4rvEQlWt7OJUCkpt2IBudQdkbPV7RkV1yfP3m4hX1K4qI9WORP4pGW3ne4B0OpI0Xsuer1GK9SijG2bKq9Lw5uRwu/Fx5u9nSqXWnWGp8LoU/BWLpRKjyWjlKR/aouBltYXGVR7iyjtYSdpvuF5fJSoCJUdXF4+Zg/M28P0iNUm972IJA02wLgfHeMp9UbwviPFlUfXK/QOuzy6nNaxbOe6kKIGhBAVoCCbnbSe6nfZRoEVzdVvFqC/cOZaosqKvNNobuo4zGly3+u1Yg9RAIJSTUajHlmEs1Saj9PGP3jKnSJ9ei8g7LWvq4rXX05h2v+21/qdrjBrbXF5WvRH4q2PG06jL59xpqPw010PbZUYRqW9p3HlWo1Uaw0uiUtSXYGIaW7xYtYirGZt5sX+GcpAWi5yrCk9gFKF/aB9rWLg3iYXwlUedr2TLxUKzIZVbQnLfy8uw0vtodxTyIgaypxNZVSm4Xdi8WL8CajwOp+b/EPO/r32F3pMr/AGriP2/u2y9u39qzeXXsOc1KwQxVFsLSheR3KpxOlylaU5T3ub6jva22h8P4rgYtgNuyqdKpErL+glW/cQSD+4/vGzCeUh8rOlUZ5X7+7/iWn9ZX8d9ksMDNT6zPrMrj8Ca/nS14UqQR2I7eXp3JuTs4qq9ysBzn2smRfV8ycvqPXTX667B+MK7RqDS26o1VmFxeFxc+qcv0tbQjzF9Px2pbWnzBeTTMO/8Awg07jeBFis5Iq4qulP62bXN+Gg+nYAE63dOiUHdfu+4Up2LFflI+LxXQnNmTqdQDYnudPCAbabBdUx7Px5jfn4GR9hDqnWvH+iHYlPexXbyuR3Gmn5OlfbfEbkCvUlybCg9KEuoHCcRcHOCPWwuNPMag3Hkes0hiN/2jk/2+IYLyN3qEeDcFRcWwJFepfvGF1qUiQj4TT1iShZAsrKdQFAg2USDrtcymHcEVT39KxDwOPl4rT6gtLlgAq5ItrrZRBIuTmB12hvY1+zlLbiwOhmKjL02yq9L2toANBb89l1virsqqT6C008hj4XHXnulCk9rHX1Va47abYHT31fVb2z41+hiOI4c4EMR7TtZiynIuHKJCfnLa+6pqzTao7yhayC2vvoNQSCRe2uzqo1R3I786NE+1G5ykUHGtOaQtSKX8B+Or/ax1hIUWyoaoINiQDcWviuNRncW83zTK87DSsnCT81wLX/D1sDYgkE32LN2eI8R4XrLDsqrIqEKL+gddup+P30SoHOUEAgpJIt6EAbe66fVVpE7Yk3L/ALY78cYTd3fVSfjfDlRpyGFoSiox5kcJYcQO63FDwEgfpRlCSSTYEkwN7z8Ws7uZdGivPyoT+WZCjuqHFiugjVNxlB0UklJAUPM6EN6rxGqzQWKo0yhzjx0rUlCsyXEH8rKB+g7bZixDDewRVJcCl5EUh9hMqPTZS1piyEjxpFupt0a3UggklNwe2z+qVUTOIoG38GWkbeTQcR+y/L3c157JiXD09hVOU60PiRy6nMhKhbNZGYEH6EdrbAcGJ+j4XD/XT0jpt5/l39bDXavqFPalSm5VLZfyLy9C+tbar2sVWAP0IAuO4GzHoO7vEc91hqLT/GhWVGbKrte4BAvbw27kkWB284w7rwdb7XhXSN1ruI2m6zFxCunSkNIy50nLmAPoQUqsBqDrfZo4YrdUwvRuFWatKr3AUrK0vraSruMqlag+ViTb6HtWYMoFUlUH3M68hh9jI71qyK6QcyLG9j28799O216zSqNFaciynlryZlKaSop/Mfn2tcX8ttJFCLxDWW7jlZRQ9/0+fVHGq9SX4sJDvCaRHV0adswuFXHle/4C2y8qjE/ehvBYitfApy5SWvhI6shIuQPXJqDa2gFra7fG9Defg2l8OBAyTX+rKtFlKSnUBJVocoNh5AaW7bMjd7uq3lbvqNQt9DtPp1UhVRpE1pEdYdS2k2Vw1g2IIGpsbjvYgHbI1YstYD2PmVw1seG7DchVMEVSkxWoiKv7okNVGnVKK1wFyGLdbSgdSsXIKVEqB1CrEAj/ALZOJ4tUlUKBRq3N5Ko1SF9z4RSll9vrKiCDYga2OgKdBcA7aJ3cb7931QoDk6vSouHpUJriPIlOhDaso8aSba+Vu57AnbFPtR71cEYi30YTlRZbL9EXMdlLXlKE5R0oKh6XWux8ha/bbfp2pUAnqayL4Q/mtu1TFDGLXaiw2xQZUWO6nIErcTZLalJSLJJBUQTbvmO3xvD5Cg0utQJWIV1FcrK6h9dlrUonsALEAWsEi1tAB62UfFtGrOEsQwMJYNZmzZsVS4Tq1hCWZAF23CTcaFVwoEHuBbYW3sNYjlUuJVKXhmlxZU2Eh1WSRm67DqRYDQ2JsQDa1wLE7dZdelZegZP4MXYbhKt7f7FxnRmMLtYORNlIa4S1T+nKoAAqCVJzC4GtwQRodL7LdzddWXcbt1mjUOFSEMdGeEopSqwsLEAWte1hc9QB0B2/cBVvAfvlyLvfxlUYU1jMiKtpPQlfrcpJynsbkDvs6Ym8TC9Lw447VKTV2GFoUhFUai5mnLG+clN05jc6X1OutgBjM/UtXaAwAX5/aMUBk5QxHS95PK/0NFifHRmjqdf8SrG2ml7fX8NtF7jy1QaX9vMW0liLx0sNNcJefubheU6pNlJum5F89rdgn6vh/ctiiU5XpW81EVeZKMi4+Xh66Ajvr5nQn9m37Xt2eF5TrDrW82VFYYShbv3dxLDyBc3UCQkW7hQsQfOxI22FqZMYg66HdyTH7vFmV7FsWQ1RsEPv9fiU620pSflcSlVlWPfUAg+Xoia01KgOue/olUpa+Lws8pjMjNbtmTp+7/jsy8B7wGt30WJS6zvIRXoTCE8BFSjlTvC8sjyevTtdWYH002vcbbxMG1TjtQKtFY46Ur4U2KVJTcW1uMpFu34kDadQWVdw9yDombgyh3ZYOpcqgz6y7jeExwGFqXDdQEqUpNyFhWayk5RYgAkG1hpqt8QYqwvjely6M66hDHCzOtPoKFuJ7XSDoVA6ixFtDcGw2vJlF3Xz2uLS94VIpFRfRlditOlMd7XxpQTdGmmXUDyI8+mDty1Gr0r/ALUbzcGvsML+7utIyPto1ski4BuLAm1zYm+wdLc9w8xgwbaN0EU9O3LQJVLfpbuJ2KjFWtS4qFfCUyi+iVDqCk6Amw0N8pFyNjulULC9Zi0nn3kU6r4aWpEBfNFrh57FSTlulSLgW00FvyaVa9lPc3iNpj/t5FhPoSnhO0thaE59DmTlVofwsCLg3F7wnvZ43fUue21P30P5OFlTzFIc6vXqFr9/PS/n22uaU3h/kSV07/MVVV3nYoi1T7OfZ5edb/xZCHQppSBexSsE9+xBtrcAHTadvqx5vGw5FYlUGkwn3H3Uc1FWxnU3YG5KCD30tawIGh8g0qbuR3QUv4TW+OiOPt5l/fc7StT6qNrk/nbTTbvjCi4NnxXIGI4lLrcVCFI5ppQfSlPfQtkuJ76C2nkTsZhmCesLM+NY+xbjzDjbWI6s3KXFV0ZGglKfLw3NrD/Pz2qEtSotLl8WItcpGXl1tLGRVz8wI8vob/57RapXt3276vPxcONLWx4FIXK4qVKv317+lzY9r6g7GmHURd4OR3CVRYXFXl5j4RUuOpXkUgXHe2bUXBHcbKhyZG0SZvEww7WaX7rwuy+hfiaQtJXwU6C7d1DIkeXkPTZu7i92sDCTTGKKpLp1RlIQlD6+FlkM/uAUDbuL6Aa3Fihdz9Yn1SU3WaDUFymEfCdY8TsfXXLcnM2dL3FwL6+jMxi1Pda5+V0ZE5MiLpTr3OUk2/f+JGymxC24iaNVe0ZeOXe5vgpbtBkRYEttHA/S9Yy5fUH09fMdrHvth3FmMcb75MRuYNwa0x0dKEPyg1xli+iTcdRuL6mwPbW5/t5uPWotG5Dm1rX/AGS/xFjpbX07eoH0i7oKdQYsByVXmkcfOmQ07nzIUnWykqHYjYosLSH2qMtFLW8LysJV5trEdDfYlU5375Af6FdzcZ030I7KB11sfPY3xnW6XS2mKphKJNpz8qOlEiKj9A4i1tQq4WRYHMnpNidDfbtvgYdnyuf97PzUcLI0uQ7nU2kXNgfT9p+vYAIgVOe7S2Gp7z/Aiu8VCmklamfUp8wL6/tsNrN5DMrYm9AyiWMmfKxRAblOxPvsXxTEpCFSGO4zBNkqULnUgHuNe+zPwJuypePMJOOysTRWJsX48eQ7ZSE+WpScwbVr1dQB+u0XDm7PEdUaYr2HHor7D7SXUJaYzIkI+VSkIHw3LdyBlISNATfYhoGCazKlPtRaIha+pa0RZGVWY6ZkgnISdQQCCfXSxoHVfc6urb98HK3hWLS2m2nYkJa38qel1taOL5BpwHQnuEki9j3Og40hNUapf3+nLYQxmSiU0nPwUns2sDUd9FajtfLoSzIcXCWHHW/tHh5+Cib0OsTGipDytbFJubn+6TcEeljt9VtrBs/4uCOOhbnQ600sutd7WUD1NLHlp2sLW25G3GN1KM8RO4vx7KwlF5X3g/KZzJS7AmtZkPKIPxOm60kHUEFNjbvYbCFOgfa2U5Pdp6EQn/1LZUq7HpJ1uTY3sb30HbY6xNSfhe66zTloXF64c/LlfbSdMgXqlxoC121DQ3NwbEWNPo7vC5B2J99QnPkYQhSnmu5UnL4hbvpfyNjsw68cSupXHIlZhrBeEpTTdLr0uvIRmS0h2G62t2P5hxBWk5k6WKCem9km1k7f2Jd1zTUVyfg3eFRcXsRV5nYTqTTqvHSMupjnpfBuSpTdiNLINydrNl6VVIHCpcT71FUlCltLPUm3e2hGvy2N9CLabQaxgGVPlN1SqS0L46evOkKUlV+4uCAQPM9/qNqkMnuJkhPcCWsIQHZXFddfQj9VdlZfzAANvqAbeW0+b7mozX3XJxEI68nT0/h6E22tTEagfcJ9RyZ1JSiUhro17ZhplPbsRfyGu3CXgifPabanvRVvIWlMWZFVkzNeYWCT1WygqHSRa6QdSEmI2DdzmQoOMYtGityncjCM6ev5M19b29fX87bPqt7uML4to1FxRA+BzTSVLS07laV0Cx073OhAIt3uTcHN+IcO8hwItUz/AAJCV5vDmSD520/zOz/xzi13dzhKhcrTlyqXVGkNKTxcym1lN+IhywChbQpIBBsALEHaa8fMNUvhxCKlbqsL0t1is0uW/S1+HmFLDqEq00X2KkHzIssWGultrim0rFGCMWttOtIXClOp+K1IKk976K8Kk2OhIBFxfQnZbbkZ0+vSpcqfVlrirW61wlrzZk3sOnsCe1/K50A0OlsCycOYj4eDXWULfio+4JfSrgPJGvLE/KrQqbUDdB0Fhps/XC1WN6MDt5OLMR4IgRJWHJdOm0h+Qtcig1tJVDcUfFwX2wXYLv8AfTmQRa6CDfZk0jehhdrBEulwGZUWaxH4vJSrLfj5h0rStGjqL6BxGh1BCFXSJmJ93+F8eUaXQfdy35SEpzRXV5JXT2P6vFQbdSdFjuMwvsk5u7fEdUqjdBaojEpcVeePnlGLKSsdihQGULsNCSkkixB1BYjYCj3HvHgO1TDkSvNNZ0LSl11bVvCQOs2/Gxv287bZr9uDDden4cotZw40iU/TnVLlRVIClOMFshfQdVJt3ygkaXAAvto7DMCs0bDkCA7LfRKY+ddmlquLEK1ynTQ65T27G2yd9rtt1rDkB3g5FolJWlaOjKshQtp208tNCbXG3XcVmKlVD8TIe6N52l16mz4r2eFnUuRHalcJ9mwJvZZSm4UAQAq56e17jbuNPaLgRcLsO4caW/KQroWu2ZxSgCEqvYJIvlINjcXA1sUTTvZ6w47u0Y3je9vdFUQjmnUcUpaUxxLdQJAQ4UkkK0F9CPMT8LsReLLaqkSnZ3k52n85YSpOoC1WJTfpvrcXPkNs3DhOIyNMlqw4wtS8ZYyiy69Fq1EqMVbqlzKDVo4dhuX1ugK6mHbHVSLIPfXttY4fwu1hKVPxHuWx4/hSqdTqqM7P4sNxSbEsuJculWouhRzBIJstIIKVbBrPK1R933JVKQ/FVyuaHMyx5ibWIKioqR9FWFtbhQ1I5Qq9u0/nGiNYoxZivC9b4vFi1GfFC4r1z0hxTaQkoubBwaEEpUSDfbP+nZGziD+kNXM2JQt6cDG+HHIG+nd7Ci1eL18/SWi+w4sDUraN1snveyie5OhBIQ3vHwvAlOT90GDn69W4TS8jUBGd95hOpDZNlGxuFNOHN9PShxrDoLUWJKi86t/xrlYXdRMacsDd1mOVZkkA5ilu2UmwuBp97osez6NVPcM+rYaxWha+aaQiKaJXIqDZIWGHAEvLv4k3QVdNgSNWeTFyJWve2lKaqkeNXt1uK8L1QvqYf5ynL5KQkdwUqQM7Z1AU2CpJFylSQSWXRKjhfeXAb+yXO4XfqMfi8r1tJymxU4xk+E8yb2Utm41OZIUSAL7w8e4txbWZeDYtRm07PlXln0ZybCeT3C1BFnWFD9ayik6EC4URyn4d91xYkqfVpVFhP5k1H3NZ+G4/YESg2boQ6bqCnWwhwlXUlZ6hPdKniBPjLhzDs/C+8ZiBPd5pC3Wl8VpYUhSexzJvcKAGt/K1rjZ7MUJqK63KisoySmkplRXWszEpP6ribZcw+VwDXwrBBuM7Up3lcUfCxZTsQsIStDU9p0p4jR/XTqG3PIgaHQgk320bujqMXFFGruF6o6+xNpDqeFHnxyh1tKm8wFxdLiTluFNm5HdJIsHKtrrChWK8QYx7TMB+4XMOYop8L3JKSlppFRjnl0qAsGw520uQnqCkdknKLDGuOfY9nxapIrWCKtVKjhd9KlsSoU9uaqHe4DSl6FaRYJAdSVEaFSiSrbZtXdoLsqrRXedYrFOa478NCxx3mFA8N9OUnmGVAHK6Aq+UpJJSQENO3u8rPc9zROVfQtSUzY/Qp5rzzhNkK/G1j5pPfbP11v0gznAk16h6pmqHueqlBlQKW1UOVlIlIRl6mkvJCgspSSEKaX3IHVp5EXO2o2pVUdrNNpbstGSKxxV9ulfbtYAXIAGUWNtRYbUtHwpijFtZblQKexVELXzCY8VI4rjSepSmUX+IEkglDecpFtEggEqm4bdn83XqDk43C4S1LUEdQuEoOaxuHAUlJFwoEEgm219DbZembP7TRrfePKDuI5OF6DVHKy7W2KXNiu8XL1pivJJ6kFSepi97grQsA6XSLERk7scOV6n12u4XrlXolXYXzsyAx/UpyFDNdVhww4bK+LHISsKAdSSQQsU463tUHG7eF8Luo+0uZ1UVC1JR1DReZK7JcQR05FA3Ngb2B20xhfeC7AoMSqY3wnRMIY54SY8qOxDy02pa3DSmAq7SrC4UFkJJUSkabaMP9omYG48rFtUYo1Lx5KQunIWlFJfypzINzZlLhQtsgHVPxE6aBIuNmXinDk+s4cosDgyl1dEXlVp5VXHehlPQFrTZSkJIA1Nk3NjYm17Wad7PGI683Kxvgit0F+a6pSKvTWnZtLStXcOFtK0ttkosc4yg6kgm5Nom7drFsqk4cwHvCp02nUiU1Ndj5wp1lhJJVwwP0YUkhIsQCVBQ8htJgl1O08idt1VP/mb3Iy8W4oiPoqLCFOymFLQmVwgSIzZva4Nwq5FrKtc2ucw4A3uVnd/X8fUuvVZ6osonrrbtbjxXEux0SSVqU6EdaowUVJJsttPTY2IGz09orHlUpeMqbhfHlDf+yD8VbVUlLYbdQp90/DA6hfho1ykoJK7gkg2SsjBFL3c72sGVlquU6o4aryHaMmVFWWkR1rAWkONrSSwVBJBQQEEq0JuTsC3aeIx3Vxvh1umq+Dcb4jc9zVtCKuv4rWTrYmIVmICkLOU2vdK2VoXYWIWBYqvGrGI4G8adFrzrEJEqUuAiVKUWkRVpSDkvcJKSbkJUASTobixdkNW5fcRBcqDVPforNPWpbE1pa3YqUC6spCiShOY3CbZSQSBcgbMHEVHwRvfgN/bKiIY99w0yKdWWklEWpNd+mQ2QEuC4NgUrGa6DqtBWz4xKzU7wTiZnf9n7G8Cgy69RpdOxLKi/FdagdLqb63yC+dVyPNJy63uLEz3TSseUuBEdae990ioo+6wHUhMqK+AouMgqWS5a2YJAzAaZUgGxnQcAYN3aSpbUCrTqPUcuaK67KMePMT24ZeSDHLoHZVkAgquhkg5vn7F4y3ltSJVL+61FDuda3Wmk85lNwVFro4ydFJdbOoIIUCCAveUdcTIa7uZFn+YXwsV43itMYogUmbFXTkfFaddbzPRSLLacYUQh9AFwUkoUALpUOxOcKodgUZzeNubyIhPo49Uwk+7kiuJ0BciOaBBOoSoEIJ6FltQWCusI1OBA95QN4Mur1FbGZp2PkD6kqtl4agAFleoN1j9UhXmSHdPIn7uZ78WLT6g/hCbIzRY8xCXVQ84upvKoXKFEmxHfwkEm6uo8RzKae/Z4n1CzD2EfZ9xRKf3g0bD1HbfqKg1UocyKhC474ITwnmLBOrmvYHPYjIvQL/2iPZ+3ItUF/FsDDyML4hQlpLVRpEgcCcnwstymbjipPZDoBIIFzobsvFmHoFei/aPdK0wxiGjtI5iEpo55EU6lmQwsfHaCbgJWCtIBKVKsobIbFG9egz8ZUKl1mhrp1Opz6nZUCK7zUdK9My46FkEN65lNhRQoZbJQRrS+x09xuzeRlDGVhPc5WcL0um17AeJ5vHWtLqEOpblIZWdFKbV3yrHSpBSVEG4KxlIXm972Qd6G9DEdSxvzdOomJX8rsWbRpR5XoSkJWy2tKVpICcxHFbJzKzhzQ7aDZn0bEcWJS4H3qnVSLxYEpp1xMKc0k2IjzWhxIT6Ta7TySkqskA9zWTJeMsG0GB7mxZVK3Ts/CYq1S4b647qbq4U0oISSVDKSAbKJIIJy7GoNiJkepVO+o4iLxfun35xYGHqpFwzNqNepeRqpJpzsVhNWaISlLvDU42gOnqN2SCoZrKzgAtCpCLjfAbdGw5hOqRcc06KlSaXVIqkc4wFZeCC4lBu3cltKgldgUhLiFKOxC1vMxvPnsQKNghiUh9pap8BS1tO09893I/HCUSYzh8TRKB3IWTYnvVq/ijFEWPFlYYXTn2EKWtpNRCZtNf01juJCg42fElSgCLZXUOAgiba0trKOOD7lmL48xM90Ld97SMqqfcMG/ZGqRV9PHYEyLOYupPYLQhaSACUpeDrYNwlJIsVUF7eDKxQ5AxQ9V6RKpbvFmUtqU5zHL6kPN8RIRMj+SxkDiALEuAFzZnw8Rb36M057mx5FxCiE6pp2LWYXCkNqA/RrLYKQbaizY9QTcErzediqs43qlJr1ZarGHpVIzoRKoy25UdK76kLSla0WI1SpCB27HaiaLTog7YxiCHZfjEaFGpzXFiYywRUX1v0heR2BzBS05kGrfDItb+6CAArQWNwHb2ab7+xQxvQwc8/QapKSiK6ma6tMWUpCiC0V5TmKbAp1C05VDKpJbUROh1PC8V2fVKDUavKXUVJVPapMxC1R30ghL7KEkLbUCblJtYdPWnKEGoxs1WcJVbBGI5cWo06VkU7zrQfiyGuIm7pR4mnA5cKCkNqSQbhelmEcU+oxRmn7TxBzCeDMR8riF3EcukVGLNUqVFVIQiUhtOQZgs26k3FzYjQ6HsUpjGO9jFGF8ZS2pVJqlBXTmlLf4Tq+ApJ/RLUCQX2ldgq4AB61JOuz4wO3ijBFZbo27nAVLRS5S87qZkhaODmueIgDMhYKjcELCDc3BUDa+3gYEwbiOjMYX3g4TpcKnTXVtIlUteVdNdX2kRV2StoG5zIBI1UOpOzBs3Qdut9pYMiJbBvtCSt6uF5eF2sPPsP8L4uZ9DqcvUQetQsk5dCdCbXUmxI0bumi4S3jbvoFGlYyhVTENLSqG6xPR9/TlA6VoWoPcRKSCFAkEEXuCDst6N7LuEt33u2L9notUYYWpLVWhxUuzG8xzXyrutSSoZrNkKBSiwJAO1RihLX23iUHEeE8AYlwpUXUpdlKQVzG0BfS8gFJLpbUkBSSW3mydCLAm1dq+jJrrrtTFYjRqfs9bvsJYtfx5KxNNXVJUVa3YSVhhEphGq1JTqrOi6cxKiBZJIA12B8ZUx3C+I2+LiyFFpc37ww1V462uMuwzLQ5mDbmYGyrlJJAu4EkEkWLN41L3Du0mjYjq1Uq9IlNJfpanZBqMhlI0zMuOHmHG9QnNnfAByktkhJud32/fd9i2K5QXePkfzfCfpbqY7iVdw4ypA4YJuCHEpBPY66TYqtgyQz0+14ixiyKo1Fl4X90wsX0Rc3J7h4pizW3UgqPKuN2UZCUZ1BsIbeICgEPI+JtfQKBu5r0qBRncQ1RjmmnVwluxWpCmVJAuFdHEZdRYg26T1XA0O19iHcRRpUp/EdGqD66c/F4Xu7xtJQF5gEEELSE6KRlUlTakoKSCDfhTlUGU0xi2svIr1RomV1FSSsNT8rdrB964DrgGmd1ISoaKcRcqVAbbG69QH+wxdYy3B16vc3RmpdErGRjiwHZsNTS5SLAJDMlGZtdyMpzEKSQLpUCnN9YQ3e7waNS4kWl+4actzNHjpaSuO+m3TZIyZFrGvwzcEdikkEHVY371SLXm5VLwdFYw1xVMT6pS87UqLKXe3NQ8iFtX8RzE5r6KXYFQ7Cx1VKy7LdaqNb93SlcKQtHCzw3QbNu5R0pHoCACDdKgSQaam6zAFZwYc2uRge4aK3YVSVhKe1i3E1Li1hbSc/Mfd4bltACG1AWNrkquUkmxOoA6N1nC4bTVPhcB9Gdcqm1RtbsdaSDzDayLnqsSSChSAQoJBKTTR8T7y+al4cxlUW34s37vTqutKmFR1WA4bgRmGqbKuRcEC4WCAPhygYypdUiUt33cxnkZkrVH5fMu2jrb7JSgOG5OZOVRBJsBmBIjNjykVmxMtYeIfYEwjWYtUfle/PeMWiOozJix8vBkEXDqGHFutleS9+GU50kjMCLbEeLcPOz8L4zdari6WxiiOuA7KYdbUxFfLSGBZMm7bba7EpDhyhxRSpRzC/WCpqjYXn4caZWv3ohTU1C1jO2pQylxCiClaSkWykC2lrC42qMaYulfY2fg33fKlZ+XdSp1rK64lt4OLQSvO28CAE5SAQDYhYsdpe0KMkxazXVN6OIg8DbqIGEsbuUt3eaxUZtPYQqVhzEdNdpshTRUpKSFg3S24pIyryqRdKiCQSS2d6GKq87AiSqXiFjkkL4S+YkBKnrkWzqSFJ4o8Oa4uLEKINzPrGNd0teozGHKXg33pKiscxDprSC07FSUfE5RaQVR1C1+GAEnzBBuM+b28G16fgOfiPdU9V6vCpbSXZ8drJKmRWBeyJMVBKltqylAdaC0AgnMBmCc7Ul7cdo5HzFgX1Xv1NQYUlte4Yk+ss8rzX9lnKkZwBmypubE9yBr66W2r8av4cw5PbrM/eFTqWwxlWlqRKyJUo3yFK+1zY2FwRYki1iFluYrc/eXu5ci0uuUtGIWIqeagOu5V5kjocWBqdBlKiki1gFEaDjiLc9WcUOsRcRy2GGGGlMIaaUHVKSpYUlsHUXCupKTcXuBYG4Iq7cS9NdFNmXMXkjFmLcUb/YkDCWDpr+HkZmnVw1JaQqKoArWz3Q6gZUJU1cAKABRYIz6Vi1t3de7Ld5v39SJuX+runmIq7G2dF+sEWB1BuDYk2QRbA2FcJYNw45QcL56DUUOpTnmQ1sIeV2urigBStbgX0v28tumKcEtOwOFWcWRWKjKyoRKdWEsSkK7IKkqCFZr6cMoBPdI0AfS07eIzZqajykkYqxXiPHmEpbuHMT+6+IhaI8qG0hbsd0XGqVHocSbXSRe4KSAbgZPl13G+7mvRItZp9a3oN1FfAkVZqluvyqeklRT0toyqbzWJaSARa4ubJOmDup9zUuI7hyXFXVGFZeFUnc6JiBYhtQdOR8Dwg8RDiUaJUNb3Eje5g2jUGX70wE/RMUU6PxUwEx86ZiUoupcVxIu6BqFNEBxJGoIIUZ3paNlksbK9QmyyZ6m4nqmHZ7crG+GaguieN9+nMLXNgpIuFLjWKnGh2JQAtIIJQQFEcGsCbtPaMdkSsJYs4yGEp+PD4S1qy6gLC0lSkjS4JBIOhGmwXP9p+qb1cZN1mly4sJfKute7nWlJU81nAUiQ2lWRShYWIKXEEdJUcyHOA+zlZdlu4Sl/Z7ErCEuu8q6WpDeYFSZCCm3FRmOjqbgm97HQL36avEydRoxT9hixxtSq9u5x5PoNZafzxVpStXCKESmjrxEgkgg6gEE5VIIBukna5picJYoqkSlz6suU+hKOFFmyksLydQQChwFtd1nLmDoNzYC9gqbj/eTXcZYEptB3qURC8V0R3hIrbChlmI7ZlCw1KdSUgAk3IBsSE4VbwlU67Bp+MqdKfYZfTysqG+GpEVZvqkqGV1smwU2ogEEkEEWOTXd2bSjeoajWbBseanxBPwvF+x8CVjyDS107MnkJTpRIcRkCTZWbuNCFdgctzY7Ro+5bAbuLXMUT3ZUV/xRecdbRAzWSlJOUjhLA1F0BGYqFkkg7N7C2DsB17BsuBjLByJWRrmoE2PZT8d3JbOzmuUEoQAU3soKIIII2x3jrF0/wC3lSwbiPJNisSlw4sfwtPIUopKQDqgkdjcjuDlABGvu2rNCtht8ZpCk7mt9GLYr8DET2CmYUVWSnP0uqKmIUjyblIS2hYWRoXUlZBI6Da5FsYez3v9oUZfuHcPgnEiF5f/ADl1tKVvJFrZmX0NJuLq6m1pJvcgkEbZEwtgTHE/eCuLS6fV2X1/dX34EeSylK7acZbRTkV+JvbQA+fof7P2DMXYOo3CqrL1OfeziZHcxLLqTDiwbB1sSishJTY2TlIJIN7X2A9q+jzEdTbZT7wYpMPzsJYclQIuLfY+RS/hZalFmR08VKezhY4gKXkBQzZFFJUCFAkAKBdXN1G76VF+2W4dmkYXq6MqVQ6utxqFK7C1lArjmw0CDkVcggE50tDFlErM+U57+dfm05ebK0l3pUnUggXF1A6hJ0uLgg3IX2HoUCvUGXAnxItRRFWtPKvtLS62pB0Jy2JJFibAXzaAix2D3SnAmWdY6NlOIr8ee0HvkpcCBg1rB1Li1eKtKJEeK0pKJjB0+CtslLblhbMrMCSbE9wmapSN4M+qP1mve+//AD4aiuvuozNfNmjvFtaVA3uUlYA1y26g8q3iOLQXX59Gwnh7jrQpph1Ex3gNr0FhmSeGo9ik2BskjKToisRb5sR4jrzGHN4OAkTZXVwvd1RLD+QdlN3SW3rJvYOAkGwunXYqak/AmjVqTf7USlbwfvBi4jpsr7J1FFLYqSJCOtGZtNz8RDhFlpKdT5E6GxFwc714DUqqVKVKxPBivzURWmmkyBxVKUhIyLQQNSASFJ0Fur0BBh3F0rkIlLpdRWhh9amEx5CCiU2q98qgFFJISADwyRdJBJsDtUPULdy7i2fPqjXO4hqPAYj03lyviLt2Leil2JBJAsCASQRfauS1gMKc1PvIhvuTw1jKjUaJhzC9RqPuiouqdRKaaRmgvi1wctkOBQGgcQSCSbqACRsOkMz4sVhqfLQ/KQ0lDrqUhPEV6nU9XqfPvsDbpcEfYjBrDs/hxajN+LwpDuZKV5RoL6qAJNrkn6k3J/Je8yl4XdcarOJoU2ov9DUVCOlvXQ3Tew79wQfM+e2ot61J5xDVnuvvEL8a7x6Du+pfP1mX/wDIkq61K9AO5J9ANkhT9/e8He/WfdeCMJv0igsL4UiqSF5VvW78FOv4lRukHQ3IIHfFNai4jlfCiU6roWrhSku9SmUK1yK17G1vMnW9tNjPDNIo2CMORGv/ADl0hGRCPhZktp8svnkB1CQQPQHsBJqe4c/EVRgPcAsU7usByosv3ziHPW5SE/eM/FfSoDxBsA51ElJNwB6AC1iLAXsstRXWKzS5cVEV9Cedn1SPmdc08SE+ZF9FAJSLWJPbZh0LA+6rC7s/GTTsKr1F7M7x8yFL8yE+WRN+wAFz31JJzFjf2kJ+9CfiHBErENRpdEioXH4HCcYfbWCoJS4lKeIUm1y32SLXCtLD1FvEZRziaIG83cPuR4cBr/tXNipUxx+K2+htZNym5PCQSbkgBahrYaWCq34+1pXqpWWKNP5JEV9KuVixVFKM5CuGHnlAKVdVkAgBAJvlJynbPuJt3mI58Bul1mrU5FBbaUtD8Wb15dc+dK0kJWb310sdB2OwrimmRWnYjrUuVV1woqY61tJLqcumW4BI1BAIuCAB32Qa6xlwZR8g4aSas1WcW0Z9qvRH11GLIU/HRHsphtPzBKTZQt597m17EXNnh2ZPn0uBPdalc7FWmLI5hopU5k1SbKAJBTYXOuliSRsP4Tc3l1mqQYDXNMMIdyodnwFKaU1axbU5obgEAKKgbakmwGzxpG6JrC9UfntVzmqdKXxVw1qDqYr9+6TlBsRfUCxN7gG5JEoZxDFw1YH4hNSRiOsxWJUCooQiLH4qkKQl/iWyg5m1k5h2vbW3ZSTqCnD2JcORapEiu58PTZuXhSkRXplEcdt6thciDexPxEvNjtxRtCoWDMRymm5VGpM1tGbpW0kqTlIsRa9lJPYpOhGhGxVT8AVnhN/dGELX4uKrKr8Mvl+0flfZ+uvjEv3ccydjCpxcG8B3EdboMViqITyc1D55CUo6gIfCS2u+iiUqBHc2II2yzvfo29DeNWW5WDWqRNQw0pP9F1ELfeSU/MClBsBdI73NybEgDSdH3ae6685WfflXiolJyTac079ykK/WcjKSWXSf1nEKNtAbaGdihOF93NBlz2sJ0uFFRHWpCqbFbhPpRk1HDILKjYWFg2PI2GxHoyJZbK3P7zzub3fb2oDv/sM1dxa3fHCtKUlYJBJ5dS1ptrckCx00OmzO3ebvMW4oxHErON6iulxaRlVIqi1rhyEpR8vlmsAQpRANtCSSbfJwxQcUT38W4S3pUiVVKjIXI4VU4tElOJNujI58MqToArPqLWOtgTYcw1v9rNZboNeaq8WiZEOyufW1PYmJGiSlV1hRsB8S4I0F/THK5u2J6g7E58YaxMdUbmq01uqery8NcJLVZjtLPFcfAtzcVBtZQSbqSNFjMU2Njt1wH7PG7l11zFsWWivIqK+O07IkBaVa3uMyQTa+qTcg2uSbkm1EokrC7XKwGYU1DGVKGlZIshKRcIOcHIsAjLY5NAdTbarqDjWDay5XsGsvsLlL5iqYZmoyJlXvd+KoHIl0eeRRSo9yDe+lXWaeSZQZbhY0aBQaNS4rkWBT2IqPn4SQnsL66a9h9NNrcO8KK5Pd4GRH6zozf9LkC/e/l32E6Tj3Dk/DjGKKXL94ofd4SYqbcdt3tw3EmxCwdCnX8bG+ym3h71MZUuvRIDVOhI48pPMQ1tFK+BcHQpHci/a4BVY3NiW/qUSR2H+5o+abPr2LZTlGlU/+jloVy7ufK62sag6eNB1B0t3IB1tkHfrjuqSsZVLBE9lcWFSJHLuoj2XxFEBV7khNsqgRqLnvfS+vcOYrgOz4nIM9CGM60p/wX7jtY2tci/52OMN6klqfvLxLVOFx0PzevMjxWbQk6jzsLX7fnsm+r3nxgEs8pYsY3nfZKJAqdOoP3Vp2L70pcMtOykEAN5kqIyOBJ6gpJBKEFJABTtTO4gpcBrhUbj8DhITkkI6k28hZWo9Nb/uAp1x/uvwmeAha86esqy/S+l+/Y38vPXaE4vi/dWmfjo+f5dPI+f1v/r3wupWnVMNOB/WdbYzNgSpxNiWVWZTcD+w4qVr79VvxPh0JI9fPy2L6/Jaa3l4egT2s8J+AiE60rr6Vg9xbKoXyn07WJvfaBDpvFa4TrKM/6q0Zk6ag2t39CDcfntc4tYpfvSm1l3gLWwhCFoXbPoQAQb3BP7O/cdzaelNOAiR6lGH2xRTYNUw5Xp8CLLfYXFlOx8yXSnpCiE3N9bpsf9drqhz58V1uVK60I/W8SvzT569/XvfzJscJw47jdxpqWjPUUNPoQ7mzZiiygD9cpPlcn12nxqNRvgfCyIf6Gl5hlzjuDpf99/ps8Q0rdvUx27id67s+lv4XleCKjiwmtVK4XZaO50HiF/MnUabQ96mGotelONRXkMIbdTIQpaz0+RGpyi9/XuQBroKHdzhCjQJTc+qPLQ/1ZUZcycpsOki1j3OoNwbX2Z9RXAiynItBZYfQ+jK66pWZLnfTKrsLevY9rW2Y+oL19tolvOcxb4Swm078KA6h/gfpXeYb+Gr66m3a3nrpbQ2ajJ4UVhpplcp+nJ+VIVl7kg2vbtr53HbTYUlMUujQJH3RiEha87ruUJ876k3Vrax87eflsNp3pYcozrfC6ITGbi8JPUnXTz1A07XN738tkhtVsCQvk21Yyp1b4rrEXm4sWU+6nrU6EI7fMo9rnTUjXS+wjveo2PItL96QKtCYi5cyuVlfFUm9jpYix73vr5D0z5i/EkreNjJiqUvoRnQlDWdWZXWTdQHnra41HfztsYVyoOwKW3A+Oha+hCHXStSVEW1vbt2Gg02rdRZkOG4/Ef2JSvPuUeEMJNV7FHNO5EMIWnM66jMhS/U9hcEDzF/oL7aUw5g7FEBpujYSxPNpDDDvFYgcwXYSVm3WEZrNkg26SP2bJbC9X+yVLcgO05C5r+VX6Up+qTYXBsdcwsCNNSLl8Ya3gYcwlg1iqVlrrlNK4rufqSoaEAEHLa3f0Fr+ZuqbE/cxrRVd2z9pDxJgTe/jel13C9Lw8itv0iKmfIdo0hCV5QbhHDWQpSiBcpF7i1jqRtkOk4ggYo3gwJ9Zl1FaEL4UhKGipbKEmxAFiRYCxB1v6akHrHtX7wd32PKni3d9VlwpS0rayPtB1pSSdEKTcE2FtQRqPMHZPUOpVmA1PnxaguLUZshchcrIFLzrWVLIJB1zEkA3GpNr22cqGE2zStVVOBNw4E3s1mLAfw5gNn7VzYrC2oDS47XMJQk+BaU5Vm10py2sQhVgkjX4mMe0ZvkqkSBhJl+nUuLHRzDq0NoQy+CUrFjddgLAptawIJBA2R+7zebFwbAgYjpeel4vio4S5mRb8epRzlzJfQV3Q63opDqDqLpKToRvHAFWgYjoz9egNfExDC5pUdSSjjSEgB9CewS5ayhYg3Cvx20KKtyYEUtwvOOIL0/2fNy2EoDjW9WuLrdXlISp1c2OhSUqNh0ZRoLmwte17anYfxNu7wk1hxzDlLxjVKRh3xNQulatRqCb5shAHlcAgEEDUuxLiajNYcgUFrlZVRmpV8V23HbQB1Fd7lQ0ubgm/Y312zhiGQ175falVBjOvN+iUE9PqE9iNBb0ynXYFiGk8wT2hV4i5xxLpcXHnIUaIhEVjgIyfKpVuo21tckkC9h5aA7enm5s4NxRu+oVCxtRKI84uEhph3hJHESABY6Dq8r+mh17+VT4adx596dQvgOp+Ki6u3rfXQAD6EW9b7WwNUIEqlwIrtOYqiEZEITFzsOuJsAnKQq4cFtCDrYWO3aY9/MV01jM/Jmja97I27CqON+7GZNOZZd4rUVCgppvqzEIuMyEk/KCUjyAuds3+2NuTx5z8SfQYnK0thhEfmI/SlxV9cygOk2tYEa2v+OnMGb24EB1ijTpc2VFPwmuPHc5hm3qSLOpHnY5x5gi9mtJZpWIqW5GdDM6FKRkWnRSFJPrtexGXxfkTQ3TxkZwI7AgOO1R6bVPdzqJX3dgrkQ3bi5Cm7FTRFgpJFiLE2IB2b28eBgj+arC+8F12o059+o8hNj5MisqkLIc8PhGUW8uu+psC89+Xsi1Ol1CXifAfNPxl5ltR4qsjqb6lsgeLWxBtrbWxFznje/SseNbm5+DcR4Iq8pEJLSovFYcS6yoOJUlwkDqAI8wbjTbMetqnyh4gyHA4lNgjFG6CVFq1Ln4yrdOr0VCnYrCY7imJCQBdIUhWZKrAkEpy/4b7Rp+8Ws0vhyqDvIqPAQv4Sku8VOa1ilaHOnMO2ULv6gXBKc3Wbu5+LZU+fwn315VdLXjUrqvoAdRlPl3I+o2g0+pSoE9+g7wffdL5JakImrjlbunhJCh1pAIuL5gBYE22mrfYx5hdO7t7mlKHvW3lz6DLrMp6iV6FTkp4qlwChWW41Isk5bnUgm3c3Gu3Rz2haM7AcgYjwGuKvJkz013/wBVULAelv2jTbM7GLsUbua99o4uLFykVRPKz4UV1xhE6OQLO2ulK7+EqICge99dnph9ug4yozGKOtcphaEqXHV1Ze11pv1AHRR1IJSexB2adrFH5nah1QZMDq1gndzjJ1yVS8eP0tyV/wDbSOEpzk/MpCstyT6Cx1A8tpOEN1O8HdpVGMR4cxkxUUfImhys/G0/RqSoA69NwRqLjW4JLXcO7r8b8ejQMTtsVRzxtLshSlDyCDYXB+ZJUPoe2yvxnh7HmEneLg1morfYUlPNRWnMmbW2YpGgI8zYaE6DZaq9CcMIGt639iH+5ige4aXwnWlsLzqyrT0rSrz1Go9LevrrYzxxvAn0uje659RbmoyZEu6Jfbv8htqR6Ejtpt0p2KKXKlcrKyMTUf1rL48wAJUctwFEHMfIm99b7UGJmN1VUrLf2jxC/nR0ZWHwnMk/RIJv5eQPew1ssRNEAYxM5VeS1ijFDkXm0RepXCS74VfS317ft02be7/AbtU+4QOPzUVal8u0vPm/voHexP7NjmBu29nigtN4jdoa6pFX4nX3XX0dx0kKUEhWlhaxB7G+1wredu0w463FwHhl+K4hWRCVoTHWyr6EAlaSQCCD6d7Ei4HEUvq3c5i0c3S4ynynIrWGZSGF9C1OtFhCb+fXa2hvoDsV7vtxLuEuI7jJqK+hC1OxcqQpCVGxtmI17eQ9dSCQLeq748ZT2nHWuAjIj9Tiry9tc3c/gBtX7vsc4tdrL7VZluVGnP8AS/FlJDsdxJvoW/CAL3BFlA2IIIvtc42QtdnaTEIKvvRo2CJTcWjREIisZ1ura6eHY+JGUDN+AH+Wq7xh7WFGw5i1v+j2H4s3qdfj2SpKidHFpFgSR3vY2F737k29ndVPnwH6pgh3PS3/AIuRdlux1C5y51WK0C4AOigO5Nyds31H2enZTrk+Vjdhio5vvUWUwWltp+VaE3PET2FwbHXUWsQg1/zSveRjzNRS98dBxRRm4tUp8XItCXUJ4odS4m1wpvsbjT0I176DYSm4uwHXp7fuZlHOoaycWOsIf0B7qGpAIOhuCLjy2SLHsz7weVbao2N6RKheJr70UISrvYpuQm/f63vY7Nv2fNwkX3pPgY3qyKXW0ZuErijI8jq8KyACDYi4OlrWBNizUa24EaSxPiXlCjz94MWfQaDjKFKr1Oyr9zVZAQ7MaHzR1rsla/VOhsL3AOyirGJZUCfEaaaXTptOkLa+EspS2rNqCgi6FhQ1tYg9rEX2ON42A6pu5xQ5PitLqLCF5kSoDo4ucXA6VehBJsSDp2OoVe8LEEqfVH6y1EQvnU/0k1kKFSFp0S9kPUlYToVC4IHpoWcStjZXxjl3dYli1nEb9LrMRiLV0NJdalMKy8w0e+vY20uCARZWpsSLHGbLsCsxKXPefRzSlLaa8HGaJ1LazdJUNPKx7EgnbP8Au5xFK+1ECe071sNKSvN1JUgZQLpuBpdOvmbeup9UN4FUqlecoMpmUuFxUutNK6lxXbg8VhZACTYG6bgkG9rE3q43xT6funLxoVah0ujQOai5FoycVfwiro9SnWwGl9LC/wC0CVOi4olNtRcMrXwFp+8MXSlKSDe2tyAfl1Iv2vpsYQ8eQHWm8JbxnuViylcKLXKX8KRFWBZLmQ6KIJupu5SoagAgAsCn4RlYXpbjs/3dNXlS+ifDaCWJSD4XkWsCkgW7Ai1iLjYRoil+mNQzEzV8ERXXW3ZUuoxcnzLs+jKDYhST4gB38wfMef5j2iYjgYDiOutSl0iE+laFRV8eHnHduwuuPdOayVApB07kDZjxYH2j4kr3jyq2Fq4DqepGhtZQB+hAIP112nwp7UV1+l82tGdGRa2k5UuJtYtuC2Up72Vaw0uO+yhDLFksKcRAYQx+1A5uLQYj62OFxVNZOpKg6Qc2X0Gt72I/O+nMO72KNhLC8Ss1TIta2kOtOoSFJSryIPnrrcADTW3krsR7oWpVU+1GDagyiawnO60lXCW4n81EEi2twQbnW+my6xazWaXVIlLqktcWnPuodW1IaLSkoUdSO6VJNyCQTY2uT5M03bYyuHGR7novhjGdBxvhym7waM8h9ha+FNaV0Px3+xsfNJ72NiCBe4NtrHeZhlqvUv39S5a0TWE8VDrVs0hA1sdPEDa4/O3kUXuT3q4Ii1Sm4D5tDC6vHyKT/wCfFkjKvtlCgB4gb2HYjUOybj+jYciv0afLRkYVk6urL6D1BtqB/wAxtoo27yjJPh5StjVl2qUaJKlPcd/wO50dWYd8w9e4J0v3sO2w1vSo32to0SK67F6HWsnNKCfOwAKtCD2ymw+p7bELD1LqkBufRvBK61cJWZGb1Hmn6puddR32hYzXFgUFyVPww/W6ctPCmtR2i6pKDp1NgFSkG9iQklPc2GuxbB4RQmZI9oZnHnuH7ONUlaEMOpfdaYdLSJHDsUBN7IBCgLoVZJskjQDZq7kKVhKLghvEdUiIlTUNcLJMazISq5JRwToVE6HNqDp5a3Eyl4XlUFuBAqK+SWvLAarN1pSsmwjczfM2TeySVkHwpsRqBTJ32XgP4SlMrhPylqRwF2X1rTlKLKCOJZPhU2Uq0spKTY7ZwsOcGOae1l4MAN4+9il0Gly69hLBC6R736FwOOVJzLN+wB4RKQBlBKR5WA2o5GPMOYooMSqReio5U8WFKjhfUABYpT0uLFj8RISpQIBIIuIO8fkKo7TaNFdWjgL4ql5jmSknIL5gFpGh1Itoq50I2uafQ8JRZTDVZdXC5ppPCmoazIbVoAR5C5NirUai/a4FbqFQ4jZsXOI5dzWI8Lu0H7Gz8PMPsSuuFIaurgrBBKVJUrMhQOpGYkEX7bF8Ld81PlOUbEbL6/F7ulKUZsdV+7S7jjsOaXvcpULakggZIw+1i2g70I893Ey4tPYmJQ1M4BQwytF7tyW9bhVlJChcXIsTa5deLPaRo384MCjYjrdRw0h+KlSp9O+OmHIJHBKgFZXGl2KiQQoCx0uQLdtXXIieor3HwjswUzFo1UXArNQW/UacviwnUu5JjKb+BKwQl9Kc2XslYBCVIJJJIZdRgYtxQ5S3aHFi1BbSeFKWxy6Jyr+eUZM5GpBGvYeZAyzPoO9CAw7PrlIm1uL0RakxeE68pIyghaAfW2YB1GpBAuUnhLxhjfDjUCg16nMVtC80eLPRHRx3MuqkrLN0Zx2VkAPnkF7BZ12iIuh+ZWwVUag7xmJU/D3AixV55SeEFtKSbAqIN0kfW4t3vro2sfYww5Fit1Tdfh6VNlZOBKixWihDjBve3ZSFpuVJAuDdVhcm6pwszPr1Zfr0CJNflQuv7qoKdbsVC3BOq7WOZFibjVJ12PIKt41Gny6pS6IhdBqkXMp2AkKXHfA0JjeLKdQVIJtbQEdq12fyyVt28TNT8iBi3FDG77eNiet0RCMyqRPTMdhyqa+sG6m30WUELOq2XUlslIVkzZieYwdWcJVSXgjeC1Ua9kWl2BXqa60t/heS3m/AtJBF1JJ75rpBts7sP7rv51XZdZqlWYfm0t1S/d0pAUhSLDRDgTxWzqcqgdCblJGhoMQ0CfQcb0n3pT0QoTGZNNfmu8B3j9gyJFihKjc5c/w3LgAgkpT1tCapNtsa3V2rgyuwXg7eDhys++aNhmVKisu5pEXVC3EjVLyReyj5pUg3B8wRto1h6l16jOVnlF+9FtdXZL8iwtlXe13AAACSFEAA37hGzMeYjlVlyjVTDNbQzmUhp+BePMbV5kNkFBsQdQSkgXBIJ2k4apOKPf0uqUvebitDD6EplUjENLadjuKsrK4ChIWhfmFBYvlsCoXBaqQVIAPiCsJq9ybjxqgs1Rus7wcJsU6a+sJgYwagcCO8oBIbRO4YUlp0aJTITe5BBSR2opmCqy7jLmsWvLRCW1ldamuokQnkuJNlKyHO3dNlJdQcotcKFyCG4+3rb392leci/bGnYhpD61okU7o+M0q121sPHrSBfqQQR2CFG2zp3I1DAe+7AdawQ6zKR7ujpdjsKVlkQWHs120rTY5AsKKVixB72IIIks32YzOp1h3TJeMcE1TCW9qrYci49RSJv/nRpyEuuMJmQ1oFn0vtqLEjrzJUothQIsoC4J05uFaxlg3dVLxbi2WxOlVHNIgStHWG0IFmWytKQtHEXqbggXF/XYbxB7PUDn8NYSdpz86FzXJtVxP9YgtZCVHiAEKCg0hK23MpVZKgorQFJOce4un0GqQN2lGl8qhcfmJCkJOVKB0Mpb0OayQSdLDpuL6bNPYtSEmPWWqw4iCnY5xHvQpc+BjeiVug4hfdXzDEd1EhpmUldyS25ZwJCgnKpBKVBSTYgpUQvfPVKpijdLExHApMVibhuQ1KfkQ0lC2ZCCDYpNygm2gKsqrgC5Nhp5pPKtNyqoyiqdCUP50DpaSbpWAQQQCSdbEX76m4Vhynutb0MQ4XdwbTptOxDFUtCkurzKzAJW2LkpKCnLdteqTqCQSkYzagWtwMQQ8l9QGm11qvbvojWKMPe96RXqc06+tFLK2JSQlN37IuEKv3Wi1tLnsdmn7LGMaDjz2fcYbuaM1xkUFb9Uo0pLvHaS0o5m7g/FQkOJWgryFIsbqBB2EPZjkV6hUevbq+be57BVcfhxYClAupik52spWQV2aUm+QlZAJyk3GzlwrGlYX3g81KloQ5K+PFd91hrrt1feGQASdb9Cc19UG1z1V5rYq3MTFrVWTJ+H9/UXDk+fg2VEq8qFV83KwpqeOiOtRuG23EqWklN9AhRACbhKSCna53e4vr1Gx43AozVRolXm5ZSOXWl1DzAtnC2xbioBIJ6QUk3sAdXZvG3J7r69WZdUr27KLFfL/Ne96cpTSeKcxPMhsgKTfN+kTZJIyLSoAgDrknBs/3LS8R4YfhVCivolYfxHHkFMqKo6hsyGzkdbIUoJVdSFJCkkq1G1XvTOSJZrKnBOMGNTeJh+jV6qUWqVn3jQcQ9DUfEtGi52sxBIblIANkm/SoggG4FhfYBxnu433NO++azixFRpcJ3NHn4caW0tu3UFvMFa1KvbqUnMnvcAX2KaDvgda4kWltRZVRlI5fI0o5XFeWgBIBNiDYf3QqxvIke0TgnAkBgbxatJolRflNQ57HJnPFWr5lsJzBSQDmK0gpKQpVkkKQKDUJdwh5mUD5SPjLeLjKjRcPYyaiIfi8LhSpUOyFsrKRlcskgtEkai3DJsRqQAJPbt8W70KDUsRtOv0HFE2Qt1h2Y0j3XVlaBPE6bxZAGgWSkKKuoHMHBN9orH+HIEXDVLoL0WUhEph1HAstrgFKcobWVWCHALakgi47abOWkbyKDArNJoP2mRTqRXoSmkPuuoS7T5otlCs+hbVfLlcGUEAAgHS9Zd2weRH6HYMCBEnhbGu9/BFGbwvKwbKi1FiUnjxVoTzEOULBKsjy0cZCxfwqIUns6QQja/pe9hqfPlu1TDL8LEL7SeK/RuLTpkiwIzFu1nCE5bokNFCgU5VrsUh9Ycxe1iNqfhLGTXJYhojq48qOw0U8wwkZhIipNytAScymviFJuQFAXK0xHQcUUuvRIrWHqRjmkSv6Uo0+A7HVxGjbVKCvOConQthbYJzIUkkjbVHC7VmsmpT8RSI33z5X3CqS5T64Uji0iuUNhliYlJWEkPxlqCFKABzFtbYVfw3IOzvocyVvQ5RqBial1F/l+OhqVHdYm6aEmK7keRqCFKbKgD2JsQA1/D+F6XVJeKHd3qJUqLITzUWUjMtl2wB4MkdS1AXul0LKiQC4nvsst6mF8b75KpTaNheuUulxUKS61S5UgwKk26Acj0R5QU1mACkqSytSgDYkAEBStXTJsMnFdn3xs70K3jLBHN4oo2A5sqbTo6s7rq3EsTmk9RjmQEm6hqpGcEC9wAbgpk+0nuCxRz/vl6o4KxC/l6qo1mYbkDwlbzCiAggWK7pJF7kWOxtS8N+2RheKjC+Dasjg5kodn1TEC3VxddUPJW05nCgCkpUgAZrgpN9h3ElA9pbC8pEXFu4eLXqcx949/UF2LMVFUSM1mUFD2QC5NmgoDXKQDevcQttBip01BbAMrKfjncjvLw43WZWJqJRcQxVrQ7FkTRIakKTcXjSk5XElWhTnunw2Otzymy2qDynvTE9RRTpy8sCbUskyOpZ04SnVjM0rUDKpaSb2BN9hXEbHvSs03Fu77DyH6iuRnkNQITaFKdBuHLpUEK7A5um5v3vYEW8HeXvQr1L5CfEhU9+EhK2PemHHWOYSEasvvtrCEq0BSstgKuUkA2JOKtwja6KvbDmHi/G+HOHFaqyOhOZLXHyKUk2sQh8KSpN+ykrF7WHa+3Oub02sRxXKXiiXyS15c/S5FQr1IzcRpKjqSQoAnW1yTsrdyftHY33cz5cWfhNFUoj61Z4EdHFaZQqwWEIWk8EEaqSkFs21T2IaFIpmA97TVWn4SxNCoMpvNK911GEtp2noUbDiNhZC2PR5pYABspIsAAOLPScxS7QK/qfkyrSsR0ZulysWVvkvFFlNLzKZuSq/HjqUhYvZQuELH63kZ2E269VKzwsR1xGL6dOaSqPVqW6w663ITls2+2sJfZeWNAspW0tKNSCQCA4P3N7xazXqlQa9h9eB63FXkgTH3w7S6xpfPGmtdSQoAFtTiAFglIIWCkSqrg/e1Rmp8+qYelVGLRF8KRKTHRKQzfz4wAcCfMkEBOl8p02H33ob9RTK093TD7ZqfddAoO9XdzXcJRYj6JWHqopUNGIKWr7q7l1AZcQlSQRmAAFiCFIJSRsot+OK6Nu0nuUb3fTouJUZVLW1ZKXNAviFYAAuCCEiyiDZQ1IC7wlvtx5hL+q1aqQuO1y62uLzTSkG/wDZygpRA/VDgsdQb9uVZq+CMeUtil43wRS6uiEpS4tUiyn6bMZUTe2ZZW0oXubElJzEGwJs3X1HT2cE8xmvVo33R5Uje5UMZQImI8L09+l/d+XqzUW7sN52wyPMo1Ui2hUk2NimyiLnb8wZFo2N3alWWokqkVuEpTVWRTlhKJkdwnLLby6BZIKSRfqBSoEkjZZtVTC9GwvEwbS6tW8GwmEKju8WKF8ug+bLgUUgE921dJsbCxttNwjXsOUZp9qs7yKdW5S2lx/fMNrl3VIUAkOqbvlCgMudNwFWSFE2SRN2orTleYte9aHNcjUaou0avOQML7zZz8qlrVHkK93BT6Y4Iu0tg5EuAA9KCQpJSpFiQMrJXjaB8Pn8J0ivPrytOysPOhhUhhaNXksvEXSDo41nKklKrA2OydhYEgYNrzcqvb06dVJU1KWmGp6zF5xGayCh9wgB26kJALgCbpGVYsCwaXjR2LiNjB0rd7NYYW6pSak0w47HS6LHK8WsxYdUFXCxbMLLRxAF5Q6XUO/Fg5+IHvkpyOYUScO1mLAgVTC9cRKXFdSiK1VFha0tZwrgqKkniJTayQQFti9gQCkn8qe7XsONtVlmLFm5U8XgR0oRmBGuhyjzsQCbaAC+gNXZ3PyuFFlzWFo4S0LaQFpUtKgoBaFptmHbOgpN9SgE2EHFR3v81ExlgiXQV8qhLrsCatUdqQjKM4JylKVlWpSpIAIBC+4LndC8GLHWOw2sYdVP3NAgRP6WisP+BanVlTTybfU3zf3rgDtaxsAWbiD3zxGqDUYU1hhXLusaqU2vToKVfKbjsT3BAsBYBxFj3e/AqjbWKMJ0FcKou8Jrkp7b6W0n5HAtN0uA3IUElJHSSq2xpIpm6B3C9SqnuOo0ivPtfFdRaOlt0aJzpbIaU2fNTgBA7KTYWjvVsDzIr7bjLGWGC92bVZal4jr2GaXK5V1X6KU4ialSdA5HfQoBK0W1ZWg+S0kXKDCnVafhKjNysOe6K3jWE+6uEqRPbp1UejrUpSbOKCESCGwhLiVgZibqJIAK5ge0Ju6w5PpsCfjdmi1Fb4TIaqygpDLqQUht1zVBTlACFrIuMtyTYmm3zUmVvVnz8L4X3vYXp1UipTKgUSvR83JupCVpMaTopDbxQD1pdbykWJQCNp07144E0dJqh9hGP3jPiYNw5vfqkDGUWiL3bb04SVokUhboTHndlLMdaDmSrMdSgkHUELTqK7EFSxbhyBLo2PHX5VRYy8KQ6lrjttLUAApVsr0c9ilQWbapWSNc3YW3r48wlAq0Wn0lEKUwp3moEp0TYsOazcPobBJyJJSklLS8gJukkEHZ7bkd++772r6W3u53yNUiFi+LmRS58KVl5pKjYJu51Nv5tAm6kOkAghemzhrR5F9OPLE6VnFm+74FLoMuLiWiSmuBPpc+Oh92Oki2b4irusk9IcQo2BF0osSANjDW8vdfQa1Kdoc2VRKp8JdGdmpfYZUNElHMrGR0GyQokBKSAVEBJFlvfw/iP2eMW4alfeptOqMhUJqa1dLWcC5aKF6JWpGZRQVgixKFLAUpLIRvCwlWaXwp9OW+hbSeYQlZyqTb5kLISCBofwsDbYGO3wZnHVDT8ERTYExZiOqUZvC+N8PYkwbVFrW1DVKqLDtOqjRuENH4iglZ8IcylIVYZigkIC2KPvfpeMp9LoPvHEuGn3eEuk1d1l1UV8LsoCznE6SCMwKVNKToSLp209Rt8+5aBS5+A8ZRItRpaGkyGo7sPmmHEKsCgnryLPdJWElRCgCcpspd8m8DBFBnwKpu+amoivraad4tOKlstKGVOYEXKBYDMq9jYA3AAV1DmoF0Gf2jFetFowqz7j+zRRsWz28W1lpiiVRbWV2Q6+2qe2vQ5HFN/DlNgC2dY4hGigdRsISfZ1peDZTjkDe7h6vMvuuyOVkZmJUOUs5nHYz6XCtnMo3U1qkmxBSSSR7eAcR1RpvEdLq332ElSmlsSPkNiCjKs6WHhJNwCADrcZqFcr1Li/aifyqH6jmdadUnIw8saFokEBCx2tcgEpGYEgKw7+p6p02ULz+8Re/UDNYENqZuUxljJp+luy2MQoQtauhCWpWW9wQRdKldtSkZtSVeW3SLuW+xspt376w+wtPFYXHbdToex0va9rE6/jpscbht9WEp8BuzXu+qRVZZsCVZD7eoBIUEBLzZ0s6ADYpCwkjV7VdzBFe4k+vYThPryZ+aavxUp73skhWnc2tp5HY/02oegNYQWmcxcN5RP4DrmLaNiOW1KZqMWlrayOtPtIWxlU2RZwk9CSFXCiAhWlyDYbKLeXhnBsrFsufwqch9c9fVPhhMpt25cQQsWUlYJT0ruSLGxAO2jxUdw7tUYan4nqiJsXoa5WUpTqWlagIUNSgG4CTcC5Hodq3FO+PAeCOJVMGYTm4hirddgVbLFEp9XBHVZCjmdWgalAIVl1AIuQKu+63FL+xNvS3nZzB7Addx47yjtU3e0iK/UWktKmc0iGuRlTlbeyhK8wOVKRe2mtgdDcMvT8L1l+vY3iVHj9XAQ7PQ7w7ZjZCkKIWCeySUE2Nk7DNTxljLGVLY+xHx6cxI4rUKZS34qmfUJbkIORViQUuLAPke21VjSDAxHFYo0qrSuPwlKTk+E0y6PE0tJI4ZFgR1JTb1A2odNbUCfnMnU6rAhV9sKNWcW/0zh7GS0MZeE/Adc4GUHMLhJBFiCQoGxuRqRr33kYExHWZ7FUwliF+LNXl4XOOtpYeSbZ2lmyHEqPcjUX0tcBQDsHYkxRQeHhLm0URhhroytBbrigTmyDweEEkXC/UC99g6sYuwlVefi1TG+LpSFqU1kSxn4LvEsQAhPEUkHuSFZbXvpfbRrdAgRzzM0vzzHPu43YSmuBKn0+UiqUGUr7w1KQ6lSHCFFty6QHG7iwBCSLX7gnaNv9wniiVS2GsJbvad966FTZEUOsKtdSCotJKu9rKIFjfUjTYOwHvFr1Laci4cdqi19TUjmkZ+MjuLg37C1jYeVwdrdqob0KW7xYGN0VGkTcr7SpScrsVehCLpuHU9+rLmJCQq6SQTqB/LCpaa3yszBFpO8ZrHkSBPp9Oi1elzUqlReaDUhxCezjaCoh4G1yUlOpHSL3JpRnJUDeM5XnYn9VUlaHUOtKzLyg9QzXOvSQLEnQ3BOzf3k70GsRyqbS69g6EvIvK7PShubFbUL6oJusJuMxbJQoEWSq4zFGY+wRRp+8FtrBtQZlMVvI7KpL8hKkJWkjNy8pKCVggApDqEEEKBUrvtZHO/iatV5t5aH9Q3q4t3g15+Bi3EKKCwhWenIdV0KUg3KVHRNwkJ6b2AJtmNiaavyna9AblRYkKFUUJTzXUUsOd7uBR1AIIuTpoCSNTtwrvs/wBUgcPn3qd9m32kLdWpWR/NbVLjBUUJUL2zNFSdblKQQNqVLuHIEp/CWEokqUhaMjqWlqWllae+XvlGpvawUNSAe619m99jxQamt7NhHEbu5Ld59nMR/aivVZiVKW1wlNJWVIygnslWqwL97EC1gfVyYsrTtUiuUuVTkLhZOt19WRCfqo3Ggt6jXQXvtmfBEys4NdbdlRKpyrCEvtKdulSreQzH5fK58++u35vW3s4txlRm5UWnVSiReKlr7ulOfU5bKyKKbE21uCQbkDye0717Ngilg7tpA+JNk4cdwRAfqjWPFzZXFXngJmF3K0CpWVoKAIshISFHNmFxmvqYlHxVRpTs+s+6Zs3gMdCX4WZbaiNci7BSgfCL2IJNrgW2mYf3kbsML0CJg733C9+oY4/3qPlzJOb4ibEFQulRy3uBYkaXN5uXrk+fKq3Fe5qLnzx5HCCUK/DSyu41BIPnqL7F27jtnEmvmCg3V4txviOJiOfiFcKicv8AFpy7KQpBt8O5AKEixJsMxJOoGm1jizE+Dd18BvDmEqGwuahGVK8gVw7GwHqlINzfUnUDyOxhvCxPiOjcBrDmGJtUfWvwx0ZkpSfMnW1u1iLEk+QuFriPDtUnz36p9gpXNLSl12O6kIVnAAJBUoBRsBbUqA6dQANhag9kAYkYe5smEO6Heg7vBpb+F6zySKoxmWh2GkpzMXASsjzIJsbEkXBta52Y+H4s/Dkph2LEQuUw6la0OpD7SvPUaKsdAe2mh7DZX7o4GKIuN/fNZpNLYioaShpUNA46bg/pgQEgk6WAIJvf6MzF+OGqC65P5RfHQrIlbt0dreQ1zDyF7W+lrt0ONmZdkFTRoy942F8JReadw8ukMSl/ooSkLazEgkAXFr9wmw10v2BqG9+m6r3o/S5WLFwpqPFHnxXGFpv27ggg+RvYjUEg32x7vJ3sYyxk647AlxeS4qeO0j9K3c+OxAzfUouR3OgJDZwpNwvvBwvAw5vG4DFXp7SWqXiDJm4PnwZQGqmCTc3F2yQoAi4FfqcN6lztcTRvvKBiil8/herQpvT0yIq0PpTc21sT29DY9tNscb9N6WI8R15/CVUlrRTqJl4rsBAdR1BRU28jR0JCQgEDOAVGyNNjU4dqm7SsucrLm0GoxUfFXFV4mFAhKgpIKHGlJ1STdBFvMaZ4xjCi1TEU+u/aZdRqD7p5iUlAafcQBqhzKrI6kAAJJAUkXsVCyRe3UeHEnTkLnIllu5wS1vBr3uH3ghHUnPkt4b27KHYi+ulrdtLHUtBwVQcEUtulwGVrhMNK6VKObzKlJ1ACvMnztY6HZSbm8E0vAdL+2Uqo8CrrT8VDq8qVNEXJSdUqtcaGxudO5I7Yjx5ijeDVHKDgP460L4T8j+wZufM3sbjsATa1iQSNl9NitP3MqrEQm3mYhwbFpfFlVyKhhCUrQuK7mkOXBsEnxXJVcBNyPO2my8xD7QUqvYccwRu+3cIQh9CkyJEpfHfeT5qQkEqCiPmWogH5dRZjYZ9nDDkV33pjd73pNWtK3WloKEKUbk6AjS51BJJsCQNdmpRGMG4DgcXC+GadFfhZVcwhoKW2nsTmA1trppfz7EE309lhzmFSxUMzFgfdhvVdpc917D1bRTn2M0qRMaUnNYXCFhS86lC4Ul1AJBuO4F41FpcDFEWe07iFfvGnZkJlPu5vDonmb9RaNwkSGwch1dGW6k6l3nMYjx5hxyjfbGVSEVFP3V+KgZM1tRlFtB5pv27HtbDsDBmLd328FjCWLXXG31yOEmVDd8SlaIfaUetBI7FQOoUDe2wrdM6x76iu6vZNSYYl0aBgiXXpXwJrDC2pHWUOtrRfsbgA/MCNNTqTsi112qVniSnai+tD61Zs/WrvqCSNSO+vc67H8aZRqXgiXg3eNElLRKRkYrcBpfgIsC+yLqC0GySpAIKcpKbXIC3BgjdpFiNT5a6uiotZ2JUVoLYeRc9QIOh7AgWIOthaxV/7XuZnYKcz8hUaLKa+K0vx+PMUpzfT/L02KqZTYEBpvhREdeX5Apalen10/jttV4elNV5rmosTIhhfiaXmSm+vUkjsbdwfSxBOxMw1FrMpiBFiIflcVp1jqCE5tCLG9yDppbUfiLF0/bfzYcyqIxaKipYxxHPlP8hSYtXY4q2kvx1p4rNjYg9lJI7FKr69tqfFVJlNRaTKlM5H1uqzpWvqzd7WvlPp+A+p2cjPs31SqYjl17Fr1OhImu8Xl4UfK+2rvfiJIUCR30H+R2OJW4+gu0ZujSmedYYWl1iQ/KdU6lQBFj1dWh7kk6WIIO3FE3ZE1UuFQxMg7waa77+oVZgf96ioU0r5cqe9z69SvqR+BAe+73AUp2Lz9UZWthbvFaaldWVRAICT+dtfKw2ZdP3F0H7hzXx0U5Pwml2y+v6unVYkgAn12No+FYEWLwmmWGGP1GulP10+v+et9iZ3QOou3+oto9HnxXW+ayZM+dHF6unsR+Hrbz+m1rJluwKM3VHfjozKyoyhK0qsco7ak62N7eWxE/R2osrlXXfB4O3hPoO/4dxodfUP30VxrDmA3JTXW5zTSPJPzC/f07n6fU32naqrE9n4mXt4+8qvYoqjkDriwmHcvCSs9Vj6+Q9QAPTtt+PjhUZ//wBIKR1+Lt2/09NqmfG96V591r53VKy+HL5/8/4tsTIpLtUi8g06hC3+jiu+FN7a6ftv9e/pko+dQBK1D9QCTN3NAapcVyveB99pOT/xEkAj8bWIPfQkaa7TH5HvSqN8LPwGE51J8Ss3cn8PMHv/AKyo1MlYXgOUuVUYs1EVakO8qvMpl0BJU24g3yq1SQdQRYgm5J54SXRpTVSd+0MKLVEIWtiK/dCXkpFyA4LhCz8twASLXHY6tnlxDlDbbifdapn9DOVnm5XDX0LkISFNJSewVroL21vpe9j22ssTT3YuEmIsrj/AX94aV0rzam1u+qcp0t3BtqL1T2Gq97mbdozUpC5qUZeYXwmpSCdUrUSGlAj5r3Fh6W2OsUYLqlB3SsYyrMuLUUIaTAfip4jU+ju3Wptt+M4kL4WYkJdRdJBtmBIG1+1xN+lVpr4mecXS6M1WWPdb3NU5GR377HCVp06mnSm2cA3IUCLpKexuNicT8Gz2vvWCOS/UdgVFXTexuW3AUqFvqLDsQddqiipiyoDn3RfOrkfpfkU0b3SpKtDY5QDoAAT57FkbD0WL91nuwmc/6JeYKVltcWHr9CL+gIudqbtsRs1G1uJNw3u2rON+QpeEnkSlr+EtE34XBSQDfiJChcDuCNdDcX0Z9Jx1vk3GT4m6/Hj0VDDCUyIHUh9hSCSkqbWNcpFwUmxFz202CJsyBhyjOO0uXiLjoayZadw2k5tbFQUQfF037C+oO0DdPTK9ijGVNrOKIlUlU6FKQ7NddQp1ptBOaxzAoFz8vYnUjz2n6h05EPo3a99j4xL+ZWN4zU+u1l33i3VGEuoirQha2silE6Am9rnW5JAFjcbQsbYWxRS4tCxG1nlQlxVc1wOpLK1G3YXCQdACLehvcbHvtCYOx5i3Hk+qbr8EYlXQeFFUxMpFNltIVYAEkoTlNjc5h3ubk2sE9iGBjzC9U4uLc6+O0lHFfT1uJJAIKgATc2ANybjUDsTO72V72hNRWiZH4k/Abkr383WYuRHKqz53bdX0N/Xsex+u2h8Ob2IDtLcr1Z3ezeShKyIqVIWham0g3upgm+S/Y3073SLE5Fq06VS6XxWnV9a8ql5T9O+t/O+pv+O08zGp9BblUHFlbpdUhZUSoqJ6+BISdLo7Kv3uk3B/cV9Nd20zM2mtMZnqRuKxduR3lz2K9hzelzVYy5X4EyUWFKVoDmjuAXWCmwUkkkeZ77aMZpU+K05yDvKv/I6nraV6Zk6Eg/TUeR28R8Hqxb7rn4jpbyH+VQlEpHCzrSq986gkgm98twew1vYbNvdp7WO+TdM05K99zVxX3U/cJ7rj7GYWKkoC72uDeyTYd/UnQTUC3jP+YxPVFzGdGTKRhfGPDpFQmpUllD7o4Uryu0vQE9uk2UPTZQ73d4eNty8piluYU9/YerTvCiz8pd5dw6ht1JuASAbHsfodqDBW/Hdh7XGA28J4tifZ6tzUK5NS1D4cgDRxhZ7KBIOU6EaXPYL/AHP+0ozg7epiD2VvaCmIzwn0w48ifbhKuEqZUlZPgWlSFJPlfuClQHWabuISvsfH/wCJf0Iz92W7zdViiBUsUfZOLS5vFUqUtpTlOfz2sXLIIFjfRYOvYi42wzvCh1nGW+TFG77C9Wq+JePPW7FgOsMyMqU2AcStDY6LjKFA2OaxuSdm97UO8BrBFerWF4GJ1rRS863eE/nSlpSQpGYp9UrF0kHUdz5Zw9lDfJQcB77oGKKpiFxht911qU7ws2Vpw+BQV3RfU21NtD2BzemWWOn6ow3ziBSwrmDu+PcPvLpc+hRXd3tepzaEphSJSoTvLtrJGW67ZQALkXPbzGhLppuGKXuW3cttVnPzU3Ip9PzZiMug9fw0uTp6bwxNvOwHPgOOu4sQhb8XixXVWXHlIIukBRBQUk2AuRYnQ6g7YixTinAe/h192qUlcKVCXk/o2QUKZXqLqbUCNdQRa17nQ7arHjGIpfZvme51OoNBxlPgYyqNXhZ/vVNqUBaVJShRzJUpN9QUnL2IJGttmZu5ruMpVUprVBxD7xhVGemK6h2OfDqS55lN05km2oNhrcnaLindlPrOHGIDsv3gxS0ZErdSEPtsXsNQCOlWoHmNPxL9xGCZ9L+FP6F0t1brTuTMlSh03HcDuexva1xoQMTqA+nrL+ofTgW+IgJiiNPwu770ivLQuKtXj+a+h+itPUf57K5+tz5VecrzuHskKatGdr+yzgDsQSpBJGa4Ona1gAGhvadlSnW4DTudb/j/AFk/xrp3v+G1BRHazhKlv0uVEhVulymlc7DdQhSkoN9UjQhQ76G48u+10rJmpZ6hY3i2vYooLlLpcuKjpyrjz+pTiAdDm7KIsLKIB0sfXYfGDseQKXxZVJcnRUf1eVHdCls/Qj5km/awItcXGgE8L1ilyp8uBFl8PJm5dbviy+Tar2ObsL21I79rmeGcXtT3fcztRfirQnIl1C82X+4ofqg27XA9PPYFhdT+0yNRY6nxMk4QmV6qOttT8j7HCyIWtHW2kHyPmnve9x3trrtZ4ixO1g37hFeQvj5eha+rMbeFV/w0N7fTb9ercClz3OE6jPKQnOvwpzfRXbU66ga7KreJUOfrzE93oRn8Gbwp+n8en47HqG5MxvTncm5oYTqjvLwlKbqjVclIpdRy53WF+FXfhrTqnzslXYjzBIG3PFs2fWWmPf2LIVUiozLjyNI77a7HoP6oHlawOtzrqD1veDVKNRvc0DPOhISlTTWq+HroQb3CbdgL20tbYcwpi+g4jle5sRsrhZ/0UqOnMpKvUjudO4N+57HYfZ3N6kitXPEPZ+IKXhyLwmmZXh8Oc5JHmbWORfqbEKF7mxFwxvZ5r1Ln4tiOwHZXjXxYc276Eo07ZiTluNCSSP2bLU4XpdGgT6XKqzHx8rsVa/6vI08iNW19rAjU6Ak7QcHY+i0Hl3eUXFq9OWngSmrKQpCR1BQ+ttQRawuCO2zlVQSMJSFmn/azwT7mgRMZYSp/A+SY00s9KVWyuJuSLFWhBGl75ha22W5Mj39w/fMvItHXkzZXcp7nX8hcE+XfycW9X2mp+KMEOQMR7va3CQxlWmosMOJYToCHSVCwQbak6XNrnZCS94VLqkByL7k4+fM6hWX5tfCpPUAfMEFI1sBpZrEuNqy+wTHi0vEbnK1FHNMJSthalBKXkqJug9sqxYWIIBBP4bMJqlQKpPluymkMSsnwn2r/ABLXNloNuoakKFiDpYgiyowifvTE+LTlsLX447qsyHE3tYEgmxUexuBe2u2gsOIw5Adb4URbC1o6Y7qihTKie5/unyPbuBbUBdHCvzCDbFVUajVItZcgOvI+PlaS1I6kOJ/VOnnfv6dvPYq3fb56zheK/hLFERHuSVn6eLl5dSioB1CVDpUbJzJ0Cr3sCLkWqyK9P3gv+9KeunQoruThPtHO4si903GqCDfMDYntextWY9Ls9192A6h9thrJI6QpWYaeXcA6XtYnabH/ANspZ5cR1YblysJUt+VPl8ekVRal06rIWFR3Fnq4alEfCWekFKgCCSBcWJKsLVyjVSlvyv0/KozKQ6nK+2knuNLqSL9zppb8U1gTfrhdrBr+CKphP76+lTTsfIX4dQa7WWEC4XY2CiAQdbnuR6C1S8L8f7L4hqjEJeZ1iFPdzSqbp1M5jYOt97KsCQAFJJBJXLAe5m3Uj4mrKTHgSmm5UB5D+fqQnOMqu+o8wrW+YEgjQi+orN4m7P7W0vi0GWwxNRmUiHUUFcVTutiFarjqPbM2SLWOUjXYX9jHeXhys4tc3N486IuIVLfpcrIMseYACCgnsTdV0g2J1sL7aWrOAqzhKU41WWuji8Jqe0kqjyPMX/VuLHKbEG4BNrkyVbhFu09PlMY0ukz92jvvnFGHpUVaOtaUuh9MdY1A6QFFJJ0WBYaXAuTtrKlwsLysLwN9NBdfrdLrcNp2RFdVmdbUBqAbk5wdLaag63Fisd/m7qqVmjNz6NLZRyvWpp/pSlVjpnHSnQ6E5BfQqINhD9jrFLrsDEO6qs5JTCHeaYj6IW2rS+VNz2Uo631P0OjKeMfrsFyzQFAxNQazS4lUw4yjlZX6iAlSldgFAfNYfn312n1Oa1yHF94yoS0K/Sx3QlSddelQKVAeYINu+mw9DpDWHOJAis5EZ83mhSr/AOo8/wDLa3xHiCg8qxAxRLYY53KwiQ7ZCXF6BHUdM99ATYk7NH7cxRlMp6thyfK+LVJdOqlOfRwlSOAGn0/3FjVt9B000UkgEAjULzeZuqpc+je65XKzYXStiO6gOoUpNinIFm7LqSNEoIBFiAvyYNOw/VHebw47LQha8vC6i0l5IPa9lJPrZSCARoRodoiDyEX3Niikv8kvI1x5Ef8AR5rpSF2JSQFdOZCiLkDzAOZZ5cwtBLDbMYPJa59/3XLRUZUJ1UB9rilT7ahqGzmso6G5STnGpANrG/Y9zYci8/XqiuFF6lKY6MvYk2zHKVfkCQbX8trHfNg37L4yfrMWnyosphKszqGi6hxg+tyFLbCtMigS2T0KtlGymxnU5+9V2mwKO8xBqkVX9XUpa4czVIBCgC40oAElLiFA3BzJFxtkDSJdb7PEKat8bGH96O7RrjyublTaQtKUuymmFZ4diMpVdPbyNgoW75LX2H8ZYHwHjKvMY3w5LhZMnCqL8K7rEhFrcRaU3UhabaqIBsOxABCwrTGI6M63RqzhmVhSvIYRI8ksVBi4PFbKSpl3uCVMrIvcHUAJ7YEpFUpdZiYo+PFivqStqrQ3ShLjqSSGipIGVdzcpIFrmxAN9nDp9hyhh00u7DAzSmDoGI8EUZtrCVRhSmH8r7EV3hvwpjRub2N0ZzcWcBBBBBUBpsz8C1ndpvaanxYstikYrR1z4sWQqHMbW3lsXo6ypDqE5kHMQ4kZgQoAg7Ijd1v7wvPrNSwRi16jxcjqnWp7V462Zh73QcrD1zooJW2Sb6qN9o9a3X4jqmKPtbAiMc1TpXHp1UhygpOQXPDJKApteVVsroQoDN1EHOSY8fKKv95Qx8vv4toMp+fS6j/SLGRD8hPicVlNipAJPhA1BNu4IPYnwHjavVSK5RsRy/dFeRmTnlNZ4chRN0rDzYBCVeoANxc386Hd/W6NVML/APaN5dOmrRlXx7rT0rKA4FAk6KOYA9rghXc7XcShY3wa63WYvJV7D0phWdCVj4iSQeIi9wPO4uSTp3vsj2ytmRFLasnMvIkms4Snv1nEdOixZXhdlQJRcRIQLdDiSBdVrkOjqtoQe4qJmJ6zvB5vC7sTnaRUEK4S0WTw138KlEGyh3CrAggaKGoEMfY/anxfdfFXF6siErT1J1t37ZTr6a9wNqHAG+PFGF8WxKNAp2SLKaS661Kjl9Cb9l+SkpUALOgFBIUkkEAbcd1r4BxFqFd3wIYUjDuMsBz/AHNWWZrC2FqkQlyEdDie/TYlFxbUCx/ugWAvqFvca3tSpeEqW79nqpS18JUrKUqSu/cKSRdBACsqgoagECwBOMT1+BjfDjkCqOrpE1CVOsSoag6nMBcpKVakEX7HMLXB8jmkUd2jO1LFu6+txa3TpSlKq6ELCpFPdFgXQkAWQSFBd0tgEg5fES8p7PEeu37POOTH8HDkWlvtY8qEViosNZ5rqGG5DWmnHbscyfrqQLkG+hCz3UJxlhLehScUbr63hrF8JeaPPhsILDvLrIzFKlfo1aJJSTYkAXGig0t2uGMB4tgMT6piFbGKIrWZp/mlJy37oyk2ykdJGoIJGmqdqfB27D7EY3n17dzXGISOOn3lRlNIQptJ/tGRYJebPloFJudVg2EmrD719QFGFbmXmMt6kDCWLXMJT6dk96fFisTUuNOt3N+GVISoZhfpWkFCgFXIVoQ2PizFuF8US6zvGw9kwpVHU8KqSHW3eGuyUocbktksEkZUlt0tuKAugAghVJ7RG8Li71cPNNVFcHEtLaW6hbsVKmnmAAMikuJIWbHXL69wq1uW8j2tsR4Iwk3VKXhPD1XW/lRNi8XNCqDBIS42tCyVIWBe6QV6AnLYAFc1PaTn1GO2/wB49Q8cxpheqVl+gwJdOfWtHwlcUtKcSdOlQBTceYIsfUa7Bm8aZKoMViqYId4+IaI7z7EJToS7IYSCHQjKMq3MpNrEG2pBFtk0zvioOPIDEqBu9i4aivozpi06RmXFXqLsKUAkJA0CVJykaXbuCHtunU1vQpbkCs50ZEcCPUmmE8KQpJsWn2zfgui4UCSQrSywSL5qW4uKe5erV/yvAHB+8Nqje0hAxY7nfpG8mjIadTrwkyGtQoJv0udagb6jIALWsXJvW3iV7CUr3zQWUVeLFy81F0S/wFiwzKJBaWSCG37lhRBSuytNsx77d3GI8LwH+QqyFzcIVJNZiwn7oWqPnJUGFEBQVYrHDXpY9K1DTZvLrbuLcJU2qVmn1TJKh5mJ8XItTa1pAVlXl8KtMza0lKrWWkjZ7G77o+1VdybhGnhTHeCN7WHG3aNVqjFmwlJ5hEppUOUyoX1INs6dLZ2yUki4722ta7S6NyD8WvUliUxKSpC3WmkqfVpq4U2yuepuLkWBVYaYfqeMapgOVLw47UH0Rc6lxXXWlJ5daiOpkqIyD9aOTdYBKVKISUtTcxv/AN42Mqy5Axbu9fqNFoOVE+qQnQt+OcmZLnDSBx2lWuSkZkAi6QMxA3oDTNv0T+19QzqdBo2A58SqUuWxNivrSniq6ehdgglR0SDbxFVj5KXaxL94E/BGKMEcLFr0Vc2L0x1qQnmIr4FwEq1LiNRdN7EdrdxR4wrTXNPu4NokWtr8UqBIdHCkNKHXdIuUq+bMkXvYkLsAEhjWW7KlNxcL4eXCzuoaRwmitEdK7XzJTdtsjsLFGYagXAGy5QJ9sVOn2445jew57O+EsW4SY+29JYlVFaU8lKUnK1nWgFbK2yopU0fD8qgQSDck7MWZ7PlBlNQPcOIa3hpaIamnYqHUSo6b62AcSQpvTwG1gdMtrBCYhxhvBiymMGz6tCY5WPxZSEocS08wVgB5BFi2oW1IFj5hPnobdlvji1nhtVmJNYmsNcDmmFh+K87lBRci3DWU3ukhBJ8IV2B6639qY0KLEG4Soc9miLWeQlT95tbfYRkaWlpQSnMgpLa0KIKkLbKRkIN02tfz2kwd02N8G0upQGqjCxxRGJDshVGmcSO+4+s5uNHkIUVxZdrnM2UoWTcgEgClxf7QtLrO5vFOMsOS0Lr2EJ6uahxXQl/O2sWOW4ulwaXHncam42NsMe0Bugxu7AlNVFtcXEMBbSlqayqjyEBJeiSctw04EqujOcqk+BVjqde4vswG63OYh6F7SzvP13C+KJcqoIi8WKj7QxW/e8G1yYszJlTKCLizgDTxSQorVck0tVxXubn4NgOyqtUcLsLmKai1GGtNWhtvnMVMSocoh1bTgBJSlxZAPQoWCw5sU0zcb7ReKG8JNUmFiWbFpqpECtxZ/L1KDlUlIbRJALigFAXbcK02tcEHVK71fZrqmCN3NSoNUei1CkLSr3pmhIalRUKXn5hxKFFp1INjxUhJSqxJQLkdZqUTmziHqxnLnEZVbr+N4GHKa7u0+yGOURcqfddUq0imzXI4aItGefHFDt7ZQVkBN0lS7AiJVN5FewlRomI59JxfQWEZUIdkLclNR1Dy4+ULTbsc4At4SqxG2daBhXGMXC/2Xqm9eFNixXc9JnuwFJmQ1m2RxLnGIeZ73jvZgBcIUkWIJJm/Xe/uCozHFiYeq9ElKQl2fTlvQGFKI0dulKwxe17OtrZVbSxuCqK9F1IlEIJH44jR0yOI/wDCWLp+N2vta7h6Kt/q4tXhNIzq8g48G7IfBt3Nl27qPbalx9Xp9Ugcq7kR/ZfolKaUoDyKQSAde5uNQQNhiie0hjJqjMYjw5u3oM1iV/39NoT7arGyX3IYdbdRew4iA4klQzttebYxNvKawvuq+1tZwGxUWKjIQ1NgIdQlXFLiEd0gpNlK0Wgm50OU9G2hUopGzPqGTfUMRDUqE7g2VzUrDNU5JbvWhaCtepuVoKhcpF/wIFri2xRieu7pYFBYxHK5rgcdHLuwlBifT5R6EuRFuZVNu3OUsuEJdStSFBxCinacx7SmA58piVRqhiWnQmMzTqWkRZSm7m2QgJUUkW0UU973Fxo3omGmsW0bn3d4TFXpdUYTkRNobcd3IRdJIICFEXIsLhV9Nddg97y8OZmanUMj8Zi/wZj2e61Ai0vG9O93P52H4rrBhsTM1iUSILvVFdHiCm7gnUEXuH7Cww7WYHKz6jUWIr7XCUmO+OLkItZDyFAhNvMHN31AsBn3er7JNCxO1Bn4jiVCoop6kqYVSZjzPY6FaErCkgEixBIQQCDbZsbvKNVN3OHGIsqoVGVSITSUoj1mUX32UAdkyD1m3f4hUD6juGKiWGbIbT9Q3f8AcMjv+z5u+gT25UrEK6pS8nCVCnx21vsq18LyAhy9j4XARbWxJuRjH3sr4SgQHJ+77ENRi1TxNQH/ALwiUg6WSUjPmGvcnzBAsCDTEG8nCVZqlN4TU3ItWWO6tocBxQIs3xxdKFdlDMAPO9gTt/YU30f+vVfw5iPAUqkLYaTHj1aU0lDTyjqGn0AnIrtleQcitQQBay1mn01zeufzOOoS0niZGen1SjO/ZzEdPmxeS/RdLn3dIXl0AspodrgEAHQgg7RcOPYSrOKGIte+5Ut93I/MS0VLbVrZYcSASCQLpKSoC9iQCBq32nN0OI97/DqmHHqXTpqEKTKXwCt15NrJzIJCXinyN0rANuoCxFvZ2wW7gjDk/C+PPdeJaXKXwkzOSKlt2ASWJbC8yslxdDl1hI0UUWBNk0+zxHqBsdNmUljI9mCl1mjRGvtPzUJaUusJmRUTIqtCEuNqBTa4JBULEi41Gmw5P3dStyLsSVVKcv3Ij7umZRpTqER0lV8gbJzNIv1ZCSzexSlCiSWvgfdzS931Ul/ZfE9XRS33VOtUh2UX47OY3UlKVXGU+pBUfW4ubDG+JMG/Aw5ij4CKj0R0yELSiR3BQlY+b6XuBsSykKu9eCJm/Un0eRAGXjCLiOg8XDmIW5VRQlOVK7cX6Z02BHoFDMk2I00JSe8/e/VML+6cOOuzX/eMjhLd5gtMKsQHAHykpbeGpQg9ynVJScySneDhf7Of09QZcKkNoV+i5jKpVrEFNhbTvYi4uLk62WlAwFhf2hmqlPo+Jo0rHMLiw5VNRKSprE0DIoqY0UEc0ysqIQ4FEgqISSVAA011lrlLF/v8GM6atLMn4lPu232YyxHiirbqnKtTl1GK6VUv3vTm3WJzVgvhPsKOdpYBCVKaUpJVdWXtcvn4txRKgT6NKeRCiwsyJUBSc64du4QFqKkAHUaqQpJFiRY7fu7TctuMw5KclYjdQuU/IU7FdntKXIbWhwpLas5J4iFgpIGUgpAISQAGnIw1gjFuI2IsBrPVGMvHQ7xUK4XZJSVAHKSrRSSUixBF9nn06MMYlLnrr4Cxcs7st32PMLsNbxqdKhSmH1chWZXCdhSkDqLZcyjJa5AS4SQAQVAdgTeXuioOEpTGEqNifDVUpcWP/wCcisqLFUoa84UhTKVKCjHUoBWVt0ouMzakkFKnxiSttbqnfdcqoyoVI4vAlIfiheVJPS4hSElL7QN7oKeIm5PUNoeLG8EO4XiYtlVyg1enU5pSGnYrDUhhTBNuEvJeyUnwgABIuLAXIKiIi4E09Jrk+wTJeJMFxcONRMeVRmqUHO1kmJXKE2HMQLEux5KcpU2dTmJUoDMFpHY3u6zdA7Fw5PqnvGkTadNSqbHdd6VvNOBOZGYAdKk9IXlNha6D32Jq5iTdzi1qf/NziHDTDE1C2qlhypSvgSHSbcRCHbpcScpTlKSAb5VpIsV1ifBO9+fhxEWBh59ilwkLW07TpCJENSFHtnbWp5lIAvbJwyb3Ukk3k5/ljdoNvqbc3L40wbvQ3fObr94ON3sURVrTS2JtUdbVKVr8GLIlNquqS2cvDkKCFqVl6is5lBO8rAdZ3Xym8ORWZU1b6clNfS1mVMSOyFAgAOgWCgRqdQCDbbA0drFuDa8xAxRSX6dCqiuVXIUpcdTjSjc5XklPFRYapJV2uRcE7ei26DfLQd42F4m6DehVudqkVDSYdUftzSsg+G6rtmdT5qGqhe41NygLauw+4hd08OMtMO4mbr1Gxu3iOqUSo0GbFWtK1JQY7qUrNr3SQFoUrUkEpCrggWA2t6RvjgRa85Fx48utxZXSiK/HR8PXshzvY3y5VHQgKAuDs697NXx5gjfI21vQ3ZQpsJhCkNVJr7xSa9CWLB1xK0lDClkJQq/hcSi5stJWod4eAd2lexG3jzctT35tFbkJaq2HJCz7yw3IK+prKo5nYjhWcigFhsm1yggpD9Ps4Map0qLhklkmp4NxlwIG76nVGE/xeAtqQhbqm1EFQbUhxYUCc10pBsT2BOhiV+kwJUqJS687Kpb9RdVCdW0tzlVSknpKkrPEYey6ZSF3FxkAsdq/Ee9fdzhKe3hKvYYlQvuCWmq81FD/AN3KLIbfRqXgghwWUDYXAuDc/Yq9Zr2Dfhbx6RiVDiFJakJilL7ke9wk515lBsnsTdBJAA7bR2a85xH9iZzjmVUCiSoE9uBWWZVEmwuiBWUuhaUo7ALU2r4scg5SqxKMx0UkrbS26LjPeDFpbmHJXNIm/osnHGVVxdK2Si4yEWULEgAWBINwl6LTazAdRK+0NUlUtbqpEqBWYQ4Tbp0SpC9FNKOgCwRe+pVcp2Z+GMUYcdn/AHCnRZVRp2Z1NEr2TgSGibFcWaklskqv0rIIPy3JJW1FblSKjiY2u0G7muXlHwjWeLLlYoob82UxldVKkICXUoXmAKsnUU9yFAkAhQuBobbAanZUqs0tqryqFW6Y+0mVkWX47jBB5eW0u4zoupSSCQtvtcBQJoaRvbrOMsZMYSrLVLwMhbvLoh1ZgpakJcKUlnjAgNFegCwVtqWEgEEAixx1RcUYSqjlLpcTkajSOuLKj5VuzIC7lwIIILiUJ8TRsctyEgWJyPohQ28kmZi1WDh5zxLjbfTQuA7AaqlQivuuxZS6NPSvhvpNlNKjvosm4ylCgQMpAISAATjDe85qLS2HZ9OlPzcnxXZSEcXL+qs6kkEWuCRYaEeYBh7FWI/tG/ArNJqj7FXQlLU+BTpGVT6QosuKCUZVrygpvZKykJBuQgmxBqnKvu8oh+tsfF4Dq/0jQOuQ91elhY9x3GjG92wAJ12jutxgSxxVvRqm8Hh+68J80uK6hpMrIhaXrd0KQq6XU5iRlIJFgbgHYBxdT6NXp7ErC+eg4lQ6lEymvoeQ0p3xJcZeUVKRex6TmAuNU9z84kwK1Xp8B2K9KisTUpVzVGn8eO4od8wIC2lpIIyqGo00Pexo9PnwKy/7rdi4hcWtMXNzC2n4q9LIcDlwlQOtlBJN7XvrtV9Gxbc849NsT3JVbpWI6pVIk+fSUSqvFyMLaju5X1W0BWpotmx+UlNwb2OoJZ2H6K1u5ozk/wB3VuV0Kfdpr8xS3WVhNylAcBUEkgHKL6kkAkklG4sbqlGxk21i2t1HD03Mlfu2bHda+odQ6L6eHUEg28u2x/Rq/i2qf1+uLlQmI6WmpS30SEqQDoFaG2gsFGxABSokhNm6DzCrXkQQxB7Q+7DeBXuVg4CcE5xC2FVFiU3GfbUOgh8WQVJPYhxCgLaWIG19hbdfQaXKY3lwJcqC/wBTrsV1CVIkIz5u1yCQQAFoICgLkAEWBMbL3V0vGMSS1uzhIqkpfMe8UyMqXEk5brCTZSSbgnKfId9SGYtnb0JPAo1LpVXw9CRldaYitLdQ4gk3cbKQUlBJuCLKAsFBNrbEfO7dCHKjA9Rl7w8TUHehAfgO1atohRXVuu/FCOCkaqv+sjQXAIOgtYAg1OCMEYIlRX3cEcrUXEISrjyqk2p+Kq/Y2SVt2Nym6UpIAuskE7LHeEreDFgRJUqJUYTHTnn5FNZn+wssAdfYHXPrqBfQOwY27VK8iBFoiJtUfUpTXWGlJUQQbWygAA2BQUk5rZhcHYVWn+obNn9pemisjdYBiaimsb6KDTJzuGIlPXU2EoU1zT6HY7yTYkkZz3T2KSCTfU2ttQUfAG8asusT8b4mp1OqEr/usWHmRmFjYkKC1JNzdKTcGxCgexxut3MY3aaRKxG8/Tm1tZHYaZi5CG+1ihSwCoG2pWCde5OuzboGF8OYX+FhyiIQ/wBCkSlIKkqsSSkG5Oh7JOliLE2NtGrQhfQlLe2r+AEUjHs1xZ8pyqYjiRYqH3VdLuRbrehSEIWEBYHhPcEi17HXZj0GnUHAdBbpdG6IrCf0q0hKso1sT3Iub63N/XaxrtbgQGnPelRQtzKpSErWPI9reX0sB9ddNkXvT3rT4sB9rC8Rb76OnP8AK3eyRp811aEdiL3+rf6enGT7gC+9sGfOPPasw5QZ8ujYXeRNqLCF9a+pKdPCCenvY211GoB1Gfa5vfr2I6z70axNXoT6+h1ppRTHUnyVbMQAAALGwtYWvc7WVUpcXHjXvmVgiLSMUMf1p2A1wGKognMVOI7Jd1J4iQLnxX1tQJ3Y16B+lp764q/12lJWlVwLKyE2Bv3BNu4vYXX+oS0zR061sNvzNLbn5n2DwQ/XqzUePW6j8i15VJUrUAp+U5QFG9rd9b7V+I94ECstSIrtWp2d9GTIvry/TNax0vY666EXsNkvQN6GMqW79nJVERUaXyqmmmKi7mfbX+smSm+VQ1BzpVmAsQTrtexI1LpcBx2KzkWvMtDDrozpv8oPl+Avp6WttFnrCxbVaZg2Z+O092VxOVafY6c2TxqzX8vO1tL6H9uxTgpdZi8CK1hOr1F/qyrYWhSsva+VShe2l72I76jt8brqVP3gym/dcRa2P/KSm1vzSrXUDW1x2vs1caUCfu5abd5tjjvo60JXlUnTU2ub3N7AEjyJvfZftmKou1sETm3jWfFoP2XxlSavTqJ1Io1Z5cqdprvzNZV2LjWuZUYkEC6mldyE7/NFiijYocr1Z4FRok2RnizYEpLrTzV7JUmyQQD5pIuk3BAPfQm53AW8be1hyuxaM82ukcJTr/vHOpiQ6kjweZWg2JWggg5QSDqAugR8R0uvS4tUp8JEVEhK+QWvix5V2weMysWLa1IIJURoe4NyTdqyPGaabO2Swk2l4W+1FQbi1R7laXTsuSPwjlcSLZe2vlfS1jqOxsyqfCo2HIDcWjRG4qEeBCP1de1tQPMgW2hOSmv0rTS2F5E9K/ElI8rjQgfTT6eW0B553/Zf4f8AD/02bqrVFmXZcq+Ik+fiJ1r4X6//AJP5Xv29fy2i06dxaXVuK91raUn/AMzp2Hr67UjyeL+v/v8A8fQf8dpTcb7r8J7xpyZc5Urvf6kDv2vppsXuRUuzSTFqkp3C78B3P8B1K2l/3h6EdgRp/wBBtnHfDixprerSZXXK93ITxeErrVcjSx0NiAbHuDa2o20FJlNUuluOuvZEZ0o4uUqSm/rb/W3pfZeVxijVSA5FixESn8yFKlRXU/D/ANnxEEhaDbUK1sSNSNSG/kZzHNJWzGKWrYzxbjKsvu8V9dBYlLaRHaazfCItdaSc1z4uwIBSDYmxraFh2vRYsj3NzT7HMZMjrXFjyGr6LUlQAVpoSNRbuCQQyqO3WaNVJcqlvMQor6EKTIWht1fYhV0pJSfIlQIBIAIOo2hGtO0FqXFo1R4/NOqfdWtrInOb5soHr3JFhroNNsfU2IR4czVKDGJEw9jLEeHHfcP2eyMP5VuuxetbaVAjQHxI0PSTcDQXtba8qsrmuG1RqfFxKh/odYddDT7Kj2PDUpLgPqAD6abUyN5LUXdzWsJO0nO/Xl9MrKFqjvgpSvKq90rCMxSTcXFxrbZYU1dUnynHYD3Ebz8JTqnSrqT2uO4PcjTTUX2mrlMy2VCZmo9zOKN41ZlT6NKqFOoPKtfdWqy6tSZCRpkC3LLTa9ibEaA6mx2bGJsTVnC9G5+fh5HNIQla0IdzsSEerDybg6alJGYC9x2O2OqdWcUUv7rKriERV/pUz/vDTifQpXdJt+Q/M32s6TivhfcOUXFhLXwpUWlyFIiyEa3WmOslCVAnN0kA3UPPWhs8uDESm9uI7HPaV5qA+1S6SwxUUdOV1ZUlXlpcXuR5C2v4DYea3sVSs8R111b68nxUfN+FtSO/4/XZX4hqNGnwHGqNLQh9halIzR8juQd0n1II9bG3fTWsax1RqW03KrOdx5H6J1hGRSk+hKRZWoHcXHqNmVO6Eaggxs0TGGI5/EnxWn34qEKa4S0nNlAPbv6a2sfLtcbc979WdrO7mI1LaQ4jnUtPoVdOVQNxqCCDa476HTy1WdJ9p92LKYiwMHReSX4HXVlS02A1IGh1Ha5OuhHbax3h77nZ9L+zlZwxSFsVFKs2Rak5VJ+bvoQex+l7kabXAb5lq6CGzBKjQ4rVUfa4K8iEpy515lJ00N/Pz7j072J2KYbcWl8R2qZ1wmEZpCE/Kg2ue+gF9bdvO3cCeHJkVriNNOo62ujur9/a/wBdLjz12I6zUnYsV+U6yhfAipX4B4SDf8dLi35bJ6ev9bMVUbb+ZbT4ECl4Xfnxatx0TZSvvD6eE6pOewCu5uPCNToLkm5O1GcNQKNw3WpfNMyk8WLKaWepQOuoJCVJOhTc2IvYAjaM3U6piigxKXVMiIsXoYjoSU5Uk3B109BYaaAdgNrCl0j/ALq1nydXg/W7eX0H57amPKEfULScryYSUCuV5qA5S3as+uKvNma0UlxJHoQQD2I00Nz3JvU1uvYorMqk4DrLyJtOhSkvpiuvlpDiM56M97tg6pABCQTex77TmxyDXFa8fT/u+X8f532p8Mpdn1SXXnXlrWteVrMnMlVu51v/AHbafj9eL/E4dRfbl/UJt4WC8Oc0xVN1VDmwmH46Wn4E+U26qLKAsoIWDmW2VC9lC+ve1htCjxqzKwbArOLafzsqkKVCQrhBTsdo5SEKUmylNAkZU6hIJAAvpNnLdlNcJroYR+l+XqH1/gk7U8Ssu8rUosWtykc1kQ0hp05XlpWklJHqCPEBp2vYkEAy0DXqu8ScSPOXi12A5XouHn34TDqY7siOxnS2pQukKI8N7GxNrkAd7bMPAWNcZbr8JN4twu7FfqNbkcrkdjucLgC5U28ysC+gykW1KjqLDamXXZ+F2uLwck2U1wJTqFlpMhoknKsJNl2UAbkd/U67W0XHLs/BEBqLRELfRV+E61n/AEaVNOEOXsdDlsNLjNY22Mg/3Q9WpG07ByIa7p/aV3ybuYDlGgVZDDC5i32oSY+dDec5i22k3ITc2CQSbZRrbVj+0dvhxbvP3NuQMbbsqQw/nQ6xVOMpEhnKQSpKQm4uBltmsdLgi42R9OqjUWqRJ89ljOh1KsiLK7Hy0109diHfFvN+2VGbo0BlfKrWjO67dKnEgg2F/Qd7i5t2sLHO6nqLqStdY4Pv9pmNrbrLPcDcHbv8G1mgsO4oZX1rSjNxUITr/ivbtqb21Omx7Td0G5F1ptqjVaov1dCvhKj0FypNMquNStqxAGnmCB27jYAm4spdBwu/PddzxactCZGXq4eY2QSLXsfPS/mNhFv2nqpS4rkWjYhmxWP9lCRwPp4wLj8SQP27Wo07NX5Rquu/5BxGIqq72t0s+rUag4ep1RQtCkT2IUN1p2VFUgqDhZcsT0k9JAIOYAjvtQHephzFsWBRpUSkVF9hWZ+HV1uwn2VAmyg9ly6a3NwCT3Judj/CeE8W4ywlA3q4N3sUirypTWVqPPdPNNunwtOpdvdJUdADexBAFyNqLHOG3WuBXseU+LhrEL7SkuwmqTk4yjoSh5KlJWm5JykhQJvYW2Wv1baRhlTj5I+I+lrIOYUYE9mvG++6vQGqNUfsvS6dHVIVPi1QSlN3PQgZQSs27KvYC5J8ti7eL7H33/8AnBqn85uP6oxC5BVXdkMrypZzBFjlRxWxeyVHPprdZsRY+yjgmg4ywbEn1Sorpy6XPVDdfjrEd3lyQLlwKCxooXuLWFrnS22peHq1huCig4Ex2wxJ4BVEp1Zs+HEj9Vdw5b69QBN7eW3oKbC1IwfcbFm5fKeP2NqDiNrAc+fS6JN+VqRkjrzN9kkqCBa2lybAW1PbZL0xU+jRW5/N9f6JHXm6dNPP9+28t6dU3fVSqV3BG8bCb9IryJ7vvdcWrGKnikkqU2ptQUAQQoWIBCiCCCRtTw/Y33GYoitz6DLqi2F/M1PDuVWvcFOYHXW4v567B09ZRjBYCREYBxtVKpxKC1W34qGGF/P0Kv2GUdNySCew0vfS+2lPZA9nLAc+lsb6a9UJU2VVGlfc48o8qlXz3AN1XPdKiQLWABJJjMexdhKjRX/c0t+Ut9GVbUqUWkqT9FBJA/YbftvGVgveXuWgP0vAeCMSoonS6r3bVG5SUq1uSCM9jcX0uCAdQbDRqU5i+xWmun5eEsORXJ7WE6QxFQnraSw2p1SfwI/4/vtsC4/r+F69S4k/BtJXTuOhXMZWkJT6eQB730Pntjtz2iefxbEo0VnFFRqMpbTSePPCUpXntZQSkA2PmQPMEjz2Z9mZ7sCI7PZWha2ku5P7xAJ/z/btj9ZFlg7WOD7mjolVJgTf3U/c1UpvKvZM8jKta0egBt9Nba6HYJrcqVWfvTstEKav9E7IXmiyEgaXVcFtVtAo5gdNU62KPaQjtSsR02B/t0r/AMKlWSRf/j/AAl7va9VKNwqXkf4C+FIa4oUpu30PUBfsRcHTXY9e1VhLG2/dAtdbnwKy41VKcuLKQvr6gpKr9lhSSUqSQbggkbEtJrbrVZYn/wC3/U+ZPmPLU27/AJ38tiKkblIFZozcp2t8rKRmS6w/bM3+CtLgnU6aevntEreAZWDeAZ8tiqQl5eppWRTaiNCO9wfI39NNkdThs4mZYgYwpiV9qe78L50fFaX82vlfW4/MbV9To8CfVGOfZzxfA618v5DyP/Aa7XNFpuA6zA4TtWfhVFHxWHVpyJUq3gKtU3J7g2+l++39UGnWuBxfGh3Ktf8Ae81fx6/ntOm+wxykDtkCEC9zO75qK3wqsuLFlJ+El90J4aiCRlcIuLX8yTpa9r3AK/uh3aYcac4uIajCraHcjXNZ1IkdyMpQnLchJIIBFh5DXZyOOUZ2gsRapVoUVEqPwkLlXQwq5HjVYhAsPERlB7kC52RO8bAm9rd9K59qk1f3I/8AFj5WhKiqQe2VTedCmzoQoH63Frmo3/mJVNZu9ya7SfelLY5qWtjgZkZk3SpSR6gHQfgSNO2pv/K3Q4jixW8ZUak1SqUvIrPKiwlLQlOtyoNhWg81HQdja4uJVaTij3D70lRJSKcjLx8zS/u9/mzEXyE6Zjax7+R2d/smYo3g4cr0iLgjFkJDEpOefSJq0PoldviBtSwtKgL3W2QTY3BA14u+3IMZsvdVzIeGd8lUgYXcwu1UWH4S+mOmUgOrjqtYhCzcWNrFCwbjS+mi+oOD6pXp8uBhyIwhGdb7TTvwmk3PUGVi4BBNwnXuBY3G3of9i6NjJp+fXsB0h+atPXkYzJkeve2Y+etz5ixtsmsTwN3NGdn0v7J4owvNYSpaHWqa6/HTb+00RlUkAAkkggG2Y67LNqrsYHuCXUM3uZur2GazhflKXXoi4S38q2lyElpLibi3ewKgdCQSe19TbZqYKqrTTUT38yubKhIShp1fUhSBoATpmsB3OotY9hZQ4xxrXqzx6M7VveMXipXn4WZCrdlgKAWD21vcdge9y+q70KNg3BER2K1x5q2si0LupWa3buPTWxF/37FUuw5HM0UfwzPn2gt7fFaYai0nlVoRwufaUjipRpdsD9U28VwQCbHTZYUVr39S+LKloRFX8qP0qU31ObMMvqL5gfQaHaO3HgbxpTk+qS5UKUtWRORXFQm99ChSgojQXUCTre1r2iScAYtpf9DNS0Pwl5VdC+lX+HMkKAvYgG2o1A12crTaPKDS0A+UZW63Cm6qBXm5Tu81HvFGXhRZSG0IetqbLzaKBsRrY2te41K8RV3dzPny4s+JzvwM7DvCKkPJF+nyyrHfU29CTcbZ8Rh2swHfixHF8FfUpPiT9SLkjt3F/W+ziwkmLVGmGp/6dCE5HULCkqVa99DqRYEkXvrfbrMZhvBjnEqt29frNGrz/wBnKchbFLd5pqFNUla1WJVdspsv5RZSDmTZJIPbbduBfaenyotFlbwcPPsYXxQj3XNVKTzEVT4sA4iQmwK7kJLay28bFQS4QNsXV2j/AGcrMDFvKIm05a+Vm90rSohdj3AuSLA9+2zu3Oz8L1nBuKN0DWeVSMSsO8WBIWXUJdW3qsWOe5IvcAkqBsLkjaUfadsCx3HbHdj7DlZw5Kbiu/HpdQSpVJqUd3itSmbds5sFOJ87gFQGqQTl2RG7ndXVMEb6WMbtVHkkLXkW0jpSpoqBvkOmXN9LA6aXtsO4Cn7y90EVvCU/ePUF4dlSuhqou801FVmypSpBBSpsWzZ20oWALHIRkOgcdIxHRsONypTUVb6I6JkeRFXxWnmFah5lYNltEfMNQdDY6hj3ACntPkeow8YyWnZUR1rIvOnOnJ4dfQ+n0vpsj/aNclSsBuNOsoWjpRkW6Wsq8wsUr+RWlwTcfTsQwqJiKBiOgwJ/g+RbWqUpUAO2n1JItp9drGv4UgY3wRVsJO1Bh/moquVdX08NfkDr2N7g+RAuBodmGbakJWgazmKr2e99rWMnWN2m8F1DFXi/CpdUds0tzXpZkJsBnKSAlaOlQy3ANiTneliTEe7l1ue6z7xpa3VNT4q1hKspuPMBBUL9yQCnRSwLW8/sOx8W4oqlSwlwlxa3RHX2nYqv0uZtSgos3uLpWLgfMPMk7b1xKmLjLdzEw5Wa4iovzYqY8eY7ZS3FJbC+G4og2WDayl99ATex2W2Stunap99cHqo3A3g0vhYcqL9XRFT0RcwaqlP7gZUukcVIBNkk6pzJClgpSM4TsBxcL4yiYjpdQfp02nSs/QhaeG6dNW3UhbRIzJKSAQV5SdRcWwlV+FvB+zlZrc2LW6O67HQtd2szqTbJmUSltXZQSoKSrpAI0O2gIGNMObweJhzHj2eqM/dYtUfhhK5CAiwZe4gKXe5tYkECwIJsMzUVtU/cT3/5h7EZ0yPcGN5tdqm8HgNV6WwjgLSpaeF4nbJuqxV0qI1NgLaDyOwDiKRS6DhJ+jYXdRzr61NZ1rCGFO6EpfCsqWnFEdLpsgk6XIsWFXt39Upcpyg8ZfwGlSGMys6lMJNi4ha7rcQARmBK3EEi9wQdlivCnCdltT8iH5qMiFLutKVAXSUqCups31AFx5W1G006gO3kYHTXNSCLDO25Pd3hdrG7DVZwwtFbyqd5WU7mi5T3cC1A3vcJFyASSASDo6KfvExR9o6thejYY90LoiOF1NfpmlN5whSdTewBCgbfQkWKz3VcLAdBnz69xH5X9YyLtI4KbCzTOl8pXe5SAT5pFhZlbmsQfp8R16Ih+bW3VyFrRnkIcaVZCA2pQCmwEhIDeUAWNibX20vB1hu1W535h07WMLz4ETCWI6c3FXWmmmkyGrcLmulzhrSSALq0uhQ17Am4ITu6xpvVwHiOXAwvVl1vDzD8hqr0v9OxlQsoJsbLZeBGa4AChcgrI2u5uLIE/e1EpbWREGow3el1fQ4t51vQkjKrpbX38xawJtsOwsLz4GMq07KlrhOIkcVEjPlU2grJC83dKgbHuNRe97WTsGDgQZrVpX1JcXFuMp7tGqH9HLRxU9QUlKFNizd+1h6kAEd7EFRZu7KFXt4MB/CWKKjkYoMji0ievqVFVoMi1p+K02TdOZJUAPGkpFhT1mFVMGym6pWf6XRUczqJ8fIh1SF2UDmA63Bm1zXUb3Kr67Pf2Yt1js+luYolZ0LlfoHWmuAtKRfMLgkLF72v+BSLDatOm8oMaXtZaK/2gKrP3c4IflT6tytUhJU+pbrBdU4hFidGvECNCpANhc272Em95mLd0FZiRXcEUuqUivJTPp1UivlCkqUQFt5gkhQUohQUPCV5SDok6A334gwlg2exgPehh5dbw9W0KTHXyBkIZWBfIrIc6b/KoZSk5bFJsSod89Nd/m0osrdLiHopbqVNRZ6FupmQlNhHBc4iQpSh8PK6QhxIQAS5c3bIT7DOZw67HhdMwviOjYccxvhekoqnNI5ppENYYkJzi5yqSFIXYnsU3IBOdViAS7tca/zg0tiBPwxNpc19GRa1tDgKV5LSUlSQgi+gUbEahN7DFVW9q7fTuv4GF8OVZCItRzIahT4okNQ5F7fd8y7pCrdSAooJBUAFklOxtyWJ8W4jwbTcb43ocWFXpSUrkSIvRxkklKC5ZIS9dIGpBWLgFS7X2sgH2iJWJsgbvnoe9rBFLl1nDlOYxDS4Ssy4UiypVP1IC1pcuXGh5ONm4CgFJABWcV78sR1nFHDrOMsMQqDOyZHZSOJHS93CeI2saA6ZVA6A2uQbn1XXWmqzw5TrTD/ia/VSrSxbWCdB5XB8+w02XWN9wu7nEcCXKo1WqmE5Upasi2Gi61HfPcFASUhJPdKk5Te9r3Joa8niTVqNvi08sqBiKs4Xo3uZ2WiVCz52pUV/I7FUTYp6tBfuNCDoASL2dW6HF9UoLvvR3ELzz61J+OhoMKcT5BwIslZGoB1I6gcwNtmZiPcviPdVS61iie1hrF9EYSpaJ9LitZG0a6PN3HAWVA5rgNk2sb6DMTGIcbyqy/7rwczyr68iWkKLStRluFi9jc6EAjtcHttmX6bZlk4JlbqkPmk9FMH4z3X7/aC5RsUU+kVur0uPwpkXVb/APcqbNnOGRrmFwD82hsJwm8Obqorm77BDX9EMLzsQ5sx3PHaI1CFPo6gB2BKrgeIgEJzbuZouN91WN4mN5+JpsWiOZkSmFMJdSlq90hZURYoJCgpBQRe4NipJ2zAY3c7xoDeKMOVGKuor6eagOhTUr1Cmbltav1kEWuL5drVjKe5SvUtUcA8TKO9/d5vQdiuV6l4ep2MsLoa5iVHi8NUqO1rmUptF12ChbM2leQ90gC5BEY7wvQZVNlbvsE1ul1eqNKitT4tSXlV0FRS4talhWQKKwgpOhJTbydu+LdTvLant1TDjLEqLzCXUyKXI5Oox73GZCiUZSASCWyFW0ykZgK3DkLBuA5Uujbwcb55tXaTy9bVSOFIZdz5kJloaSFLaupaio6JKlqAbJI2IE+cza01ht9GQG69WYDUClwKt99lZel1PVlN7qUALaq6gQnMMpI2n4b3ZYxwRvAgYja3hIYpFeYXzSXWgp6K9cBHiOV5KlEmwLax2UFA3Ctq+86LgivUXFE+oSkOMVJcWRMRaVTZTXhUApxIKANCkDQpsQQQTs2sCb0dze9rFFWwRvGeRnYWh2nTGlONIzKBWlKXDoFgBPSLAXAuoabdXQHBMFqk7Tb4wq7Q92mLZ6GpVcolYxWxlite5pT8NTi28xIcjFwpChmKipKQr1KxYbWuDd2+8bCU9+fg3ge7prXAnwJkwr42W+XItSStJQdUqANtRYgaecm9Ol1TdzvVqVUwbiGa4/h6o9NUiunixV/pEuhSVEpBCzdWqe4IsoAtPB/tn7wffMSs1nEL8qosKjpVF4WSLMSgWIKUgpYU5ckqaCLK1yqFkbVs01i8oZQmxl8DNPbxtxkGqSanOpe6eFNxDiVjgVKZCmpYdevkCl8RKwDmKElTQaSCq5ym9wh6fgbeNS3ZbsCh1Go4hw9nXz9BlOOzIKAbpbmwXQh9bZHa7JTYqSDZVlH7PtsRHanOrOI8PPv0Va2lU6ZFdRzUNeRHEYktlISLEkXCyR5BN7nQ+6neVg3ehVKTWaCzUVrXAVI5iUx+jymy2ioX6wTa11AjUG1jsuDdUfMRbuWJ96zKmCoG9qsz/AOcHC/8AQlUpzqXZSGmuTVBfUV/EN0htLTxASb5UHUEg3BJMP7xN92F8bz5+PGZsqVKYXHXhyrKZyNx3DchhSSUKaNyM2dSNFDNpYbZxBhnC9elMVnm3qXW+EtqFWYdkyEoWOptSrFLrSrDMhy6SUpJFwCMk79vZw9otrh1nd9ienYh90KU601xeVdbUSDdAcCmwSQmwcWkA6BStCQ6kDUDb6lHsS79pEpO6fBFBr1Jr0CXKi0vEqELj0t1ovx4shSxeMtsLC03zBIKSVJVYlCyCCuvaKwe1u5xHI3XyqjOpEXFEVdUwo6uVmivO3CH6c8lYCmFlWSyhdkqUiyQQDsR4Mj7xZNVtvtwTKwVUF/CfdaYcYiytLcwGElbHEJtmLRIWEpJsU322vRKhgjeW1ScL4op1OxDKhNc7S35sJLuV1tGQuNqVmSl0IV4kLJKTcFQvsfp+nWhjth9PY9Jx7EyjuL9npprBDGF58tFIlPrS60nhBPMNdAylSTYrIBBuCOrsBch/ScN4onz3N33uN+t4XlRUKffdYOaG+m6UrbWtaQ7YC10rzgGykqACSSY7w7uqwvS3KpXpcqiVunZ34S868+ZA10uC+k9ilwkAagga7Jfe37Ru8vEbWDPsbEhUtiVUmmqo+iRwH50NJsoRuIClWU3zBJK9CkAWttqClAMmPNZvcYk/eNL3I7qqDLdxlScL0Tg/1xp2mh1h5YBIOYIQ5xFZrjIAMxVcEG+wzg32rN1+HKCx7iwkh7C+b4FUo3EdYZbucy3Iws62Qs2WlAWbG9je21jvkwTxZTeI8LvV6U+vhTWqtTZTbqEqccUkrWy6C2UKHS406goPdPDV1FFUvA8DDlerUB3laciU+mVIgRWHISor6kdakMK6m72KsoJtqL2uAI1r/LEOobHx+ZuLBe8x3GTUSVAw9KisSs3Kykz2ZkOUm+jjCmyQpBAuQMqhfqQk6bccYY2gRazEo1elsMe8VKaj5rqaUoWu2SAQkm41OguASLjbCdIVjeltOYSwbQ6iuqc4ifClQ3TH5h1OpS+AoIUSCMriCNCQUkA3feKN89GaoLH85eHvdFbipQvJNSc/FSLcRKzlXnuTYgm4KhdQJAV1FoROZi2oPzGFXnp89pyjUtmnQoq83Fa4RUh5N9dAbpWDqNDc63BGtFjFGMsR0uhe66370qlEdVFzSlZVzI47BXQeItBQm2W5IUbgkC/DCW/HBuKGm57WHqdKhPwuK67FlONPtq6epbagLNG4IcCiEk2Xl0vZwncG4ya/7OM0uoI5jiyqbIXxZDeVX6VlJUCsZiVEgFaQAQLXKRVjcAZOn3qcmF2Fd5zvINwJTyFvxU8KRFaV1N5RYgpN1AaX0sQL2BGm1i/W6XzTn9HIfizeta3UlKsx110IPqFg3N7EJII2pF0PBv8A51KNRF06o/O6wlbSFf4kXF7EeIDMNCLWO34qjYo4rbVZqNLlUt/rRwrodTf9YpsdL3BSPxuL3ZBadbarfZAfeDvnw7ucyO4nq1U90SncsV91anUNm1y0p9CFZb6hObRVgLg3v9QcMYS3yQGMb7vt4VbehSsqptGmtLdiSEWSS42FZkFYCQSqOsm4BBQok7d94+4+g7wYs+l1SrTV05+OlDsWO0Er01Ch0lRAPUSAQRa6SL3U0t6Bg2fA3X0HG9X93IWjjp4rjTqUDQ8NYLbjCrAAcNAsokgnw7F7gYYMqiBl49x/JoX2Xaf+1uLKJVKJwvhLntNv/CPcLC02UCk5SlQPa4JuQE/izB25Gl4t+0dLrlLQia0l1MJDSmE5UFKgEuJuooCkgpVqUkJAJAsLdFdw47jKJgN2J73q9bT/AEc/PmNZpC+FxFN2UkBThSFFRSAHQCChJJSZzWG91TUVzDlGiU6kTYXFfmYcYf6W2rnjPRmFHOLHNdCbZFXBSQL7C2nZgGHWuyg8GVuJGqPvGqbFCrLMpnGMKKiYlqU62v7TUbwpmRZIOWQtAshYWEPaBLl+lSSfd+xKo0pyLRqs/UYVLj54SJS8qm0ajhZlXIANyAbgW01vdVV7eDVKXKcozURiawxmfoc9paHWJS1g5k5PExIOUAq6g4Uq0JvkZeHYjWLcJfbKjVaoxajRPi1yjKaVFfTkBCnMjgC0aXBICkEXOZWhLOnct90Yu01lqg4lFvmxxifehh2rbuaNuzlZ30qjyJ891DUB7yKVjNxm1agpU2lajbRIBB2zr7NuB8R1Te/PwbyiKixSIvJYjafdSiUyy5o2czRKZCSAVBQ1SFG6UkEHYmPcEYc9ob2ealUMB7x6vh6vUuKv3jCXHPNMpAJLamylLtrJJbdQcqwLoKgbHFHs+SN0OA8UOYjo3tCVDCGL0ZslRnx1Lp0pKr34irll9BzKC23CFAnMlVxmBmIBxLJS+mQ8RzVH+Twdie8mp+J4uK6W5mVDd5ByLVKaq/Q8h1tSkuKvlCk5ADlBI0J2zrjDcxvQ3SuuT3cTYhpDCFcJb/MZI6lZ8oVcLCVhSiLWubqAKb3A15vexZvu3a0ui73/AOciKvDUp1pp2RRoHNw86zZBURnQ4y4ShI0CkHQOG90le632sMB7wXfdeLae/SH30pSqQ7HW/S5FxY3Ju5HBTe4cCkgEAr7ARYHX1GK7dUqb8ZH7e553x8c71YHEpcDFnOxX3eLwpWR1pxR1spCxlPloDcaEG2x/heK7jydHquHGl4UxlQWkzKlQUXUioR2fFKhLSfEkC5aKcwuLqKbbax3/AO5bAfFgVR3DDHuuqOp5Wrwo6XXYL6vChYBCZDLgvZRPex1UAoqBrdVAoM+JPaq0XnoqkyKdPpy1sOxXU+F1AFilQJyqaWhJKSoFSkm2y9WobBNq7cfvmaNFouTeeJoLdRvCwb7Q+7RvBuLXUP1GLl5KqMLyLbWpASHkKScq2ypXDcSkqA7KJCwUprHuBaXu5xQ/70pL7FXhZIrrUfoW8gA5FoCdFXSbpVYpI6SAbhI3WMK1RnFqN5e7SoPYexJL+LNRFj5obj+iVtPtpIbkR3U9kuAFN1WULDLpWmS4u+TBsSLXqciFiunNcrTXZi86FKIJVSpRcSCtpwJJZdUCRe46w4hRBqq9XxU3I/5gi43eJ4mYG8D4XxvWW6N72iom1TK7S5EpoNSOkX5ZQSpSFujqKVDRwBRSSQU7SnfZppdBrsTEVLrdBxLQaovhV7DkpoQ3Eu2V3bRcFRIIEhk2VqFI0UU2GLd0lGlT3GsR099+Eh11cdpL7kWbS1oWcxQtFzxWlBIyqsFZUKOVdyapqXjJp1uA7vjivrfaWmO7XIq0qkW1u4ttABcBCSVCywpIUVG5KrhsxpLMyDvVXVN6vEwHu5pPB5VpUeQ0w606/oCSQE/Ik5UpCApOqiQkggdqTus3l4Sw43Po2HvjxWs8ifxcj7ayP0hQ50LTayVJK7jsQQcpNmatjz7JRK9VKghir0taGK2qlrafYmIukNzmVoBShQJQHBkSCqysreZZ2BMT72d4MDEbcql74+VYyqWlTqglSrEjJonKRoQUrBtcaEHSthIHEVtaw8JiVUGgSsRuroLWJqC/NhZnXaXIztKbRmCSTGcSFJRrYLb0SRa58JN3qTVJTrcCVW4K2JSWmltc6U8nK6lMyI7wuptw9IU0ocNwJSRlN21MLCG8zCW9+BQoteaw3V6pT1Jd4rTSWJEWQkWKkIUCUZwojMglBCiOxsf7fHFo2I8OcXBFWpEGrxX1R2mnWOK08rpKmEOJyraUuxCml3So6AXtbKvv3ZqHuZt/cUeYiJq1QxHQZU9qU6/FlRXUoqkenT21Ibd8pCBcpUlwgKKSARdQsCAB3rftJVml0Fx2L/XZTqVZKo6iQw4tXTcZ0klQT1KuBcWBUog2L4tJwbVIsTEbtOWirvx0x5EVSlLzKTlzJZcGRb7WpulVlpyhJToAFxvvwdulgQIFZwviGbCmvpEeOmPKLrTi1araUh9KwVkkZtEkFIB7AbD0h8trS+n1DAgGHEWfhfGVLgV6vUlGGpUpH3h+jSAjrNrExXrocSq5Ng41caAKJBNrhY1TBsqpOxcQoxDTn8y4shDRffTbQhadXCPLOABYWIGWwy7Q8Y1mg1SJRuURUaX/AN4aU0UMNpCtOnrS2sEEggJJITZSbEhkz63QZ9UYadZzyouTmuFmQ621YquASVACwUCFKUPMG19tSzewwI7ZvfiHW+TevS941Lpsr3hTn5TacsVa3c7HFCToT3QFAgBVinVIJA2V+EcVSouI4kX3cuLzSsjU+K7lyuqVl4akpOVRCrEkgEjQhQAG31iWmz61jyBAaqEqtZ8nKypTSVr0SAG3nOlTqxbRT6ypV7lYFtimbhd2jVmme+cMsoXx0x1rpb6nWlLHh4rK0pkR3Sgk2WhxNupK1AhOwEr7R5gLFFSE4mhXMO7uYsCBWcUUmE/NhZpjUhpIQtt2xu6gjwAnpJGhuAbkjZcYe3n/AGy3gyKM084xSITSuAw0gJXmuSoZSAUE2uCCLi9yRpt+4vwXvaxlS26phKoU6nQmFpyR3VHiuJI0AULpHSdAtA1FjbuIe77dLjKl1RyU7T2Oa8SnVpCFM9usG5Pb5SSAL+Q2P9zTC3NjmGmPaXKrLTdGo1ERNhTU8KZFqT7iWFIOYFWYpKR3FguwsScwOu1/gXdHhLC8WJPdwxToVRYQn9BZfDULC2ewKh9Tc+oGgF3OxZgPd9QXKpijGNOi8BPxVOv5lKsOydTc/S/kLn1WVW9pCVi13ld0sRjIvqRUp7Skpyd7pRcKKdDqLDW4JtfZ2tUTzMsjMic+o4a/XaDQYrk+s1ZhhhCVLdQvpU2oak+lrdySPxN9k1P3+O4jlchgPD0p+EtHRUf7JVu9rHMfPXQfXUbcZdXgT4vvmsusLWwhS33WvDm0vYX8rg3IJA1v32hQKzhKqRXItGiLfhPtZuK1nTm7C9tATroSLjWwvtL6s4wsoNQB8RbUrC2MouMqli3GVWYq6FoU1DdSvqym/dCQEpULhJA0JuQALExqg1ys9ji/o3050fLm8tSbDU3+mvfb9XJi8rWvc2dcp+QtLqVOhSsydO9gM1tPoQRbtelw1BaapfPz87Dj/WtDq+nXTIQklJt+trfvfbMsLN90vsY+by7hVasz3XIsWnIioRma4rqcq0q9Pp+Qt+F9q/EzrMBtiBiLFnDqGQraUx8F9TRv1pClBKiAbKssg2JATcJFhIpcWe1/3pj+81IOVXfQpOh+hOo8j2stN4NOddqkSguuypq1up5LiyOpKlEC3URlOttLA5jYak7dVjdGtE+15dO05pqstxfe0ph+apLSH3bNKcUsDKPiBKVKVZOUgkHukqPe8p+6ms4yr0SBVJaKWvOnMh+Hy6pCAQk8EgpBVqL5cpsCQbkbDGH9328v+kqXRmapT105H3+nLQypGXxfolgtqBzaLAFyFDMSNNA7uN1kr7ON0uqMxVrqLqZDDWrSXnct+GEL6UEpHhJAOvnfZzdNGyz5j63W4Ai4coNNo2CMMwmM7S46FplZmlOpF7IUUhSScpuki2o1BuAJ4a9nzeX7QWPKk1jJqVFpFIdW0tchOVEdYtdtpWpc7XzdgDcG5JCV3q7wsR7r8eYalYXxZXqXQZWZ2bFp0wJkNqbV1tqSsqSbKWnQlSAATe1xtsGhfyje6WjburtHEWKK8xHUlpCaW3CflPpIBD18jLaxcEqQcqgCQARl2sloY4MCgXPMtd7uN4Hsv7gp+EqDSeinR/uEqH+np61qCDJeZUTxWUFWZ5QUPhm4CgcwyhgV6LiN1h1p2K+inNZVusNBLTygrsUglOhWSSgBJPcA3uE7y96tZxvXp+PKpEWtb7q5/CaU6rkWjcXT3skJNlWACuo2BJGxxuHgxfsk5wmURUPyOKjoOXKb5QDckoPdNtBqABa2xyeYLV2Zr4ENHUf2Tv8ACduEpH/jeBKkJ7q/D8PO+n+W1qIv6T+E/wAfXbnybX+P5cuqVa7cZiypbY4v/q/ZWbt/l3/177dnY/wnHZXQhHjz/Kntr6a/jtcNwuVa4rvg/wDJSlOtzfT6WOnn302AMU718EUtp+l1RqqIWxl4UyKjitKuE3Qsamx1t2It59gKyxU9wtFfdbEuY9Zo09p+K78dGdUWQhd2lpujqSoGy03SQQbgEWIBBB2W0zBEWlypbvKLhcfMlqQ6/wBTiflvqUn0CSAfO4GpKKPvIwHPn+64FJWtaMqkOtJztZdMp6QVpSD5FByjsANNgffE1WcW4jbgT+BFpbCelKZSHUqTfRwFF0KAvom5N1apAGqNrfUcZ4m8qLUPwJWSqS7S5USjRZdL49UzOr4qlJfbUPFYHRxPpqnvax819juNKn1SO1AqD8LkcqecaaDqEu3JTmQkjQ6adwCBY6gsnDWH/tHwKNFdW+iE7xecVdafQouoG5IvqDYdrC1jMq9Jpe77juxfjzZXSpSr9Kj+qfL1sLAC9h3vYaeuteIubRnxgCrDVUqnxWqHK/pFpK3eB1IS6kEFWZRCQPQmxIUgWBAAl03d7VKXFRxeSpyFpT1SJA6rHU3SCPyBHb6W2uanjqsyqC3S3ci38/VKQlCVtp9LpSNbaFXc3JJJtYdpUaLPdltOy186h3qQ74nldyM3mq3VY3uNQewOaanc7EPEjexEnrw5RnXeV+0K5srIpSGoqB8RIB0SMxKj9B3FtOx2ifCa4HIU/rX+i4ro6tB3F7X1Bvpc+gvtETTvelU4TTPD/wAbpT2Nh/npb9u0asCU61wuNnbY8K/l8vT9ova/47Opo0q9TkO2fuJEyoE9jn2kNvozZO+bKDqlQV1W8rEeYtpsPT6HS5TsCe06+ht99KXU6LSlKgQojt2OoSe+m11NblO0bhT3VyuhPAUu+dv5bBRvcWA0Pa4sRbYixVu+it4DpOKKDVs9Hq6OVkOrV1xZgPzjva6bHQapIsNLEH5EfRtyZg85u/wlQf6Uaqy6i/myp5fLlbubArQFZk621I76XPbZb7wVOu1Rhrx5EKyf4b+X0/ce+xk1hnkJXIT5cpC1tZuhZyKV2Hlr9LHzGne5PSNzVZlcfn6jFQxy6JsfnGM/EYUe6VC17KNtDr6Em21q7d8H3hF3TF8q7SXWvn6P39v4+vps8qJhmLPqj7VUifdeVT1oVlT52F9Ab6W+vbtbZdOYSgQKpE4stH3VWThNOryOeQKToR9UnsfU67OKEvhRXPHw8n/mfqRb8PQdtrUKvcEzNTZlspObOGIDsVye1kYQ2rIjL09OunfXW2trA9jrt3Zw3914rXAQjNlX8ub0v+H5/TazkQpXuZiLFa/ss/n1KNjewF+2v1AB2BMT4V3q1R1v73FRTlr6MruVbdvXzIt5DQWtrs9qCFHjExWzmccYuymuHQaW0jPNytcVpefN9bGxuLa+VzpfXYswbu4rNUaYo1LiLff4SVO5LZWUdi4uxOUC1hmtciwBO3TdnuwpcDEbc/FtWzsZUoy8Iq6tc2tyQCOxAuLDsCdm5vz3jtYNpbe7Tc3LiwmKpH5irV6OvK640sEFEdWimnU9yoatpNk2WSpCADhMmMdveNkz9vFr0XBtZl7vorMWVKYSlqatp0q4alIBsFJNwrUX0NtQRfQL/dzTZTs9trr4COv9ZOYef+V/pc27bC1fwDFpdUfaiy+S4C05Ex1pUnKfQJI0PfsbeZPfZibpYn9KfCdzvoUnOtaMuW4IvcXBv5W176d7FQ+o3qaxTp/AS9xg667Pcdaz+Dq/V0/6X254NrPFgP0uBE61radzrdObMNFWPY6GxBvbXUdj+40LsBqW000hcqUtUVpKulWc3Fx62vfW+gNtjndrg7DmHKM21Xs63l9amvFmd0Hca+o9O/nsxf4jfMiuztgwplYPo1LwbExHFpM2vSn1JalLaYzIirI0DiQo5Ab2GcAKIsDfQx8Tp3fVnAdN5Wh16g4hhKQie6+6H47zRBByjMTmByG9wNSADoQTY1rrTUqitUakohQmKaqnSloSGlPJPhzlIBWpKSADroe4tYVs1mV9l8QyqXEYQunQ1eJeVKk50pUArtcpvYn6anQbebY2Nfsbkewf/UZ0Dp3sY9zPWMMZUGBhyrYNo0RD6KvmalSnUL6U9iR2IXdI9AANAb7KyhYVn1Se5FgPfH/sl/kdfL0/H87bOWhU/Afvl9rHjKJvOqUiO7x+VS2q4AWlWVTS+9squwSdLkE9JFNr2HJTcpqJh5+lwnciJUdKVyG0XuQq3jRlFrEGx0tbTbeRvGeqRARzONLhNUvC7ErFDMWozYsrl1usOjisruLZikhRPSSDe+gIIF9mvTcX1TfTPwu1KpKP6OaU1zD7ueO86ghIbWFnpUArQa3tdIFtAupVfC8qLxcL0mnTZuTnVoiwxwHI6iMyMqepIBVcKCSB1AqRoDFwVUpWCHZ/wV0uE+tL68iVLSrU3IGijYCxBubWtrsOwq3i0HbWhjwqOF4uDcOYzwk1EYlU6qRVvqdgSsq4aHAsMruFE6KyAKABATqLEHZLYp3gO81TZVBxjiiUiFDQ0n3tKzu091JILCHAepu6UqBAFwbG9rm0whXd1TuN34uLcTzcNLqMXhe9oTTk2FIQopyiQwopdRYi+ZBBBABSLC+jt13sQ4SxbKnutY9w3W4qHUymGoqjIjzo6gCQVZuIySDa4BIvcDtt1BsA2DiAt4GJjBSZW8uBLrzWIX5WIaXI5ipKlcRapEO2QOErUetBCFGx1RckAgk8lzsUUZ37R0HEM2Ehh1LUjlZhVmsTZeir2P10vexPYen+IPYkwHAo3P7oKT9lKuw0r7g66X4ry7HoKllRAPrcgg2IFzbzG3i7rMR4XxbUsLtYNfp0qFM4XIIT0spvohOuqAPCb6i22mo3ciFCK6Ymt9z++jEbX9F43aRVEIYadiymrNSHkECx06XLak6A/sudK0atRcRwOaozvNMdOboKVJUR2NgCk+lxr5d9sM7sMEe/qXwt4NRXS5VLh54+dZSlxAzrAURroARre9vO42LPZ+3/AFUdxlPawlEchU6lxUtcw6vMlzLe7TiNULSEpOo7Eed9B6e91Y7oqNPmaFa3A4Xr29CmYtn0OLzTDvFdd4AQty3bMR4tbEE66fsYW+quwMOQG3WnUIWx/wCg28v+QP4bR91G+aLjzDn2jqlDRRJvVxWkKzJ7nsDqnS1xcgG9jbZOe0jiR2susQIr3E4+bwfx5/x5bLdT1KtUQvs8RvSVMr8zHPtMxGmp9NddyMdKuEtSPErQ+Iaj8D6HX0AkYmrNUoPF6OahNZET4Shx0pA0zo7OJv8ANcEd7m2zd9tfCEprCVJd4S2JtOlJQpC+lbdwUq9CU38x29Nb7ZUwrT69S68w67LWwv8A8XqSpHcgg9wfT0OwChZMiTZXuMPoNdn1SLxZ7vNSkdPNZMruW/YkWvY9rjT19ZPvSU605A4KJSF/I78qu3n+3Sxv599u9SjUaK65VML1GFnlZlO0uV0dWhJZWBlKSdMpsdbXJ25+6p8/h16jPU59GdSJEXilLrah3sCACfUAnvoTtlMX38iLum3gSJhaf7rn8rPZWxnV0od6vz176eY+uzFnra5DmuCheRSVrT+snT8LX/dfYDqmLIsqKxhzEcRdLWtaV06bKa+FpfRLwTbXzF7i9yR22vJtbrMWjcJ2nrfRmVnV4uGntcKAIt2I1IOn47aunHjC6YbcwyolQo1ZdYpcplb9OfTkyr6svq2b3sP2jS1u176obv6Xu5pf/Zyt1enUF91S+VhyFpRHUs3Kw2SUn6psDb12UlTo+N6PS28ZYSe9705nqdaYT8dvzPQb8RIuL5CVAkdJBuGlQd82F8eYXbo1Up0piblUjOtAUjPbuCkeo+hB7gabSyLicWrUGUuGN9dU3c4jgO1TE9Lr2F5ruRUh+K2tPCNuzqUlBTlJCklNxrcWBOzhxbud9i6tNU3FLzT+72VO+LFm0Z9xmApRGqm8hU0nxX7AAEAgCw2TWIqZuqapb/vRphzOj4qmrpVm8iba5gexsCPW2yqpOMvcMWXhely310teZbSVr+F3B1bUCkqvcBwBKrG1z3CaqKye3xBIi6hMYxNlYW3Xbwd1VGf+zm81/GtBqKlyqXWUSgrMkAhLTl1EZxbxA5VEXGUnKLqvyt5dZwHAlRagxCr0XKiY0/ZTDyTeygCCM2gIKSBc2I2z77Pe9CVwqtgil1BEVb7XFixXV/CUqxCja+huQcw1FySLW2YSN5cprBrcqVEmyuArl3WkqzqbXqD210sbKGtu4N7bQRubmWroCttMFKl7OuPK9KbxQ7h6FiWKj+tR6RUm4c1XotsKAQtQ0uklJNjqonYK3g03cY1AbddoeKItRhLUh3I06lWe/UFx3jcLHcpsNQRYXJIfVt4tZi4jbrOF6tNp0WU6ppp1EpTCVW0PnlDhsQEkEXSQQRfYzqlfpdeacn16t+8X1tJzvyllK028ybKWFDwka6WIFtA9SmPcaCYgFh2ixWqzzVGluP0tfTzC2DkcSdShxCupBAGoBI00I2P57tLgOsRazUKfUaJKUlOZf9dp+osW3CDxEjXpczWBI7AbLLEWK69RpS4FL+Gw+nMjKgLzJPa9tDp5i/b6WFDhGFijEdUb5D+kWFryyE/7O3e99AASNQDYny2adUK8wborTUNF3WUvhS6pS6sxNyfOl0qS8gi+cW8N/wBU6gj0AuvRSmotZ5qBVkQpTCl/AkIzJy+oV6EX0texIuO+1rguqVTAcqRArLL0VD7SWpHzJykmy0lIN1DXsTcG+ltR2r1aBAnuSmpedfV8Vq3Vr5p7C56Te2v7DmjyfAkAbeBJOJn3ZWF6tFal5H0ZXcqVZ2nshSuwT4krBBI1scwFlaWlbpcVchVG5TVPQ/0pySIq1tOsr7BRA6VpIsL+IHyNzsIYbrTVZqktqqZ4qJqlIXwk50JX2NwDmv5gpvaw0Nr7TMHQ6pz78WLnQ/FdyNSkLGXKrQgX+h7a3HkNNrnxkERkbzqq7WZTmI4rsrkqjmTMYyoSpuYiwutJ1zEdxdN8oNr7fW5XfDVKXPc3QYtrj6KDKVzVIfdSpTtPWr5ktqOZTROi0ixIvYgixOU4Zdr1GiSmsTsRZr7Sk8lPjlUeQ6hBJQHkJzIBF7CxylQABGm1BU8KQMZUv7OSsPceVCd+6vps6plaexbcCgRZQBBGlreYvtwuIMkuF9zQkSgT6XFiQOKwta0JWiRFdDrDydbKQoWzIIOlwCPMAggF2FGZXPtuu8BHDX1IUjxJOhHa1j5g7LTA70qjQIDVZefRKYSpHFR4VfRYIuCe17akXPc7NjB77U/if7uRXyq0vqD2I89beltNnQ+4SE5bMxHv2w3hzd97Rc6sxWahTpU1CajFQ6gqjuLUkod4TmgSsFBJST89yNST/YmYxHjLkKzgfHq6DKgvpW+t2O5wE3Z1WrLdIQBbMoghI1IA2bHtgUSjUHEeHq9iPnfc9XdXTZUqG0FLhryBaHrEEWTkXe/lfv5B+8lv+bTDlN9zVDI/0Lp1cpaMq46+EoId4KzZSSU9QuSArv3vaOY8Yvk+znvzdxb9vKzLpz8KqZOarNIkIfQpSQkdQSAc5AFlAWNjcg2BvhWseUGVPwvzdLqlOlJ+9OutBSE30+INVNkg+KxAKTqgXv8AlFx9ifCVeYnRpSMD4rWjPM92sFeHMRMrWFFcmALmO4bm7zIJClKKkgWOzgx0jBte92ypUT3RVKuvLzsWLxU8UgnunR1sntqVAEWBuLBf8GFrSct32M58Wgt0bG9EbxRQeOlDsfmg1PpMrsDEkEgpVbqSM6QQcpsCEmu3rbnvdcD7ZYNqzFboMpfFQpTAjvx0nW0hsJypUCTdSUAA6lIFyOm6yt4c3BY891733otbwhW0pjrqKUl1qG/cZXCk3IaKicySPh+LVNyl5Y0q+A5/vLDmHHUMMcJMhhTTuZpxJTe7a0nUEEEanTsdLBW3Tr90W1lSH3MYNbrnWosuqO4sfbc6XVwJTQSlTRGiTYkpJ+VxtVjYEEjQ/NMqlUgUH3XxfuqHeK0haApSVJGgzWHa/bTy0Gm19iSNKa4lGa4i0NuqyrzhXDuSSP7oJ1KRpcDQnYbxFRZVBittV6JNQwvL+iaKXUpWSQ4ARZaQfW9xYDQCyfcctsEwGtezwSfjFWr1ZqjcrjLXKQpC1O65U2IAKj5A9io+tr6jZzQsRNSor8+LkQ+9FW0+w7bM2pIAsR2KTe4IOoP5Dn7MdDda97c/SYtRbYQjiyoqxxZEc6pdQnXOAD1tkhQ1ygkWNPSFRaXvffwa68xKi1GKrhNLWOFKjqItw1A2IHlcAg9yLEFiutgw3R/RoyHzl2nGFZrO7mmxa9h5inPxXeE6tpZy5cmVNkkaEHsSSCNLajbf24tECl7oKLOa6GHIqZC/z1Ov4nbz/wAdVLlaWxhx2J0IqSI8df8AatpUonJfsSACdbXFjYdttNY33oNbgvZVYr0CXFfc93MR4sKe6UJkOvjK2ltQBOa5By2IIB1FttOpNpzNN/KILf37RsreBiOrNbvqT7wpFInuw/eiUdLKkHIsqVqAA5bpNibaXuQRPeBjavNbh6TPo0tCK2w/CS61lR4CHVEhKtFNlIIKT27ixAIy/CxFi3d9WXJ+HKjUYS5rSkz0NRVK5pB1u+yQWpFu4UAVDsAk3GzprOJXcL4Xwv70lvyn31JWqUhJVxssYharJCQnqULoIABJAAIGwbVHJi5qSUe7HeBijeDi2RhzeXhOkVenMZZC2pUfOvJcruy8LKSR3SoKsLW7a7arxnv0wlhzdfPn4Dq0WowqWwlc2L4pVPaFkha0WCggHQrsQm4J0sTkLFWJYsXh1nCUuEjnUKa4sVISnMPPKm2RYvYpIB8VwDsF7tsRNYDx4xWcZM5/ejqmKjIyBTT0dwELCsgAF9CUqAJsbi5tsPTnaYp9OXJz6jp9nP2paXA3qz/tbVprEWvZIsdp137q4/nIRn0ypdNxYgAq1FzbT0cZpDtZoznut5dOqOTp+ZOYdtCRp52uLG4Ghtt4sY/pEDd9jytUbCT0GqURbTUqAh1IfYkQH0Z2xodMhK2wQb9AJJvrsv2CvbFdn1mBuW3oPPsrlfAw/Vlyi7mXqoRZBUAoKtfIq5BAykAkAvoNxgLdOqrlZfe1RWN79MwvPlVTcu3VKoxmSxijBbqlLea8I5uLkC9Lm4IUlIFwdLDBNL3pY8pcVhr7qw5C+Eh3l8i0qGigoHzuDcWFrW7C23qrvt33bud3+LX8Lbwa25hd99ritT3UHlXEklNytNylQPc5bapuDfTNu9b2ZIu9/j48wHLpGKETWuLxYVRZjreT3BTIaStpSwLlPEACjoom4IR1Rw2CIqWbG0jiZCre+feXiOByDuIWOAx40NICVfmFXAB1vYAHXtpY49nzB28bn3MRtZ4VOf8AFzDpRzivlcyDWwubKIFvK42t6FuSwvug5/Fu95nlZtOd+BDlICVw9bJzoBKXXlfLYlJ0I7325fb3EeI2p+I6pE910HKrhR0dLriQb8RZ0sSLdIsACDY3uI+mDVHHzNWnRo9fHzNd7u9/WA+L9ksZPLizVuqjoaW+ZEeVrayVKJsu1rJuQry9By9pPcW1WaXTcUbvqSurolZ0JYadPNQ1WJUWc5Cu46ml3y66pGu3n5Ar0/EeI/vXAehPrU0/FmLzIUg+etzcWuFDW/mb67d3f74MWxaM5u0r1cfXnaz0uovvtKdjuo1Zcbmm6AtuxAElNlCyVrb0Cs5P0BiyBGkv0X6qeoiPZ3xxVMEY3ruF5VJ99wuElNUoM/PwJiOvM0tCx8F7pJQsZVoUkaqSSNjXfLu13fT4ETGW4KXFoM1+QhTsWY0pqO8hZ0U5kBDDyCChYACVGyhbQ7ScZ07Ge77GWIZWLWafFxrV2ESEJVljx6glkZW1MEFSClK3MygFEDMSLGwJ3HwvwoGE8R4jp78WnYlhpaqjUBTcprmkMhXFYQpI4qSApRS3dyzalhJ1A628hP0oe6/6hYnMVezjvBxQ7ExvQXaXCxCuOjirYlf1xoJADhKUlDyxYpUct1Jym5UCnZQYq3P4yd4nCwctio51JXyDSJUN5ehuOBnU3e/chNj3BBBO6MN4Hao1LkNUGoTZTCHfDFQcjiv/AD5YBCi2vLbMlQKSNClQsR9Yg3DYd3gOt1CssypVR4CVqqNJme7apkSPJxKgXEjNq04SOokFBFznafrT1Ps1I4/Iiaavadr/APE84H/tJheeuLvBw9XqChxHC592G6lUdQFknUZXmtQCkG+U9JBAG2mvZgqdUpeF3MN1TEzmHn6pNXKw5W4D4UwzKDiAlty4KXI0nqSTlukk9ibBoVfcJvBacciYX3uYy4LCU8BNXYYlIZUToVZmuIUaWKiog3sFuG9vzEG7Xe1S8ERKNQcPUTEMpiUl2RClQ47TryOI44spOUNLUVlJBAGgJIC9NtSvqmltOM/5jK6ql+MyDu69rjGWDcRxMJb1adUZVOYfWlFUXHGaO7xFJUy9lBSsIWCAoKWUi1ye4euDPaAwli3BGJapXq5ChSuLkajynQhSUKIDZuSL51EAHQAkAkaE5ir2D8Rte8qpVGpVBRVFpU7AnsKQuHKSgIzBLmYKSQlIKgShZToq9iK6iYWw5Pn0avNe6H63h6Qla6XNWWkyGlaFlBSoJlMklLiFIVnbUhOZPSEEVunFt6uh8fmT9JW/Kzcs3HuDazhKJS3eVmypsVTvIOqyLcdbbBebTdJ+J3ukg375SNdvmBCn0vAc+VulyRavCa5qLHlNIysukhRZfSkkJQvsVA2BJJsLEYVxvvzr2HN4zk/DmGHEQuEiF7tm5ZDUhi3WiQChKmnQ4cqVgouhKbgkZUsrdDjuvYy5+qYNxD7hxLSMz64rspxcWdALl+GUrGjrdk63IKdCQdQ6NP2eUl00ZqOVM+4+J95e/wBgVb+dp73QuLIWqOuLCddj011N0lhxSAVIuCUFWS5IJte1hdvdzvQpeA6zugdFRp8VcpjFeFa9Ha48OO8FIWrhWIUAuz2YWuS6orSgEE6jk0f39g1+s0GJS/tyxFW7KW00EJqSU2Kw4GlBWYhN8zZC9L2IFts/Ye3wV6LwIsqtzYtI4qVo5WQJvuuQqw+Oi11xrqyrBCSgKzAoJJMpvHucnB49zSVVxNRqpi3DWI8Ls0taKvTX4uI462i063IAaKFrQcqwHEqesooKXABe5AAhY5pm6rFDVN96fdaph53PS57TTqZlPUbXbSooBU0pKcpRcpIAsNBtmTepWJ+6agwd6tGexDTqfx/d1ZpC0tvx4b6/C4ha06tLWAktkEnMCpKgSoS9x/td4SxTWDgN2rysIViapK6TJW6PdFUd84D7MgOtw3F5rtOtgJKgErF7BRlr3+4vqNK9pzmadpNGo0We3XoHwG3+h1ppoZFK07C3Sr5rADWx0N9umLsPtYodbaxbEYq9BydbEhpCnW/7/krsTqCDr2Pcqeve1nu5gO+66ViGn1Goh3LIok1Hu6pRXQQFNWSpbTtlAm6DmGS4SsEKH7J3r1ms15iqYXa49LfYS6t1NRzIeRfKEOMuXW2+kiwWDY3GbOCDsCyhF9zLs0Tq3MO8J4EwHgOvNtUGn80wt1TtNVKyKfiqULKbS5YLUCL2zXNrgknUi+/SrYj3c16k16BRMNVrCa15JUebC5eVFWAbJRKbGRPnlzhJCgE3VmBE2DiSBi2K5A9xypr+TiqhrfC1OZfEuPxMudSD420qC0EJUG2wQTTpb3gz5UujO4hYqNEfQlEdFUupalEhPCK1pzKuEk2cCyPQG42FnbJp09m/Evxj6l4owl70gY9Wilzmvu7q1ZX20iwLalEk5kG6SV3ItY9rkfYmVlqltxcOPRZqFpUn3tNdbyOOpAABy9KVkg9SALHv9OKZEWvQHKDPpNL5XhcLioaLS1ZdEuJUn8LBfVcCy0EaGCvElBw5hL3W7ghdeisKUlUiPNDSmV2FkOJzJyocOgdSMpOgI0QbJhjxGk0S7+Is8W4plVmjfaiLvHlIrdOmcCRFiyFMJ4qDZTYUFEcTpXlUQpIIIt1Akgk+03WfdcCl4jwxSMZUvhJ4qapFWiY2kWBKX20laVJPZwKVY2uT4iGYwq+F3aM/Wfdy6dClZOaaadaW+4kaIs8UpC1A3SOIAsagkEaCWFt4e6/E+KGMLxYi+Px0rRNfdVCRIueqwCs0d5PYqQciyMwSUqINBpnLZBmkujrEYWLmd328Dd+/FrFPfYRS5SKpTpGfiupjkEqupIBSQAbOIJIISoWIsZk+m7tKNiOJWapQ8V1RdbaYntVRieX1tvkDI8y66QXUGyQpKlBxBtoR2EqputrNGxHWqXWcQ1TDUqkP8eKmrwwth5paMwdCmwEglSkkqaBSojVKSSk3+ODvLqmDaTVML1Gg07EtOlKh1RiPKCqTWmHitOdJKMrKysNhSFcLKoqzBIXfayqc7TLdjPECq1Gwl9qGKXhLENRi06VNVzVNrcPL7tmKCjxA4joMd1RBBBSUk2Wk6AaP3e75sUYDqlSi4oic7Fi0vmmJDSAqUppkKS8k/rLZJQQo3CkOJA0IIxTU25UWqS58rFlUpeKEKUl1aYZQqHKQMxZkx1DwHNlSBcKBCrKBudLeyVj+BjLhysW09a5VOadjzFxelLybaqSBYFRS2lQSBmGo6gBs0ibTG0rGIwMSYTlboMWv70MGtP1HCmKI6ptJhx1BKabIUgrfbhqAKmQ8pWZIBKCCtJFgBtkadQMOYzxG/iOBMYpFYlKXMq8BOVKG5itXPhk5k5nMywEkDuSDc22/hSRu63s4NxDuInPMvRYT7tNd6SlMOQh4mFU4+TKtnOtKCpLdgHUgpJub4+n4lFGx5Lo2MsBrRNYdXDqkhNpD8WUwtTYXxikLWhSwQlRQcwIUbagXfy+2EVVz5Rh7rsTVnBsWXS4uIYsqiVRCkz6HKQFQpzR0X1IFgrsQoIS4ki91AZTNmQ5UCvMNRaTKXFlZkR5TS8zrKbAjiBIAcA81IIWLA5bEA1FdwZu5nwIlU3fVxb9em51yKCpgpVO4di85GShKZCX0ggqABKwLBABG1DExTVMONRKpQaixVKWx4HeYW0/HUkkFBIAUktm47JKOo2tewHZvRjNdaewI+cDY2dpdGcwlihpFRpc1OR+LnQlWe/TIYIskKNs10gBRuTrYgO3hS8JSnW3YFQZfRTnUrVHlR8i1JH9oDfpsAQVDOL9wdRtVKxxKrzrdUrNEhLQ+vomqSOl03sH0tgdRtYKIu4dAo6HaixUJ893mqC0iawjKl+mypvUm2oyqUgKT3GhNrGwJ1IqfMbWlTSiknEEGN5EqBvL4uF5b66ctr71AlOlSFWOpSo9abWKgoKKhfQKFgXHT8bT+aiY8o2HkTac/HTFqiItSyInMDvxGSMiVpy3DzWRSVhJKbd0Xh7DWMsUY3YrNB3b1Gl8l1u5EMJTxQRe112UkpuDlCknvpcEvrCFFgYSntysZRH2MNVTqVy/ihyDq4hbaCXWwFC4cSCjqAIA2tSiVfbxM22yqnOYY71sKVTeDg2m72sGy+aq9LaamJd15PE1LT0qLim+piYyOhwAEgoCgFAFJr2sCNYtoLcBp5+L8dqpRVLSlamXR1EqbPTc+FRbUEkEkCxI2MMF4ii4DlONYSq3v7DVUzOyIqWhxW3wP6wlKbJUvLYKAAWoa2XZIT9vQ5XFcawRT0PvynfusNLvCzZ9eGgmwTpqM2VIFgSBqGmMydbrDhewYjcU+zrjJ2s++ftYhcKLm4rVGacYkNoUixIKFhaQCRdIBGUWtY2MbCWBsG4oxH9jcZURir1HJxWsQtQkofcYScqVF5CSgk6DKQFWvcEG2zIew5iPDmLXIuN6jiGgv1ePwFyHYrKUxX0q+GVFANtCpOYFaLWuU+ImmLsP48i4N5rC9boNRz5sk13hpWy6Rq6l5BUgE6XzlKCRqAddk9+D6gqNRd/8AtP8AMV+LPZdoMqK3P3N43mzcV4e64sVpLDSag1kCQyly4YzixSA4A2ToctwArqEK9hes1qLi3BFRoMpDq2psKowHI7raCe6bkhaLm6bZkkABIIIudYa3Hb38G4tl16LjKnU5+oNff2neI0tV7WzFKrEjulSrghRHYkFnwcAby8Rz4lexvvHi1FlhhPKtKU2uOy7qHXWXlJUpTTgIu2rMEFKgEgEE9jcOYe5zswTmK2HP5qly4HNo482OmQwpPWxKUEZ2ZCLghLlwARcAg2ABtdU4lpUCqSmKo7ERyVXd/pGE60UpjygR8RlY1zZupIIBSoEFQJA2aO87Fk+LVHMJQMHU5E1CUu8/TrpiqUq/xEqSpQAN9Rmt31FiQvai3vLr2CK7FoMSFzT7qmpDCpjeRKlXu4OIbHyuTcpJBvYglZqwp8JOmG0ZeSZGG8L0tr3pVKIiUxKQlqRUYqM3UEFP3hKO6sp72JSRclNiSvMVxMEcWk1nC9OlSsjqUcJ26c1rm2a41zKtcG4FgSRrsfRt1u977ORJ9Lw9yvHaRx5SJTbrTdraOJzDismyglaDxEKt0qBI2s4Psn7y8UQG3Xa3S2PipVPiqSVKVqSlxKkq01sLG9wm9gbEGXUqi+Zh7L6wvvmfNLTuqi0uJXt4P9HLiqSthjijOlR8kqCkkp76ErAJt6bR8Xe2Juqd4cD7Jypq6dmaakTISM7OtyW3FDOm5sctiDoQQQDsDb+t2Ve3SyoFUx5TlrhP/dWKpHzvsOeYbUvuhzKPArKTbTMBcpuKxRp9U96UanQqowhaVcrKStSFI8wRooadr3sddRoT1st4zBU090b2P9pqnd1vgi4ylP4o9x1FbCE/1+QhMdLiB3yEEBYAPUoggaa3BuPbxfatqnFbpeCGYvK5E5pUiyVZtbAXsSCfmIsR2te5UtTxRjKvReQnusMUvJkRCSjpb9MygApdraA2TbXKDrsJ4aoTrvN0bEdOlfDUpTS+LmQm/wA6c1wE28hp6gEHa/bhjokc8iMyrY3rO8tpt1mJSPeiMqX6XIhNlUhX+0YfUrK/YkgIJbdtmslw2G1HTN8tUwlFnxZ/B5pGZpqA7TnIq2V26LErNwLk6kgAdhsBVfCjuHKyw1FqHJMPqUuK6hZTmt3sdbEeadQR52uA36LhuvYooLkXGUOLWuSaTkd+GiYlrUkJUoFty3+xdSE5jdC2yAdu7YE59FWRtIgvE37VmVgOpRapUVv1tb6fip6HVIKrAXB1Aza3vcd/Mm2dxx7rwREddeWuVKQpGVbQy9xYaECx8zoQB+ZCapu6ntQPtRhzJXqDn4S5lOaK1Mu+bb8ZXxo7g8wcyR3zC9hKoRgYjdcaqnNZGGsyfhLU0r6KsLJ0tYk6ny2g15ix6em7gcT+wzit2lz23Wqg+x4nV58zqVXtoSQV6eSjceRsNQbVfEuHOVb5Cnf12Qj700rO02pRHiRfLlUToRqDfQ32D3cVUvDjX3CkvrWv9a2bKdBlUSAPKwN7nsL32lUVXPwHJ7vXCmrU071eG/kexBHlcA3/AG7FVFjooTbtxDKk1+qRYr8Ws05EV+EvhZmnc6HPO+VQC0GxGhAuCCDYjYbxxEaxbPiUb3ghCH0qWjixRIaSo6ZyU2W2fQ3KT82gGw/UseSnZ/IYtic7wGuT5qOvhPpy6pzEAgnz1BBB7EWAr3q81KdbdgPSkLhO5lrUjKrJ5ZVA2Ch3sSPS9u4jVtfIix0gWzekcm4PAmLaDvBbqlZriFop0JcWV96LqOXNiGruApLRACha3pYEEC13h4yiyqzLgYNq1RYYi5orrCF5GFIzpsVISoo6SNDqABcEAkbLCj746pRuYdpdcYYRNa5WV4mn2+2qVKBASRY5VJ6SkgpIIIAmZbsWfIiwMQ50OZs2dGRaUqJuO6kEanwqN7k2Go2MK4yU8cQmxRUXXa996dz1dh1CpCZt0P5VAZXUO/MCLWBsCNQSL37VCrutRW5VGZRnfXkztfrjy00CrHw/6bWtIhivRYjVLq1Eqj8VpH9FzZSY8pk3AJhyXOnKsqAMdyyL2UDc5hGlYSn0aqP0bhIlSpv6KKxHVHdzC3QpklSUOAkkZVrQoG4VqAJO0QRqRYN0/E2KIDvxai/n6v1s+Xw9jrcA2NrdwLHQbaN9lbFsV11/BDvwEPtLlQGlqOXighTiEgi6f1sosLqUbdyUjT8VYjpfDozWIX+t1OSFVEtq4b9wLJLyRkJ0FiRcW1uEnaBXMXyqNXuadlzadV4rrUyOtq6EpULKSpCwc9jYgKCjfUEmxG0fdItqW5Nk9CEJaa+E68hC1+BC+lSv+l/37fbsRr9K6z0fraeLy08/4vfYP3JbyYG9rdU5jys09h+o4dzIqPARmXmSCQ5kA0JSAogC1yTYDZT4m9pemYspbk6hVBhiihSmHX3UqQpl1V8oesDw0KGqXCCCQkDU22sWAmE+ksVsQ13rb4Z7spvC9Bob68iFIXIj9OVVst+wFr30BsQbm40KadpVealOT6pVqWxFXmX96dGZSba/j30vc627WAWGOt7WI/8Azlxasha15VNKi34qU6gC/iHnodSfL0G8Kbtt428usoixWpXWtPFXMzJS2nyJSbW9QDa/ltV60f3GK9Ls8icR5VSqUGqSokWgy4sqooUnKml50rbSO67oGiOwuTYeo12dOFcBuuwGPtlL96NraTwkzWkrW3+CyM4tZJGtwU3A7bddzm46g7r6NHdaiIfqK/izJTtvF+Oo0t56aG3YbT8VbwqW077ri1FhC/Ah1d8max0va3f8hoNCbbAKov2wllhf3OVfqlGw5S3IsDgMIQjwJXk4nl3INz20NybHvrtnmrYklT6o+67wM/Uhjir6M3lfuLG34fl2n47xLVJ8pyK67w+tXSi3Tr9Ok27aaH9+1FDwy1iOK5FpdQQ/V4qeKmEmQlpbiPMpzKAVbuQbG3YnQbUJLeMtpk88zrhpyvSuJ70py2Vodydaf0iDcFYKb3t6gkdvpaS3BvVHGnWWMjkdKM60ZVZQek3OuhA1ue3qCdoGF016BXnKNPzoRwkrYdTIQpPF8VukkagEG97GwFjcErxc27A5Se18ietb9lKSpRsRnSMqmz3FxcHUdr7MVVFE4EYcBXxPvDdCgV6U/Rmqiwirv/1Bcp0MNSlm9mVOHpbWT4SvpUeklJsSMVmBKo3PwKpEXTpsV1Ud2K+goWy6nuhSTqCPQgX0IuLbXEGM1Kle9PcbC87S2lZH1oQpB1ssC6SdLA+X4abcN4eNML7xvdOHMb1Z+LV6XwosWsyJTKc0e4CGZjyrJcbbPhdWQtIBBUoE7BsZ0+IMJug5ituU1S4/F6Oj/wAlXe308j31GvlpLwnHxRvBozFBgNPryTEc000jpc7pS8gm1wPCtOpBCVDuQWbVX6Duqle5t5e7KauqMMIUjnMikqSb5HUFKihaFd0rSSkjzNtpc/2sJ9Gi8XDmAmMiEcVHLtBbqUC+pAAOgOpAvbXsL7IpbZ9qLmHBZUwBAvEeF6phKe5hzEcRcWUwhLsBcpOXjNHSwIGXQ21v27gE22Hky6y19w97SuVYQpLSeKciUuZVKCfQFY1Ha4J1vfabineDXt78VivV6oscBhH3daU9KUm19fL6j8/w4UqNKpfL16gxOafitZpECUjipUm3jSDYlBGpAsRe9z3BVBH3Qb17ljD3Y4eo1UgPz/077C8i+K11fj/pl/E67MpjCcV1ri8ojIjry/hrb9awGwXuA/7R0apT+jmkSvvCWv7G4uL9zbTS57377PCmweLF/wDKTnyD0sfxPceWn57alNYUTPsG04i/VQJ8CBxYEREpCFJRkUrKpu9ha9u3YAHtp32sY1K4rX9UQjInw/Nm72v6Xv2P5bGtJjNNNPxXWULQv5Pl/j91toopfKyvhfoPB/h+l7dh/l57WIlRBpWE2uVblc2whef9FrnT+F7X0/I30JI2rKrhJqfAfgT2USmFp62sxSr8RY3BHqCDsz4jMWVF5WVER4vHnyq/Lv8Ax5nTabEwQ7K+FA+P+pnydX5+Rt/12CTLj9phDHWAp+EsWx2qo0t+kTVfd5/iXl/UUBa7iT37XGovYjYy3R4Li0bEc9rhPsLRkWnMkpS8hXUlxOYWWkhWikkgHMCbgjbR28jdPKr1Bl0bjLYX0uxXWrZmX0g5Vi+nc/8AC22fac5XsGwHHcZVv48J1Wd1DWXsbEWAvY5SSLWuSfMXLXtxiNXWd2jZ8y8r9JadxQ3F5TOuKtUhpHC6nFEWFrDXuTp52GzEqe6OvUGgsVSvOrQvO1zkJpDnMQULzFt1ScoztLyKAUjMkkFJUCNlEzv2wk07LaoMSVV6o+vK0laRy6VFGjiVXF9QkFPncaeYK9wO+/GWLcW47pePK4tc1/Cj8WAh1BXlQyHChq40SAVKskJsLkjubTd5oZ2k6cuc2f2n3Wvi4tfwvKlrRVIqUq5B1K0PpaIukhCgFFJCTZWt/PXXafv3f+yW6/7Oco97+xRKYUiEu6FJYZWFXWSnwlQ1BGo8u+y4xtiafvVxHhrFFZxDKp0rD2VEDIjK+ylQQVNhY6lIzJKkpIOXMpINiAJO9KqYo3l4yiVms4mflSkQkReK602jiJFgCRom1gOm2l73ub7Z9arxmCprpou35gUlnDlLpbDtUloqMphXCRCj9WVZ1yXvbQ9rm47C5sNqiK/jevcSL96Yp3F8KUBPDST3PY6eQvci9gToXDhX2Rqy1hyfXqpizC7C1/eITTsrhK06vEbpB00ubH1HchOE4teaxH+hfY4Gdp2P4syL99NM2gI11OoNjs8WRJuJerjwMHMJYXxHFxHzXNrpa6JIUqU74MyFA6tHQEEWUSNLKsb3IFrjjFjte5jkM6EIUiOhbXWpxIsATfUD1t63JIA2t94M2vVnhtYcp39HIUpqU70pzKtfW5AIFrE+oVcDb5oOH8OcKJVIFcRx32krkI4XVHdHYkFR0J7p1BHmL7Z9oO/fBsTuzF65RapiPiSms632GsmfVKfTIo2Oh9SdPy23F7Ins2YyxHApO8F3G87C8JbCeXagOjmFLA0S4oEZEgkkgEk6ep2yTh/e7iPDlUxDhyly1zWKi6ppKIqA6xxQSi4S4AoA2JChr6Cxvs5tzXtF1nd80xhyfXFxaI/KS719Ko6je+XzKT5gAnQaHW71B85GpK7OJ6O4Vn7ysHV73Nij3piWFN/qsppptfBt3K1WTlBuD1HTtbYuxLu33f4uktz8T4agvzSlKUSHUAPJt5BY109LkbIuie1vgOlxYnxedYlITlfivh1Kr9rKSbXtrYgH6bLreXvzi4txHEqkCrSqjTmGlcCHKswplRvcpU0QSrQELt2uDcEgu9s5/ETXUBBDnfl7LTsWjS8R7tHXH5TKcyoEr4vER8yU9ioWv03BHcHTbzjjzJ+CK9PwRhenMQnKjKVFdTnOeLdXWhJ87Xy5SNBbXb023Ue1Dhv3FAw7i0TWKiw1wuaQnjoesdCcuoNvoRe+oF9gjGG5zCWKMW/bzFu6elrbqk1T8XEFJqS0LcdJzJcUwDlCjlAN7k2JOp1Ew+DGK9SHXj3K5jCdUpe76mz/ABrYaQt39btYH620ue+myvqrUqqSm3XfGheX/dHmNteKobrVGYi8JDjHLpayL/AbKHFuGorX6KIhvpV4UBPV5nZGzQh3DxivUFUxMgb0ahXt427SI7i2orflQktJS674XrEAXJuq9gCbk3t9bDJ2NH5TUpyA08ttDCsilo+X8PUettDtrTFFS4W6V939RpS/1eodVrjTvp/lfvtkpVPlSnXHXev9v+u1UsxHCm6DkaZxWnGpUt9C/wBdHUn8xf8A4fjtf4Lnz+a4XFRKR/snfCrXy80n8P37fUDBjs91zkIi330IzLQm6kpT66dvx7bdqZQZUWs/oVxVo+VSOn/j+NtR6bWt2ukUsTb90O1RGp7TlLiy3Iq3+hcCYjNHe7ALSTfKvy0sRa9u52YNGg8LC/KutcBbCMmT9VOg09R9O3fyOy2paXfjuuu5+B/vpT6lXoNPpsyMG1hqqUtz9TwI6syU+R10uPptGmG3iWoSCKK9KozrjUWIvrUpGRp05XOxBIta4/Z5ixve2g1yA07ysroWvM601KvFkJV5hNyEOi2uhV31A1O0ZbzWHK9xfgTYTysuX521HWx11Ghsrzt5HYqxBjWjVSjcg7ToT7HjW06wFtOaeaVA+tjbXXaH8Wg20yPBfEeG6DWaW5PdafXKQjPxU2Q6m3kU3KF+lxqQe99lPDbd4rnF4/KoX1qRHzZbaXKDr+Iv2/AWPoUflZ/vSjS5VOYQrio5J05G13v4VXSU/wB0g3HltyqVR4tUfqnumK/x/iylxWFscZZGrgSm6UKPdWUWUbmwuRsNV+Y1VUEEDcM1+Bg3G8CvcFa0MKz/AAHcqkpOirD0Iv0k/wCmz631vO4SpbGN8Ly1romIeBIztLCUpdJGbt2JJzAeZzX9dkRLotGqlU+EzV6dn8PMNBbTajr3sCb+gPb89nJUzwtw/wBl8RuolRYqWnYshF08NSXD2GhAI0KTcajabl5BEEUO+KGtV511pyU7wJTErL8XhD4mgvxMtlX9QSTfW/Yj6p32X+HVObqOHpqPA7pPjuWGpGiXU2OpSQRa3ULa1rFLad+FFeXwF+JHiRpfX6EabGsbd/iPhMcKksTor+XIqP15r6eFN7kft7X0Ox0dYX//AKn7QqBAxQ7zVBqMX3pFzLXFaUhKJCTqQkKslY7nKTcHWwFjs2MKDDnF911lr3RVEZcnOx3GHVeniF1DKRZRN7BVr2vtDwBurlUb701hiUt/Pmy8vnfSn0ASMxA1F7AgdxaxLDqWNsZUalsQJ+E4q2G8vISlrT93WSSWlqJzIudQkgAnLrcWOXqdZYLO3WhP7/EUe1WfYol7RcE4ji1RuU1SffcJ9HFS6tritZbdkOIOqf7pBI+lyNhbeNQ8JYNd+1uDcEIpGJUdKoDrQSiUm41bS8TmQMxulIukBVjc221D7NW89reXhx+BKpMWkYlpalolQ86VolNJsEyWwFG4I72sQdLDZz1nClBxvQX6DXqTS5SH0ZeFPiokNZvUAjt+BSR67P0DH3CL94q/InmtU96WI6pS23aph6nRehS+PFQtciPYHxtiwW1fQmwIsk2NtFtErtUdxG+19yWiqZs6IqMqHrXCXEWJuoXBBuSBYG3k3d+O6PerugxbLdapMpeHVyEIa4GeVyecWC0rKQtTBNhmVcoNgsgAEpnEEDFvP8/XqSwhbCku8whosLUnSxKbD6XVbv53BvexI7wy5Efm5DdvXsUOvtSqgtdOhNcL4vUnmCnpJvqcvcHuND5W2X2Oq7jLBG8F+l0tqVkiyEMO8V3pc7WWl4dIBzEJvY3FiQTfYr3b71cZUGg+68OUOvPyn2s6WHacpbSlkkcZt8AZT2tclJFu1tr6XhbEdZgRMW17Bq86Ep53lX2uO4vxElg3ym4uQlRSQSQBoDasLtlyqsPKFwrsqVS4EqVx0LWlWZDt8zarm4udbeYBsLemzt3ZS2uQ5V3ofydSFr8Sge4PqPU99s/07FMXleQ4PRwkpUt1BTl9SRcnv5XP0N7bM/C1da4URp3IteTKhaHelxHykKPY+Qv+Hnt1bhuIoPBuJVe2rSa87uliYjw51v0iosc61wg6nIVlBWpJtoErN7WIGYXsTtnvFeF/5xsB4TlNPe7n6dIQ1xUXdYVYqSQSSFouQCDYnqtlsbjaOJ48rFu7nENLgVBcWo8qtcWR8zb4F0Ejz6hqCCCDYgi+2WtwuN8JbxotW3X4tpNIYfr3xYS0WYjvTLAghKSOA6QAQpBAUUnQXtswDxNGs7hK7FG72VPlYelT2oT9OhJzx384Ull21ko4mbNawuArOkki1tAAvED+9VqsuNYSap9XpDaE81S1IddYlJBAU6rQcJY+VxKh27gXswMZ4nn4Xpfut3CdbqMVuQqnT2oq1uyIcgXzFWS6kggdOcdRPSo3A2BDivG9FwvExHu+w9FxJgp5/gKntKKVU2Um12JIADkdwgEfGSUklISq5CSPG5ofdtg5ijFkp3FH2SxbQ5VE96IS1AVKmcVjmNMqeJeygoBAKjdXh6iCDt33W71KzFrzeEqy1KhSqW+qKmLP8fexaJSdFHulfcg3KjfbpiKpRcRz2/emd9iooW6uFMyJSpefMUhIGVBHkQkWsSALa/UpEXGXL0blH/tDTkJ5XmmhmqDSAbNFwWKnkeJCz403Fja+3OOJUor+48MPYBxHVMZe+aNkQtC0SIvFkKQlz1bXdJSCbFIJBGuuh0ee83CtB3q7pefgU9EWr0jP93W0Evx5SBZyMtJ01tfKbhQUk2IIOwTuS4tewlSa80y+3Ki5I8ppd0qypNupKgDe3fsdD32v948DFrUCfWaDVuVnLYyLS6j4UpIV0tvdjcfK4DmTexzC6TjNYN+BELFRWwBB3dfhyqUHdf8Abyg05GeEp2QjheFNvEA3bRBIJWgDRV7AHXZQTHPfNZbxRRmfcM1DqXWHcnFa1WC8MtxdtethfpJvY6pLa3X1WswNxkt2fVn6dNqPHTKgSrKYkLWVJBQtNih8X07AiwtrfZNYcg1mVi2W1KyIpzeboQso4yQdc36q7/MR3TY2GzzOEsAMWsfttOO9Ooc07RZVZ56nIlT0u/ATxWs4NyAQnVJT4bkXuRoQQIXtCbxKzXsBxIEDE6H4VLWl92lutBSHlAZUuJ0CkKSFE6d/MCxuRY2oDtUgMNUaW+jjo48dMpopQ8hIT0KCTY2IsoA3B6hew2z1jmoz3XX2pVPlU5/hJRIgT+G+w52Odh9NhlJ7EhCtNQDcbaVZ4jNd4fj5gHhnFu8GLKY914hlN/FSjhL+OlKLgXKFA9A7mw0A7eWzzXjevYjnt0avU6E+hiK66vgICUOIesARYFKwA3fSxTdQ8rAOwph7BsVpzFtGriJqENdbDvS/FfUCMpBABIBUQCk3Ave9jsKU7FLsWVUqzzb8VaHVcBKF9LaQjLqk37i97g9zfZd4V/U+cS4nlRZ7kB3rQw70Z0jMlFyUi4tcAG2t9NARbaqruJWnXW+FE46H0JWtpSj4vUH938X2oKjiXn57jsrJnzdH8Hyvr324OSefa5XrQtHgQvpVtVBKkwypdEpcqjP17riymGlZEJVm8lH6XBPe4Iv+JuG0SrYtarMSfhyWtFRivoXFU1423UKCkEAa6KANux7WINtiTC8N33M5iOVxOAwpTEjJ8t7JsU+d9B3t+Om37T4WHPf3vRppEVjPxU/KnN9AbgD6aAdhYbHR9sq9e6P/ANsXepF33YIwDvQgPI52LHXRsRwkp+PBlKCSniJBuGnClYSqxSo5bEm21buRpzW43Dj+8uXXJVIlSkJd4TC15YptogpTYrdWTYpIItlFidTA3eYTaqk+XjKvMo4DCMkJa+pCstip0nzAUkWsCCfK4GwbNerO9XGXIRXn2KRCUn4XyuJBKeKq2hcUDYAkED8DYhK4y8mrTKfGPuTvWw57UuDWIG/3DEKg1igyOPhzGEVBXHeQL3jzo6QVpaUCAVtZkhd1FtISUlC75K7WqDwMOO0OKxS19UOfHlNSqbUEeTzEhslC02FwLhQFipIJsHW7uWr2KKMxApedFE/RSpUBAW03bQtuLF1NrJ1KSkqOlgdATnCu57cjulwk/WaCzFxzXovx1UuLkkSHHQLgMxL5nl3Fgojv5C2mfZqOdqCS7rpz26/7zMu5Pc5ijG9eptU93PwqI/181IT1uKtdIZZ0U7fuFABBGuY9ttmvbm93OEaWxRmnZzFXirVIdlc0ni5iAQeMAEpsbBKQCNb2STc1tb35UvCWDZGMseYYp1IqOXgNRWkIVMzKBtECgQFOKSjqykoSL3NkE7U+5LEuDd6tGcqlep1Rw1VK8pSoEBNRL8BKjcMIjldihR8RFhcrsSSQCteyKu9xn+kK9v6fl6ii3vM/biVwsOYf+1S8POuQJVO4/JvMqRrx4KfAR3S421cBSbBu1yG3u9rM+qeyPiF3CT0VDOEM78il1ZhTq47DJ4q2ZMYm6k9JLZGRbZ1QtJASAXGe5rGO6Wc3WMJYlXXqfx+PUaTXobb61Zr8XJdIz31JbUL3N03Iylqbj8IYcx5Qcfxf6rKlR+PSZEKU6mVDSWTnjB65UtBWM2QlSFIVlygDKFKLKrD4GZdGzfkepnvFntc47wlR4EWj0lmLNpz6UrlKd4rUpjqu24sJ6jeym1nqGYi5soKvcBb/ADfniyqfajDlOpFeosqRnQmFPRzdNdvq08y5kcvfqBCbEFVlOAhOyhYw59rKPQq7KaRFRUGGUSkpaCYsrithSvDbItJBuBodDoSRt1c3L0bAfHrLv9IsZ0o6FhaoubVLaiLGxPZzQ3Frg93DpqHBV1jB0VbeWPc3Dhv2mK9Rq99l94NDeisNpT8dprP3A+IkBevorW4t4eyTo+BTotZozc+l1GFKXkzrXHUFJeSfQHsfQED0IBsNvLTDn2o4sdqjRKjVH0NfcOLNMjhtElVitRVmQE9r6gDv2s6sCb7YG6+s8hiior4FbhOtcdp11cdtAWApauk8u2m5uXE6KUTnCQbLP0qk/bF7encZSa8W7g3Ebr9BlVanVRHFXHmU11bTqUqtdTamVhSSSmyspB0IIFtdllUPY/wG1WZ9Z3X1BiiLqMXhTKJPaU7SZFr5VhCSUsqCrWyot3skEknHDmFJWHKp/OhiPGVUYr0qaia66tZSp5q9o7jDzajmUGki5JIUCo3BKhs/Ie92fVMG02VKxDVJq6fMS61WaavhcZBzJDchaDldbBUnptnFtQQCNjUaBqeUMmrR2V8gwG3n7sJ+5uUxKxHu9rVIp013JKQl0VSG2vWzkZRUQ7GWbqKAAto6FCQASF07GMWjT2MR7tKcuLNheCqQsylt20N84u42o9KmnCbjMDe1ht/Dm9ufiPgYI3g07h0SvRVchiGFNQ604/3STcXC7XBJQMpAJCgQQrKvgOfQZUuvSsZUiovsL4C3X4TSOaSk9pBQSl1RHZ0BLl0gKCrm+iufmalROMPArCm8HG8p2k4jgMxaJnVzCqNPQ5HazAaPUqaLpQc+QGJJBSQspSo3QkD1RTS8R43qVeapNXwpV4q0zU1SkNBPQrNmMhgIs4yTchRDiQkrSsmxSu0GJsL4jpb8WBE5WUw6pXCocoriuLAvZ+KVXbXe6czZzakkEHb7ojnIRWJ9Lw8thDalfcJrqor8d0E53Y5SOknQhxJIJ0INwU1OBzLrWqnInSPiHeNxfc3uSlrZQ0hpTUqGHaTVKcrMlUV9lKyh1vLmypsgJCwW19IQkCrnsm7v6pLl4kw3h7EkGkLyrVTmpiJfu2wGbItxKi+yFW1eBsDZagLk2b+NXaNXufpdWqlLWjM7Ko0pht9hxJKlKcYWgDpKhmVYXub3SSQZ1U9oeBQazxaNTpTD7+R1cqBPyoUrJo6UG6V3GhBHfQlQJIqPfuK6jTu5yDiNjFu73cPWIFBexbRF0qc2lbSptRw+uUy2rKbtvLTnyNEX/SEoJGhGgH2/u0oNLdiRcG1CnTWOKl+KrWQwpJWCQl8ZuJbuEqVYajNcAbC8vGtUr1GcawvgOqP17hZlopcpxqnVRrUqAUOiJISSMpCkoPYBJAtW4H384oo1GqTWF8PIqlRhPpi1KnVyOmLVItze6lBADigCLhQCgMqrWuNhWqG5Ex7NNYv2HMcVZjNfZyRxaH7oqkXIr7nmQh6xuClSbFCgbqSDcpPZQuQqDw6y1Rn2osSLNz/+fqUfETktqMuUmwt2sSbkdyRCke09i2jVlul7wcPI9yVFKuVdjtB11v1ToBmSL30OYfqkagrk75cByoHFw46uawhakqj8uWlt2/unuD5EA9rAaW2Qc/vM+571bn3KctQIHKUuLTlxUSkpVy7TS1pzWstFrkpV5gBZAF7EiwHVrd+1Kpc+lyq5Uc7/AMVDq/0rd7ZblSSpSDbvcE/rXAtT0beJQZWLeVny4tOYm5ZEJ2Vdr4ufrsVZQhwDQA2B8rk22LN6e9/C9L92z69UYs1h9Ck87Ad4UhvQkqW2OlQFrKUDcE6A62jS0uXL7v7R/TGwpvB5i73gbo697hbddpMWrxaW0qRIadUVPvfDIUAs3BSb5ipabgpBKieoKVzCe693+nqNRKdS5WRTrSl2RxrHUXFviJUUpNwbGwJFwC2Y3tKYDdizmt329ilwq9CWrJTsXpdixXLHqQJABTYAHqQSU91WAuFDviGC8dsuScSYNqe6rFz6lO+9Kapuq4ZqrlzYq5a60qWnUuNozBJusKCQRovWxxzCvZbbw/8AxJ27PfjvflT35+Eqc/XqXh7PDRTZDqXWktoV1tJT1OBs2UnKAUgE5QASCwMLb+azVMbxGsObsor9ObhLdn92pFPyjRsIbSpTqAsKTZTayASpKwkKSU3gHDDWA4FJxRhKooqjlRkJiyn4ExK0R306qKSCUrSo2IQR1oUdAQQGHvFqcr+bmXvBo2E5VLxrhfhSKo1S3T/VXFdclvKDxGDm6iAkpsSpKSNeUbXxNSvxwI3MX4I3N48wk/vBxbLp1LrzDXKolNSMyFNJuQ28gKKVoupWRYBt1FIIJb2FcNQYGF3YE+jVyKxKXHSuFKjoQpUhSNENqkMavJAAyKUji5bpUSBcJXEE/DnuGJFxk9UaCuqfFmQFpQ7FkLuSt5hzKEm5uVIcQCFWso6AlVNwthxrDktrBsT4EVrmIqnZSFJjvp1LYKj0gA3CSRfMQCoaBormOLNCbrqNzW9VjFuF/dblBxk0/wAKO7aLNbmoWTIjItZlbiVpU6EgoUQpSgFZVEyPaH3KYIr1ej70OukVfEMfI++hRaSqpRm0tkKSpJCi40lIIsVAM5gkAKIqMCVigz8ON4XxvVmKR9r0sO8VpPAXS6snqjTUJNwE5gnMoA2IsbW21MxhifXt1VSwvjJrjzVtZn1tWzcwg3DzZsQFhYCgrXUXvqRtwSc52zzXreGq9RnX8WtPLm0iFldnxc7TrKUtEcOYCSOlCkpBW2pLjJAN0gg7WdBdd3oVlys0aWuVKfQnnYvF4Ex58J0zuAFDiikJs6ttZVkSCpatQT0Ogbwd3NZq1UddpEqt0iUpqQ6mnGGiqQ1WSHHkJBZWtaQAog5bnKAbixlU5FLoNUiV7DlPpeFJVRaTKRzEdHLvLNs7S7WQ4PIJJCrWI1B2XsGGlls2xbP4OwRRmuFxajFfWhXCpc9fAfzABSm476LNqUknVlQUgkXAuTaojMRYE9h13oW+tOZqUpbEhtBtwneGo5loJAClIIA0skWIJ9iDB1UlYjl4oiy0Me90JddgKnuOw86LHiR86SppaSASkDMk63sCdv7Fu7trEdGgSsb0mVUUIdS7wlNNyn4qibB5tbN1BfqDcKBFwk3BnbCbpUVc7xvsa5iOjS4spEWRwFtNKzOpUTYJKwbIcygnqQ2FA+JJ7nu6TB2I+QcqmMmpVL47XHkQp8guozj5gFEhJy2sbrKSEgl0WyXG4vCmEsB16XKi1ubNoNXY4U+EmQFus5jYSUIXdTyFXyutnNlsMhBGUmleXS+LPitS5XAio4XFy5k8LsFqbVdK0jwqB7gEk67CepFIsPuea6qyI4x/efzkx2qNMRcB0mLNYbdW07IaWhSGXU65VZdEr8wkp6gTYpAuBCqPOxXX5VZlyuaYdV91ycVScpupaRbOtIV1DQkdu4JK/omIapu0ny+VwnyXKurjyncPtOJW41mJAKFIU2tJKiQhdyk3BIICtmPQKJhfHlUgY39+c7NYV8WBUY6o6s+mVwtuElDgGmZJKSBcC97R3g/AmaWThIK4xqePMb0tiLKxCxV4PQ7FfmTQ664wmxCW1kBeZN7lKiFWUrUgi8aRX5+F8ONtcL7S/NHj5il9mwHSHs1loFhZBISOwOl9i0sUGs4yq1B9xzYvAT94pshjNy6H1nI8kAhLzSleFQKbFKgCSCkLKsezti2qVRifFq1QiyqI+pK2kylux6pTXLZXmV3CuKzcJUhWVwC5KCLKVwQt8zRQIeARBx7etPn0ae7Xok2icBGVqK1IdRw+9kaKKACRqggXJOoJ1+92OL8eVndzPgRfeMqke9ErjyE/eHchUkOBYAAGa9iUABQucpIN4lUwbi2BjL3XjzJ7hRmdakOrzJnIPUAp4gEBKQM4UAsEEW1BJi7vlw5u0aiQMB0lC0PqUh1pDWVDiQFKLhQbjKBYXulQHe/mcqAnjH+0mz9MZhnvRwe7hLBrk+ltRaJC5VCp9Wy5lquPGpKiLpA1KQbm1iOw2WWAYe6DG+F5+F6NvIqlbm1GKvjrSjl31KAtdtRASlaDYJ0AHSCTYECG/PfxiPe/S3IvGlQqJk4UqEuKFtPKHSW1uNrNkZuxyNk6Ak9yJ4dZgUujQKzRqHUaWxREKd46lZuJwbKsHkEZ82pJJB8ItcEAKL48xXsuRmzj9oaqwtXqpg2Rhfdfvuqjz8LPFkUuopbiymX0koAUFJCmnAtCkpvlZcFgFAgE126Kr0vCTTdAqm8zGMXOlcOfh+e0XUU+QAniupU4kqDROoKCMxubKsbScXUig43qlN3jQJa6DiWnJjuyJEhCoqZmYJSESVC2VZUEoEgXbcADboIyqTKfZddiz6pyi11RDS47DC8qkuWsREWVEBla1pSptwLLavCSFZSodq7l2wy1qB5iDW++kT8WQPsvhfE0qqURCkKqiFKdmTaatJC0JeZQvM4CClSR2PcAkWK5gydw+76Kh1r7Q4rrbKuFIjpdVHaZWbg3yFLSUXGmdTigct0kG4sd02GcWu43fqmKHapTpS1O8XqyO8VS+tChcmxV8p72AsbW2YOOMdbtJ8r+b6qYY4FUix+YaryGm0vt9RHCkAkJeaVdKh1EjsVJIuLUDt4SDxtOFi3GIIFedblRae/CQ/4GlqC1J9AvQa/UAeVgRrsTQqdS5UBv42SUhWThfKpPqCO3+G34HyM2Jujo0/lP+0Mpib05+QdbSnPYZbZwUt5r2AX030Krm+1Pjil1TAjrDvvBD/NdLTFRimG64oDUJWm7bjg0OUEFQuRexGz8ar1CfbI+IqS1Koz8DhRX1586ESms3XfvfxA+hBuD2tc7LObvGxHRuI01x2H+Fy8hpXWnQghaVaEk6g3Fjoe42PcK1us4ole65TUKLKyfCX1dSQLgEXIBOv8A12lxMHwMUT3IDuDZT8pjKhUhqOWmk62yFThCdPNNyfK20Yk2XI3zFdhnGdUpcpyqYclsImysyX0aJU5e5spKuhxFyTlNrHUagEO/CT9Px5S5cqVSTS5rCEpqSUvq6rlOV9taCpXSnMoh5hwk3HH0vtZ0bcpuvi4jiRcUVuj4eXN6eFKYzoUuwzAF3KlN72CbFJ8jfuxMMbhd0ECqOO0HG/vR+nOqzNNPn4OYm7aml2UEHySQU37A2GwmsQRR9alXuJ04MiwKox9l8ZQpsXqzoXw5CZCFaKbcbeOtwcrjbgIsdLXBH9iXdmGor9e3aS0LpcVSF4honCKX6GpR6XcrvWuGtV8qwVFpXSVKTZQb29elbm6XRn6XVMM07jykKdaQ60tCHnRewztqBQvQfEANiAPUbKGg7wqDu5lRJWHKTC4/KutIlJfU+pLCgUraIWDxGnFd0qJBCRcEW2Ij7oxRqFuGcQKxfRWqXS4GN4sRiaw+jhPyEqKmukpJbkISSpKkgjW6TlsCDdNhnEXuH3pEdw46tiLKazJQt8Lcb9Qly4DqDoQDcj1PloTAtSoOI2n6XhKnUWn06a66wmLy7eeDMb6lRlJUCFoydbTgJzIzAgKT1L3EWIq9RsRz8L4ow9hdGTKpC10tCFSEeTmZCwlQNr5gARbtfbsxjAi0Xhil16U21FrbC5TbRXwnWuAtxIPldQCiNdADpc37jarpcBpqvNxZ9OlPRc+V3KkoUq3oSk+nmP2W2Z1H30YIi8Og17CdRonAV8KfQZScye1iEPpUkgdwLC9hptdVKbRp/wAXBG82ah9/Nwmp8LgKSq1zoAUqH4JJA8trbp2xWgx7qwvFa4VGl1dhtHxUrd4Skp0tYKQbp0Njcg/iLp2p6k/KlOuQOb46/lWtJS6nQWJ0KVgpuDe9wfTQk9HZ3lQHvv1WZcWhfQuHMbKVJ8wbpSqwvrcW1B9DtNlxMR0ue3VK8zClLYdSqO61lSvzIspABKTZRBIIBuQBaxGxlDWn80oaiqlte6azPa5pcrKqox32uOrM2EG9ljMtBBtYG6ct0G4SNomLo8XFGN33cG0ngRZUBMhMCVI6HljNmMfiKupJASQnNmJzWPYAtnLxbvB4kWl06osMIUl1qK/FCEtrubuMSAA2pKrAEXGoIygk7U03AlUitcXi9CHcjsB1BadirUQM7QPStJVZJSALjUE3ttHcUQBsQHAnTdzWYtBo0uVhyt1Glrm/d6jS0OlKlKAvmZWLKSdLi97nMk38r13DUWgxZeMsJ1ZdPiykLVMQlhK0dWq21oWClTatcySk2B7CxIF52EHcBwGKzPpMr4+XI74eo2tp2B1JA7+ttr7cuzWazjx+A67NXTpTHCmNZAuO4gnTOi/e17KH1uew2Wt3vykVufcN6wh3V4L3aV+mc1QuGh99/I/CVmKWV2uVshd1BBt5EgdtdLaVwJutwvu+4k+K6+t+V1uodUVpbVr4AfxsACAB2G1Rus3X0vAbXwojD/Slrw9WXuPrYWAt5eR7na8xTVP0kVp7Iv8AW8SvXy1/eNrD8tMpm5y0gYrxTxeI1AeX+opaFFKlevpYW9SR6jZTVmfz8px116avOlSeKi37Snzv5i4ubajWxNWnZX6LjfH8WXXyOummlz5fvvsISi1FiuOyncjDaP0qP3i2ljf/AE02j7pQFmPEBalGd4r9U8aEJz+Lpy/h/n5X/HZV4iNZiz269FqHAlMLS60mOrK7HVc2tfuPWwIINjsd1bHjtZacgReAunLdytSkrHC4uhJOYApvexJsdexB1hVekUbi81WYr9QfipSpLEVAUl5Nj1o1AKvMpJAtY2I7nrTbzNbTV7RzLPd5PoOPJSKzPpKKdjKF1rdY6EVRFupwIVZpTgF1KSMrhABC1gKSGHiJyL7hfiu9fHTk/jW412z+moVR3EbbsD7lFiysvLoQppbaQQbKSbWVltfLYXGlxps/mqc7P4DXC46OjNnV05fx+t7nXX9mzqPtWU1SEOGlA5P5CAxFivIYlSmko6r5c3YXPkFE+LUC6Qbd9k/jCn8XGX3qnP8AQhCXUZSniIPe4V0nv3BtqD9dnlX8JQJVeYdn4hpCH2GlITFR+lSk2JNj47BFwQBbUXI12jyN3mHK865XqXVpTEqKtriqYkZ2ErJ6boVdKc9rEaXN7EEiyhPMLWQqzvifHDTu7mm7ucbvSn8PU5CPdMpppC5lFWtA0bJBUqOo24kcKAuApNlDVXxKdWaXKiT4r3AflNOqgKfSVR5GXQ5VaEA3sVAgpJF/TYq3hRPhch1oX8JHT1ZlaDsdTfyFydQNfOkwrXapS6XLgT6S/V8NId4s2EpGZUVdiC+ybFTK7E3OiVahXqFqRtyRGa/shX7P9NlO0ue7VKdx2FurdW1wv6u6kqUvTtobA+X1vqKXG+KapF3gse63lrgoYSpPCa6W79WqiLp6lW1JSdQBbszsM4nn4cwQ47QXoVbRUXUpaqiI+R15NrI5pI7PJQkIJJIWAD27Uxk4owHRmIErnYtIfy5Y89pqVw0OAZghZSVKRmVqDZJTYkAgknu2n1AjDmQsB4p+zlZc3g4DZYXNyf0zQ1rCU1BoA3cjnydGpy3sb3sNQdkR4TvKxJ/CWwxUWEymkrt0pUL6Ad/Q/UHT182o0mfgh39KttyKvxZvzCwb3P6173P47alqO87eNijd9SaDK940vEPKtSqDPQoNKnR+K05YK8KlAJKQCbnMQQCQCo+rspdVHIMBZUHaPyZTJUB1t35Fp/jtt2iGK7w2nf8Af7fnb8NkThn2isURcOS6zjykomxYqVcJTTXAdUpJShSCdU5uJoAcvZWul9jzCG+XBGMqXz8Xmqf4kKamtZcqrDTpuD+R2f7u8RZ9KyQ8fitNcT50fKv/AI2/DaTCq3C4fFeyfJmzfUka/wCXntEhy6XPa4sWrMPIfTmRkdHV/qPz9R67fdfw9QapS2GuDKQtvxZHfm9QdCL6gg9r6Hvek4VfmWzkqVxf0y/3+Wvf6bYL9sXE0qVvG+yXC5VhhpMp1Sbp4yyVJFyAAdB+IJ1Oum01PNYciuT3ag+thCM7qX15kp9CCbkfhfX8tsN7/t4UDG+Mn6p7vYWxk4EdSfF0k9ebuL31A0IN+9iJqPlGtNRvbMTT9XiwGm2uUcW//tc3/Aj/AIbOz2RKj753jS4DURhhb9GmZVL+ZVh0XPmb6fnspo0agutLdlc1n6vCgZcv+hv3/AeuzW3C4fi0bFHv5p1/4cB1aclkrUkix76aX8yNf3styhmjs2wwiwqXFlR5U+Whfxfix+pC29B3vY5u4sCD3/Hav35N1Sje7cUYSlxX6XKaTnyKz5VpJu2bG4Nje3la4JvcfDuM8JUGqNtYjw9KqkWVxUOr5hyO+lVzbKpJKFHVRF0qN/MeRjT93VG3jNNu0arVeFRF5X+XqjTS321jpyocRYlOirEjzOgB2Qrqd2BEzfp668l4vsOY7rLsDmuEjmkK8SFnpuB3BN0Am5F++vpbYzTWq9giluYjr0RibVK2tGRjKp1KbgmyiQcuUdVzpewt2GxtRdylBw5KbitS+dWvMtDqunh2Fja3a49Db6bHSHoFB5Rp1lD+RHwkZMyU3t+y+l9ANNtFdHugvqq6uKxMrVbEk/EbVSoNZdRS20ZVsR2ldLib3IUQbnS/e4/DQm+aoM9rC7fNckhC0pVHkR1ZuIiwvobKSoXy+QJBPlpsZl3DlUoz8+qYOYlIQwvO0iKh9biLG9hYki3e1zr56AIveNWcGwKNL5DdYunIQnOwxIacYQ4o6gJAtluSTawA1Hfa92j8ciMprO78RL4ZxV/TMCjT6fRJUWLMSpqVKaDS21XFusAdu2Y6DubgW21PJ3N7qsRtOVn7EQn35S1LdazZVNrIGYXToCR5gkXtY2FtsZVmlfFb5WIuEiapSkNZitKbdxc627nW9u1yNmDu7/nBiz+fw5iZ+FFhNfFjof6XEgHTIoFJ1FrfUX7AjqgKfuEHqw2Mgx+UbcLgiK63PwvzsJaP7J13mmlJ0uCHL/l+fqdq6Lun3jQMW8hFZfqlOfWvhJa6srRGjYzdQUPJNzfyJ7bVOH69ihppyf8Aaeaw++pTqOhtSEqvYgJIIy6Xt3v3OxWjeJih1ptqU6x/suO109fksC/T6+f0I2Ne6MnjM2vUHdtaccf1DdBgjd9EqlLxZiF/FHNK+K06WF0+QknM0+2q6EpBFhYqJIBJB0Ln9m72kGt9MCPg3FERio1enOpUuZwi069YZUuEpOVSwklJuDca31ttiDHGHN4PIS4HN0t9c2auUiQl3i5lOOKUVlSurrJIUlWl1E9wFbOr2DMJz6XiidWapSV06bFTwlL8KXrk2sdb2F+xN732Q053fcZrLsYeE39XXHYsD4X6u2fN4eJmmuO1xkZ0J6P9dmtvJxd7mozk91la0ZM+RG2S8XYn9/SnJXC4CF/6/wDPabb9pwsdqo3RaYlYad3VT4srJ+gdyK+XTS35HQ37H92RJTs9r+odH66dtNbyJ3K7uZbX6BEpK8v+yzG4tb1v3HewPoTtkWS/KgO/Fz7JpXuEZe3acQxw9WqpS5SJ/CXnR8yF5FJ/BQ7eR10PmDt2g4garOI+LP4mRfg+VTeve1tR9NPXYFNbd/2z6NrLDkp12V8V3OjxfxqNruNqQNj7hCmuV/3NKcdo0vx9CkfrJ7X/AI/Zsw9zVXgSqW+14F+LLl9frb95t32S1UHFlObNPcMn4r7XQtC+jN+rft6/kR+/ttfTjiX08p95MKqRcW8WA18B/wAafkSr0+n77WPloPlfvSVAcixYji5rH9knqUpI/Vte/f8Ag9j/AHqPwKC63KdiML4jXiy5Vp9ddCe1h6eWmuyVpmO3WsRtynejIvoWleXL9QT2P1/PQ67VtHMHd4v4z+TjGfFa+61BxHyLaX4c3Y6afsIB2kQd5degcRqLUF8BfiRkCkfs8vrax7el9rDF/ubGWeVAZQxUMvVwrZZChp9BmOuupItrpsvm6ZKad4vC6EeP8u4/47Qg3SyX8Qz/AJxJ7v8Afz+NKWgn89PPzPqdj7FVYdd3XsT2v0D6WkZVq6kqzjSw17nvbzHbaJ7PSd0E/GTFL3q/Apb6ciJTrTi2mXTcfEyAhKDfVRGnqATf0UpeCdwWEsOchAaoL9L/ALL9EtpKj2IKbWB0sQbWtofMV3hA26lk+J587r92+KMWtfcJcKK/FVnSiQ1m4mhN036D31GuhNwNtIbvMY4DwRFYaxRu9isLQj70mA6Mmv8AapIISAdekm2tgdNiXFlfwlAlONUHD0VC2FpS61px0qUPofiII1SqwUAOwIN0JvK30UHDjT9Lw4ywtc3olQpVlNZtbXUVD19QQT37HZdA1z/tAq73Hn1Nr4Sc3S736N75wHiH49OQlbsVKw1Kh27XA68t+ygSD6+W37WcX7kd4MV/dfvVxlCpFXfa5eFXuK0w7mOieOTdpxJPYuApN7EhVjt5h4Nx3ijBuI26phetyqdKWtS0cB0oypPkb3CvqDcKHe40HDGtUxlXqy/iSs1BD8qUvO7IaXlS5oPEgkgadwRqb+uzS6YKdwkjTEPuBmlMd7sd5e4feM+007KRVKdlmxZ9J4jSJEUEESY/UVJR2Ck6hNxckEE6YwB7TGI2qDEn4y93TV8JKuL/AFd2RbW4ABSXLXJAAB00HfbEGC8W784uCG8L0ytv1TDzGXk6DPYMyLDVlyhUZYIdiKA1SGXmrG5GpJNFG3g48diz6M1VlxZTEhWaLKUEtPKJBuSR0uW0CiAVEC6r6g7mOrphaPOel9efwv7Uu76XFwRiyVQcS05ClR30rGeO6O7TyDdLjSrWVaygFXCkk3OAMY4gxbQWpeDd5bXuubSJDrDrSkhSW1AkdJACltKBzJUDqlST5gbVuC/aF3ybr8UUmVKZQj7xnRKfjuJU5Y2KOIFC48iDcX6jmAIOpN/+DcJe0PhKi72qMzFizVsJhVmApoK4idScoBCdFEkKSQSO4BAIjEEUNLbJjCLvaxHgjhtUbEz8WLm4rTrC8yUq89Ff5WH+Vi3DftWY8xa0xhyvPcd/P0yoqy1mT2BUgG2YkgEg2vroNNg+ubuaXz8vDlGiLqK2M2SGuQUv5tLhhZAzqBvlSQbgWJJOYSMFYA9zNe/moi1xVu8Lq/Sx1g+FaCEqbN9NQqx0J1B2o7rUhlnyomhqfV6XAiuc+znzpT1L6ldtdTfQ97HU+t9jvcdLoNepcuK1UeOwh9SELX421en1ANrC/wBPK+ydp6Xa9S+Vnsysi0/H5VaFyG06XcYTccWx1KdbgWCTcDZmbqN2le3fRX57uSbTqj1tVKKrO1ITqbqTYKQsDLmSqxBzC1gCRaXyGYBRuEdyRWaNKcgRZaESlsK4X+ykJtnSQb28vX8xtlLAu6vC7tUxZPxa1Ki1uFUpTUNbCjy7KQ4soCQEhRWUKQDe4BFgLXtpmRIgSmonKvLzo6VNIWvMlSvMX118hoR+FrpfHU+g4Xn1112toffmrRlVm8KQ2MxcFrJUVdlJIv2sbEbNZ+JoaYiZ4xTvJr0/FEvFHNyoU2KjknVcwUrUkDs6B1WIABBzJURcHS213QN4s93j4twbVpWHsSzWktSlLi54FWSE5eFNbQClwDsHQCSPGi4BFtBpG77HkXmp8RFLxKjpddV0tTEk3SVZR3scpJTbS9k6KHKHgzAbUr3XVGZVImoRniyGpAShxQvZIcFr2STYm5GguTY7dGMboI1ej16suyKpKpEWFGfSh12nR7rVHeFzzMRRsS0oWJaHa9xYAnZr7tcKNT6M3ihquP1SFFRwFNO2UqK/kIsSevJluRcXSSBfy2EKHS3Xay3hyfLfqjD+SLHntNN85HUpVg3IYVlS80D1JU2tCxrkSQCleoqlu0d3QbluLAzvvuNKQqVDXnU4650qctYKUlIOoIzWAB9STPjKlcQa3Mb1ItLqldpcWnypzHFzNJaspSrdKukkHLcEgjtfUCxv2xVvjr2MpTmEnaIilsPtfCdfd5V9S7G3BzD4libKSQdbHQWJSEDFMrCWLW69S3mH2GFpW6w6gpTIRcBQt3Soi5B7A3BIB21DAh4I3oYXYr1GehVukSvGnpXwXRYlBT3Q4kggpIBsb3ttiir9XeZl6uxtM4JGRF7XMV4NgUuBhLeNUKvRIr+ViVNgMBaErS30qWnXKkq1IAOhsLd9g7FkZqjOue68QoqMVa+E1VIudCHkHQLv3SbaXJNiPPa43u4E9w/f3Wai/FR4FJmrafZv2yOKC0LAsAEOoUk3AJIIG0aMzFlYcb4TS0MZfhcVpDSk/QoQpSQodjY2vqABoJ1J3uIC901G0pJtFxdS687LwvKloWuKlMppGYIkMu30U3bRSbXIOoPhI12Ecdbvou8ajfCqDCJX6WO+jOphSiTYrCRfIq2tr2I73Ftquj7l8b0vFFSxljLEPuGKw7zEVpaAriMEDV3Pbgp7gjMCQbXHcWn85WF4GN2MERaJChMVFDsqFV6bKKoqllY1Da09aHFG6lEhSVFOqrjbQoLLxL3aU1fqIYpMQ0WLugwlI5roq76V8VpXX8dV0o4ZTbQCxzG4sDsi5+IpU/4UpljwcLOnpzJta3p+e2xt8+7ZreDRm69S3pUWr07Ml9hppt9EpIGt0nrzoF1AC6VJNrAkEIVjdtP+BKqlEivsLTxUSmvisK9Cpld1htQIGgNjcEg2Gx2h6LPqEyIonKe7Kab8fQvozdSvw2ZtB3V1P7ORMUT6jTp1OydMqHKK1R7d2n0LSktrTfVJJsQQSNLyanQ4sBrkIGGVxUP5lJ4qCtGe9iAVX7Htc3FwO40097G2G4GI8OT4FZpMWUulv/FSrJnSgkFJINyrQixPppa5G1TDiuZVqTjrVGfpdG/718mfKrUp1BvZQI7jv6XNtolZpUqU1AoPKZ5S1pQtpCOvL2Kh6pHf1FrW22Pv19l+l0ae3jzBsRj3c/mXPpzXSnPcHjNpIISTqVpBtfqCSSboagYZiu4tl1mU8hxDDXCY7qy37m4ucwtoQDbtbzBKxul9s5VGoV5rDlN3VYNic0/NQhpK1uoaWy0DfhlVwkDS51uACADe2zp3WezpVKXhJ+U7W4qJWdKZCmlH4i7XF1lKQnS4uASAkEA6kVm7PdxAlT/tl96YYzZX48pHxXE30Sypu6V5raq7pGhFzfZ87ut52CIGI5cWBUadNhTU+66vTpv9XeSpdgyFHRJCb5bWsbnTz6whfulLbvpkyvuZ4x3vo3obpZUTDmCMG1Fhcp3leahxS/HmOkgJabbRnSt4kjqWLknQK1IY8TA0DDlL/np3tRKQvGUVpWeVFh5X2eKgjgABV3XiAQVggpuqxSMxVo+jYQ3fc0/9nOOiooYUtLEpYW+prvdlZ/SJOlybrBuLgd8++1FgPFsCg1bHlGqz9RixY6lKo3C/qbWWyyylKkFwG2ZQUc1xbMQABXah5EzK9WlrbrPczLiPfnPxRi1yfiPD0WqRVq/otqV8Xl4agApvPpxFHIcyljMCSAcoFgveFvLoNZdYgUbDz+GuAvmM9JmLSltdiEXbJy9IOhQpBGmotbaxpm7h2VAYr27l1eKKctpS8nAcYdZy2CmFKWkIz31BJSSLWC9CoFxPQuVlORp8SVS6uv4rsOajL0nTMhSu6LjKCLp8gdLbKbUJjdb1v6M2dua9pXBm9HCbGDt/lbhUrEMJHAhYqlJ/o2rNWPw5xFuWct0qcUAkmxCgTZVzgXcJvPo28rElBpWIX4sWFAaqmGJ6ZXXIjrW4HoqXxZElAUUWS4LKStBC0EZts8TU4cr25HDbrsul0vFFLS1DlSnWFJ95QrLQkpWEjOpBylQIKkm5Isc2zn/k7ahiSmYzq2DqZjdFRoXu7mGKYVuKaiviSgrLSTdLYIWbhBFySSCbWAOn1byV4z7/AP3fiVOkXflYPVGpUvGVBgRapRGKjx3VSFTWFchVoaxnSXWV5SzICCcrjUhF9bqyGwCnk0zFDtZn8+0+xFhZkofQjOhTXTclKFrshel7KISbai19nhR93tepeF67Fa5Va4tbmKjyP0XBUJzgTmscuYJzAKBQRcE3ubgFIxBAqle9wz8JrfmvoddW/kKuHk8S7MqDyddDYLIPcjUgDi7THZ7H/MKqWVcexJ2G8U0bdphx/FDXHfqi0IRNhteJxKiChlm1gRaynFC5BuToAdl3RpVMxljt/G1UqKFyZrqEzGnbxy24DlDSUEEACxABuQTrckku9dM3Vbwf6Li1aLhrEMXPwkSnyw0p8+ryUlB7aKcaFs1s4zHZU/zEYtpePKTQcRxJTi5s1pLS474RxGOJqpBTdC0hOosQkjTQGwaqsDiMCwNHfj17AleFNo9LrdLpFaoOaf7udU2hTwsEAqYWLOJy5gFoKkg6KB8qvBM6LjLh4S3fU6E8hx1bDq6c60hUNYJulbbi08MldiEk2NhlVY3BLVt3GGMW1mRu4xvgml1r3RAadpyn2FsSEtLKrht1ohSb28KTYEXtoNhrB+7nDm5esrxFhLAdRrEGqNcJ1rmA++21nBUkkZeIAUnKVAqGuqtBs2h2QiyZQMM7wZ+Eq7g1p1/CmNcG1JTsV9V3Y9QhghSg4y4oKsEqSSnMsJUSCkEZh+Vzc9ijFsV+s43eqi+PCS1VI8K2ZSk68w2UkcZoggFNuIADdKtNrOJVcRz8RxKpwpUpa1vurSp3mn0oUhR4airI8lY7BJK05RbKNSCTBW8HCWF69Wv6QioY4quLDQ6tqRFfSVn4iCBnCjqHWwQbqBAAN7NKWt2kL/iJ6l7lIuEuJWaDVqu2iapXCd4BkZVG46gpJCkHyuAL6XBISbqdVazRnXKXKqMqVS5yEZIs3MtDL4sU3C7PMkjwqBUBmIJOgDsnb/6DF4cpqnMLi5/i50hSNfNQI6SR2URbtoR3vf5w932N8L/0XVqDVOaQlHuuqRQtCrAKKEqIBStF75T6BST3ACfKZydTyftmYqzhysz6N7+dlxZVOfQp2K/mQp+K6FZQekeG/SXUFJJBC0ggjYPou6zEdexGw7VIkJdLfUlS1rW4lLyL9YTlSeqwJNyBexuQbjVjG6TCVZgORapSWIqJrvNNP0aUtpbbuhs5HcKkqBAAzJICge17ObAO8nB383zsT3NLWulr8K2rZmVixCDlPe9yCLjyNj3Q1z2aek2AS93Uk2ce5rjcpFwHS8EU1rAeT3dFaTH4SepcdVr8JQ8lEHNc6kEEXG3TeHuawHvV4lUlRGadiXleVarcVrKtSB4EyEpI4yEnsSQtIuEqAJBSW4behu5oNLcgV7gYeqKEJS7UshajzkC5TzBSCguAAjOsAknQhRJL7iYlpcWV96q0VhD8dEpOaQjM4wsXS6nW6kEdlC4PrfZLSXvYm+YJstD7hMBb0WZ+F8b/AM0u8Zl+l1Fh0KadiupkR1ZtWJSEuJClNqCVAKTa5Ch0LQRt8YSnRefqWF681FXV4SlT6HVGpGVEjgk5mX0kEgEXtcKIGtuknZxe1ZEw57Q9ZpMDBuR/F2G0Pu0aotJ+A45mbUYD69BZ3IcisyVIWE2IBKVZ0xPXqyKrhrehyfO0GbKRS6s07F4U2kz0nhSIkpQTxG1ADMlToUEltYNxZB1EoUjeRN3SKloyw5j3rtCd3l0uBVMJPYeqMV9SmvddZaCHWZ6QM0QvAkIduNEuBQWLELUCMqsmb1sJRZ/uHFu6H7KVGgvrj1KK60WmmXUN/EJTYhvpKdQbFKkm5CkkkD0Oqbr5U6Lu+lylsP5Zkh11oSEx2FXWOO1mJeazqAIBAQkkoW2Qkgm3hYzi70MOYaxHPww/FxQw6mjVKPFWH2KpF1DbqSApSnWwnMkghYStaQSCFhqqtfcZ+mRftESdN9n6g43rzFewHiH3pRH56+ahyOEuVDVYucO1i24gK0ANlhPa5BIqMV4MpeCMRy6NXnZTDbC0o4EfOhqUkHR1N7BShp0AkptmulJ4hbe7zdXhONvQj13AkSdh6awh3n2ID6kMTkBtRs8wkkJdSSCAMgsSSg3JNFvjp+MqzWa007yVUw8ipJXDlOsfeI7qQA4yh5myTYg5mlWcSQohJQQAXEvtEQWNVYoa+LRmZsJjwL4CeqQ1cqTmQNXAO5T1kHUW7nvgrH+KN31ZpuLaDixD7+RSviylozZrAgFRKVJPmlQIUBYAHZ74kw7RsL0GhSosSbKirj8WRIh3f5VOT9IUJuotgkCwudQCkakLvFu6+lyqN9t6XLp+JJWZxUyjITmTOYObVhaAVtvhIJCSLki6F9NjXEkJ8w3x5RKV7RjVFx5gh7gMMJS1XqMiPxZVDXezkphKNZMQjLfKCtkpTmCmzmb5V7EH2Io3uvDkvD2PKdToSH5TSEB9aYa75ZDDyRxENHXMkhxLZNwoJ1K+3d1Ld9hKoMVml1atYXqjy/uEh1TzSmX06kKBILTqOwUlZbULhSFDp2fGAfaIpeI5TGEt9ODsLrXW1ZmsRwmEsLcfULJdLjaQpLxAAKkkKuQCFAgid0KBK7d/vIoON6Nyu8Hd7S6o/QYS5FI4qWkVGRTn27ucNZUWHk2TYOJJBKbL4ZFxsz2ad6n2y3fROfriJsVDq6dCqiklClZdUMv51KIcyHpVchWUi5IBOFN4eFMOUavRMJV6nxYS3+YkUSuQ5SqcxKQsfEdZlspW206AlIdbkNFObKrMCQlTC3DUajbocUrw5hfEEmu0TF+WVKamNBCZjYKAeps8FbiAjMhSEoNwSTqCZ3yxTdDLe3WWqzVPtHhLD1UY4E2RTapCd47TCpCLtvBh5FuEog6pN0KBBKSdSGUKn0uqUZyjNO4rhLiyFuraqKkSmm0EFS27oSHG09jYtkKGosMxTryfhGjYIaf5mJKreB8ULS1XmM33inuqAEeoNg97KslSknOlWUgHZGYwaa3S48cwbPlza3iHgIdhqXSwtEqPclt5K2xdAy3uE5U5s+gsb0MqPeJSJw7WfdbcCLEiysNcLiutKabddjo9Y5SVtrbF7psTYXANidqHHGPcG0vC7FLoO81+KuKvl2nWEF1begvHWgqOoSkkGwy2UElIsgtWLL3aOtQK9jeJTmEVHwIiyA0l5WguFqGZLoUbBYKRbvbxBQYv3L4Ir2MmP5uatNqlPRkalNVSGOdhpJBC+OkpLtrEBShnI7hwEKNTJJ2rK7DmMWsWu8KBixmt0uEnM0+0+jmIMpVs7LjakhSARkIcbNlC4UlJCNmhhmbKlUvlXYmSU26nOxKaKmnknpIIWQFAhV1JBJIzEpve181un3cxZVJ981aFFf5f4CJDTbSlZdVNBSEoQ62NDlcQVJKSCo3JNfiXfPRsJT2KDS6TwEPyExWpSGA6wl06gnIoqSPMqKSAbghIN9ltjMZ5u+lrri6DMMqLQZ/NcWfSeA+hpKI8halJdyA/ouZSVOAAG4S8HEqAA0sSbWsUt2VwPukKbkdSrhTPgSE+uSS0Cm/ewUgoPSCE6qCac307weacdap/OyoSVLdi019pK1NdytKFk5rDUgAmxSbAG4o6P7Q9U3jYXnuwJdOpFb4qmmmqk6YTTixcJQrNm4az5kmyT3yg60ep05xFn6dqLDnAjzdruEq805K4OSo0RHFU07lYnwUKUQSrqtwllBAWCplwo6VqIBHOj4gw5iOLLdgVCFKYYd5eb3RlWoDxAiySQRe4AIPck65qxBi+fjKBAoM/msPV6kOqdWxKUhEjOCQW2H219SlJ1KULyuIsCqxI2GabjGfhyAw791m06a6uAh3KlpeQ3zRsyLBGcoulK0p1KgAb2I9zr8Qf+nXVpvf+2Jp/F+HGnaM/Rp8REqL0Z0vozpUgEWJ73sNQSLiw1Nr7Zm3wbr3aDiOJKo0RdRokpaczXFPHp7pClE3BC1tEkpBBKkkpTlVa5fG6HeDF3l0Fye1L+60taoUiPKkDisqvbhLUFAkixte4taxPlOxhglrEbTbTv6BDqkqSv9XuOpPn6dwdQQb2FjY6eoOjW3aN/L18gzFkvAmNvtRLn4Xic1k+BVKNIyMTU3QFFSQrImS2Eq+QJctYhBBuemJKTVKDRomF6DLmxWJzvxc6SngpvmUHLkC+dVlE2ICCCNNtJ72cMO81Sa9RuVlTYqEwpTS8nFlR76X6gXAhRBGhUBmABJKSBNN0vGWMmIFUe91zeEtUCQt3PTpyySnlZYUCYzuVtPBkXyKB4a7Hhr2Olm5ZuprE1CCz/iLSrPVmfWZdLdqPQijLRHU0/wAJedWa6QUkWKeghPc6WBATejwvhJreC1AqkWXUc9R4sCVyqXM7cpFspyoTYJWgFRBsm6Um1yTsd4Pg0ufvLblVTdbV5XJLXxYDUgNOvIQ4gZQpasjhQUnIgry+HrAFg++b3QYDnsYj3abrajSJS2ErlQGoRhsqylI4io6VFhCxqFuNgJIuFZhYgV14VcxbV68KML7iYre4TfTQaM3XaDLlV6qU5KUw1yEITPcYtctO5iGZqQBoldnEgkpWCCCDStw++nEdZiVTFtDqMLp+LzDQTm1N+HoqySo6JUdDYXOitttQ940/FrUSVKpL8VeXioTnR8RrQZ0lKilYBNiQAQdDoQTQ7wcYz6DKprvRKpz8hLTqJS+iOsg2XmAzJJ8JBuD20JvsCvWnEyh1WyrgiJ/d/wCyHQYuLaTVOFUYrFO6MzU11DUhHcmwWSgFVwWrpT53tcF9Yu3f4SlUtvDjVP4HhWiRwgrKpPY6AgEeRsQDawF9r9t934HCaX48/Qvxfje+b8Tc9te9/iozuVabdlOofz9CGsxT1E97K87eX7DbTYj3s3MTu1tlxz6/pB/Cu7rAeEnW2qXTqch9a86sjSEpe0AOZHzeZsQbHtbYpnxaNS4rkqVEYisLyoXks0n81Ajv6ed9vlxMVrgNOxPiPozZPElP0J1sT9T39Tt91nDPvSByvvCUhCFeDRafwIuCRa4FzcHUG2mwu4zQPfdvmAuKWIEWA3KgREPxX0ZnYUWFnU5f57tpzKBGuo+p8zsrazhbFDTXvSjUSg4aWvrfjz6ojmFIVe98qTrmKbBTiu4sQRq7nsAwIsDkMOcGkIzqztQGghCVnUrCElNiTcm5IJJuCCQVzv43KYy3q4TYgUzEDaK1S1KVAfkO5MqtLgrSkZMwFiEIuDYgjUkXk3zDV2bmGTMW71KLjylz36XWZb76GHVKyOrOZKdCFjsVCxsSCoG3mQCBOK3WXYsThU9t9HSppakFSVaWCAR6+gJN9POxd9R3e48da/m0xlLm86//AFVUh3K/TZ+tl3J+JFcJSh1IKk3UhwBJGYztyns84tovvKqb0P8AsvS8q0Pw31BK21JJzLBF0EetibW1AHfS09u1MPPUVWpWgzEvhWvz8OV5fF40KnVBeSQ6wnOuC6DmbfRm0zIWLgHv2IIJBa+JIUXfxgh+U60xT8a4Uf5eqNR+nK72S6hJsSw8bqFrWJuPUWG8DA+6DDkVxqjbx8X1Fb/TkpsWO+l5BIuQeGRoCdb2I8vSDSN3kWlyqTjfBuPHqg+hhUCZCnwFsSJ0cgfd3+G7l4gSbi4Ve6SASCAYWK3MYF6MMxGwN39UxHxOaiLhLYzJU+vw5wbEFJtlN7jvr5Da1aw9FwvFc9/Vta4SP7LNmQq3bQ9iNSDqR5W1uyt6lClUaB9sqXUaiiLKRldVpmcV0hHESqyg4k2Q4VC4KQSLHMa7dLg33z/2y3oRIUqlwuqPHmNITxsp/SXBtfQWTY3FyRaxF96yz6hETM6bvN2NUxu6jEdLqE2l0XLmS/K8Lye9kA6epB9LWuDbYmq1QoNBdl0HDlPfqM1teSVKlNDNm0tckC6Tpa1gBoPU1eOt8vF4EWLT/dFIhLzMMQ0FSnEDsFJzXuBmBSSL6ehuG4tx9AxRx6o1ieKhfyJi3Q7l7gKFhci/nb8dl7Ue71ESLtQOeIXP73Z+HIrdLiy4sVjqzcVpacquwAUgE276qFrGx9RJwNjB2fxJ7tEhTn4rq3XUsTQth69jxEZR8JehJslIVrckAAZ7mVD3o65KazvrX41ZPEr9pG1tgat1nBtUfdgU9b/Ox1tZcoUpNwbWGp9AQAbi4t57EGn2iX+mCJgRqb3sZ/zoOMRqDElcOC0lUimsdM9nLoo8sq/FR2+IypYI7hNiT9+yjTKpK3jNuwKtx6Xy6vi/K4pOuUpN8qhZVxcg+RIBsM4e3OY3xRFcr0qkvsLWpUiPlRlVmvcFCrhKVAnSyrjQ3udH97L8H/tG/wC/6fKYxCxmhz35jBYlvJF+GXiQOYtoA7qq3dSrg7QzrWsE7JXXsmhUwuK78Lo8PyHp010/d3/4bCldpbsX4vQvJ48nSvv3vfuPpr6dtmcmO01+p/f/AFf+HrqdNl7vMxzhzDlLclOtZ+lScjVldd/K5AtoL63HcA9tkxfueZxG6L3EEyLAacn1SWjw+HoTm7DObWHcgE27kDXTZMYh3jUuqT+E7Mm07qSpqQmOHWnP1Q4hd7JIAB0N7du9hzervT98tOe9MjHytIT0q7fjok6aedgdldQMSRYufmnX1/33epOU9yddDcA3sTpfTZ5EzzHtNplA3H3GHUajAlSnItGpKKct/r5WLHLTSlkDshVwEnLooAH1JFztNpLdU4vCgYZQiUtKVKjtJ6VW0Kso7WBuclh81hqdhmn1vn4vISua48WUlripQl1bKCdFjUZ0a5stwR5EE7HOGZGI4GKG58WrMe9GE8WLITHcSly1yAqywq/e1spHYgXuScL7mkiIgyY9d1+4T+cv4WN4nu5aFIi8WOnhSo6TqgLuDxE30T3UCCLjsWDE9nOVAxHXcGwPeNe9wxWn08nk5pUcnUZSCFrAtdNwVWBABNigZXtabxmp9So1ewzFhSlxVMSOXdKFPdwV2KCASD4gAbAAg7Oegb4N/uEqNRfaCpfJVuK+lNLfnpqiZTUxgLUoRpqFpbdbeSogIzkqNyQU3JU4mxl4jBrS0TlvK3LbvouEmN41GwnV2JS8sWRVIroUxnvbhvtlRDTnUSFEJCjobkWCdkTKNu5qkSBS6fKqMKqOqjzJSmhnZQvLmQogDVKSSlJACilRHnY/xj7W+8veDhyrYclYZpFLp1e4qZSGFr+Ik2JGvhXcDqAJNyFA6EZzo2IazRseS4squSn2Kp934Ttl9JAOVYvlWAeyrApNiLdwu5TftlQU+0QyxRHgO1mXFns8eKvqQrLmSpJ1SRc2ykG40NhbQWO3bcZhus4jlVaVhzCb9Rciv50cutKHW0Hp0JUm9ha6bjy89pdLxXAdlT6DPiMIqLGf3W+7ZCXE3sYyz6Em6FEEAqIICToGU+q4y3aRX94NGiVSnMSqkuBP4SSlhl+6soXZPw1AaDS+oIULlJWCFItZp3wcR4bucCSqzvQl4XisrpfHiqW+0uOUNKWTpx0p0tpoq4IVqFA2J67/AGhNUafAo28tnj4aioUxNqNLdHNU9LgCEyllPS8lC8t1FIJT0rSFC6uPs9by6M1iOfWcZS30ImwOE7Iiyih9lXa4KiAUg6kEk+GwsLbJTGlYrOEsZOSsOYxqNbm80tXP1SOM0ppVzwXkEZVtFJAUgAJ16QmwIJYnhn5gUGyUePcF1Sgyvc1ZdYflUR1ph+Ui/AlR1jOxKQpXSppbZBFyQL2OoI2McWY/xRi2l4ToMp1C/dGePA4TWVWZYQFapuFJCWwQkCwsbW02YeE69uHd3fVaLi3DNUZrb8VTVI4TplRYqu6YnBcOURytRWhSLFBJTe2heXs97oN3OPMG0H39UKRT5rDsh+AmUj9NcvBSW1L7KyXIsQqySbEA7Yl922xEI5JlxVuxEGqqfaiB9jcWxIXv6LlfadVdHOKskJbWrpu5kNgHLi7moBAUaTdu7xaNUnZVDfirhT10534oVw+/TKYPWy6T4TlAKRfXsJm8Wo0uqNOSmv8Ab8xFnsZFcPqUpMdeW5sG7ALtewFgU3t+0iq0vFHDpeI6ihmqIaRytUyZUvJ7JalZhmBABs53FhqRYjT+0QzgqMfELt4tRi4o3VRGmmZUWo0GRxUripQ6pxgoUlXDIUlWmilNLBHRdKrGwAMMb458D7hF3hVR9hhC+E66jK1mGuRSXSCpB1UbKURbQKsQZmK6RKo0CXz9cq9E5XIvgIdSpUd0G4dZOUOFChlJGZVjqDYm67xru4xHFw5A3lwKhQcSxau6pqa/TckV+HKtmUiVGVZLRVcqCk3Qq4IFybzpr+9kfiMZrtQAf3jUxf7RDWKMEP0ufE5WqMfd5CGncub16bBViBe9gPW4IJWm6rdJK3tVSfFi8CK/Fa5qO1KdDSJTHmhlR0KxrcaC3newMKk0bC8+ltz58SbCqLC0qdTkQppXTpoCL/mCRe6VeYK6dW2qzS3JWA62xNlQlr4sJS1tSG0C5Upo3zuWHexCwBexB0OWVJyBK4PVTAU+fXvddLwnKp0WKtUd1UNri8wtJANu6RbwkkaEW1sCWPu5wfWcOY8ifajDFRpdORFUlEqVFCY7yleSlpJFrdza2qQbXAI3hnEuI6DWWJ/2yfRCf6lQ/kbsCM98pJsb9QIsdCD32b1I3u1mVK5WBVqW+haP6u6kLS5pqFJNjaxtYg/h22KtnEUt1G04gdjc4DixWJ9BZyRZSlRZUWQ7mVmuSi6Dc3Buq40GUettrOiYwgUvCTkXwPod6Orw6+Rue/n9O3ntOxhhnBuLYrbrsRjBtXQ7xUOsL49NeWPJTeqkA6+AaaXBtfauwtuAxHjzFrECqVFikUHKlapUK0pCVa3y9gntcE372sRsSiza2JmahWtEqpO8CqT3eFAdf60/2V+r6fTt3/H02ce6BlqfFbrOKGVxVrdUlpC1+nprbvrfv5WHmUq9leg4Da+0eCMbzX6pCzSP6UhodivJtbIcgCkjUgkXIB7abKypJxRVKy5yDUWlsTX08JiKoqaZXYAhBUTYX7Xts5XYQ/MTOn2rn5mpqJEw5Fa5rm0IX/dVl/d/0+nnsXl/C9Ui8hKaQ+3k+aOFp/YQR+7ZbbpvZjqmJ4qJVUxDW4vhXxVcJSOw8F0m4BvcHQ2Gvc7GuFsIYo3OYtlwd41QcxDQX8q4E9LQ+CkaWULm2ndJBv3GzJuA8YxVW2IEYu3BboMZfpYiIr6PCqGxwuoedhp+0bKDFe4ms4I5uVhz76wtCkKyIHh079gbflbb0RojOBMUROLAi06UhaPClCcyb+h7j922V/a59mnegXPtxuWxvV4sRlCuaoiZWVF+92yfqBZKrgEmxGgK7Mlp2Hgxs1sy+5i2BvHgRao5hefQ6pFlMKUlf3XMlK7310BF/wC7m187a7Ej/vSswOLS8jC+nqdjupWlRtrlUAfr6/hsisaYu3q0Ge/hzerhNdX8fA96RVQpqUnQlmUylCspvc3CtSLkWttUU6uRZ8CW1hzFmK4L7CFOpgVSRx2vK6W30LBt/dWgXPme+yGorspH7RN9Ju5WaRoe7lrFrTjWI6hkrcLK6h2K7k6CdCUElKiCO4t31Hrqbcjhj7JYS4Tvx38+Xj5cqlJ+o7X/AAA1uba7ece5vGWKIrreKGqjklQpSGnVrT1SGF6KQodiNdCAT5eQO3qXhplqfhKB/YZ2EuryIy9Vv48/27VqQ7MmNaOh0bygVvOxJPdgchzaFo/U/jy9ds51WoSuK+1KydaFdabJSlIHc6jt+I7bHu+iXK59tpqWjgIXlV3Tmubetrdu/e/YbA1MYadqkSBKeR8dfjV/y/0P02zQS9hSbzeFeYpsY4kadoz9Bny4rC5qFIyO25d5JF7FKgQD2FxbXWw81scB4Sr0VyLAe5WV+olQWnQeQ9L+nl599h7ftXGp9ZbitPdCMyujpy2sALeX+Rt9NllDqs9p1vhS150folpUUqSr6EajZqutsZmfeC58TCKsYFxHFdca93OP8D9RHi/b/ltKwlH+F8VrItHQpC05VJ7+vbYuwjvHlT4vuvEbvx/C1KWnqUn0V9f71vLX12tptGaiuuT2nWH8/wDfyq1Pcg2P7PPYNrt9rQVbNu2vAxMD7046610f+Z2YW6BMD7UcWAytjj+JCF5kfQW/497bCsqQ007wvk/8z+38NuGE8U8hjKJFi/O6lK1/qpB/5DY+nPqPIccRx+0PR3ZWHG5UVrPwFdS0JOZKfU+o7d9PP8MvKgVTi8L3S5n6enKU9/3fs23JPDUqjc068voR1r8XEvpYjW4P01Fwdlw7SWnZXK8GF0Lz/rIV+Cgbi489befnt2qv7ZgNZZ28GZwRTcW0v717pfQ2hSfBfN63FtdPXy/yLJxpeMoDbrURFLxKhOVa09DFQSLW4g7B0ds4tfsQdLG28WmNNOsNReOx4Uq4XV5XNtDmF/O1zsEVOhf+eEtb76E5unpWnv2/WHlYC48/oKuxnXf6gqwXGZIwLR3eLwpUTO+heR1h3pVm/E6Dv37G4PbXbTtNqcDBu77lXaJ0TWlIady9XYA3IFhf8gf2bKbdow1PgNysR/p0ZUIlZetKO1ldsydT37AdxbZnTt8EXBFGcoM+kwsQ4eqKP6u6vKtnyDjaxcoVfUXGttbg7dn6hgjQ48xhoo8dri+4XHZTr8Jef4SkOlCk99bi4+tj56gi2qydNLrLXCr0t9+V1ZH82bN9CQLpV9TcHzvrte4ue+1FU+Lx0U7P4M4SrJ9NbX/z/PQloW5OLK4EqBzT7C8rrDuuTTWyha6T5G4I176bOkJXwIausn7YtINA5CU2618dCPmy5cv4gXF/qND6DtsUNOtSpXxc6P8A0kgqypB/PsfX8x5bMCbuqn0b4s95ngPp8a0lC83okgn8u/bUjQbD72LGsLu8rRsPP1F+KtPhaPw9TqVi1yb+ZFtDc3ttUFYbtlfcm0HG2KKXw3cOVZht+L8VLsdotOqvpZxHgUBe408r2Gm1XiPeJWcR15uvYoiU5GfLFkPx2g06lOvi81JGtie2v4Enfj1nEc+PKd5WK/4mvhDhSkgXILiQMrlvIpsoA9V+xRiip4Naw4xApdEhPzelp1EhGRXlnCHSCsJJGYJuQO1rEnahIhVG2UtEntRYvuas/faWtCVMLyBSU+YVY9ukZSoEAiwsbX2bWC6zAdw5UqM1Ef8AcMpCmpEdLoUpm9wFItob6HKQPI30Oy6wbS4rrrf9HPrWwv8ARRWipSk3vrlzdhfUWBHl5Eh3j0ujYcpbGKIsuFNpcrK1I5WQY623R/Z2uA8R5ghK+5IuANg45gbE3vmCWNavheswIjVLpy0SqetKEVKOvwpBGjnY3HcWsR5X2J8JUGfPpb7UqooldHF5hrwuX7lfzJV2Bvex0JIN9h7CEDcZjeLLpeHIlbomIepbqVyC61MVfUpCjnQu+pTqCCbEE6EOEqg1S2nIvN8DrVmV+rbS511HqBe9rd7bKapt3jBP7xCKkxsOUv7q1kYf63YsjVKo7uncoObKbWJA7XA20Rudo1er2A5fPtLQwt3hdNkuqS2LqPTooa6KsDp2G2dYdDdlVRiVPocXJK6oU+HIKo8pRNum/Slzw3Scigb2BsSNY4+d/m03GRGmuio5WIXwnU51OvKuogKIzZUZiU3BITYXNgXNNUUTmDKbWi5papTTrErlMi2FeB1JStOXyB+hTa1hft9NqP2raLFaagYtgU6lo94sOomIkIzJUsFOVwJ+Y5SQQO/mCNiLEc/lYsSqRXloWvI6vJ1IUoAWNjqg+qT27a6Xge1lu4rOLdzeF8UUvFlOpdL51hTq5SF8ulSwptKFOJuWwV5QFEWvlBI2Yr8mk0/fEWN2GDceYS5rBGN6IxiGltKdTSEyg068kdSuWz9SCO4aUTewKSBrsLTpE+fFiUas9cqV8LnVILSnlC2XMTdKlA6FJIIHYEG4j03BNBoM9x2VUYUVb/6VXFDsdxYGv3htOZAOtleE6g2vs16Bh3dz7rcdgYmlRajF4siOmQkLaTYA2WyCQdPC4k2BOoJ0FSJoiEe7Gixd32HG4uLaSwuateeO6tAWltKrBPBX3CjpdJAsbgEgkmFjBqvYjlP0F2uLio6ZEBpiQ4hTeU6pWlRKVXNrkAelxcABmP8AE8/FtGos+LLWwww6nl5EVBfVmSSOIMmq7i+ZBBI6tDaxjUmtT8RtOOu1Fib0pTzEd3isNup6eIlaFFTSr+SgCSSBmGgmw4WcPKCFTobs91+LK48V/wD27S1JU2q9jcpvpfQ301sbX2uN0uF941BlS8W7pXnJVUp2VNUix7KYqDB1KHouccRYy5gU2UMxUki5Jtqlh+qcJus/HYW/8VciK6M7P1Uk2zX00BJIOoGtjPdtvHr2A3XHZVQolUQvpUxKjpa4zXqlQASNTYhdtfM2uVafRzK2VrYNrRn4d3i0veNQW2q9h7leOwpqfFWgvpbVay8oUkKUAcwKXEJUkpN76namnbtaNApfK0uWthf+ydu7DmNKPSpCrBTKx2KVAggXBvtT0rf01FaqVLqmHmKpS5rvC4ub71FdV4UqJUCrIT03IcSB0lQtayw1vYdoNL4VZiP1GnIdyLWmyX46TbqTcBC0G4KkqIIOa1+2wLl2vMLUaVtO2a4rN9GCN6FeaYpbuMf6LYaS0iBUoqVxZiUk5eKojOl0XSELzEdCdAcxK6g0yA1hdv7URFxajQema00nwtH+0Te9wLAAjMk2IuANNzSZtBn0aW7QeVrfAR96pedDUhxJtbK25oq/7CRYEmwOb6qrDjtUf910ngRX+lp3VC2Va3bsejS9ilYGh7AgEnR8x3Sag3LtcciCeDcbxZXD4VRQ++jMtaFXStxoKsHEi5Cy2DZRTqAQSNBev3h4Hdpcr3zheIvgVRWZ2KhBUwmYeoqAT0oLh1uLFSibElVtvtEOA1XvhclTqpFd+LFmwnE8ZOUm5UgE5SNUqCVEC4I11ZtLhxazS5dBddYfivtKdhSIsrMltJIIyvI1BQo3SoaiyfPTZweawNiHSXbl9H3M0VuqVR2jfdXUc1Fd61tNFKm1pJCkyEWKV3tlKzZQGa5BNxe4exdvBwHKpu8HdVUWIVUlJSt+EuzseQolKltOMr8TSgLaG6TcpUk2IYrz1U3gypeA8eVynUveNSMrVEr0rLHVVkfKxIfSQlalCyW3FganKrPqCaezZuswbvfgVKLvBiPsVvC8pbEykLd4D8d9ItxFISbpUL2umw1uCpJB2qBlsTS/l3LL6sb5MRb2t0Dcqp4DRhutSumZDYlKdiqWNcySQHG1K8JSQoWJAUqwOyFwdhOs1TEbbVZpy6Q+w6nnUeLiZrG6Bcp0TeygSDbUk6A73+QIuA6zRcOUt2VVKWuaiPysp9bS1IT1AcVFiCnLcE3N7k2sCOTNSqnuZ+stPSn2IuROao2dfSgkJup5AuoACwUsE+pvclrG31KKWldvzxlFa5fAeHJa4rDbCOcmw7oXFRawbuLZFEAlSgQoDUam4CMFQseVnDlaw5S3adXqXkU1AnurSp1l8tCzSiDZaEgA5VgKBNwq1htY1reHAi1Rh2fT5S35X6KZCdSrKjQDNewJF7gm9rHXte5xZEw5jfBFZr27SiRV4/o8Bb+IYFOUYb1cpfhVUUsJIKn2STnU0TmCr+IC4HbdKNYCfISFg/e/vBwk7Ao1eqEWVFQrIwiYs8VtfYtlw2VqCQldwpKjYmxBTpT+cmjbxt2lSitc6/KRCUtbXFC5jKg2blIuC6kFKrnRSSNSTofPWBWq9PittNVBdRhLSl1DU/4q0pB6SlRuFjXsQDa/URrsyoOI6NFqkT3DUJULmmlOuw1ulCY8pNruMqBzAKToEgkE2A1NjjX12JcLKz/UTM1GiFtma418P+2bhfdzu+914DwwjiQmuA+hLX3dvL3Q5lAU2o2JzEWvYXB2N8L7ydwXtBYDRA304ZhUviKXwJVUyJj57AFTUhslTDgvYglsnyuO2cKlSp+MqxwaW8yxW2E/cpHFHMTGMxuhK7hbibFYUy4Fgg3QpBSpJKqXgbEeF4sufFiLlIfaVztORCKmspAGdCQkrQTlNyBlPYpANtiMADuWVfRrVjnmNudu/wDZuwRRpeEv5x6RKYWpNRh0movpTKbV+tBlJNn2ikALQbqIKiVEkHYg9jvD2BDvVflYJwzT6fT36Q/y7rDAZdTkcZzhYCQo3V2UbEhN7am2aKMItLrLbtZ3ev06kP8A3eUiRFWhrKpeps4M1xYkJuQfEmwGml/ZgS1S94NJn4cyVunVGLIRCUxKbRxkqRmDfxCE5zYKSQshVwDlN7WSx0sGfU0U3KBmDO9uXjfdzRsb0aA6/KWutzH47uVClxU80vJe1vhAr1USCLKJJ2XjVMa91wMW1RmL77lfd3ZVOSMj0gIBuEpsUqAJJA6Vakak7GftSYsqkrEeN6NhynrYqjFSfdYTKdMKQl1V1p0dCcgBXYIVlChqFLBA2QO63eBiil0afFnxELqNL6VMSmlIW8wm5HCUP0chlVlJSoFK0pAt2INawt9RuqwMuBK+vB2qOuVSBUIT86VKWpMd11EOQ4SSS2kqUW1rSQFFOZKgLGwOmzK3CYy3lxcR03DlUpzFXY4q5kBqpO8JTLraVk2zJ6VEZgHQQAcoVnF0lW7zE0HEdZcxQ1yqF1dpjmmmr8u5IQ0hCnEKuUlKrapcCVpNybghRMfZoqLWHN4NNadqK5VLmtPsNJadPwXVjp+GSQUmygFC5uq2UAk7QEBnGvMa2Lazi2fvQl1l1mVS/A1y6ZAaUrKAhTTzKvgrVcXDgKbkkAg2ubGbKa+6yudqLD6U/FdQY76k6WUVDMC4mwsvXW3WDbZIb1ZOLZ+I681Rqe+//SzvJvw8/Hb16AlIAVrqkpAKVdiARbZ7+zr7Pu8HFFGpuKMZY3lUtiKriu0lN0qTa+UuXIJSe+gC03IJsbi6gmWHjLKm4AqlZoz9UqlWfhRUZmosrmAhSbG4LguVNqHYLSdCAoAa7UVPwri2fSvdePN7DE2lvZvgV6BGdlNtKH6NEpACVoHcZwbEAhQ0sZe0TivhUtvDlGlo5KK6lqqO8XK+2wO4WBZTo7AKFlEHuSDbONc31YDqnAwvgjBFRqNXcWmKuLI+8NKVa5dZeHXonWxCSBr212OT+ZfapWM1n2Td30qK57r9omqSn/A01wGVqSkWtcJF1aWvddgRcDy2rXk4N3I8DDlUqMXFEGapLTUymrMObHkEdJNroOoABOl9DoQds9y8Eb/apWW5VBZqjGTK60uHIDSW0GygA4pQ7AjS58rixudE7nJkrDlLlz98kvlcURUqTHqMpCVGdCUFENSEZUoUBZSU+pBIUDcJGQF+2LfSVt8SccRNSnW6zAdrfQvJKaW/lzW0S6W8wUPPOizgPcKULgR8bY6lYow4/S/s9CchIXnWv9FITktdxnPZNxobXF7ajvtIx3Gi4S4E+fh5C4tUaSuFPzrTFbzAZEF5tJRodAog9wCSLEKDF02U7Acdi4hXFX08VrkudYbWLJKXgxdXDKvCtClZR3TYXAbV3oUb0ZT/AE+hvYn9UJFZddfoOHHVrm5Pu6FtHLISRcgWzZFi9iVAjzII12fVAq27Sfu5wnRt6uIZUWsYXXliwF2QpPEbKFBkqNnmnLJGQKAzJBFiAdlVharymsOcWs4T4FbRDUiFUYcovsSmgi6cji0hS27gkEArb1Sc4KQihdxRKpcXi4oqNLq6HFKadpspHCW2orHwstyWnDewKVFDmqikkFIBTUtQ2gTn0qMNg4E1vgLGe6qqRW6XhKrQloRmaXCdTwn05SegocAUQOw76WsdivEGEMJYtiy4uKMMxaixUUJ5pD7XVIy2KFqULKK0EBSVE3SQCCNsFOvQN4NUptBwv7xYZqMhEWav4iJUFKSFkLSRYONputKgQoC1iRY7PHFmG8W4Di4Tn4I3sYheQzwoszk18fnGlN2bU4wEqTxLpzEJQAQom4uQdKuzK7TM63p7o+a2juq+7HCUqLElNRFsVGkMKagSlSihTabEWUo6ZQLi6r28zYnZM7yZ9ZagP0aqbnKpS4r60cKqUtLUiK4q3SSWVmxHkpQv3AB0vOo/tDYowvjeJhLG/AqlOmx1KRWaJDC34eUG8hTCCAtsHRxKRnGugsbScMb68b0vFr+HK9u9w0unSvvsXENIfdTTqtCcF2pbGUFJzdikdSSFBVwL7TlfiFqr1FX38zj7OmGsR4cqkvFuKMYvyoWThIRP4icqTqXFBQGoBSkLBIHUBa5An4poVZxbPnysB1FEWvVd112ApeT3bVnU3cSwtwAhtw5wdb3yhQPckxxLvG3ctYXfi48p02DTpqUokR2rOqcYdPS6wtFg6LdRSCFJAuUnUbfeEqnuvn0t+Lu5xNS6ihCEO9Cg1IzJvkdUOkFYPTmAuewUb60sLIMy1mpdB9vMQb2Cd8kCqMYyxvgOo0hhDDXNcmlH3NdhnKzHUtC2yQQrO0EXsdANfp3BFLntfcHuOhtSpkdEdDSZUdVyAtCFWC7FOUqQQT6A2vqn7d0t2lvz6y6iK/wltTUcVaU50ixUCm5TcWPlY97d9sjYgcdoNLq2KGqsuo0/irXFfXkkI5VWgOdoKQpsXym4BCU90gAEddm/3D6LUPqAciDVWlY3nxWGqzhOUulvr4UOa7AQ0xUEJCkqbSokBLgNwUOIBJBAIJJ2uKV7JX2jgR5+HKSxS6XVEKU77xlOqhJzeJLKVJKzbyRbpIsbAX2OfZmrM+Lw8G43xC/V6RUWlVFdBqTvMNMrAGR+LxAooCMySCjRJtcEkHa23kYudrMqtUaLiF+C2ha2oaGllCpDSFWGZaFEOpsAcoIIGltCNizRWfNLxtuW3GUFjAe8urfbmqQpSXWESobcp2myA2UFxOUKQwQhSgVOLKlBVjm0G3ebSN41e3gwK9Kq1LhYAq6FKgTKc1x0NylgJEeUSoqZX1FScqUJNgM5uEbZXx/TqzAqjFLrOCJq0VRrLFW01x48hRRf4ZSMytLqykBVgojpFg1vZw3mV6Bw4uN8QrRCpa1Rc1ZaKUuMBd+G8+og8RvXKtwaJ0Kjc7CJ4g7HKrxPQPd607iPC9SwH9posqo0tpXLpVnQtMVZOXrSrNlN8oUCSghNx2G2e5Ka87hfGFLxvRJUrFG7lTtSpvFnrhLqFIJK1ltyMAhD7ZSrOkNlC1ISooSFpIvcS7x8OYX5TFEVmE/UaJldUikT0IkSKc8QFkNrIQ+gpBuMyVkJBQVEBJCIuO6NWZ9aalY8bxxhrqdpdWddQ1VqelaLLgSjlztyGwAg8dAKkhIWXDcgtfksBUT8xXU3GG5bfbPlUefvDxJGml/mJVLxLSYrqFLJBbdRPhIDS1WADbhyuHLbNc6m03A0qA05AwHvCg0ibCQlOda23WMivCFocU25Hd7EOEEK6gRcAlXU/dTu5i4jiYjwviFFIcZXwIFSivlEeRlSFcFxsXTYDRbSFFOhIRaw2ZmGk1SfiN+K1T2JT7ELi0ufTZTciK4vQvJYUQCltzQqjq0NgpCQQSald0MRultvC3bYtxvg2BFlYelMVvJknuwJDciPnHheLdzxEK0upAKk9JsAAoLh/c9iil0GBFnuzfe8JH3WYqa61KzJB6OIbpkBKQCCQolJAIUL3GWPbDi1SL/NzVN3qEP1RS6cifDmck/FkElCbJUQW3EO2SUg5TluCk6bMj2f8Pz8UUaXg3erVn11dDSfDNcjvyGkC6FvNhSkF5tXZaelYVYkEkq4eMhVWJ2qvT+Qn4jrOIZvvvNkakNQlNLStN8twkJQVGw1QpNu4sdRV09GLYFLn1mVEQhaOuPKQla2JSCklTSkXCgo9VlDWx0JJ1201gjdLhejN0tqk5JUVC2kO8/lkOJ1NuoHNfuUkEHsBbbF+/PeTWYuPPsvRqehdLY6lsSFN5JDR0PZVknyuCSk9wbW2JndIwFi5pVcrLsB+fS6fSwxzCVsQ2Ol+OtNwpkIcslYN7BsjQ2AIOUbGeC/5tN41Glynaj7nXFkJdlQJEUqhvKbFxYoOdABJUApIKFZgFAWOy7hUHGVeaq1ZlRESkYeaS+007biuNAKJRmuFLCUglOYgi6sqvlJlvDokWs4IpNUwvSVsSq3HS6jhZkuuJGXMhWb5xZKVKzkkHUAgEjwJQxqUvE2CGqNVq9u0xNTps1DCWp7DEpHFUkXAK0rWSQe+ZZNjclXlsa4c3tu0GgxIE+oIlMIWlp3Ihvjt5ho2U3BzjuhRyhQTYZiRfJWGsG1TDjTeKN4O71EqnRUrUqUq3UgD5nGVFKT8uZyxte9+40PC3nezxjzBrEWl7nHGKuiPycWrSpTbUplQV02kqVdxlJF0ghRKrAJJJIVto+RENZRXcv6g/vHR7owljyA3WYtbYlIcUn9dpaVAggpNgpKwe4IBtcXHYjOPMYwMOfCn4ZRKlRVIYamyEIQtu67oWlRACklRNk5idCbHUBU7p94leaxHPw5PiIivwsvHiyoqmFqQc3WpBFx0pzaJAOhAIIJblX3j4Idpb/CdyPraycJaSppxYNkpfaVdI76GwI7gpJGyp3JxPMGp6X2e/6Sn3ab1a9Xp7k+qRKcwxm5eQppKM7b+UBLma4uhQNjYXBsbkG+xpvApbrWHH57UvryKWlCV5U+f07Wt9NT3BttnFzfTz7rkCVgNGRGVaXUJcaU2kKByqdFwkKI0SdB2uL6kdI3u0veXhz7JO4si0dGT7vHqzuR1NhZTSJWjbqArRKXEtuix0I0C+oD49S+poceYBkHA1cn0assc/L4kJ9aXXY7rpyKzd1oNrIc1tcXJ0BFrHbQ7eGPfMVEWfEWjJmyr4vUnQFKwQbA3NwdbjTtcEIwrhfC+7lr3ziNqFC5VPwlIkDIq4vc3NtVdye19CexA2/aExb9qOaw5hNhdIpzvVHady8RAOpSgaoB7BVrDzAB2VrsCDBidzC3GBNXtPUvDlLclT3kMIip6lq8KUjzN9ANO+n/ABXlWxhAd3tUWgz5f9HTWsrS82ZhT6jdtCvIZ8pAJ0BFr6jZcbx95n842A4jtBrfu59c9cWRFfQUq0BVYqTqy7lAIKk2AFrA67KeiKi1msttV5l9fJNclnzLQhKR1hBUm6QkKUVBNrAkGyQbh6pBcM5mhoemram+w4ja/wDRshhzfvU6NjyizWMKZ105qZDaXIXFmot1qZRdeWygkgAqGigki+2kEYjpbsCJWWnePCmutcB3I4lLyFW8Jy3BsdRYEHQgd9sC4nn0uBiifVHai57xfypkSJWVT7mROVJU6nqcUE5U/EOYkalWhVqvd7/KRYI910nCTu6fENbmwkcvM5BptbCbDocQpZFlKTlsggAEm6rWJfr01bDOcRm/pKLgr/eGPtJV6Bu0n4XqmCMTIZmzc3P0mfD5iHMjhJOdLyFJUy5mKbKJKToCOwK/wZ7XG6rEc77O4teewpUVp4SVT/iwHlAAnJKRolIuB8VLZuCNLEgA3rTMW788buVSl4elUjC83NlYfkJakQewKMqLhKioXUAooBJNiSdktW/ZrxlhzFDbvvZEqL0raXIsp1z6ZkHKSOxUAD2uBoTV1ohLNHpO37wZtXebuci70KXErOHMWP0+owkcWBKayvxXkkH4TwsQpo3PUiykm5BNiNslYprGLZ9eqWA8UVCbKmsupalU1cpSetKApaQEqzAlKwoKBsoEEggi92MX/YPgO/aGVSJtOVm+4PuMdZFlBSEkJUknulQIJsbXA2Fd5m97BG9X4O9XBr6JqGktQMX05oMVKLYnIHAkZZbWYklsi9sxSSoAEFA8+ORA6Lcr7cEr8GBOH4UVrFDlGo2LJULJ8VphrpU2rTTNokkHzsD202IKbiTFDuMmIE95aIq/uq5DrQQvvocptcBViBaxGtgbbULlRpeEmnOVxDCq6H2kyFyF3UpPo4FLSFoOhug97dz3NG9i2U7VIDs/gLQ/1xX0KC48hBJBtmBy28JSQSki5Ivs+ULLxN4plcTTc6kwK9hxdGxHLizeMlLSmnUB1pxXbOEqvqLn62B1JO2Vt5tRxRRqp9nPtDysWnZVx2EZ2sqT2cSQo6EaCxsRftqNmbjzF0+vYScagZKfUWEpdQqOo+JI6SLk2Pp3B7dtgTHGIYG8bDkCsz2YsLF1OYU1Pi5glMxCbHiISQDY3KralKsyexB2imnH3xarS7PvgtGlc01/TzvHQj4qnWvFrbquO/c6m5+uwowiLz7n3Rb7C3VcJaVlKst/zB08jsZUOiuuwHHWqdx0SmulGcIV63TrY3uNO5HYbWmHMMRWmnJ9UeYisI6+F4kqVa/fzI0uAAbEnMLatZja1yupuG6zWeXao3XFlITm4Vs6U6X7jQjzUDYefptoTd9E3GbtMOMVSe173ryEKzqUkqdSqwJB0uEEiwUAEq1sLWunnMY16VFco2DaStaP0XMcLMnL/eUDY6WskmwBuQTtNpm7XeW1w5XwFvv+Piu5l5D5jQAgDWxIHYW0G1GwfuMR1roq7MxuMY43ob1ZTkXc3SYTbFOyrU1Ps1mV5oQkEFRHmSQO2o7i4wVWN40XeDAdxG6ha0LyOx0NeFAF73PZI1uQADfU+eyaxxPr26/DjFGw5W0IRKV96kMSutK7EqRpYknW6rEa2G39uiTjysz2MWypdXchMIUmLmdzLUpI06VG+U9kp7KBOhFjsrq0rRM5xMwU4TfNobxd4DWHGuK07kR+sj876DW/93uRfy7ZaxpU6piiqOT6o7nYWjMmO06eq3ncHXXvpbyI02qcY1nGWKJUuLKp9R4n9g7n6Eqse+pUADa41JAAAvcbKSI5Pi4j/wC0ed+qUtSeLkdyKlR7i4sBbOE9gRcjQgnXZSiv+aEStXjrTRZVUge9ItJRkR0cJ1KF8RPchIscwPfKQdNbbLytbrcOVSU47RpaIU35oqU5Up/FBGmmt0mw8xYbNKt4jdn0aBKo0R9iKwhDqF5P0algG9wT02sASQLAaAi2whJqDTXElSvHlz5dMyv8j53B7bMB2zB1mxGxKCkYWlUassQJUthC4qU5nVpCkfQKte41I1Jt56DS5enUbn22p/Afi8VLDqGHSlTeY2zJI0BBPYgi/r22GKHifmq9Lnu8d9h/qyqXmXl7+Wp/edvypvYNqjXFpbT8Wa+hfFyXS0q2oWE3sg3voND6X2uctNOty3BnbEhiypTlGlVCVKYpy+LFdXbitpUM1gTqB1C6QQO5Audu1M314owlzeHPeKJtEqkdLD7SFlGZIHQ5p1JdbuSlQsRcjUEjYYwfUuLiOW7VGePFlR1NL4q8uZQyhJHnfTv52766/sDBtGnz+VaamrRzCk8VOdKUoUTlKreuWxUDa5+o2KjbBDm9akjd3L4XqmKOPytRXwOp/O7dScpuM1gB1eo0P+kfedu+lYX3q0KVS8k3nWEuu9BSlK0EXSb3FiD3uRpqddjndPXsObvuU4tDW+tDSmlcBfiuDe9yAb2y28jr6naViHFbtZd4vC4CEZuEhS86tRaxtoNNNL/6bZQGpOt3/wAkxbNYd+9In8Sw3ZVUf5p34CHVZ+3TfzB87d9izd5U2seNOYDr2RE5/LytUfzJi1JpHhjVAp6kLGhblAEiyQ4DYKNRUcCu1SU47Fq3vFcrrXHaQUu+vUkDUWHiAt20Gxru3wXXsJSoFZdaRTkIUmQtNSsnp1zAWvpbsbjy17g6Xc2fdNCrqI2eUokU3GW7mvPxXcJzeVYkJjyI8hoqU2gkZSHAAgkEpssEpV6m99r2h7sncW4oblNU+VNlPyM7UWO0V5lW7ZU9iBc62INj9NtJ7psRNUavOUGg4sW/SK2079wdYTKi5T18EsOrTdIIUkBs9I17XI0RHxrQsOVqm4SwTuzoiJs3K7PpsV1lpUqPbSXEQ4UpeIUkg8NaiPUkE7Ae/uyVsFzZE8vd62FK9Rt4P2SxHSavh6aypjmobsVTS1NKtZxPyrBF7KBKSQQSCCA9MXU2jV7dBg/DmA8WLYqlIlcVDTqHI8htQYXnA0GZJC9baEXBA1sTe1TiWvbxt93K0tph+nUSE1AXMdiralMqK1OLZUlwgFxvMnq8JJIAFrmorWEaNWYuHmnafw6pQczXvKGox+cQA3wS4hCsodQUrusG5zXvrsudGL7EsP8AKciFfU11e/cRSlYco39F43rlLWv+rpagNOIkMrToleZAKgAe4I7XvfQbX9Rorsql0lrDjy6wiKhSOY5MtSo6VZMzSst23UKFlJIUbeYSQQGnXqVFddcrM+nQlyn8mZ3hISpVrAXsAL6dwBfzvt1p6Z7TXCaeyIf6siLJ8+9x2I/DW34DZuw/EX/1RG4xFVR680619nN4POoioyoYkIWUPx0HyAcvdsE2KDe3ceV4+B92lZi4yfgNYniv05bqpFOlKfy8Zom4KbpLdyBZVzpdJA7bMjEOEZVUi/das+3UWFZ4b8pAdS2sgpstKrhTZBspJBBHl22WNNqeN8B15+LXsPRWEZ+aXFirzQlJ/wBpGJ6kW/VI0JABIAAlMqIzXq0xxJW9rDjUCvN0b3ejoWh9qY0sMKSpNgUdHfS9wQq5CT5gbSKfgug4jdb4rqEIy9S8iWlZrAE3A8yL9gLG2g02kVuLKxlVGK9RuPVOPla5VpoqfZygaZQCVgA6KGva4Gw5Wa9WXaNVmsB09dUqNId5WpQNUSo9+y8qiMw0KSkdYJHTYk7HqXeYjdZbqH8fUg4+3d+65TErDnNP07N8VbtkqbUbaAjSxPlYG/qdmfuugbucJUZzEcqkykVdDWRpEp1Tqc/fp8gTpbWxHpawzVgubvGxRi1yK7zT8qEjJKiu9C1JBuUZFWzkAlWWxNhexsNmjWsYxapS4FL4KGFsIydCfr9O/wBNbD92zFY2PzB6neiARt7wN5UXEeF2KXVIkJaHlKyIdtmbSRqAe59ABa3+bS3ObuKNijCVNdoMubFry0r4TsKfwl5wb+EnKvQ+E3v5ehwxievT4EqB97f6FpyLSspU2nQX+h1PY7aS3N45lYcn7vXaM8ww+uU60vIgZHMyG9CNE/Mv0AzADsDsQ2ITyJOlQsOYYYs3n4twRXnKXVHfekXqaX0FharaFK02yhQN+wP7e1vhfHm6WvVSJxYk2Kh9aUOxXXUJU3qLFJvr9Ox+h2DvaHea/nLxC78CLKfmIdkMfLmW2lZIvrclR9SSoa+qpmS4rsptpr4D/wCr8ilaX18rn93l6Z2o1Oo01u9BlYOzG8ofc9T8IYoo1HozDWHKgh9C09CVLzf5n/PbhNktYtrLeF5WR5c1Gd1WilZPPv8ATS34bYJ3b74Z+EneVqjS5sXJ0u8U8VvztfssEetiNPw2ee5veg1Xsby6zFl/1JpKeEp3q8tbHTz1sTf6aDbU02sq1a5X3+PmWLleDNgYS3W4OwbBREo1K4ffM7xF51XN+972HkNr9tuLAjcrKlLeQ4pSE8woKzX+S/b6AHU/Xamwfjul4ojWadCJKPEhXzfUbVW8jHeF6C7ScO1mrRW5delJhxWM6c6lH5iknwDS58iUixJA2rsdnwY+jLjicN4G4fdhvLgLgYpwvCmsuLzrQpv5vVJGqFfVJBG2EvbA9gjC+7+l/wA427kShRWFcKfAzZlxUq0C2zbwk2B0uCfO+npJApsaC0hqLnbby+HOVJ/YbgflbajxVTqNjIP4JrDTnAfQh11SdEuJBuWwf1tNR3ANxrqLC1/tY5EMMLPHXcrgGfS8UQIDtJYfivqTkadQFK01Dmt+xtpYd9Pp6MVyc1AoLcXhZFoQlPR9Br+H4bM6buB3ZtvMT6NhqJT5UVPSppOVKh9fr6HZL711u0Z1cB3P0Zv+Vv8ArsPUWolRK/ENUN78TP28ir0ufK91z+h9fXn/AFVd9T6W02QWOZdUpcByVRpa0TYvxY+VZSrTW6beY7jXy2OMb1tqs15yA7T5WdHQt3w9/XsQRr3/AOql3mprztZiUGgxFv508VOS/iGoFvM+YsCdDp2289pN9nmPzHbvtxEpjSje/sRy3Yrq0PrX0NO26v8ACb663sNNLd9qan4V5V34ruR9HyK+X8fQ7WTUCqSovFleNC/8Kk/8/wAddpjglfD5p1a8+VHFX4s3oT3PcWJ22n8BEHCrBzEFHntReai/1VHj/WT9T9PrsaYHlypVLb5p7jxUK6keLgq9R6A+nYkj12v6LgSvVnhtcFbCMnStXzfSwv8At/DvrZgYc9mrFvxPc3JLfWlKsirtcRPYWIukqJPla/498q3XUM/b3DMXNqZxmKmtBpp1vwPsf2T6fC530OvcfxpsAsMchiht3wfeE5F/jtq2neypvLnu/C5JhC83FjutKUlKrW+e1/8AELkDyJ7y8Jew9iP7UNysZS4vKsLzoaYdORVvIm90nUaEEH12fosRBmSdSizlhzFtLdpcSLP4/wAdpKFZ2sqk30zD5SPwJPlr22izMMQKpK4uEsZclKzdcWQgraUn1BHUnU6nUWsCALHbVFB3N7vqNS24EWk5FoT1tL6urtcHv2tfWxOttbbC2OvZwoNZlN1nCTy6RV0Zs+e6o8q4Oih3Sf7yTppcEabc9ldp5EizW1W8MJj3ebu13yUHj1n3f7xhI6nVwl8VSU/rqb75f7wJF+9u2wTgek4jrNZYlT2n+VRl4udopzegF7WPfQ+Xn57bVw7hXfJS5TlLxHT2JsVj+qr4uV1N/EAoCxbv2CgCNdSCNvzH+G69hKlv4jawm/KhIaUuQ7Cazrbt2ukakC+psQANbbXZk27BCpbWeAYi66/FgNOQGojD8WUhPORZCc6cpsQLaEetwQoeRF7kBkCK06xRsRsrfhIX9ydW6vpT8ra9dQL21uT0m512mQKq1vLx4w1Fl5IWfmHX09aVdz5WABsbD+6frtZb1WaNS58Sl/1pHCUp1bS8ve1u3Ygdje/ntQpsXiGNe77YC1CbFpdebo3KTW4XSrKtefgqV/s73VwyflJIGpAFhbSu5N+gyqC41S5edbGVa2s/5XtcAfv1/PbNrCqNPdbpdZz8DxxX19LrN7aXHcGwBHY6HQ6hiYQgtUGfysWuPsLX+v4kpPZSfxHYi/bW2o2G1hYYMY0tpRsNGjvvDTuEn4rWfifKhHT1Hva2oJtpa/4bJCkCs0GjN81Vn0RX/wC1yh9pnyFxYqSQTdQsQAAdL3M/ePOxHVHXKXPdWvh5fn6VIA89benp/qallmfS4vCrzz/AWhK/ipzZUDspZR4hr37i9rntt2dojdj7jwJcUKp15qU2172hTWG80hCUryqSpVtW1aG1/l1I1FtRtdzt8UV2U/hzGVDirfYaytOymsqnFKGllpBTYg/Mkp79ja/DD2DaW1VG5Try6c+vNk4qOPHUo6AXAKrdgCQR2NxbbpiXAlBnuuOtZF5FZH0okZsqrDW3dI89QAPUX14GU3eMIaRjPBDtL5qjceiTUcVK87vAUqxAycZPw3WydRnsq6UkpAGU00jFVLn17hT65ClMSnWkT6XVIrbS1KIAzpUCUuEKFwoEqtb6bRoWEqDS6C/RsRs1Hkn0r4D8d1GZvNqDdWihewt3ProQVfNwpVIGI/cNB519Gb4SJrCmFZRfyVa6fw0PcC2pvBfdNFYr3dUHC/u2vYciMLQ+lDq0p6VZSL3R3zp+g189Lgbc234DUpiVVKdKXzS1LS6lWXMvU9+4V5gHuL2ItoOYQxJXmqC5QazzSOVzZIcrxR1X/sXDYoB80q017nU7W9B3d433lym6XhL3pF5qaiPKi1KA4mO2ka34wSS2rQKAIWlQ7EdyilZus4+Iv25oL2WsHO7wa9Lnu0l+LQaQ6r46LoYmP6d2FgAEEDMpAAv9e1b7dOJ2pVeouA+EubBpcpM19cV0ofjyiLIUEnpcskn6i9xc22JcG78MW+z7g2fuq3oYC5LENPgOyqXUoEhKmKojqyLC9Em56Ss5SDqsC4Jz/XncR4ypbm8HC7Mp+UxMy1mLKj8VCs4CiFoFxlKSCMpIIF0BOttc2bV2yEO4xoRaxVIsCA7xkTmFx0pdjuoUh3MnshaCB1CxUDc3A/A7NXelNi1n2N6twqtyT9OhIdXmVl4yI0hLqgFX6XCEkgkWzC9rabIepYjn1SLSXapEXFWiPmYX/wCEAQAlwXCkgm1+4uQQO2zNxjhSLi32ZMQ+9K4/F48CVIf4HStxoLGUKSdASEixFwSexuTsrpj5mUQ+czdgiVxXXIGKIiKiwjMr3o1aPITfROYt9LvlcEKvqbjsemK6dFoM9iVS+hjP8Vhd2kqUrzZUgpU0bdkgjvYHy2JqBTMB4SozFZpbUp99eXmmk3UpSQOmyRY5ie6QCD5W0BmS8VbqnWm3XeAh/MpEqGp1TCnL3zZM4yqWDdRToCRqL6i9r7RxHWtC+MWiMbYS5CpYIdaQvml8wlqYgrQp1JCrFaCFoWLHK6khaVlJIISSf3AURqfijmqC9KWub8J2LNV98bzWSQh8gB9FrXzkqAvdQvYk72DN0uLao3WcOOrhLz8KRHdR1KT4rhN9bX1IIWAAShSRfafgKoSt1+8tul0v3RiWgys2d1DoypV+ooEhxp0EaEggi5BVYJFFtV18pCWbpc72K/QaNWaFAlPIQx+ldirWUOqS2AkFKlpACkqPYkXsLHTWLV3ML1R1uLxWERX0pWpdSjlTHY/ETmOZI7hRSUgEAg9yfzG27+fvaxlUp8Ch52IvCaY+OhOVJOZbenWFgki9gCPMed/TfZ0apcBhp2rTeD1O8gtWZptQ0HDucyDqekEAjUWvsvZqK0+Zc2Ae4uJKML4cqj8CsxKjSJS2lIi1SExz8JxJuU50pOZxpVyQW3ARci172v8AD2N2qNFYiyqjFfRN6HYrqFOx5Fr5Sy5YKbc16VFKSQLKSNbV2J8J/Zx1+LAzxf8Az4aaWelXdRyE+d8xIuSddTqfynVD3NRm58+k87wMi+l0JV2Nj5hXlYk2v+Gi/e7rA/EXuf0TD6bT6pKnyIrVRqLCGIvwmtFKynxIBTZw3AuSnMb6gDuB5qrVSsuvwKXiFC5uXpW60jjq1JHSr9MRrcjqICjY67fdGx7Pr3ErPu9c2nU5Cc7sdGV9tgnuW+ywlRuSD3Tp6H4kw8ONVSm1515t+kVHqiurv8RWhIQrRaT3ug6pIJsdtBRLUFZ2mrpcWlsO4jiZJsFGSPIjtZXY6B3TZSQh5kqsQfh2JFwbA7flLxtAlVniu0T770cKswkFCp3YcOYyq2Zwp6Q6MpIsFJWLKFtJwpVKpAfdo1clP51pdgcwltbqk6fDV1JQ8CCcqioLIAFyQRt2wxu9r0qK47RpdOfyOqSuPwldPmsKFgW1pIAKFJCrG4Ch2MrbZbUBHQgwQ32UGBXqXExG7TlzURejMnpW3m0BSR1J79QBFyLgggXsd2WO6Xz7cqUzUWMXwoSWl1F1rIuc0bBKH1AhLuQdKSqy7AamxuX4QqkWl1l+jV6nIXCfzJkRXfipSki6gLd026hoD3Gh0HGnVLDlLxbXeVdYfpfAzxXeKF5mgLkLBAWkpOmUgm3YnytWd7ZEW0du5Nn4isxNUXazXpdedqz9UQjMhiKvpU3bRVgsgFetwSdAbaAnYepeLcRtQJ/uarPwl58yGn0jMynQll5CgUkEE3ukkXJBsRsSYfwtijFFU5qLSWF0GUpS3ZXFCXc2oBR3TcKItcA6aEXNx/HsfDlGrzlGgYn49RitJ60JHFbTe/xgk5VajVSRfTsbbMudqxyCOJ8E4ji4c+1DURh+DCWpcpEKyVxWibBZQCQpoG1louE3AUkC6gJ4Xxa7gjEdNxlAl1Gg1ilykuwqyiOZHB9UqSLKKCnoUkWCkKUNL7EmMcVz/dblBdqL8Va2umRHay5lHQZ7CxBHnYaHUEdhKiVPlXW2qpLfYir6XcvVFlJsQM6DcpOviAsO17X2WzBOIxt7ODaDiilv76dzeRilrlf05Sadnfj02euzi3IjibKEdzPxAysBTRUoAlASAshSZVZablUt1a3+nIw74VK8wlVtb3uDoDex0N9nl7OdX+yW8GX7m6MNYvYVSal2UhzNdTBXZQUhSXDZC27BJXfTz5mFRqXXsQ4SxvE482nTHWoUpfDSl5Ns7akrQlAbUpsoWUEZSVFOoNth2Ju5lAIo/ccqVS3J8Cori1SF94fpExJadSq9szaSerNbunQ2uL6Wdm7nH+N5W7RuvQMbzeBCmKpy+cdShcd/TLHU+VEEOAjKFLGbWyEnsjsXYjlVmK5VGuaR7kd4TUh1C8+TMB1K/VJIAvcdOmttivc1j+XhGsue9HafUKLiWLyFUYlIzR5TSgQpuU2SOIi2mYELSbKQRYg0CTu2j/cJpDd9iXHmLa85S5Xvf3XwlNOtKiha4shSgAWXkpKuHlzEg3Ha4sBdoboMNz6DvB98tPMckvi5Eph5EykKbyArSbi4BuVXKAFEWsSCnt2ODN0GDpdTqFLxBXePOaVlhSqoVvUnX4aWXUlIcasTlkApVYpK7KFlHW5NzEdeqiIFUreJaXOYnusZX5gkJbyOqbBTmSQttY1ykki9rkiwIFWMIqhcCAvtA4Za3v788SwIGJ1sVeEmOqnRZTS+XlRVRm1hlEhIJzErVlCiTckBBy2Csw9u8lUae47KpNbc4Ck51cq4leVNyptRCSFegNyAbg6ggH2/vF1e3S71W6y1iebTlvoaalcvZ2OpYaSDxI56gkhJScpBHcA2N5uI99OMqXRoG8F3G9RlYelMJdlRUx2FvpQRYuMuJSA6kE3PhWEi5SRfax065yJIKr6ihYwXKn4tfo1BZqi2H2kSmlxYDzD7KVdgUJSsA5gpJukFPSbpuDtaw92mKGnefr1Dfp1XYfVwpSo6YqJj6VmyrEhnjld1BSCguC11AglZwioHf7Pos/cbiCdNq6H+FKUmU3DdhrCSrOrQLUk+YAWFdiCCbXeMY0/d9S3IG9XexKqK5TSmltIjtZ/m1LBBKk2BvYAH1BAuHbthQy4zDXCc/eDgP/tbWd1sWvOTWkcWfz8dh1taUBKSsqISQoC2ZsG5CSVEmwFcZ77d9Ne5tqfgilooL6ci4VLqiudbV5usqyoSpQB0CXBmGmdFyoJHCG86fAqnuag7wptLRmUljrcdpspJ1LTkV26W8wuFIIGYapUkkDZjHdHArMp/kKexh59/M67IprrjEJzXVxDClAAhRzXZU2tN7lZvfa6yMq0BN31NwRzL+La9jHEOK4s13gOxZkOQ0tnhgWJUOItLgAN1KXlVYAquAQf4dxxS2pTkDDmA4tBQxldi1JUcZpCdSFIIJUHBoQorSSLmx1G0vEWDMOYXrzeLcOVyVKxWhKVz2kLC1uIFjxXG090hJA4ygvMMt72JEwrlY8rLdLxRTptOYqKFcKbFaHAU7rdHUNFeZToBcFI72GZbE+5G9eViP7/FqDC5XS1IlNJShEd0iyVZ1hSShzS4UlF1FQ4puSFVNxpjxp2rYSrPERClZ+FAkQ/6i+RcqjqJUmx6QpKHA2oWIUrpWSLF+7GfQZ/CgS1vzULUhp3+prkZrfCXcgcU+aSsBZ7XNriNJquPJVZfpdGpKFrQj4sNSgmQyu+pSlyxF73KVgga9VrkzKmE+AN4NZgcSBXq3VERYSlJ5N1opTH42irZ7IVmV2SbpUTbKSEnY9SxArNBc918kibFQl1qRwjHUlQ1TnASFovcEqQlYT5sKTcEJquD/f1GclQIjFLqiEuZGnc0V3Nk+MyklIC9BmLZQhQAvmUkC0vA+PaXS8Gy6DiiIxzrCFcJcV3Ml5J8TSwfCo3ulaQATosXyrNHsRfvMC9oT3CSX9o8ORWHZ8uVwF5fizYTSVJUvwlTkZRZdSbaOpsFAjpvmAFV4UqmMvv8+JF5JC1tNKdaZmwpVvEzpqhRHibzhabXCQLXt8OVeK1QUe4ZcpuE+pcfhTHw611OEqbKXBlK1FSrkLBX3KSpIAr5+LKDhyBLoLX9HSn2uYaaRmyyLa3SUgkEqNiq4Wkm2oIIpuQngzhYv3Robkw7S3X5UCkoYpcWPySOaQH0x1pt+heUStbVilISokgnQg9W1fv/AN7de3SwG4DTMV9FUmcfIlCVsMrIspCmXr8FVsqQlJsSQSBYq2rfZ9xhi3G7Uug1nD0pjDy1dL8hAQ6yhJK12J1UVEJTc3SoLFwdSfzevQqpjLGTcB11+VFpdNTCTIaXndivuHOpt5CgULaWMiQVaXBAUCLB1MbOJUeR3Rd4KquLftvRd6rVRWj3dIakL5xBdjqaTo4hKiriNAoKvEVJFx8QiyBozexgl3Bu8GitYSi5MDYvadxAlEXrjw5AKTJS0kgqjl5TiVBSCQrqukEAnNNWpeMsOVSI7Fl56WvPFlNJQFpUuwFgUEqSoE6KTa4VYJGoOocL72J9G3GQMJYy93xa3TneBS0yF9Ta7fBZ1A4h4eZa0ADS9hcAEcvKfE7uEseVRyLWXmG10tpWdGrSZSiEBxakJUMxbACcyTYWXcJBuQDD+6Ws0Z2XP3c1unYhYWpamo8paeLkVfp4+XK8AnpSHW0khNiskAGHiBHvSluQJWIqc/K6c/AQh1MhJNrPNqIUVaqUFtlKh9ADaw3R7h8L1RrhfaHFFIqMVfHSunT15MnaymySsJJTa4BBsLkWtsN7D9sv21x5TrvKhYtgO0Wqe6aoiK+0lqbzSFoaZdzJshxy5QFDqynPdQ0TY6j9wszWXYtWiwKShDHC+KiYjOlSSnscqglZAIsL5rXyuaAHSmA98e6XCUX7G1nE65Vbycq7Hdj8XnlAWINgRc2IIWBYggnZYb4Yv2oivyqDRGMKUuVHU01NhoShbb5vqtltQIaI1BSrPe5BRbWmD8SlGxeBAT2ft3mEotZblSt5sqFKYWt2BS+KH2G0qBJDanUDOg6jJ4/ECTa+1jT8IcrKxDVKDLpC4r7shbtIfTwM0jM4pb0a+ZKFFVysIDgJ1W2NVim3f4d5Xh1SsusMLp8fl56058ynVG5dTewICAL3sbm5FyCVhhCBvar2PJdL3c1BdUqOJZEh+K1IdQukVKPnUcr+YFpLjaSBcpbcJAAWQSRcQxMYlH3p1SBS5eF8eYepdUoiFKRIhOoQqVHSbd2FhaHANFBbKgWyUkBwHUfxPXMJe4Z1LwvXGEIfa6XcrkhiYwASAoHMoOIzJKVJUsmybJSLoDvlNO0ug/ZfeDu4i0TEMVCkPx3UtSGJCCVALHiQ60qxIJOYdgUm42VVMpuEqDWZdGgU5iFRKorKqK+0VIZSbqyBSb6pOqVjKQLBQNiSndrdPU4rLDP4zAvYMczM8RO8vDmI4Few5UH3otLfShHAY46o6r/o1IF1obV6i6bnqFwL6SxRukpeI6D/ADycGVSFyqa0uqUbqir4qf7WO+iymm1AlNikk2TlygWGsN0u7rdLQYESVQcM0iozZSU8WVIs+6521zqFx2HawB8vPY9xhgCl4jwvLpbtDisLYTxYrsVooWza51SDZwA6jzuAQQbbXXXY+It9QJ5jsVB2fS3K9heXKYirdRHU1NSEuyMjqSlAcGbjBKrKQXCHBckHMSEufdrIdrP9KUFl+nYhbjpTKnxUIy8cKGREyLmAdQu6sriVLUSFAuIcAWQmTurbqkWrUF2XFQ/Tqiw/IySPu8hTbiFt3uQUOKKCVAjy7kgAFG7wSqXjypcLJS2IrSGn86lqU3my3CgkEi6khQuCCLG477aVbh1yIzASrYaoOMqpLxHAp1Oqj8pS2KtAQhznGZCdVrZcGR7OUpCggJUTY+PWzV3dVfdBgOs0aLvQp3uGo1dCE0nEsppxUeYk24SX1t3CHBeyXCLXCgvhqISpLVuHWaM7WZ+HIjdUqnH4qOA+2hTiyc4CCpQCwfEACF6WACkkbSKZvPx5jfCTlGny/d1X6XYsWVeKmUshKVDqSUpcVcgZklJIAIBsowRIBjl3u768G4cxlApmF8WUTEL8ppSJFLkSDwpSLXStqQhK0hzNYJacAJBUQpVggZ+3h4/o0XFvuvGWDZT9Lm9bDE9pUOqU+4B+7vgFEpo2NkOXUOxJTZIMMG7sa9i3FECLi2uOLQw1nlMO8u6w8wCRkSWyHGspGoLQI1IV3ttXBlAwlS6M3hdrdk+5Ci5VxZFSdbmx81rnhqUVOtEE3FwADcj12BZctQgrbAkxTQ91dUxHhxjGW77dbiGqZ2uE70uQn3mFXGcZ7ofsLlSQtItcgGwAPJuCd/E/DkTCVU3RUv3cw7xYs92Q0mQz6LUW7oWCkaLym4sFi4uNjCoNRYHKxaSxBWhHgYWE5rDTVPe1ha4BBA02pRWIEriNc3483Q70KSr0PkDf8Df10OyT9Q/AiFmu2+pk3DuD95eA69ysrDFRQ+j701Fad47EjvfgLesAerVK7AKHSoJNjfVjAW5usz3JXBm0WqRVKdXATAdp3YEGzbiDEdQM2iU3bJzGxIBD3qlVd+JAadQtfihcV3IlStbtlQBsdNLgjU/hsCPbwHff32cnxIsWqMdCoqn08dPmCE6ZkkahQ0I/MCiat38TM/V6l3SB1X3XtYjgRJVGdYhTYWXkHZUM8LIbEsnIvMGzp4bgHWx2B3t3le59x2vUSVCWx1tSoExqUtLoGuZJF3kEdJynMUEdN9NnHiOuyoGF5cqe7Fpz60q4X9l1+guTrfW/l+F9s+s1zehWXX6XPqyGJT7Xwkyuppzt1peQCc1jr02IIsO52J/SZNVjqMgxuYYw467hyXytPhLfW0tpp9bWZKbeJtfzIINunQkHQkdlzQ/ZBdlBx3HmIaXNfqK8y3YcVTC0qv3KgpSHAU2AuAsW1KhYAy3cQq9g2g+5qzLpc2a/ITKi1JMpxEpnU5mlpuWn0aqAPSQL9zfZyxkymqW397iv5+tHLpKVJT37drg99NLHTyFSXWFfXMy7QYm5m4WVVGoGF69LfqNIoLX3V1p8pkKYIAAKjo5lHSM2ttMx0JBsW7tMObtOO7Kq1RWhCPuv3UI7+Wl9fVSri3YHy1JVea5VuU0yxKyJ62tEqUnv0qJFiP33tbXbNG9qZVKpKkT5UvlaWyhTTWbifEuFXbWPlUBmSQRmIHe3dC7T7vIQNaF/LESONqBLxQ0xXpTS2ILbSWlT0LWxIbSDdBKk2UtoK1BIJQo3AUk3TLwhWnaC65Fn1FFRYWlTSku9DryQdLlJuV2AuoXsNbanYggLrM+K5AlO5EZ1KQjP0qSe18ts4Ot0q/G4Ou1RKwz7rdbadpy0Ify8LKsOoSrytY5shIsCCoj622OCy1gLNJr8VhFl4jDeF6zVG57vH47CvgKkWWtSAOkKUDmWE301uNNQAUG1qG8Cs4cqjcV2ksMQkJT8WLFQp3ITZTgCkkLA0KspvY20vfYUhS3Yrv6Jh9ba8iFtL+YaFBsQtKx5XAIOotbW7gYhdiutz5+R9jN94iv/AC31CkLT0pUPUg3HkL7Eru8sPOo1Pn+pyI8cP4xpdZ3Ve9Pe0VGJaI6lMpjlS0moQyOl5hYu2pQTlJQFA3SrQ3Gw9W8UNOxXJUDJUZrCf6vxWkPpSL2Cgq17nTN2vpcXG1Zhfef9l4rjspr9Jm4UjhDqaPyO26VixtoB5EW8x2sY7i1SL7rlYTpcpcrNIhTf7LhBaeMytSLrZWlKwpKgSb5QQLXJTULDkR5tJVqcOOIC4rgYjxRyjtUoaH4q3+XadUwVSI6+4jrSCSRbMb2JSdRftsPYvYdi0ZiLwn4TMLrzOwlLjuJ+ZpwZTlTpc3sfMEWBB/vCpv2SoNJdaq2RC1pi8X51NE2SMydDYdJUDYnUAX0442w47hygsVmVUPeNIq7CeXmw3cy4r6UkhCkBRIIB0UCQbKBsSUl6usrHq61RYl5tXgReUrMWItHK5mnWs+ePIaV6KvdSSO2p79z3FPh7EeDXZ7lGxHEfhU6UpXWhBWhtetlEJ60keSklQ8igi5EquzmqXFfapct/JKzIdaWgKYkJJB1HZK73NxqDcXF9RdFDnuyuLFZ46/1EdKsumup1tpszmTuxGVCrlBgNe4cRy+Ihh1SItRiu5+g6JsdU5O1s4IHmBYECOK8TxZWI+LQYiFrY/wC8Zz8RQ8wNCNO5vrbW/fbnP3eY3gcOqO07j05f9uheZKe5INrkEDXXS3n5bfzVDitfepWRD/yLd6U5rds2oSq+gJ0NiCRodqgrCZ3TnRsRu80xz9Jfm9fF4HHdjr/FKm73sRexSod9NNmDVGqDVIvutpmbSHsiV/emglTiLJBPTZLjZJPUkJA16AQQRWkS59GlN8rLYirQvoddQF8O9hqbnQ2sSDr67XuJd8NUlchAlUmFUfdylZ1LSVtOI7aAEZFZeywdfMGwO1vFpMr6DIxRu5n++aNSVyqc/maUppQXHcWOxCr9Jtpcp7XBGxZUsbYor0VifyjFObRmU+1HdzdJPjAJuk9k5er1uANudUxVS8UYXiO0GotxUZ+Lyr7QUptaf7JSj1WAsAm5BHY+gwcRxao1xYFPYizYuXitL8Ck3AK0pWb2HqCSgkEnsTWxV9xW3T1ud5HMjUvDdZ3g4obpbry107i/FlI6/O2Q65kqNrEEAjt6bNPGuKpWCIFJwHgiWjjsOoQt1bRWpN1C5VbUgaWte9gfK+1nuywo7hzDlSxRxkPsP5VP8mrO6zmGuh6k2GYm4B8tdDtXoo27mVVPi1uUuooVzHU07mzXuOi3bX19b38su8DUON4yBM5w/c2keMrN4OOK9QcWwIsDOuLFaaVPSiyk5F3sUnL03N1C9gTYEkEEBuOmKNjLFESqYXqL8KVwk/pWvhOa6i9gUkgnQ3T3By2uT7E9Qo1ZrLkCjYhRFlcJDWeawH47iMlrJWkhbfYqspKk2IOYaXqI+C3YDTDtZe4C0O9DsW+VX1CxY6/3k62sQb7FKKn2xgUVquV9y3kYVxRS6DEgUt5j46c3CVKHCSm4CkJIJGS9wEmxBBBCSLbUla3M4yr1GfqlBisVN9hSXVRWJSUyGbgZtFFKVgHUAKJOlgSNiVuv0GL91i1FD81HhYddDSpHkQ2o2QV+WUka6abfbG82gwMkV2I/kf8Aixak0taVN3KQpt5rzA1uALpVYm40A91n4mdYbVb1ENR6fKcd5DhLYlcwlC0KSULbWCAQQbKSoEWINiCLEX2KW8Kz4spyU1LQvq/RLazcRR8yDrfUg9xbW+thezoUWfjdysxeuKtac7rSulKzcZidTYk6qt6aDZuU/C8WjO8WqNI+OhKsjqwpSr+h1vca+pGmmziKWWHN7VJkiA9A3cwGmmKzVIiOP41R8gS1m1B6SCPXTUAHQgjV4bnsNbm8ZUbFFGxbLXRKvFa4tGlRbNMJWkKPCUkpKVZyLKuQoC2vYgfUzAqkrleDkRkV0NLzKSm5JNtTa9hYai+39V+FS4rnKxEMcNH3h3IE99LnsB5W1N9iJWF5mVZqHduYK1NqLRnXIrWSV1qyurRlVp/mCNbkA9ux2J8H7r5+I2uflZEQn0eJf62gA87aa3NiPrtZYF3b++XW6zWfjsZvhNfKpV/Tsb+R/dps4MeYExbhzdo5jKBW8PQosVCeLCfmFpbflfWwJsB0gm5NrjQ7VNiS9OmNvOImcb4zo26rDjbUCnMPzUL4SHfmzHyva5tqTY6XuCCdSndJu0r2/wBr3Fw5EeeQzFRKlRZToS1DUrMEgm1yk97WJtob99lPXKtijG8VvmnoMqlodSuUnlwpWhvdsqvwzlBH1BNwTrs5PYX330aL7T8HCUB1EWLiSLMpPAT0ocW02X0EBWpILKwTqSVaaE7AAXUWbR/ePUUB5U74d228HdLXm6DXoiMk11K47TTuXN/4gWE2SokFQUgkAkgi+gLMHCqYcaqzVZZYq7FUSlSF1GOjjwX0i6HWHE2WhSLnS+UkqJTcgjXftWTIBgUKmcoy/UC67I+KgFKY9rKBJ9VZbAEap2zO1H4UpvmnVobYXnVwupWXXsT5+eoIOoPrsz9PWvxJt/6c4SVzrcqsuv1mVUX5S5WXjyHV5lOKsEhalakmwHUQSdde52+XqdyHwnfH+r+yx0Hb1/57EeJatAdn/cHkPscLxqRkUr8dLEj9l9qeJD4rvFdz9fQhS1ZU/Qa9vwvptfaqxJmg/Kh8WU3xf/J1T/l5/uv2v5W8TDv3X9KjoWr+8ttXcAg2OU/rC476X02mtx+FKcanxOA+jwLSvN38ja4It2Olr7cqlFdadYlNOoRnRkWtKz1J9ARr/lsLZ5SgE/WIcWK7wp+TgP8AQtS2gv63Gnf0vb67LjfFg6lu0aXKo2IZsXko6pCUNNBbDikg2SpB6uw0LZSQSdFgglnv/eovClcTItHjUvNmt53P/G9v27BGP34EXDj7U91lGdpTSEL8Ppre4N76+dh2J1FT92I1pxucLMe7q8eT3cW02L77isIq7qWI7rvgU+SkBK7WKFFRygkdimxN7HUD2OaDPny2t5eE1za9S2lwJU9heSqMtG121OWCn2iCkgKCgek2CgCMo4kg4c59zlYjEV9DqFLajryoe1BunU5T+YI8j5bNLeBjRqvYDpO+SjU5aKvS5DGHq4vO5lUghXLuq6iNNG7EC+YdRA1OgC8ibZo2cpJszdniiBAn7y8L4yfxtQWI64/vHlVu1GnsJzBLUsNEvhTd8pcAXcg3AJyhavr4rXFadhP5+tp+FKD7Dif7qh37WsQCPMA7NrddjH+nvfOEq59nsQ508d1pK1MSLiw4zdxnSQbHuQLkE2INRvqp1U+2892s0OFS503LMdapy21wpGa6eYYUgBKm1kE9gQoKBANxtzuDE9Uu9MxaQaHiPFs/lcOUmbV5UXKtbEJhT7uUkAHI2Cq17Aad9jPCMSvQMUYea++sPt1RDTseQgpVHXxG82mikqNgCDY6aWvfZ0bhN/OKMG0GJgil0mgsLYfSpitqaLDsdBOZbUjIgh5pwDLdY0JuSbAgyxvgzG7W9qI7vB4D66pIRWYUhiQyr3hAGQZYxV0uqQhKrp1UAEmxuLq2bt3EJpFXZx7is3qIn4t9oLkJ9WisLcjwuYdWjqVZkWJTcdRTlGpFwO5IN3hu53NbgqzWeQxHierzVraz8VMpmKw331KlIKRc6BRJFu5BOqtx5hLA9Z9p+fKpeMnPs8ul0774uluOvR5BaPw1NhQzhA4RUpJNwogDTURlbscZYjxvUmpVR4FOhPrjtTU8RCJTFyA4gKAVZSdSFAk6gjY6J/uMFfUO/vPqPeobod0uMZ7/APM3vXRKei8eP7kr0XhKefbUQoMTW/gqUMqrIIsoZSFJGpt/ZYo+DXcUT6NiioLp9RlIU1FUlIUlSkrOZJvYhQIFhYEm+ydRgLEdGxHAxbRsZLYqlOa4TrsVGT3glABQ4/Y9bibBKVkXAJBJGhr143lYtqk+fKp1Up1U5hXHW61wOMsaB1CkjLrYE27kk9jpmXJ9Lf36zxLXBCMib/kUNuK041gjexQYs7wte8Wi0nN6E5v22BPpskE7t8URd/FCxRvpqy5VFnP8L32xKD8JTtvhNBaT8JJPZJAA1P1GSGN5WLaNFqW76fzVURUZSpFOzLWt9Kj1KQkglRTe6rkXFr/TblTcX1TBFLfarNWlMImvpdkR1ulHTmzZFAaEEJuMySBoe+p3dPqO4u4H3LUUbxmewsvFfuutU3CdLZRNcfaS7m4o+CwDYk+pPkPPv2B2JalBFTgOReKtta0dDqO7a/JQ+oOu2ZfZnxVQcW7tKbi2g/1phfKzUcXOpladMgJ1y+Y7aeW2mKVKadjN/GzrWjP+W17U28iEB5xF1hreNXapFn0uqU5HPUt12FIXly5loOUqFiRY2v2G2dsf4tgVSVVpVed4CGH1tcJHy5dLev46gj0020jvCTFwlFqVUgcNh+bmfz5f7W3c+va/57YRxrUWp8+W7iOXnirdXzGReXLfXPp6H+PPZDqDfoEJHdIvlmLVVVnyq8/yD3HhLdyI4vSpSewOnn63F/TZb+1I3iPDjuHp8WnQmIS2nVwp8JWbiK6ehWVRCVpGtrBVlajz2Mp0J2BPfaoNRzo6siMwVmT3A9Ln9v8Anssn6pFxbPcgYoiTUPxXVIzI8OlwF2UDa/prceY0O2PpLfpx6ltVdsgjWaBjaA85Rt42Dq9h6oNu8umfyDiVJdFxZ5HhfT2spBBIFwVA7fFIwtiOgz23cRxOPCfV0uqT8J5Oh0CgFBXqkgKFjoRrt6pYzrLTUBtp1lEpD6cnCfaCla+l+9u9wO/lsPYXNBr3EoNZodLfhP5UrafaC0qUfkUDp/xNgNj6jUlxsnnm6ibfDEzLuaxi1Knt4cgYNYfXk+FIdScravQm1wk+RFwNNNDtp7CodalchWcJopfzo68yHFWAvfS1/wDoddR3FO7DBu6mst43wlT1xUZEtSIUdedptV9FhJ6ha1stzpcgC5BXe97e99qIHuujNSospCszEhDTjWVQF7dVtNRci9tLXF7LU6amobsc/wDMGHHqaExPirC9Ba5qU6wv5VJaWFOp/fr9B57KfE++Sg1SK41g11c2b1Lyx09eW3zJsCk/j6DTtfMMnAe9/FtGcrPvZc2bC8KOcT8ZAIJbtcJv3sDYnS5121dgbAWCK9g2BjLDjMKg4hitcJ1p39EpQJu24gKBKSruQQsHUG1wdTSCvUfMc0+nFvJMW9D3rT2p7kCs81TpyMq3Yrv9mk+HpOoH1BGlxY2OzFoe/KLFiuNYtpz78VhSeLNix18WPe9its2zItrmSSO347Bm98O4opfvlqnZJtBkJRKaQsOrjqPfIsDrbI6goAXHdIIIEIVmqRcJN17DjrC5sJHSlaUOtPI821pOhSfNJA/LQhp9NtHEe+iRlmgIU6K7Abr1LqMWr0taOK061bO359xoofQgKHoe44UHenu+xG6/ApeJ4XOxVKadi8wEOpWLghSSQQoWPkCQD6HbMlYxT7rwv9rdzdR91zX/APzr4XXIL6Evq1VwOKScma4LagABaxAAG2ccRYRrOKMRv4olS0RX5rqXfhX+G6NDluSUgm5AuSOw0AAzQyEZPEzrNP2vmbR3v7i8OQJU7eXhKkohVRaM09DDSMsq3zkAjrFrFViSDY+RGD6/V3a9Plz+bYfzuqyJ0UptINhY/lqPIjQee2lcHb1ceYXw4xS2q4t9bGRpPFSJDSmhfMFocBJunTQg38xqdkrvYj0afPfrMCksQpT6lOrai3U1nUdQlJJUlJJJykqAJsLDQXrvydka0ep57bRfOh12L/5zuhHjWjqT/vJ7p/Htte0you8qxArzq+AvoYmpSc0dR8j3CkHX1110NrRsNwJ8937rnYYczIdSro6u3na2vYkgfW2xLHiu0t1yg4oZXC5pOVKZrRSh64vdJt6C+mYEagG1xdyrTVKgjMvqM81/UMRs/HYSnl3VW4SkEXGVwnsRc5TYDW2tiJcKj8rK9wxXn6cj/usd90pY11+Gog+dyEm46Sdb7UdDxXFwvKcw5iiIuVRFr+6vqUFLiqPlmBOdB7dr9zYnXa5xfEn0uA3Po3Hfi9PQ6oOtOJJBCkrT4b+HUJuQTl7E1Aha7c8GdXqfVHWm6DKqy4qOKpcKQtgZEr82XEp0APkRoLeYuBcwcMUGVKYaazsYlYayOtJ60SEg/JqCFAXum6hYHQ+dFTYFelUFzEbVJYfQjpkLhLDqHE+SH2UlOQjTKtATqrW9gRbVHeK61QYNZ4UJc2FlU07l+8JVr0rChZ4ACwCgHAB41E3FxGWK7YI7xK/PwbA/p6hv8qtSY76M2TxEBRTplC7DsSAoHuki4v8ACG8CjYowb9nHYkLEMKL1tOuqKZtPUbG5SslQT5HKogDso6bGmG94sDehS32qpT2GH1tKadY1fiytOopChfy1QsX00JGg+cPYSwG1XojUXD0WlxVyP0rSSlCVG4DYCdR3PSNANLC52Xa7+T5mZVqG3EOJMw1uqrO8uUxhyl818rTshalq5W48lZSDbyQQbg2sRrtsTdbu0oPsv4IcdrOIVyvhZ3X5TvhTck2voGgSSE9kgkADQbEeDEYD3aYIYqkB2nLYQwpaHWrJQ5pfxD5vW5vfvY32Sm8CrYo301nkPdPHoOZORqbHca6wvQqvY5Ra6SLhX00J09PUtSQxff6g/vR3jYS3+0tvFFG96U7FGHluu0OVFVlROR2WzIjLIFjl6XWyDfKSCLgl/s/NwMW0aXXsOcq/TqiwqLXqDISELbdBN3ELBAF8y+nIBfUKKiAVtVcG0Hde1LqleqzEJefOrIpasuoygJFlr9BlSDc+E6gp+nbx69Qd4L9epcTkqXNdU1IlQ5AWnNbJxVpbVZtRBykFIJHex12i0hPKDaspyI5N6lLi4XaboLtRW4vmFZ8/Q7qkhDhGiV3AF1AXurUAnW8q++bC8rdf9ksUUSbKiscBp2RAsmQmKZNlOsqFkrLdwstEkEJIKR2KuxvXKpXqzAadqy5SOKlaOLZSkqKcnmNekX+umuzRqWHMJYXdifa2hrok1aEyqbW6Q6XWpCCU3CbAqyC4ulxBAuBYAglbTOrOSJFXuZ83hUz7UV6JytcQtEWOma1NpaumrMacOQlBOYW8K2ycza8wv2UodxA5PxvKba4r7FUb+6uzUxeLxkpHTxGwBxRoLKIzi1sx7F+71cN4cr1BbqmCHaRUZVOWlSuQslKu+ZaQ2RwnR3KSACBYgaWVRxxAwlPbw5jLD3XUY+ZiQh0p5xr/AGjTwBUVC4JuhVjoqwIO0WE9zEhz+pAZ6g43oMX7+yhbHiRkQcjyBY2C02KNL2JAKSTcaW20z7P7FGqmDZeI59PYfY62kSprSMqrDUFxtJKbK0zEFJKbi99lo1RftvRp7tGxZVGM6+mQiOh9p7NewfQi5aWPDxQU3OXpGoDWo+H6pg3c3Lw5FxMh9a4q0SGHWglXXfOpANstyTYAA66g7W7W5YaVdP357r93ztagVSIvnUOpWiOt1OaVpmsiQi6QrsBnyXuD5aTal7QuHKzhdzFGEsMVREqLmRIiyrJXlGpWhXhVa+gPfTX0xnUMLtUuqNympcWbyqM3ws2bKgjN0lNsoJykG4Ha5vfZvYXXhes4Xcdiy6jFhZfvSWl52m1kdVk3PDUSCMt+GVXBANgUbNEg5MrgL5NCWBvBwbi1p/7eVZ/D019al02ethSUMruRwZSU3SUHydQdNcyUnUg1ef8AfMCBwpb/AFvpa4qFf3iL3BsU9ze4FvS20XEuFOFKbitcdcWVHTKYdSrMw8wbfFRclWh0UDYg2BSknVqbpt30WfFiRZVRirYYUhMqLIztKUjN40Lv4gSLpIGoPUDpsE2IzrWnxM27VLc4rHqWMWK7u5pcSswKj7kmrSpPxY+dClBN1IWhVswKk3KbA2uUaiwV+HsXT3cR1LC7tEYqOHq26l2RTo6AtqK73DzGYEp6u6TcEGx8yXlvx3cynZ8CA1iHJCfhtL+6tcVUppCyQ4EXGewBCrBRCkA5RcEqzEESLgPhu/dX2X2lZJUdWXKm/jcIF1gKTbsLeYHm3q2eqvfXDauztVg1xrUnD7rsBhqB91RC+P8AdVJVHUlIIyLZUrOlBOUjLcpUEkEAbEqaVKlV5jG9GonHqLzSYdRkQ3RxZDSdEFQ7uoBOhKSU5laAkk53w1jmvVl3i8GVKYYdVwn4qHUSo6rgZkLaBSpHe6FBea+psCC1KZSN5e8ZqJS6pSa3wIq0qariOCwuUi4zBYylQ8JT4EkFKrhF0nZJhfcocsP6RCy12Ad2htQMS8hKrs+svRZSEOqa4qmMkhlQOXgviwIKbApVa5FrlQBIS2PWYsWvP1nlOOxVFKRIgMSkNcZR7FskhF7EXBsFHU6220/W9zkXFFGYgVSozUTUITlqLSEKkOJA/RvhRUHrJ6QSSQCQFAbAuKfYvlbxsLv4Xo28KEhhaEtMIqkJzpUAMo4zayQoH5SgK8xcAnZjp1jo2LDF9NqwlmZmde8mqUuBPwxhyrZILOREpM+KY9Qp6lm6ePHORViL2IOa3mRoFIoO0vEbE/Ecth9bycjshCjlkNKNuIL6pI8wQCD2v3211M3Ae0hQcJfzab3t3zNeXTo/K0HG9GdRVVR2FFN47pu1IUlJSlWRxKQtKACV2tsB4W/k9N92KGuVxHifD0ViEpKoErM7I4zRHzG6FIVpYpWCQbj1B2rLF+TNv6ytPZiTRHn1Sf8AZKKyiVNYX9wyLKnXmFm+QG3UU3zZDqQFWJIsb6qUjCX2ootGaiZH3Fp4uXoWmxCUrCgShZUR5i/fzts18eex/jfdBFbxliik+96XSE5nZtJdMhqOkah1xASHmUg9QULoT5qTbQZwpSoGN6zI3lxWV1SnLQiPxV9akpQTZxJAvY3FwQFAgE5gRYf3eoxXalvKHMrt6Huug0tiBAyQX0IRwlNKydY7EehFu97EdxpcxcV1CqV6jUXG/FXytRaTS57q+tcWYzYossaagaZ7GwSLkEDYH35V5qstNtNNZ0RV8Li/3CdUE+fbzt5/gC/cHhzeXFpcuLKwxUa3u8xDFUmY7FS3MVDdaylMpMbMXlKQQP0YJ0BAXYAwZfeitzCfAUFrHmHKtAqkSnPzYTXCdlQo4a4zSrXLiNARYpBIBBsTYbLTebuSn4Sa+0eEnlv05/qXHSrMqP3vook200AvpbQC2zewvBwvg2f7mxHW4UJFRyxfeMJ08CK+4Dww8FWXHDgFkpcCCSQCNNBXFFexlhz3tgjFtEbXChSFf0o+wrgR0KNwC5lKFIAVYpOVSTqdLbcBthSFb7YO4CbqjVZwvKalrYryHeXgSk2UtKVIUMoBBQ8k3Kch0GY2IFwds7pU/wBF4erMrCdEivv1RMd92l2ivw5BduA4yi6FZicxTcAFVwmxA2wzi7CGI6DAj17C+IWKpS0OoqLDsBNptLfQQptZRf4iApIIUm5sLFNgTtuvctjGBvpawZWWmacvFaMnveRFdDUhSmcxCZbPSHVFBzJWUjXUAX1tjmSvowl3rYT3N7wcW1Kg43wdhCr1tiPHXKi1LmadKUglXDWC2Sh0XBAU2QbhQCRY2GMI7i90tUo0vAcDdZKpGHkSlLRVKHi12qR25QcPw0svLLqFA9wUISDcBRNhsR7/AH2cqpjLflRd5fvv3dRYVJXDq0N1outTmw6VJGZKsyEjMc+ZJSAAbkE5Uxvr36wKNWf5r4GHl8BEXI7IirCVyGBolENZIKkItlUASCOkW8ivKgD3HPJXuq5qJuvapNOqNRYyR+apMxiLKVkAyqSV3XxkEa5CpSSCALAkWGM92+752lv1TeNunRi6dwOFz9RSwmVORpdtY8C3AEAEApvluADcbY2ntO73nXPf9Jr0V6gtZqNi1iLIRMyFu4zcRAamtDIm7bykuAAlL7abIFzQKvvyrMVzBolysS0SUg5FxayMsppKhkehpkm4UU+NoEXIICiLEgfYgyTM7Wq+o8a2xGFFo3sqxWpdGi+zhChVvpkRY9ZmLhpcdF8qEvPLKE2NwmxtbQAAEA93mVevVTd9QvtvhNFEw9m5CfKpExt+VT2jo3JYWgIKEtqy50oQSAb3ABuiI+Jd5eDeO177qP2U8MiK602+mOlROpZezKbVe4KBZKtAFAgWhJplLaw5LaoPvSt4er0NfHpcLPxYqkoJuyz3UMoJSkJKhlLZBulZFp7TjB5ldKt6cOcy6x5gil4No0TdzjPFjMKoPzUfZ/FUVjLlkOFKY7jgQTZpzRtSklK0gqOYAKUVRiXGeN8ENS8B16kyqdiunSEOurzlCZCFKJD6VIUErSQk5HADc2IVcHYnnS6DVN39NwPP3j0ioQm0rlYNraXXEOx1WP3CShKytCbXCHEOLQCL9Nggi2Kd7OLcZUGm0veNT2KpXsPZWKbiBKGY8p5oqJ5WUAA062UkgJUgquQUqUSTtYiaymOPd9vloNewvwsb1Zil1HhKa5qRdKXE2sOMALKSRfqsBexKRoT2rL9LxRS258+nU73jS1pd4rSWnVOITfVKk2VpbS10kmxCSdk9U6P75pTFUlYIZR0501SkK4D7LuSwbmRQeC+m4/T5i7YAG470bz8pp34TT6FoyrTluhSUkaFB00I0uLC35jbK1mqfTkBR7iuq1BqOFEMcVya9VP6LdzxUcJPQ+sp6UAlF0qUbI72ynTy9Nq7DkPFGI4DmF3afFlLZf6Wn2kqdgqF8zgVcEWBuSCSQcp72Jzu/wi67Rm5VUpL83P8AFaQ71qbUdBnbBWQgq7qtfQElAAJO6oqBgNrn6zXKXT5T6MiMiRxcqtOATbKB6qVdFwbA+Va9M13m8DXT3fN4GUmFQcEVlulu4mYbfqkVKVJ0zZTfKh5lRIKTrlBCwe9gCCaDE9Wr1BgS58WJTuBR5GdUBKELYykkl2KTcJHfMkEaBQypAsLDH27bDlUpbjtUp8J+o1Rf9fdXyq8+a6AtSbZlgnpIAGgNthTA+EN4NB47VeyVFh/7vysrhOuyGj09C7BLihaxSVk3T3R2DS0JiXCJZwJLwj7Q1Zqn9QobEJ/IrO0xdrnGB87RIKVOJUSS0QoG4IsSLtPAND9/UZvEdGqK1uLQpSKzHaKWurUhxaUlLZJV1tPIAuTnAulxSpw1gOgxapLqjtRyIhO/FgOwHo7sVfkHm1JIbcsqx1KSLEEghW2kd1GIou77m5X2eQjmkJWiPFdcTlskBKR4krURmKUgKCSokE3IDlWMbRGBWKlwJywhuOlbtJVS3q43q0qKvl0KVAdyzGGUgXDzakKKnCR1IaKlAEqIWSQE0OOq5Kxvw3aph599D+VLTSo7amnISiFBxfZRN8oVmDimiUkCwCtmJXW5W8bCXP17HiKXFi5uQgTYDCZkFRA+DJClK5m6k3BQUgkmwQbt7LbFfCiwKa7ijENOffpaMiGkykx+aQQkgocWkKFyBlJuU3tcWIJGHEkPFbV91c92qPxaD/SMJ9pSkwn5QRIZXfTln1EBJCUhJSogEk6Lvta4VaaaoMClysQolV6kSlcqxXovLys9rqbZcTYJdS34mz1KSMwCkkEMDdvvI9mnG8Wfg3G+PMV7vKvKQmOqVKajqQpdrAl7I4hKkEG4sEdIULA6r3f1ubxlu+qlJr1L3j0HGuGkTGmmqslrKrMSeE1ISlSuE4TZLbiVllZzWCVHIRKn80sbP5ZV1OiSsR7wXHfffuSqSsnAlOrUtPcBLrcm5SsJ8rquSAL3uNmVVt0eI6XyEDerjebV5VX6aXV4EoNZXTmKMqVKCFDKlCVNGyypd0KWTYKJzEFGqkWRS/szNi1SLMQ1z8VQzQ3bCxktXCsi75QtIUgm1wCTZjUjeVv35WmUv7CUursPoyPQ01FqK7KUCMy2W5IQhl7JnzR7qQ4CVIULm95SobWl+rB28vDmDeV4MWt867ysh1V1w1NLJBKlgB6M6hByBK0JUScoJGmxXhzDkqB7pgNO0hiozUJ5JDSihbiki9gpSQo/NYOag6X1sa+vxHXapEqkB6vUSo0vO6pUCQWnWUnKn4iLFaU3SEkKu2odOVQJtCxLNw5Kix6pxn2H15WlO8krJzCSkApU2koadCr2AAHdORsAjYF1XeGM4/pCP5SViI4olVmpO1mWuU+whbrvNOnjpUnRQAJtoRqnSw1Fxpss3d42F2p7Hv7ELEWnPozLQ1b4ybjUEkAjsbi5BIsdbbaEok1re1gOJjJp6EitxX+XkPpslpUpuyVBYUohCjaykEnUnUXvtn/Fm6nC8Wsy6NRqjS34s19UpqiOwipcGQSC41dZKVpzlSm3AQFJshRzDMrDfodXeFuTn/zAmvdDTDvt57tMENSKPF3Z4hq6IN0Q6jAQlSJCgj9GQvKtBH6xCkka3ToNu8f28cb72qNLawHh6VhfkpSWnZ8pDT6o6FaoW43nF2z4VKCrDUgdgQ+qbq+VwHLgRcGxadW6c6jhTI+RKno6lZrOJsUupAJUNSQbhCiCQVxh7dnPw5WW2p+J36ciqKU0voC0qQq4JbTlBXqQS2SToAMpsTsJp1HxKpp1U5jng1WfWcRuRcUZ4T9RhuwpqmI44Ehfa6kquUoPEKsxCim9ybXG1JLxZhfDmI8PVSl0mosVSU6mG7FlNFriIJJV0jMnLmAKVtkIHkkgkbXje6aVu0qkSVWcb8dDCEyoqoC1oamQlgEKSCCFIIFlJKFKbIUQAklRFomI5WI5VawvgikvsRYUhauYm2zR37EoGXOohBvlSolAGW4GXZ5BthoH4+ps+BjJyqYIeWxnS0mVFlJLHSUpBObwPNE6haUqAIuRcEgT3j4JxFvBpbEWq4motB4CkutNaPR3swN+G8ggNBRurLctqKUlJQRlNxI3gSoNQYG9WrP0iqM1FTSpi05I8hOgUJLHDcbcbWE2JAKkhIVdABVs46TO3X4opdWw5AxPhqVzq0TUSlVJKZVNlFAyyLrSbgC5DqXVpUkauOA2FnlWYLB/2eMLQHapBdxbkq+IYUXl0SnetqoIFylQAUpPFCRYqucwAOpBtrVGJJ7UBiK00thhCVZWk2z5R3AGt1DWwvqNAk7Zmwx7O2I6DvBYxHVKsuE+j/v9NkIfhTkKA1WlBKmbnU9a2zoQq4sl61yK7Rork+ey+thj5MykJUom3w3Em7DlzobgE2FwTrkaodw8RC7yPjOkbePS6NVHKDXnkLRNYVKgTWlZWpSR4kf3VjUFJ1BGnkNl09vIo8prFFei1CFWoVLdSuUw1KSqQy2Rm6hoptaQUkKJBIIIVfTZD70t78/mp8CLEYryHFLdadRkYkcX5HcqQElZIKXCnKbpUogGw2UcRcWfKqXv6kyuSmqXIRKQ6YtUp7q09fBdCcjzZOimnPhqFiLFOsafR7j5xRdOd/lNAYy9pHBDtBl/YioP4hlRZCeLDXnYnssFQb4gQ6mzjeYjMRcgFKiLHUFqWMIrWPKTih1rPS6jlWlUhZ+5uhQCxZVyyQXUqABAKcxBy6jO8mTApdU/7Ly5sVbC1JU667nzKva3VdSSO4NyD2t57dHcXVnkH4HGfmrfzZs6cys30sPLyGv7zs+ukrqORCNQpUibK9ofeV7mlN4Sqj39ETYaXX2nWgvM1cHqBvc6aWANxoQRfZYUfeVgPAdLiOwKTNqMVGXhJiyApaUG/hSsnQWN0ggjTQ67LuJjCvb39z8HDs9r3jiHBrqGqXVGnUqW5AVlSYctKrLBQLqaeAKSEZFKBAvFoW57FsprhT4kVhD6/wC1dCVZrC/YWJ10BI1tqAbgVgSv2YmNLR2u28fE32k6C7PgT6Ng6vf+E7Iay/FA8CgLZrm4IBNwLgnUC/qHtNbvpVL9/NPTaJV4TqHXaQ71sSEE2DjDwASQdUgEBY0JBFic4T8I1nBrXFlZJTC+nipkOdKhc5DZV/UgHMBa6VAk3GqviuqSmo8WVVn32EdaUOuh9LatASkrSVNg26k3AUbk3JJPIVu8RBDpWnZfDP8AXM9GaXiJ3eNgNvEeF5aIUWrw+PFU+gOpbdI6mlpBvmCuki4N/wAjshMMVpre1gitYclVGKvGWCpGSe018J+RSS4Ql0E2S+lly6VZrrCLKUpQAsn9we+zEe76qOUuqU+DKwvV3/vWVZUiO6qyA7oSQnyJIUoApJJSkpMnA9YawH7Q7lZi4TfWt+ouscq6hTSlMSVJzKS4gFtzoUTkWMqgbZkkAjgErJRjD6XS9gkN6jRbW1hx3hSmWJuRpPQ+jI6loEeFVrKAPcLFrkDMi9zGxuiBKnwJVLd8DXW0lo5laj0738iAdQQSBrsy8Y4p3aUv4VZwQtEpGZS2EXStSTYXC0+YubkAKtm8YJBU8+LPdgS8UYcoi0UeElTrTTspCX22NCDpchPmFagdj6nK1WsRP06Rk/tFtYE+2nk/gQHxJL+/uSmvG/41p6fw7fxr9dq+jT69z7cWLwM/iTx2itP1BynOO3cAkHUDvsRxq9hzFGHJcWfhnJXuKmbAqLUhaOIq6QptaFKyqGW9wCLKUFAKBCgKORXZVUciu9D/AEp80KzeRF7d/Ig2OmvfaqPhv3/EWUFDz7jiYx3PqkBzDlZ5KFOyfCkMRwvLfsHmMw4qB2JSUrA1+ISQFqaXKlOue5pfK1REjhLfjtcxyq1GwJQLK4RI0JsLC5IsSIVNk16A6xxZa5XAzKYXIVmW3fuEuaqA+hJHYEaC0DF8Fp2f9o3edhVfwtSmrx3cmvzAJCu9wSPwNu+pQxfkza0TPZ90aEvA+LcGtMfzjYZlYooL6ESOFCaZS7l7KKm1qCXUknWy0qsVdikFRwvdrubxRKYr2A6dUYsJxP3qkT3Xsjbuhult4FbY8hrlIy2A7H8wfCwlvLwlh7EeLcboW/SHfjrdUhrqAt8ZkKykjVIUAgnuVKvn2Z2Fqng113hUH47DGVbUqOhCmkp8lglRISe4BKRa9laAF5CW8TE+patl/Trz/WBad3VG5X/2E4qELWprOtgKzeZzHwm4v3Pa9r22gO0XdLRuJAlfZrgLXnXHaW1lzeqUhYKVjyKQCLaEbMDG28qjUGlvxWnoSH32FLaaR08RIuVBI0vcfQ2Nrem2LsX7pKZiiqS8WNRX186rmlKjtc0lN9Eg8PPmBtbMCLFJ1JJIoQucRTQ6K/U8sSBC7fDVWuLTYuA8Q8aFl4S46k5lqULm2c2DiSBYghS9NVWAAEFzJTVBbntUmKubKd5B/IsIS2/wyopWAdUKSlRSok+YIBAvPwpgGBKw45Pw573f5V1KVw1NZEKVpohSkhF72UUkqUAblJuL2NSktRaNLiysJvxZq3UNK59ooQpAWFEPBN09J6grQjWwQDm24DbwJ6qqg1JgnMGcO0l13j++aIth/P8ACkMKGePrpoSFpPZN0qN/NItrzRgugyp7kWqYh93Z3f606xlUm5uSpCgAoZddFE31t3BNI1Rw5Ki8JqksMPvtZ0ffM3BUbD4L6hmKFDXhuFSb6X7k0kGqcXjtNZH0MKU1KYVZ1DiOnVTZVnTbxEoCgNbg2CTcQmFlLiXdbhegz/uuIfe6M2Z1MBoqYcUblJSQVggj5QSfPpPTtLwpu5x5jKU3Aw5hldOY/sJjrRy5gL2KbE3I73IB1uDe23Kj4gdwbXvf1L46GP8AvEdbSXU8LqJCgoWWi3UARoBYAW2em7rF9Zx5VHGsOYsyPsJ4rrXIORVKaI1UkuZQ4ANCkBRSVAm2lqu5Ez9Xa1Q8YU7ucIT8EQJcWVwH0VSOlqbF5VK+GrtmSdLdF+k3Fze+mknFW73CVUgN1R2nxai3TmlJ4rUBxiRFSLWDzfiFiCEuAlCvJRuLX0yjO81/TNRfelLXmX8ylKOvnfz7KsDb0B0qGZrUWe+7RvekKrxc3LrVm6r6FAIUsAHsUOICVAqulQBAUxMIah3bkmJun4bwlKlP4joLMqqIz9UXi5k6WOmYFV7gWubg3FxawMqXWosqL7rlYCnU7jpyLad4a0Ze3+Y/vD6ntt94M3p4Xxljd+jUukxaPNRIW7PizGEw+IrMeIEg2SbqucwUND2AOjExhVMGwKDLdqjNLizWEfCfQ7lS8nvY5TlST5EBN7G5OpBVVvmTb3X4mVt4GFaDhJqfFi4hlImynVOxUOtFSU3uQlzJcW1HUBcenfY23O7tsG71cEORapx6fiSK0prmo7oWjQDKpcZSg060FLF1oU04nRObUZg3efTqNXq8xPo1WYfXKR1MZT4u2ZNibC3cEW0BFyDeohYjxlhys/Zx2rSqXNQ0nk5DWRSXE2PZYBOo7g6EXBv22pqqnsTFZwZo0ISg3cwoxFhjFG5GvcrWaJ7xpC3VJTKhJXnbUnVWZtSQsWBSSkpCha5siyjcwsd0GvZKpKqMKDni8KBK1XHkKSUhCFlKiG7i/VZRSSAoga7WmBvaSwvjyjObpfaHp6IsKV9zi4yioKZFFfFxHedbSRxGG1HMVIUFtjVICMw2BsVYQb3N48n4S3n8lFqnwpDEhpZTHqjazdiW08myHmnUjpWLkdQcN0qArRbctfbtHP8A5hNRWGSMfdFRMR16fxeUQiVUXVoaadVlQ2m4UQVHSwGg+ZRt3NgXVg7d21S8Wtz6zLp1Rei5kyIeQZoq7DMFIV2IzdK7kEXIsQQAfcNCn1SjOYnrOelvvryNRfmZSkaXIVqQDYEdr3F7m7MVih2U0+1AiLXFyZZUppWV1xOvXcnMT1HqH0+hFu6x8fiZaadFOT7n9vWxdhzd9FYn0urU5hE7OtMeFxGJEF0W+Ui4tbMlYJCgFEem2TcS4j33b/ao3PxlUHKvS6X8Jp+LDQ0tSQQEOutpOZxwgi6wkAG4sCbE3qOB5X84LEqqU+o1Sl9WSZk47SklXSFISsKQ5YdR0QRqCDfabvYxBAwHhxyLQYiGKu+pTXFYWcmWxs4Em1rEgFNriwN167IXah1ISv3GjZs/TT2ZT45lchuWfaoNQixWEZWOKleV1Wtlo7aLJBuLEgWAItcBHsi4vwlhzeqxWfeL8XF9OUp2hv8AL5kZrZFNhWousLKSFC2S+vmADEOOZ+KKDwpTOTgO8V9SFrUh5YBQFgHwgpJuLm5N7k7Efst0pqLvkptU93ImxeErPmWU9N03ykWIOmirafXZ7p1LUAs/sxiqs6estPR7eLiiqY3rzdZqj3Df4SI646fAylI1ym+qSSVanuoi5sDsOLk4cagOQJURfNeNqQl3qT6g6agg6f5evX3XxYDc+K9FWjMppbWf4rKh2CgfUa+lj301iIw9VJ8rixYjHHYyrU00rxfWxIB8rgHsewvq8XmVYWY5aRotLiuwHJ7r2fItKE/r5ewzAgHy7i4/C424LlyosCXAaeQ/FX0rQtI6kkeXpofIg7EFXealOscrSfdz6GkolNZjlUsXHawtoNTpf07nYdqEF11rhNfrpz/sP8W2ndBz5osf4XCddXkX41L6sqvzN/pfT8DYbdKrTGmnWPAtCFpX+or/ACtf9vr9dvumw5TTX9xHz+FWnoNexv3t++23We9xZTbTTvg6s/63/TzGwjZtkom5pAnSYtLa4sp7lWEfFR86U39LE6fu08u2yR3o12lypT8DGVR/ovgcw1Uoscrdp6VhQRJIQcsiObjMRYgmwUFCxYXtM7vN7+HMG0nFEpmnU6gzZ8WE7IVKCVsoecAQtaFAJUg63yKOgByqBI2S9Txzi3C8/he72GK3hBHOtO0347UiE40lb7RQtXgIW2pSLFNswKQTdMY3cze0mm2jcYl6phHF2CK6g1mVT1vPNGTAkQnS/GqEcmweYURlcQDYFOpSSkKAJF5+5XG8qA7VqXjKnTZuCsVo9yVFTDGfk3VuZY7p8gA4QAb6EJsQSNrum75aPiOvOUGqUSE3h2VK5pMJpKFIhvlOXjRCtJ4Cwm4/VUOlecXO19Rt1HDz1TdzjejsUGo5o6KkqepEVx1VyqLKZdzpYcOYWClBKgboUoXsRX2+44Tt9wr3E+zzP35QMZu4XdX/ADmbvUtKVAdUuPDrENZc5d1lWgYeORaSkhaCAghSSSQM0LELWLaNEdxbT1xX15o7DshQS+2rVRbUPUalWgIINxcXJ/Ew3jzdfiOBi2jO1fDeOGIHLyJUN8OsTIZu2h+OsKW0+Am5cbSorGVIKAbZhHd1O3jbqsZP4jw5XITGTN1RUB+OqGs5ihxhxICmye6SLg27Cx2i5kHqL6jZjmaC3b4LgUagsfdGH1r60OrR1eeoPfXz1tbyvfYurbrU+jQKDP8AjwoKnVxWnepLOe2YJ9L5R2FtBsK4J3iRZUViBXpdO5p+Qrl3YVkMKUokhsIA+EQekJJt2AsdNjaRD4rXNdHQrwqSU/j9CfxG1ZlkMv2waZpbvP8AFdpMV/OhCOYyjNlSAE69zYAAX7DbtPgxZTXxWutHzZsyfX8ree14861K4f8Af/18/rfz89h6svyqXxHf7PJm/u5bj9h/4/sgniD8maUv2ow5hKvMe/mUSmH2HUrYdR1KQq11JtqlQ75tR5EWJIz/AIS3+UuqUZzn6StD6JGXixWsiHkkmxLaiopIBTcDsdL99pO9ebWZ+LW8URcQsMRaW0vJHdaKMySeqyxp2ATqADfU+ghgKj4XqjTjtUZfpaFu8XmGupL17kZkdrgm4IIB7W01HjeNuJrNpc1DMbWFd5FLw47HxbRokWVN6mkNPtdfUbhtXnlJ7272trbbOu8ysYorOMp0rFrz8KbKdXI4SUfCcub5k5bpUB2ABNu3lbb7x3iafz7cCLTskFHg6hmcTfQqBsSbW1Hbte/e9pWIqo1Qf6epy62hj7w01N+bKOwXYqSoiwzC5+hJ2Z02marhYRAal2IZp3+TSxZiijY3kYIrNQWjDVbQv7u6gZeYASEqQe4J7X7fmdfUGJRo0V1t1pxfwc2RP90+W3g5Scb1mjYtYxbu+qL6IrC0SEQ19EiPlN7HKSHQLCywb2tdKb6+r/sx+2HhLe/hmJBxG97vxCwhLT4X1IeUANQQNCfMEDXbWv05NIsT49j/ANxfGGnb2hMUOu1hyjRZa20IQlPR+/8AftlSv09rmn2pTLb+dKuhfhVs4959bqlexvPlO0l/ksyktOp+bUi9remv+ROykxQIrXNtOvIbf+TqCVa+djrbQ/vt6bYFj7iVM1KcBcCJCsRospp9prIxkzZP1k/6/gfT9myzm4hdgRXIDTy8ngdmaKVrcHvqVeqrE6/W+xHvLnutNONRXkIfWvr79SfpY9+/cWHodlM3DlVl193m0IfQlSlR5DuVLibXNleG+nYgeQHe2w66N3MBbhvGeoMPGuF942F+LAdQvo6k5wtKVi3pqLm9uxF7bJ7HmKp+F3W2sL1BaJra0ozePL/cWlRupJJsO/e97XO2dWMNV7c3WeLQcQ1SiSuritIXnjyk6C+U3Qr19QQO1rbGH85Uqf8Aeqo0w+/09eTLmUNNO+X10sds3uVEZQ7h+fzPKWVbHjlZxbi3EdLY9/S0I6Pi98ma3mNSBoTrf8dNqR8V52V91Zp03xZ0R3UL87XFxbS/hsSD5W2Vg3i17n+f+IhHy5EBStLd7jW/p22nSUysZT2Mb4Nz05bEpKa3Fy5mFJAzB4C90gkWI076G99sjU6i9bP/AKwqVh42qZgGqYjit8rwKRUerKiRdKHPrmAsnXuLGwHYd9ucz2dN9zsV+LAlsIRKzZ5EeZ4lEansCSe4J17WPlsz932H8L4ywuw7zcqFNQjqdiyMq/obG4trpoL/AF2vGati3BrvKtY3izYqEKWhL7A4uX/dve3nYH1sNtTpthRd8Om6o+Exk/gfehuWd91yqjUWFra4TXOoK0OIuCptXEBC2zbwjtclOU3OxnuyrEqU0/S3oiOtSszSfAm/kAq9h2AufzJuTqmHjNrFvEpdUl4aq7D+bPHkJQpSlC48CrpVaxGljoe+uwFL3ZUFqqP17DmGJVLR/a+7ViQw2oXIPCJCwn1CSbX8JF7bS6xn4mlRqXzteZmxhQ2qXWXIsqJ0LUqQlSelSVq6gQQOwPlqD+IB2omI7s939Fn/APNfx+wH/LZq+0I7KoMBus+72H+nhOrQooy6aLspNxbUkEA2GvrshKPjDleJVPcb/NMIUtS48g5XGvNZQSUm1r3BGl9BYEq6jTuTOs051DQ9FGqjTX3VpHy/+Va1z56+Z2tsOYBwbWXW5WI6fNYlI/2TvFacVe2mbKASLXSQL6gE9xZ4XxPS8UUbmmmUU6Uvo4Erwq9OoEhNz5G3bz8rSGzwnXOLE8CM3gzZk9wUn5tNfL9u2LqDfUcKJl3rZp2xiH2H91W7l371S2YudHX1oHiIPiBAKFDy8iL2Oo2KI+7LDkqjP0GvU+FUaQ+jIuLKTmTlv5Em4IIBFiCDqPPagwSy666390yZEp8Xi87jvpf8f8wNjetTfdcBzhO/rcVpfUnXzTpe47gC99dDsIWMBvJ5i/es3ZzMy1b2YmqXiiXAo0thdEXm4SpHxeg6lpfymx1voSLHuCdpOH9wWI8LxXIDWIYtRoL+fJAkXSttCgbhKzmzaaWIv5EkXOzoYZpdZlfCqDbEpfU0tp0LQ5oT4O3bvaxFtRtzjPNQJXIV5ptxjJ403Vm7C4IAIsO/mBqdCDsL/UtRuhj1G84iMnezlVOK3Pwa05CWjozsT1sKyDvYJKwSNflTe+oULbc8e7mML0GjNyt4OJ+dQtKUNP8AK8rIZXoUtrSlSs6jbSwGpPSe2zkrNTwlA48B3E6FxV/CW0uR1a9gFpIWhwaEakkWIJ12TeI2cUQOJ9nMTv1ulo6XUrsuVHTrbiMptzDVxqQCRe5B1I3dFqu/w/ubWi151Pg/uVeAMAT6pXnMJYclxVxX3VIRIf6Ft6eBIFgV2sMtwPK1r7abYw3hfc3hJ+Bi2k+9ItRT8X5ltqtYG2iswJuCASCQbbZURW8eQJXKyoiGWX2lphSGklKM+oK0DRSHBa4zAalHT5EaxbvM3jQJ7dUr2JqjNR0scKQgJS4lPkTlKHF2GqVC/mO+2nXXWp9R/YvqaBiYzgQKM+7F97rpD7qkL4Vn1NpHZSmCMov5KsD3IIAIBzVd/GA93OF4nK1bIucpLSU5DxUrsm5ICSbC+otoPPz2znu0xRPrzs9rlJsWK+whSGMpWlSToVN6rGUkklIJCfQWA2VWLKm7XuPS3ait/lXVpQmUjL4SRqQNNABrYadz32OTLAKkeFXxFVN9NUiV73sxS5sKVwHXUX5OZHULgOAXCDposhelwSBcbRcX4MqmF57fvRnO5naR1tZ0PIPZlzLYKTYHKsWKT3zajZE7t8Sz8OOuNNS8kXOpiQ0vqQpB7ntpY+o1Gax2dGH8S4oalfY3FEvnWEZFwH83FQpjXL1ak28JuAdNSRbZe71DAhhOFVddarMCVS3v0CcyUyEZ8qr2sdBmAvYHvodfRj1feRKrODX8L4owF0QnUyqXNgO52mX+oKslQJaKhe6SktkL7Ei+w0/heA7Xm4E+orpa1tJQxIy5uG7clKu+qToTa57/AIiRhas1nDnv3C9Ze5KvQlJW7FlJPCUghRQ8w5lsWnrG17gKSUkghQCmj8WMzz4vA2g7xncRuxHaXSact9aEtNKnpMOYzl7I46dTYnRBKgCSAEdtp2Mm3seYcco2IsJoXKoLqZnJSnXFO5j3kxXwUqCTqMpJuUqsL9oGAcVT69iOXQa9hNfvFGZbsiKhtKo7oNwpxCgM176WGt7jvq5MP1vAeF5Tk/EdJYXNi/CalNIKkK73uwTkT6ZtTroddnDV575axRndAjdBgvFsCVEr1Lw8iiRUIS1z78orU4gkgtlFitSTa9wcpuCSTbZob35eA+QYlYj51c1hK+E1AkHK8ggWsAegjU3WSL2ta19hGvbxp+8H4WHMlLpGdXNKiurU62rs2tDiLWGhCmjluLixsdv2nUnBuI4r+76e9FhSpudUCoxVBDSZF7JSfl6/NJAudNDY7Ta+wS4O6VGCKlugdafd41ei9WZTEjlZiU+twtoLv5gFVj5EW1lVR/d9ysuVhzexRKIuUhSP6UobsVrMdClwhS21JPmkouL3IIA2VkTBmI6NVKlFrOHpSJVOlKY52KvOht1HkUmxSCbWzBJIN9B3D8dynapKbd93NsPoT8VSEZFOK7jiJByK9QqwNvqSNhjLL5RS20heY/cNRqzg1px2fg6kYhpz6lT1xaRUkTY7iSbc3EClgoNjZQAAIOUqJsS8cE72N3zrTEV3dxwELQnhOxVhaco1sUrAUmwv0201B8icwbv8TtUHcZLqk+ksSm6RKflRUqQEOtrSsKORVwDcKWBqCbgZrdjLd77SHIQG2vsRS3/n5jirQpXb5VJJFyL+I+Vie+3l+pUPpG71ZwP8zC1lfbG9Y/ca0Dd9iiKxKo2Hq3Tlod4rTsBbjCm1n1R4bEdwDYi9wSNgmrYTpcqgy6XP5Wbk60IqMI527m48wpJOuVYuL2BuLDa0wd7QErFsp+lwKJTmJreVDUVUgoVKUdShgkBClgahskLI1SlZ02rsQb+eLK4UDxoWtLsWewOEqyyhbKllJAVobG6bEWVluQAHV2tVlGitdtpT3xIFIp9Uo0D7rLQwtGVHCdjodV2sACsA3NhYFRJsQCewIcAb4sURXWGsUe56jRPBzjTSoU2OoX6VxlgGyQLFIFwTYeg/JOMJ8CK3VJVJ4FOy52F5Q7w7jUBWqvLVKwbgagjXbpJxJg2s8pFlVBFOm1RpS4rExrLDqCbC6c6SEE+ECy7X0BJ02FpE1/vdkZ5z+ITt2WCOOm1+g15px2jVZiVkzZmmlZlZh3SUdyoeaSMw9BptOp+LJUWU261ERKQvL8XItKk/3VgjioT+KVpFrlI0JzjTPaUw5g2VIw5FwQxzUJ1UeRHju8VWVOqRlCeLcJINshAB00sdjXBXtCwd43NNYcZpbzEb4T60z0rVBXqcshF87RNjZVik+ZSQRt6JQw8pQ0WL5YmkoGLXZ8XhNMyoq/CtClBXT+KSULHoQb+oBGwhMqOI4sp+VFZflMIdUhSo7WfKoDQKSLqCrC9rWNxbatwHXnay6+1Xoi6dNhOqRlSsLaeR8qwexBH+u19WsOSvfLlZwHUGKdW1scLirupDltUtyGbhL7emiSUuIGYtrBJGzZ81nEMfulC3vbaad/s15Ol1GqFp9bpNiLj1Fj+B0E8UbvqDjfDk+fubdp2HsQ5VKS0qOlEdxV8xaeQkFPCUTa4Bykk5dduU7fVhKsz3ML748KMYRxXCVwH2JSkzYEhWh40WSkBQQSq4DqW1g3uBqdreiiBzXP4cqyJTCMv6J3mEZfIcQEqT6WIV5H1AGrvU0mp7aHypnmpind5i3BuMqt7+wbyLD6slewvPd4S6fnWoB1tw3SuKsgqakNlSAbpOoADg3d7u94O76LEr2A948XDSEf1qBVmOYYmNZQPioSpAJuB8ZognsLAkDWe87dJF3vyojsqorQuK0vlXYS0JlMpKDmbLbqVJcQfmTqFAC4t2zRXvZv3g7v5TlCg4hlVTCLjqXac60kodpL47srYWVBto2sFtEJF1AoSALvparfdPQ6TWU6nws4MtMV7xtxlZdY/nQp8VzENOQrhSIvDmIkR1WKgzIKClSCeotOj6WJ12taZi7dViifE/m+3urwhXuFyuWRTW0x6gxkslp5K7BRQQMpBBAuBYKsRp3c7AxHFcn1mIxCXS0qS6joQpxVuq6Bp3AJIA73tqdsyb46/An1lyBQYmSLCUtC1ptkeUlViEHwm1yFAaXAB1vsTftE0u0KV8TNK172Yd4NLgVKfhzGUJ+oynVSuTjx0xWnF+RbQbJKdbkJKV6f2lyNmJ7NlLqlLxvSXZTMViqUhS+YiuoS06pS0WcygAaBIBNgOwvobDLW4zeLiN12JQYtWmxYUrK0v7x8BvuGzw3DZJOoCQSDYADy2ddTwjvVgV6Ji2ly+a91tK4/KzSpSkBskrCfElQPpciwNgLnayce4Oqx84czQftx7w69hxqiu0arVGFFlNPyH3aX/XG0tlolaUpupaAHBmCQTa9wQSNsKYjx/WcUYcYpbtRp1Rpy31SIEqFbis3tnuyvKUEG9lN6EWAsALbX35YVlYjwRgTEbtORVJXQlpPOohyErVGIISpwcMrJTlCVkA3AJHkk8Nbuftk1Uvc2GYUKVFlKiz4s1rl1qWR4kpSSGnh5pAAUL9gdjGElzuB3u48lQIm6WsxKW/UWGs1NrOuWQ0i1mpCLZkuAHxoB7EkDxE5r2B69S2p7ruE6ctyqZlPtR3wpLjoJNxZAC1aaqISsjUZhcgXkezVWcOe7cUYIxYunVFjKpEeVxEJSodlsON9OhykpIuD2JGmx3Hp28t1r3Xi2uRa2xNRwpEV1IS6lNzdxlxuyioG3dJB1OXsBlaikvMK9B3s1H+0Tz8HhOuNVTD0WosL6nY77uR1u+ikZyFXbIAtcEA6XIsBbUjBm6WqOsVndpiGo0tcLJ7xwlNR8WOu4s7DUtRCfTIlZaNgUlJBBPcc4EoPFgRZ/NU5a0/FRzQdabXYBJQpXXqO6RdBN75TcFVVqqYcwHihulz6j8yv0rQ4uXMEkIWVJCkmxNiSb6XPckpTYJrUU+nPBjQ3YbkfZaxHWXMUSsTLm1pbq3VKmTHadNTIBUnPIi9CS53QXQFZwLla9Ts1cYSNyO6+A3jevYeYfWw0lh1qQ01IdU1e6ShVrugqPSq5CiSAQbgoiVPwQ7P9wuy6RK47CpTTsp1bCnGvM9XSVJANwQD5kWJtNjxsLz8OOYSr3u7FeF0OqdYprvU7BWR+kivAHhLt3ABQod0km4NHgIut6G9Dd9vLxkw1A3e+6KRlUmRKjv8m+rQ927aLQO6TcGywADYk5YwO7ijd9SYFGaolep1LWmPHqnFbf6ENlPCeyELacJIzJIAVYGx27PbqsOV7BDlLr2LKdW8Lv5vdsitwC1UaO6NEN8yLoUpJ0BccCr6iwFgssIq3X7pay47iPENLRUX18u/KiwxFj1BFzkLzjJWUuAHRw2QSblV7gDsT/dLeLQ/ZDtGgOYcdwRUWJVLyuxZkBfNNM3vcXFlpsPCojXW4BsSRbu93P28o0veDP4C/dalsOod+OtLA9FIOcdPiGQLBTbKu1wthvIoLu8ZiBhKrVREpfwHVz5QStlpY/XSpKnAAQQLHMLkBR1LGq27/FuA6NLnz8Q0FaJrSlvranraVIjnKc9wlBX2uQCknTpve9cbVlLDs9SpnYcwRiOU3heqYyQuiVFpSYsqO018F0HRpK0jKtRIWkpUhOYaGxFiNY03eO4ca5WjY8lVFEWUl2PCdaGRzLotkZklSBr2bATpqO21ROpmHPs5VqXghmLCmsIVKmNKkKS/HVp96CyAClsAdPEUSNSkjUs/CECfWaC3S8W0N+bRaiwppFSi2QrmO56dcgIGYKvlVc3Skm5JXtccSiYUZEX9Uh1SjcpijFry4vKpS0hCFBLqWiARwySkOWTdRQCCBci9trCl7ymqy7Pw5Aq0WKuE0l2LPhQnFZULISc7YSSkEk5iCvKbEZgQBf4hwZS4tLYgO1uVV6dFa4HCm34uQlIS28lSTdJtdJUCBdQBAPVT4J3VUvDk9x3BHApbEpefl1JCcqzZJKCmwABunS4N8pSbkAiVmLNqgjbTLim4aqmN2uagYhYX8JXOR1vtcnUtQEOp+Q3y5SSkk6EZVAEL7ejhygtQKlPdwRNizWMj7TDVn4cp8G4LJSTl4l7W6VEAlJIBG10vAmKJWI5eDYst+g1FbCneKiRkYeaVdOdAKChbRvZRzIWghIUnKQnbnhtU/CWMv5vsbxFzZU3joa5dhbSlKGqxa5GYjqU2BqAFgHVW3Odq8wxKgbooMP7mMOYon8/KZYXClNcVTCHyjKlVgbLT4FgrGVRFiUkE3BG1lB3d70Ny0WrYkwliGLW8LvsLYqOH8RtcwxOgFIJCSq6Hk5TqoKBsCMumUNCpQsONNOUvCXOomxZC81IkLDEhzUaxXlpy8YItw0rKAQEgFFri6hN4jo2EuVlVunSqDK+PCkO2RIjrBzLbcFrLBy2USStN1EqWBfaiupEJX5jdATCWGqpKrMDeNgOk0So06qQ0odpE18SH4rShoI61lKpcdV7pSVlaCFJDqrBO02Xhis7wd6GCMOSqizCpHvFMqo01p/qVFYJdAYW4E2uWQChZunNooEAm2nbnKDPrK4uHJaGPeKUzJFBp1SEN/OSCp6OwuyVBagFEsklVgcpsBtKm708JYclNu0Hdk+it0vNFnz5khxSVKt1IcuHHk6J6gUIFzcAgG0y48ZB3kbw8eYC3yVLBuCGWKuxQY8PM7Kh8SR8RpDx+EtSDIbTxQlaUKBBSQACCD94SexlvGiz+VZhRZVOyolQHcyX0o8gELQHFtFNiCSvKLW8rRJWHoG9qK5XuM/Cr0Keuer4p+M0+VKshYsi46AlXYhGhVZQF1h6v/ZKguUuVE99oYzI4U+OOOy0pZPQ811JRcG1gUg5gkpII2gywg5jndvS5TU+suy5VEqM1hMOpO0uqOoakKQLMOLCCLqTcgqU2SArpJBIKEpsTeruhegVmLL98QvA7MlXmR2Ug2JdeBKWkg65nLJAve1ttiUvFEWs8u1Kai8BDSfhO9LuUG5SlwXQoC9gm1vUC5Il4aRS4uI25UV5inVFbX3Cby6EJezCwZkNqUAsEm2i1JJIyL1OYbS22UcbejPxHhJ/+dXCcWKwiOpqRMpaVv8FHQBJQE3ztBd1FSCCAm4A1BHsQYagT4vIV7FlOYfiralNRXcjqZjRspDzCiQFIWnVKkkAm6SAbja9logQHXK9XqIxTqOuUpM+FTWnEqZfSVELY1RkJGpSoIJvYqJsDR4gRQXcLuQMJS2K3REK+AxPYXkbUu920F0fDKvNNw2Tc3uRe26RidK3TKXijAdCxbu+xlztOp0rJKitPhT9PfUFI5gMOEOJQpbKknKSFG4KQoLvA3h1OBQaXL3gtPU6LKp0f7w0joW8jIVrb0slaSkAlNgQSCNRYilGhwHWuFRoiGESn052JCCthSrkBOVQzZSq6k3ssHS6iNrabh2L70YgReSiyqjwo62pCzwnFAXuk5gpD4BygpICgT0nsTg7hBkbYi8Qbzv5y5UR3BFJYm8dCUzI605lNrtqhQUOpI1OYAgCxBGuzq3Jbsd32EqDUmt7VEYQublkMSIsoxZDKQcymytBTnavqEuZhdRGgJTtHpW65vC+IpeMYFEfi11hai/7tQ0uO40NFJcQkBDzagCSVBCtVZS2ewxjWZhLeNQX4ruLPddRhO/8AnLUk5203v0FWUrSCoC6SVJzJvbQkLhvidt3DmOjdlh/dzS8RuUbAfvuLFfQp2OvipSrj5isltxshtwHRSk+Y0IUCQD3fVvC+y+7R+LVKjwOOjhZJHgSo9PoDwzfVNiAm5BFiDnH2bt3+I8B1SpT6DT0VSahpM1EV11bXNI1uhtSrDigI6c9rk2JNhaz32NY39ofEcDDmHKc5RWENJkc0+0eElRBSApKeu/i87XBsQbjbNJC34MxbbRVZlzgCZ33n0Ss0as8KVEmoRUUKnw1yECQh5oGyXmXh0PItYKKTmBULjW+wlSufrM9yA69wH1/OlS0ozenUTa51te1/IabbY3Wex6zRsJsYcxtjeqTWOY5pEBhLaojLp0Vw0qSSgEkmwWCSbkG+0PE3sE4clSn5WCMeVSlsSnVLkQJDTbuW+p4bls6fMlK0rA0sQBbbUV0EV/1fS7tuf+JiauR2qDKcgNePInP/ANQPPa0wh9iJTUuVijEMph7pQmO01lV565iDm7DtqDa4AsTqquewHhylxWJ8Sq1rEPER1xXZSWZDav8AwsoQl1J802ChqRe9gpqphzcRhOunClYwnVKXUFJ4raKy1ISl6wN7f2iCLWCikJI1BOpArNQPSgzh1Gm3OzMgYdnbuWuXlNYIqM1/+ym8ILWq9wLqFl5u+pBPoTY7GuHoFUrPE4WCG6IwvozrdGZXchRCSAb3ubi4uTc7TsH0rd/hL+kKPSZXKzcrSeVdMiOlWoGZGoSnuSU9u50udm7SaNVJ8VuU7TutaM8dLSF5snksgG4t+sLE+mmuJqt3xM6y3eciALu7uA1hyfKxRUFoioSl111DWbKmxV2A6gbWJABIGnfbMeK38J0feFxKVUGXKK/1R5jTpUyrQXF1E2SL2OptrcGxG2y8a0WVPwbVqW1VpTE1+K7lyoKkJV6Lskgj1UAAASVAWJOedwGBd2m9oN4Jr0uiLxLxVvxabUakqAzVo4Fn2W5YBS3KaPW0VZkrTcEd3EudLXgzS6eNwPMKd3ns54XrMpjmuVWuV8VqOvoRkOoLZBAINwe4Fr2FrbH+O93e8HdLS4kCBRIq6ctpKWlrmZ2Eo/USpdjoLgd7C3exsnMJ7xqp7OmPatgiDSpUqFTKi5DdpNZuzKZaBCko7rSl1AIAUm7bh6kkhSVB8M+1Zu5xHS+FVOaYRn62n2uptXaxSCUqsCepIsRfU+ZNVoFuJdif/UR6gmo35XJH7RSTcVYXn8d3FtRqLFRRH+BwneKhlafkSbWTYAW6U3vYXtsOU3GdZxQ17h/sOrhZUcJaXTe7iLA5SQVZhY5r3Oup/N5dZ3dV/GzErBrNPp4nq4UhbSEtNPruLOWuAVG5KlAXOlySNGdhv2Z5TrXNT6tyq+ElSEcIqQrMLgixChfSxJFvoe2euk7LeES7x03I4MVlEfo1L/ovm8i4q1J4WTqSn0GpuBrYgkWPfW55s1Sl4jrLdGo1WyTep1h1+O4lClebRKQo5VJGqSkkWuACAdjPHu4j7LusVmqS2Kcviq++cU8rMT5Zu1nBcAZik3SR1jULd+BVKC7xYEuE/wA6tKmuFldVlGW6km4BNtCAbJ+Ug3BivQoLO7k5j+mqS89wE5kjETOKMOSuQ+OwxKzPwpSHUPxZSNSSy4DlUbjUGyxbqSAQTUU2DvLxvK9w0aJKqK319CVWQj8CTZB8yAQVamwOxVFpmI5TUuLQa5CXSKo/x36bPdVwG3ybrKEq1bVfqBSQbq1KgTs3vZ0XS92mI5cWvYxoj9Iq+V3+tBhMV/QXUSCGlEJCcwui9gUpBChtV2KoxNOyw015Uczvhz2Sa9RsJNz6pUWIs1zM6hC0LQtlQ7JzJvcg3BBFz6bK9ug1TCXPQKNLWwt5/M6iLdTDjvYuIAIyKJGtrAm9xfXbU++Lfj7hiuUujOxVvvozNcV1taHvOyVoUUhRBCiLkk6AnsVjhWJhLFDTc+BXGM7/AI2s+Vbb90+JGhI6rg27akDUbCvdl5WZh12oSskjP9vUU1IxBijlfddZiQqihDquFKRn4qc2pGVRJSq+uhGouDcaMjDtTxHyDlLd5JhGdTrEx1DbUiO+o2JS+keBSALpUkgqIJuRfaX9gXWqy41KiLz5lcJSfmSPIHQWI7XBBFrDa2feo0CK5yrq87C+FNRkCeGoDwvJIKdbAAmwPa4NrjqtcmF0HUtRZZtABHz8QAxJU8b0aA//AEe/Uc6FZpEdZadU1c2yLaNzbQ9yb6gaWIhNrDuKHW5XumqP1RbXCkKdslTiRqWnEWKHCLEggpJ8xfs65WGKXKlMO0unLiofSnirYuhUV/yzalDiSAbEEkC4ta5HzXZmEsOUHlYtbhVSorzR0tSlhKk9hwirKLgaqFwbHTMRoG+5tnpt26Jpvde1hxpjEc/mpXHaUqRDhuqQnqIzIUUHtcWCiUgFN7i+pWqr7qqpQWKDQdyNLizeXVxZEquPNOyNBlyJcKyXfVSXUg9gDqNiGpYQ+0fDqlUlv06awxkXmazocv4cziDcaZwFAEEEghRBSAJz7OOtOUGvVadCfYWqRClMLbdRnymwUhzUXF7qQ6kEkXBFhtIs/wB0KK4CYYxTgODUH3apRKoFxVqQt2jVRapbdiRYNvdN76FSVtnyJANy3sKVeqO8P+aXG+TjuqdXAmMGO1KvYLHAWnK0o3JKUOJOYZk3urMMpwb75pb/ABfdEqajKp2Qm0J2QnLotSAFoKhqQoAHQ2zkWDP3T7rIFGdbxRVGV8dhCeVddfbd4jRFwC60AlYHkexAv2AAtx7Ez9f+nSTD2HGdait800v9fI66VpTfUpvYKtr28r6EbAu+KJ9qGm3aNW36DNhK6ZXFVmcT8zZsRn9RmJsUp1HfYgxrjCBS4D8CBUYsWory8vnUOE50XH07W8yDmvbzObcfRMb1Slse+XaO/Cqj6WuFFnuJSpYVqHkFOlikJNiQRm0IuBCJzmef0eme5t/xP6u4a98uuVSLiyFit9hSVOz6bKyPx0KSUgyGFWdYX5XspCv1h22gGp1SfAYoMqoRX1wv0Sc4S7kPkR56ny7Hy89jhH9A0umwItPYpy1tJR12d4Kigi19SEKIKuGCAABlAvbZNVnAE/FuLeQo2T9LldlK/RN+tj56ahN7k97bXusVBkx+2wqcCXlBpVZdrzdLw5EcqNUz8VqO0gKdSlIGa4uLp7A38yADrbaNXaJjJ2sy6NWaTNhTen4XKuLVHVfx5UgqSgjTMNDcedttm+yX7NWDfdc+s4c3u0tuvRU5X2mn0rlM2BUA4ldlIHnoCnS4J7i9rPtPbjMB4yotGgU6bjLGX/nGflUt1KluZLEOu5lJC0iygpQXcnQWsdsOvrLXXdmpCf8AiM0g7MmYc3b7qsZbxsUP4XaabYySE+8pS05kpSrxAaAZyL5QdADe2ljuWuwt3UHdhE3TRnlyqphSlu/ZqfKa51DLSGyXaepYBcQ0sIBSokozoAsBs4d9++PCVUoNGrPuSLT6uwwrq6OOm40bBHp3tc2NiPU5JqlagV6sy5UXeEjCmL5X3inOtNZU8VIIQSpIBWCBZRSbgqtlWCQdTV34THzF7LRv98S7wjOoMDDjdZrNWfXChPpzcJritR81sirIBIa1FlC4SNSQAbHfvejSqW/KpcuKtD61I4rSgpKlDQaD5r6kdyfW99lLhSFPxRiOe7i2rIpfvTPImxWHQ01zWe75QpKQnKSCUqAGjigR3Gzg3XYYwlhevf0pUahKpDz6+FKlcPNFS4SBlsAnhhVk5SAVJubpIA2y36hXUu0HJ/8Acpaak+0z9fprVBwu5WZTK0cPozZxmUk6WvYg+WgGmo9Tth7fbiie7jerQItRWuEjLwkrtl87Ei1gSbeva17WA1H7SGP3YvP7ucJVCnTeBK6pkdpxCWVAqNksk2AJNyMxBFiBc6Zuw1QYFUx45P3g4eRXotRaySorT7sdSbDxNuIOZCwRmSRcDUFJvYd08kqbLx5QWnKZ3H3FVJLsCBwv12v+Q2c3shRpTu8uBwmuOhDS1+PKpNwQCn630PlYnYUx5gGBS2n6pFqD+TmlMMNSkjiqYuotlZRpxMo6sotfUAagEnsiqdpe8FysymeOww7y/Sspy9rkEDQ3skA2ufra+1W4ccTQscMhm9mpbXCbad6FoT1505VZQf8AT6bT4z7UVr4TORxfhX/d8/Lv+Fx6bVMlh13+tMoyf3vF/B8iCQe+01tjiuttNZ3PEpHzK89Rb0/btc17phuZyTNaddfdd+OtfhX4VJV+BHb/AKeW1W69KdlN8Jnwfh+/6fv1O1hNlNcJxp2Ihf7c2b/j+IP4bQoTErleLxUIzrVmSpBzeg/g+e0O20YlRKvElTxRFlRGqDEp0ph/+tIfkFpade6TlIPlpYk/v2G8a7z6DhzlMGtPIXiXEMhMWBHU60jNIVYIQFuKCNVWSLkC6gNCQNiTGNZpeF6C5PlO8RaEJ+75sqsqtQsd/wAtDfvpqds/bx6bug3q0ui0vEdWp1LraFK5KfPTwuYXayYTiwrItRWVKzJNicqra22iqrf9009FRv5MJ/bB3b71aDuRw9FxazW/clOmtTH2nZS1x2XchQM7BvkvnWNLhJUAFG9xmYVOv7r8bOS5TUrhrixZ7sORdD/UgpuEqF9UJyAi4ITa9hbbS9e3vVSvexliHCW8H3jVJsHi0SGqbMU7IiyGSEMFS75ytCxfvZQToDsvsdRWt78DBFeaqC31xcPrgZ5WbM2viX4anjc5LkkFd8oJ1KezFgCTcxtWI6sYZi4c3gt+62ueoNbioqlLyIKU8Jzu1cCwLarpsCbDISLnZ37kMOz8LxXKp0Mc6lbUhh9rOmQwru28nKQtNrnVJAuDrtBwluqxvQaXSYG8vD0qnMOSnfck9XDXwXV5SuKsg5bKAKxYkEoSQSANjKmTWsOYD5DG9RXSH8n3KUq61pyr7pNtewN9QRew7k52pdxjZ+YvqSVQYl/SqvS8ZVR+jYNri4VXyutRaM+lCkyL9RchOG4dFkpu0Tnsm6SbbaI3KbgKXiig1JqqVukVF+oR1sOsKjuMLbX1A3JvZQJ7EAixBt2GOKfW8OQKWj3XEbrfAWl9p135XQEq0IAWk5tOwNrEnbSm4/2rcOQKW5Xt40RGdbSWmp6F51trQLAP9itB0SHD1Aa2UO3VWhnw0zO5uaITHG5vGWF68xgN2nPwqouoqjodlWYazg5v018mo1SSRckW77aFqGFd7+HMGuVSVUaWxyrCeLClTQrpHfKrSxsPXU6WJ2Cfa39rXBuI8U4TpbuE0UXknecmVHiiU1Ka4dkFHCJDrYWQQu2cDQAajZdHfdg3EbTlLgVZEV+U6qLKYWpT8NxVwM7bndIUOoX0BVa+h20tq7YyqBuI16zjaLhygwK80yxW2JUdLrvu50pdZSQD1NrF/wAgQfp57TaXvCwHjel8KKzOm8f4TrCFhC2/KxUQcgOouQU/5bD1Ww7RnaMxKlVaLCixYrSsumRxOQHRQv37aWt699gzGdJoM+VScUYNqFLpD7MdfHfhdK3lJA1VkOVabnU2zkgAA5tAmqU7AzmNSLV/YZ+yUSBjLBGNUSorWRrn1uZ86dOlba0oWQe1xcgXIPfaX7OW+f2KcOUFdBxRgh9iqIlOLS/VICJ6XEFZyFLoTZHTbptpfUkm+2cqbPgV7EbFG3oS1wlrdzMJfa+BIaKwkk2spKiMqhYgA3v5Hbvj3AGDYGPIlBway+ww/F4+dWfKpWlgCensdVDQmwuTsZGRfGENvGwTXe87f37CkVqC07g2nSoXNNLlOwsP/wBXSOoOHKjrHayRcknUWvsYse2B7FEWKxysRjwpQ1kw0UqVbt8g9NPLbFuHaDuvqlBfgRZbCJUVCmnUPx8/UCb97aDsUkeYsex2+WN0rWLYESVFw8hFOzqSpUeRlS26P7wOdN7k2ygg272G2jXXWw5/8wimbMZ9uL2KZTvKuxFsL8fxcMrT6XvZJ9f2X9Dsa4ZxduH3of0pu5pMLP0r5pqmhj/zQAuRcgg6g3281MRbvML4IxlyruHn1toTmdanvl9ClG9lIVY9Nha2hBuD2ttuj2eqJRqDu+Yn0aJySJvxUJ/HXudT37m52rYqKvhmVcmMrFEGLAiuOtZMiPm8X8a7Yk36VeB7+96c2vP+iVlV+JH7vI6C9/w1VvRrDtLwlLlT5bHAWnKnIrrSry/gdr7YN3j1KBVHeLPefQxnz58ub93+dr6bZFoVmjFWQN0e+7PcHuW3tYSYlVnE70Wr+B3l5reZNx2yrv8AXUW/Hy264h/k4aDxefwvvNWtedSuBPijL9OpsgaettfT0xjX8bNNO81Al/1VakpXly5k3+vfTtbT67S8H7+N4NLlNyqDiGqQuvqQiQtSc1x9beVu3ns/p2TZiByx5jWp2I8dz6N7h3ybops6lrQnLVKWpt9SdP0lkKC0rt+qAo3Oiri6/wAXUf8Am+4dUpeer4emr+6yml9Tau5afQbKbdFyCki+lzrfZ3YL3z0avO+5qpEfo9RR8LIrqYcUDbQ6WufMgWvb67EGM4dGqlLn+9IkXO/8J3pHxEgXGYi2gtoe4NiCCL7eOGgXSsWqGB+PiYbBqmw4mf6NjzBrsD71ElfH+TL4fqbHqHbsQSPTTYu3WYnapeLWHaNLzsPZmsmT9Ig9woGw1vqLaX17bKiTTYEWe+1AezsIV09ldPe1/P6fT67EGEnJVLxHTZVLycdDqfu6/G4jscgPfuPI7U1G2ykp+0ZQrZxHrBqEqjYtqVLpcvlYr7SVNLaWU8O99PUC/bWw0HbTYGp0yfKxa/Ar2LKpnW7kdQt8rQ3qQHkgWuAbkkXBOlwTsZLnNSqo5PdicDPFQh9KkHM2oE27dvK5vfU/TbNWLJs93EfvSgvLYlIlfIs+G50PqOwPn2HlcB6e+E2RvTDy9R5Yzw3WcLuuNV74b7CErjykrCOJm1C0lQuL5de48rk6hbYN33Y3peLX2oGIaiwhClJ/Tryua21vft5aHzttf7wd5VZ/m5gNSnuPyqcqOKgL6VWzNrCr3b0vY6gi4IsDsnMEmlz6yw7S2VsLWrqjuqzpSq2hQq9yBbQG5HY3Gp3NMDjJjjUAuDNwSa/K3l4Il0HFESLWEPx1ZY81pCu40KVpstCrdlJItofIbYnxlgGl4cqjjVLrcqEtC3/u8qQcnSVdIf0sryOcC/e+h20Ju3q8Cgz+Vn1yLCyeDmFqaTmNtBoQLm9iLan1Oi3374Zdi4y9/UuoMPsTU50x0OhSFLOp8NiCQABpYW7nUHU4aG7apzFNPrGN6M7wubfY/XSuykufh3BuD3SSDe/nswd229fG8B1uBxVvsLV+izZlJ/whXbW1he1+4tcFcScQxWmuLS3uSz5fu6khbSk31BSQUm/c6X+t9ulOxrAiututROVfQvPna6mtO10m5/YdfpsC5FZeYO0I68z0RwRWnZ9GbnuvI8KetPQvzGo7jXQkgD/M/FerPFdbgO/PmyZl5kuW0tbuFeYI1Fx+YLuxxJKrOEoE9rJnYaQjoTlV6HMBYKBN9bdvP054/r0CBS36y70Ii9bqI/Utu9/igaHvbte3ex8vIWks+xfzPKOu6zbKTF9IrNUdYlUvxsKS7HmxfGlQ/XCSACDpmuDe1r6nanc3r4tw47yuKGkSkI+E71lKlJGgWNE5FeR7i9z212X2FcV16fVJ1ZariH4q+uLNYXwlOW0+Ikf2g1J8vMWuQPn+c77USn4GMomRCPhLmsIC+He/WtOhIJ7kXJN9Dps8ujDjaR6m7Xoq3rxjmGmP4NBxvFYn0F5+qQpWZp+G+ltS2VEXIPVmKRrqgKtcFJtewZCwXiie19nP6Xi8DMikVTRTsVXm2VJVZ1oixBBFrWISRc3O7FcqBiPkObizad+lYdaXxWHEGwzoOhTY2uk2KToR5lqyMWu0GssRWoiOVlIyK75066lJ+a3mk3J7gix2PW/06bFEDa/0o2oOZS4b3d43i0FuBiOuZ30K+L2VxFC1lBWtwNQLgHTvpbaZUNx0+e65/Ta2ESsvFWhLalpdHZ1IUC05YHwqSCB3UQQD913HfISm2oFcYebX+iYV1KUrtkSoalJNwO5HcEAm1bVN+mKMONcVqnolRenOnOFKSoga3FrpuPT63GoMfU3k8Rb63Vuf/wB0K8Obn4tGoNSntZOaR8VSIscpT0Aq4obTfIb9ynU9yCe+OsRUmvVme5Kiurfzu/2HWpSdSTlTqruAQAVXNspsDtsWPvgr0/BrGLYGE3JSOlLvLtF1KVKUEpCsnUjRQOYgpOo1Om3zUaNjyvO/0puRpy+On7vPRw3Uq72zBIK+50OpFtU6kbaKaixV8xHq9dYg/VExLT0SoEpxqUy/kfRkUhaOvS9ikmx01ABtfZ57tU0bEcqmynasv3vSEKS6hfSmdHJAuD5OJCUkpWB8xSpViNtH172YXcZYSbxbu+dYw1ihCfvVOqKlv06QqwzI4hQXGrkZQoAo0uUDUbL/AHRbg95dLxG+7jzD1Op3AXkaWw7nUymx7WOUoP8AdJuPIEW2M1odI3XrqT8wN9pevNQKNAitU/jvr+FHlNO5F5isdNzZOUAnzuCbgg3vMhQKzjzcs3jKl0SqMYvwGh1bsB3rVOgKAU4EgAqUChKlJsArOhIIV3GkKt7PlLxQ6375lo5XN8eG602/HeTa3ZScyTc9wfXTzBng7dZgjBrTcWlsv8DwIaddW6htN75BmUSEHXp7C5sRe21anRRgwVuvp9Tz7kVvn4rdewlVsi5Sc0J1268qu+VfcEAdrE30Nhe5E8KYgxRXsec/i3EKEIWvhT3cxStSTfRK0gEAk5RmuASdFAlJ3pV/Zr3I0vjtfYOtsMPu8XPClHLmvfQ5wSBpYHUCwvYjZdVz2HMJVmV7+3aY9XCf6uLArMXKlz+6laLAfQlBPqTsY2jHuBHUEZcHiKrE+KXYE+JQcEURuowkZWn5kVXVDSQMoeABzOKJNlEBJ1GhATt91mlSotBc5XOt9CFfpepWoJ1vpp6fsOzYwV7IVewlPbqnNoYfQnIpDEjO0pNrEpJJVYgapJI7WPfax3mez7XsR0tyBAxCxCfy9HFQcjn4kEEW+nf6bJWWBjkwi6+lB7iFwbiWfWWnJVe94sVeKwmLz6ZHFUphFrBRPxTYWvYq0HUOxAZiZpp2U+796ffzK4q0JQtKk9r9AyZNRe4uOx1uNiZW73FG6/FDf2jqKERZScnvKLMLqW3dMpWlKQpI/vkWB7m1yWhu83T+/nffM/dvRN4dOivq5pqBPQiox81yFZVEJFvIi6Vdj2zBjdvTiUtsV698Vb1QrMXdy/hygs+9EVRHL5Y6krU2tRGYpT3FgBZJuNBoLgGooBn0uK5FnxH2Fo8bTqClSVDyIOv4Wv67bFrHsb7kcWxfemHGcSYeffaS06wp9xK2++imnbgKBOihcKABBOigDYk9k7G8CluNYc3hLqL6EK4XvbOtSv8Aw1PC6ig6dRSogWBCvEcvqWlOorAH5mRqbRamJnPC28yVhfHjHNc0inPupYlOpaKkJQoa5rJILYunMSCCL3AttrdjBWEpU+JF3gxG+BXsi6NiiGjNxLoGVmUgKyvm3hUClVtEWsGVZhk0PeDubrKJWPMELRx+jmGrvwpCT3Ql5J0V3AQsBVrkAjvrDczUqDvG3cv4S6Pdb/woq+KFobWNSy5mAW04kjMlRAJ0IJsQIp0dSIARDolYQYhDifDsrDmHGHYuSLNQhSEOxXQpqQgCwdRmAQ8kZbFKhmTmIIBuAoKFvR3gyqC/Axlu9i1GFzTseauHFKEJX1Bt3IVnKSkJKk3Ck3sc4CbMlmfPo0CXgPG/NVHgP5UOtOhh9y46HAVDIh0pB8QUlYBsVg2C6fg17BuI32sOVz3vhqqSsyVZCh/++3lJIDiFFN2+m1hYkEHayWLTlRD1FViK301jBG8GVUqDFwdKpeMmMvAmylhpiU+kAoabmJA4atBlDyAkqCU8QXCjXbr8T48wHhOfPx5SRV5VOzR+Vrce8+I1rmZDirO5FEAhJUtIskgAC5bNYxhhKjYy4tUwz9qKDNSwmYlr7vMjqKQOIg5SkOjLbKcoUBqQRcnlSpu7mvcOVFodLxXhNDSUTIEprl6jHQCAh1KFpOfIT1gEEGxB1vs2x8AsNYBiFfsx4vrOMd38HEcmKuE3NWpSIvPmYltKjfLdaQpIANikAgG9u9gyU4vdgYoc4UR99a2ko5XNl5pAJK0I10dQBmTYi4730IRmCsZUuje9sOYNwz7rpcJfFiutK+7vJ+YoQDkV63BABzagknanrGMapVKo47VHVsIfUhaF5suVSL5VpUOpDiT5gkWJsO+yVuo2PsmBdvFuyHO97fbuCxHVPc28FpFUp3A65TsIrkRVgkFL7YGcKT3CkXJGqSdgzd3ugwnhef8Azl7nN5r9QpGZKYsyk1kuoZ+Usv5SQ4ACel5JJN7kEHZJbxY1BxRVHKpWZb82LNdS1Md4QQrhW6iCkd79RUCCTc3BuTBw5uwxvu+r0uqez7jdDKJqMkyLPWUpca8QDmVK0uIAIF1AKT3ub322a6AF3Gem0+iSlQzfjkGbepPtCbvpUpvC+Mq5S2Kj4E55CWlKUD3ScwSVeYUhXftbS5TI3t7pWneVr28Klv8AAWlDU12Q3x46SDYPHuUG3iWAkkAZlE228rt4GB8eNYtbgbwaSiryqglK0SIrWdLyfRK0J7X7Ai/mPPZmYb9jafWaM37mpKIvHQl1pdZazL+tlZUgWOuUAG/cDaTUi8wNum0ytvXj+8f3tebqMT1mjI3l7qqu5VKKhrLVIFLdClcHUl+OU6mwulTJusi5QdMpxPTKDhyVPboMB6ahiarNF4WV9GbVRuzcLSrL3Ulau4sk631FuLwjjfcPXp8WLz2SElT8qBFQEIcSVFIIZUotuXsTcEXCbE3Gnfee7T8Uc3jfdLh7D1XosG6q9QX6GFVShupv94bQ2kLcjE3upu6m1WuLZsta8scH18RqgOMZOR8GK7DyKXgiKxRpVO57OtKWuEspWlaiB0FXSogXPDcSUklICkdzT7o99U/df7Q7GLftC+xS0Pqi1SnK4qkyotjcLbUCM1znKVIIuVWIJB2KsKyp+La9H9zM0tiorUjlfjqUw4oG+YDKbAZbk2J0FxptM3i1Ks4jdf8AtHhmkUvGXCRFalQ3UctVu+RxRUE5H7GwzFQUEpAJNgHgNs0AizaXthu4Sr24yhVmgy0SqXKqkN+E7CqXCTlXe2V9Fy2oZri4Vc3SUkEjbM2Ft4eKMGyuaxREi15h+OqGuqcJKpvL3GRia3HBTJZ1VZWRtSNCjUqWG9j2oyqXuWw9Ki4TWxVGGkpnx4Ckx30qQ02ni8ushDwBTqCCq3Y9wc2bxnp/FiYyw5SVomzUKSrgJa4Di9dFx0lOdJBIIFyLKyqSbnbi6rOlmrHuLcEYyfxHu+xviiKw8tPO4fnyhKi5RY2AcStCgb6LOW4CcpABBYlO390GBwMZY3rlRivoUhrknYvASq68oUlxpRBBUpIANtVagDUIvD6N5dUqjcprCdb5V/O7FamUF2QjUDOGQpAW8jVRKepOupCtS0qlhyqYNwuxvBrONnqLhrp+LFohkUjjnKngym3yt2OoLOjTgZUCoC6wBsjy1kS+k3WdyN/CeLN1+LcUP4SxbiZ+kYrlNcenMVZLLTVUaIupUVxJ4TywelTTnDcBSbJUCkle46rm4yBFrWHK9/2iWtC0sRcpdUl0BWVlI1WhRUdSSRbvYXO37h72i6XPo0TkMPUGVClJ4E1pppKE6/8AeEMuJAczJ6gQQbaBBAB2BMR4OwlQaNUqzVMPMRUZlzFw5k/4SUnULZXmyoBGuSwvroDsciOY2jiJjE8r7OYjoVUw5UXOShZ3WmlLUlUV9QAUEKC1J4ZygZQslIGUhSddi6gbz8B4IpcifS3YtLfmqSvlYrqWk57eNvKAhu5FylsAeIpAvYBz+9CjVSVwoGHqQwhClIjuq4alqsgEt3KcptbsMpsbm2p2vKLinfJVKy/RmqhS4XAaUpTXu3MtSB+shwg6aA2H1BIsduB2zhLSk7zd6u8aTLw7S8ZVPDTcpPwkT6O4mBOSoHVMhIyNrIsAXAlJJsCTYGgxhSmoEpgY3lomvsKySmnVHK4oXFnAggFNha5GltQlQFmtueh4yx5XvcNZxY/UUQupXwkpUlIuDYFOe1yASlQtY3B2e1V3Bbm8JOv43n0l+VNyZnUVJ0zI7mmoyuXymxINgSQQCDYWy9f1OvTMAeT+BJ7gT3MdRo0DlffOEsEfZ6E/18VMocupWgBypTmShRGiygpuBYXsTc4Q314jw5FcoMrla9S0LVy/MP8Ax4qs1zwXACLFRJUhSSgnUBBJO0qs0mVvBxRL/mgwzKwvS2HVIT8UNUtx8dJCVOEJAFrZW9Bcki9zt8VXdNijmlu4twHCQ/0olVTD8xtDqb6Jcks/oykmwD9rG/UUjUMVWG1MkYzLZ3y5o28TG9er0CBS6dS1sVFSWISmo55inuqBClBaVBZa6lLUQStIQoAEKILfxdiPGUWfh7BGHGlxYSEqkT3YsjKngXIbPTZSHXHFLcC0DQtquAVA7JXdphbGW7SqOYo94wptLRmhzIU1hceqU9KnAlJUgm6A4dAoApUixSSToS4kr2KKDQcS4y99olSpS1yIcpiPl5VKWzw2yDfpSmwKrEEJuQnZqhAonbds01Dqvv7C7DWMuVfWt1UVEp1pCJDbqioNlY0Q7mGUEAtkkk6i4FO9SeQlchS/gLldPKz/AAOLsbt9aSm5SCUqNiRcG3c4/wAA7z8ZYoaqWCMW1HnWa9FUmG+xeO/DmostGrRsb9JS62R21Sq9g5dyO8jFuLZUSjY83hMTUIkZGocyEhNSj5RlsSAFLWFCxUCUqsAQFA3Pv2nbM3U0FuRHTNOKPcLcCs4eYmwqWvmmmnWHFymWtQTGeCg4HQkkAhTgINlKI6wAuUyLiiU/i3C8t/FEJhDC3YCVOQ5tNkNhTiXmFpIUUmwISAtsFKikuFTgQ1a6rFFLqjfNPIqNOQ6lDqUK4SZDRt8RKwA4w6kaixsrqBCgCAKLwjKwljzi0bENElRX1807FnrNOqjjC7HiocaPBkOBSLFQCSSlJKSQBtLruhdM+5NsUHvKA7jxyqYop78KqSo6c7T6lK55CBcKW2iyeKNCHWSgkGxSClIDCw1UeaiuSqM7Ffpb7+WVClJExp5WvxGVOluyxplUF5xoDl1BkbyFfbKssYXpdWi1ebFUmaxM5Jri5rEkuWHC4o1UVNFAcBALICgvazqOC6zheBxZWDX5tLqOZqV7rqLSmnFKt8GzibkkqJQCW3QRlTxAbbKMm0zRTbjEsfdO76ezAgNYx63F8DkJVJU005m+Uoki6LEG4IIGtz57feNcKbtKM03Ar2JpvHW0pEOalpOeOnUJaUspKuFmNk8Qi1uhSQFJNFQay1WeJS4tWq/wEJQ1DrPEizMpGVKAc1nrAKSnoKrg2zEEhZzathyfij3zFpNXfqKHVxXVIazri8PoVGlR+50JAULoXqF5SUqNQZfEKsPTsWtVT3DFzzYuVbUqGqzEhm4GV5lLoBbSr509aQTcoF8wg13CWLaXy8qfQ6ixS6dNdWuRHdEhhxhWbMU/OweylNKBKcqspKblTyp24/CTtBYxG7UF4XqLGWZCTHmrVFj3FhwMwzNXSAFNAlBGhQdbj2KMTVTBs9igz2eVRV8kdqV0vw1OqIyZVpUlbRXawUlRTcWKBbSxM4D8QMlmjV7hxaDXITC8ieKibIDXRYZVhYBCUdtTZIuCCLnb7hUSfAgT2nWs8qEn9FKSM+UdxqQMwPmCQbggk3O3aqF2jcN3gop0pDuda1xT8N8+ZyJ0UTcEkAnNc31Jm4+lSmqNErNL4cV/JwpjUdQSlSexsLALsVaC1yDYDWxFmE2yAWsOOxYlZqjsql1R9rhSHYTrmVVgdFJUepPa1gQOxHcbRqgzVOE5PoMSFW/hcKU0qKhC5TBsShaAoZlgDMlxAJTpcFIJHRmgNO0HmsRy5SKRx/hTY8UuKjrubtvW6mgTqlRAQbWzA2G3zXadwuQapcv3vx8q4qnYvA5pPkldiEkk9lI72tcGxNpGJHp1HpkqBErMBnkkPyOE60pZU1xdAUG+rawdFJIJSb3FjfYB3lIpdZxQ/wC9K4ikNxeXQtaFJ/RLAFzcBKkqHYkWukAXI1MKsqqO+7YtLZ5WrzZCeYizZS0IlKRa+ZRSooWkkJbXYkABICkjLt8YqplG3jSn5TWHn4uIqI0hqbCd+5yswRYPNOIUWVpUnpDoOUg5VhNwBfOwRV7FVvKdpmCaNRmmK9/OQh/IlDqmmkDhKaCb28RWEWuR1ktm5BIsnYYxLW9w+HKy/VMOc0vmms7sKarmEtyvJSeMT0q17k30upJ6dlq3uS33VR2fPpbVUi05CvuqHWkI4dvEhSUKSUq8gUgJJN7EWGwZVqM7S8UOUvHm72oZ2FIaW7AUt9HUMoVwXUtqGUCxSg5gL2SQQTTfuPuCNtbHgx80Oo4olUvEOKKzh5GHpsWGpCUQHVpS8hKF5iE3JbSEBN0grIK7X7KMfczvXxa1S26N9jmH5rCOO1MmOuIVnIUtTboAJWnMoALSgKF7lIIJMGsvwHWokqBiaowpVOpzsdVOkRyliVF8AAUuyrtpNggqzozEWIIGw23XGqpVIkCl0ldIqMXKnrXl4iT4fFcOJIFhY3AJI0uCCytS2+KX6Wm1S1nIj9Z9oOqUuL/T2DosXxNNLi1ZD8dx1K8pbClJFrq0So2uQQQkg2D8Te1VQZ/EpdGpNboOL1tLXATN4aUPOot8LMohh2/cAkjVQJSQbg2KcFV6sz36X1vrXmdkI/WWO/fVRsNU63tfXzoTglqlxXJVUicRhGZfAkI6VZfFZKgQSBbWwsbel9gd47uJ5Nq9PbdtqUx/7qvaPou9mL7ixhSvspjWl5feNEkOjgyE9uNGWuxyk62CitB0OZNnNvzefvcwvRp7+HKphNjFcJGbN8VtD8N0H9KUPWSAAQoLbdCwb3TbU54xPjTGUqLEpdBiMRVoVmQ1wm0OpTr8Rgm6Boeq9wQFaDW31RcN0uA63ElfaGqVFafirRUVIj5LhSAtoHIElQ6QlI00BsdGX8vUft6XXV+oM4/H4jTgGqVlpyfS6fS860qdYjx5GZakG9ibdJJFrgkDzFxoROOxXouI/tbjKuV5jks0iLCQpWVuwF82TqKTaxAzD6HzuaVT2qNAbitNMYUQt3hNT2lhaEvqUcpWFdIzrOoNrlVgbkHahqe8qJPxP/NDvkpUqg1TwwKzAXmiyrnpF7ApCwMuoIB0IJyqUHtb4nWjWNhYxMPYmo1UrL7sWXKYXKSiQthdl8PNokkg6JNjlJyg/QjZV79txGEqzFfr1GokKl1Ti8eUphOWHMSSTxrJAyODUkgC+oNyQoOHdjgbd9QaN7rwu9KXNYR91W7NCkuJIAU02oHKhQUm2UBAUfl89lXvtxniOVP+xtBZfhPsfFadyhCHmiVJIB0W2rvmbUCAbWykE7VVeweJppUdOwOeJl3H+Bsb4Xqjn2tpK+O//V5/NcdDyQLJs8DmuEpCQCAQEgW02oocjFDvDi/11hDqHUR5HWhSgfLUKANyFJSQFAkkHvs1MbYun4ydYgVmnrRKp3Rwl2afbVZQta+Vxs+XZV7kKI0FBS3ovFbpcqnIYXF61oWn8Lagep0NyCdO+2h3PGa5RWWaVwFvh3BRKCxQsT0R7ClTW0hEqHPpypUJS7AcRt1KVJ4fmCuxAJvbZq4bx5hOTTGGcE06o1SkNtZGHaNFD8JkDu2glQDaR8qSQnyTbRO2GazUos93hcF9iUwhSGs2fKpCb9/z7K1Prp264IxDjfC9URWcEVuqUGqI6lyoD+RLyALAOI8LyLHwqChY3t32CFVmmHf0gWNuQ/5mx98DGKMeYXcoNLwHiHgLfadVKYjhLrdlAqUmyiMwAvlVYkBQCVEZSBVvdBRqXS4Eqs4efffRkU1VOVMXKpWUC6hlSknQFKwLlNgBoB84Q9rzepS4q2sW/ZeruNozpd4RiyFJ0B4iUHKsXtqEJGvmdjVj284tHaR9qd1NQeQ9+lkUyeytpSfM/GCbaHUa6Gxtfazaf8RMafUaXgD1+8T1R3e4Dlc/FlYszozJVIzv8KRDWLhLzawAFtG5StDgUkmxCknqAFT8B4Xakvt0unVCtPMJVzTtEnl2ZHUkjqcp0i6i0pVxmZLiQL2cA1Lr3j7sN12/2iyN4u5LD1RwbiuKniyqTUYXKwKo0b5+GpGZtl70IIQsnKoAkKA9hT2Y4sqlwKpXsZcCosZZUeHHi9Takm6SlWbOlQULJWCO1xbyWLio7SZp1a2oV/qHn8RPR5VBrNZbpdLpy0QpX/eFsLRlXceLQBRvcHQXH7A3qRhXcthegsfbKiYrlVSS+lbrFLYkraUqwugKCgEXB6SopJta5BA2eTWCqDPabarLzlUWjxzZjXCf/wASlpAzpAI1UVkG5toCLBWEaXRnXIErItjxtIUsLzIPaytb27XsD2ta9tjVgssXfqP+wRNY0918q3K3VS8arhdKOVqiCrhptbOhxyzoAI0BLhFzZQGgj4Zg1lrEcefVHqpFfqKeFKdRIzokWTYhxBupCvMhNj20INtnOisYSw5WW6DPZiohVR1PFafQjIlZ8LgCvCCbJukgeutjsT1/d7gOvOt1TDkuFzsLItTHHCsvbsLhQNgMpJPbS3lXslTkTNfU3K29OP6RK1tj3DxGqXLRFY4WRGdoK4fay7CxyX6bXSbgjXTYcjSpWKOHhyfUKdQVryrRI+KrmkWJyHMBlWCLpzEIvoVJ77EG8Le9u5pdUcgV6IiU/CVlR8I50r75CUkKCrai97DU+WypxR7RGI+Q4VLokKKwwrK0iQnO+2n5ShWhzDva4Btb0suVKvkGG0V+qWzeOf6xn1mh7xqXQX4uF8WU9/4SeBIkRVKacTc3GdJzouFW1BAJuCoHRbU3AmN8RxeLWd281yajMl3kl8dCracVHUQEqNzlJOljmBBAAVbyMeYj4btU3jyuSXmQprKlKleZFiOo9+5uQLAnsGJulxhWcGtVKVRsQzlsSkqS7xc3CzEWDtlHKFeQAV2B12OtgY7Z6HSa27f+p6nGLhXEdBdbiyqHFYYzJWlqegoS2onxhxu6QCbXsEqFgSbbGeH8WV6K65Rna3KpcXIrO666hcOOvsFLXlIQ2bkZgQDrqBrstcU4oxbhzj4olRJXvFeVTHNIzoeSVhaEOIUMqwTolaQb/W239Px47jKjcWA6/RKo+j4tL4qo6FLAPUw8bqSFGwUlZC05bEkBN3V27eJoPYlvB5lxUGIsV1ys4tlrlPwlp+6u2Ux4zcoABVYkEgklJ07gnZcYq3g4Xnz2Puk1jI/xXXYvxUp+qhpew+UG9tPQH+ZwhKadflSmZS6dTlpW/HkSEcdtBIJzBN7pFwb2AtoVa7fGKpWCOLEiysPSkMLQlCZ9Lfbad/321goVYd+xF9Lm+1gnlK5StMD1DnEWGaNiOlt43dx5Fep68q2lQJAV0hFlXTcKuDmBFrptcggE7U2NMQUujYNpuHN3NQelImtKVMmJazPs5QLrUlIK0qKydQCcibgm9tlvXcEO0vju4c5qqU59CX+FIYMeQmx0uAcjlidFJJIta2lyzd1ns143x47Ta86y/QaQhfFzOrUh/MmwsbgKT3NgdTe2nnFunFvuIX7MRfUrB2KMRcOjUtpFQmuKSpLrS8yUqPSHAuwUFDW9hmGul9tAbqNzEXdzPbxRWZfHrfjyJQMqext3FgTYm4uSBfsNnKzQqDgiByFBaQuV80hKetS/MnKB6nysL/ltVtUef/51KzLYYi/M667ky+XVc5Uj63sB3sNQnY60fbM2x3PHqRpdNn4ylOT59RX83WnxZT6Afs/EfltXSsK0altNyqXEWvq638mfhqv5XB7WJ1t2vc6ja2lOT4s9+A1LYQ/4eBlzLSk6g6HQG+l73uDe3eJgbCOPOalyvca8QsZOakRYCFcVNuyx3AGhOUgAm+u2Rddty7mZlljN6hnQMBV73D7+wbSXsQxZTHJ1mHIpqlNJYsrK4yoKIIBFrkhV+yRe4PsHbnceYtwk3FqlRi06l05SUoyMfHzDRF7pCVNC97gk37kDUn27jehi2LFpsCXgjFdIgoir++roZUpLSCE3cS1fMAkWKW03A1N9bn+KcZtSsBy8UYcahVRaGFZnYDuZMhogkKGQajuFJIBGugNxti7K9Vn6dgT+xziNCosoJzMp+0O1S6phymxWsPMVGVQULj8dHWvQBJZQ5bMtpQ6w0RZKkqCFAC5x5gGpUGs1mfxWajx4XxYr7TvQ4gnwrQdUKFlEKAJJBBIuANI7nfbD3SwKW41vL3e1el1dhasnCtKYzpPSgAZVtkG97pIB0ubarfetiLcji2s13eVu0pNeoM2vPrj1aiT4rSGVPhvpmR1NKOVKyLKaJvmyqFrqB19Dfetx091RAA4b4Jmhoq8/fFHjHE3wuVapyH1v/FdjyulCvQgalJAubCxvqDqLX2HN6OI90vuJrDjMKLNWrirS6nOlSEWzIUrW4JVYEA2Kb2vpsCzmpVexkw1Plvr4GVr9VSUN3V+ZzE3Op/EADaPjNUCqYtfiu8dDcJKYqMsfMnTVX49RUb6X29FTWFXMfNSbZ6lQ8VxcZYNps+VRIqFvx0SmltLy5UmxIBHdJ7aaa3FtTtaw0xYHDnxWuG/05M/V9D/1FjsgvZMxZQfsGxghqoPyl0tGfhSL8XgKtYjP4rE62JAJtp22dsGP/atOr5VDqkIz/L+Ivpf1Pf67XewLMW9NpkXEzbrspufK4COa/vdGnl2vp+3aFdpqUxS/eEL46koRzUgNJbXbRN1aJvcdzY+R02/qtUIrTr7TrOfwp8WZHf07gnS1v3bZx3/Y3gcL3DRqjKRNfzIkNI60ZSALL8xfUDUaA3vfZdn+ZRKy3qQPahYx5Rt4NFgY3iVenvxUragR+AhaJSFJJJC0EcQEaBaS4AAQQerbOaak1FqlSpdZZ52kPzHUo5hgtSKepThW2bXCwBoTa4tcWINiaxN6mPHcL/zdV6rTa3hpx1LseBPVzSYb+cWdjKcBcjqGoIbWlBSpQKdRb5j7sYE+swK9Pq0pCM6UOx5WZ3MnQeIArFtbXBt5XsATUaoHxxNPTXbOMRvbu93k93d9z+LXoU1ibIad5dCT0rb8DnlZdr3NkkgpOp7ltNapbtU4UBphHAkJ4rTSwlSV31umwIJSAM1rEJPcjZX1PeBjHBuI3KDS6SzNw9CaU07FfSM8XupBZdTZQyg3KVpUP3nYNdxBPrOI5eMotWW3KYaV4GjlShBVY5bEC4sD5X7WvsbtO5zNYHcs0nvlw/zWA/svzb6EOKQhLWQrRHUb2cAzAoUD6GwHyg6hK70dz+8GXu0pOIqXh+tYhhUuoqhyplLacqKG1KB6ylu7qLAJSQtAsVaEgG5vvkxJKoO6Cg4jpcuauVW1oiypsWZmQlBF3G1IuHGXTYp1ANr6g2upajiDeDhyBUsR4cxNW4WHsUIjplcnPKWnn0FKUhaSdFgspIULK1te1wRX17DLbAySDuqolUiz/czUSKitrdzNQKityG/IR3U2gLAIdAAIbUE5rHXS2x85hn7R4ogYS5taOIw+p1paAjh38Oo17A6EC1wT30r6dvRx5PdgUbFuJ35VOypXklR25HDuCErClpK0lOtikgA3GtrbV2IqliNqvc/F4D9XyJkNPxUKQ6lANkZ8qgACAAbgXI0A1sv/APYzO2+U5YS3dUFzd++3iKI3VKQ9Kfh8qvoehupKsrsZ212XLhWoug63SQTstXt3krAlebqlPdlVHDa56IqaohrqjrKgngykDVly5sD4HDYoJuUpN6fW6pKiuYc901Rhh99S33UWypdsq+YLsb6k+puNTpt1gO0vCVZci/adc2bNyx1o4WVLiASMiyk5VDU6kXtbW9tmK2aHordmz8T6xrUqzhys1aV77RCpa48VS4638qHLITayTpmCriwsb3SfMGzw9Ei1R2k1RqWvJKdRIdSl1pbDyfJ0BOmb1SbEWuATcbaYou6zdLvpwk5g3CWN2MNbzadHQ7FgVRaOFK6AQlBWSoXBsVAm5AJTa42z5WcPYowRXpeA97W62ke/oWV1K6bH92zEoJ8YU0A24fmSsoWkkHUagFDiGsx6E71aoz69jKXg2fEhTVsNJdhOuo6chaStJHpfNqq5sQTYWA2B6VvkdwvK9zV5pa6ciQtpCHXeuOtByHhuC6kkdgb62Fx2A0Jgvc7Anyom8HBtRqlXRS4vCnw56EqmxY6nUnqQkkLya3cb6CkqJCCMu2PqhMnyp/K0aWjgP5+Lx2gtDl13HcHX6+Xa42G43N4xVqh8Q8rNAqkrm8UYDri8QsSkqdfjoUEVRtJAFyhNkSABe6kgKNgMhO1FT8ab0MERefd3hTWIspWbk2Hc3awU2pCgVJsSbWt4fLUbUP2sdoPAagREc0jKjixVlpKk3Hy3KTb8tmdFxjhzG8VijY8p6ESloQlqotIGdNu2e1rnTzubdu+jFdliHEk+PuVG77EWKN8m8Gm0GVLlP8eQnokXV8K4Kr+t/M/suTbb1SRSYGF8GxIrvwEMNdeW3itc7Zl9iT2emmsRv4tqkuLUYsJOSBNi2SlxKrHqHe/kRc6eZ7nWe9Nlp2jPxf7ikZtmtQ3hKg72xMgb6sYNT+PAgS+OjJ868qkpve1jp2FzY6dzpfbMuIKrzTvKynfgZv1fm7eoP7/+Tb3xtNQJ/K82haP+uh/C3n9PzWzWFIteac/pD70j4uXOOq2uo72+v7tsdfumlgKmBErjqO7Fd5Xr6Fq6/wC739L/ALddrfde1zXN/roaUpC/1fK/4jN/02Z83dBKqjrcqU8xFi5E/eH/ABJ0/wAtDY3G0KNhCLhxqXFpdQivzUZkKdaXlSnXT/lpbz9NjokTxNLYqwjuvlT/AH9ApyKdKfzKdy9KVLvr9NSSbi1/PU32FKxQqXVPusWrIz5cvCz/AKRJ8te+1hCite4fdfGzrYzLa/w9yNbj6XFhaw02AKjhTEdZlOfCRBR+tIQUpy/QaG50Oo1117E+fYWPWcHmZFw49y9pFH3S0Z33XiinLi1FHhW6j9IkdydbkX7WB10Gxi43uloMWBWZ9DlRYsp1rhTVQnFR+o2QQsjKkk2trcn8RsIKTS4sCJ7+e52bFSrhOutcVavUW/CwzG/lrc7cHN/28vCU9ijUunolYemqajyEvtcxlzLAUFNm6Am2gINjm1JsLJLSbEPcPMiqrPzHdWGt30qKxVIstj4CFNKadQE8RGl7E2C7aix11trfbNOPN22A589yqbtMeQn5XVKdprrv6TrGYMKSLhQzXLSxe9rG2uz2rtMgVmgt8hh5hD7jC/ubScqXEkjNYE9KtToDb0KbWOeYuBMOYcn8/wDeqRx1K8fVw1eQJUBbUhPcHz01sDpAFyllb1xH9PVznMVeN6zPlRXKNKefYXFSlrqQE5r2uDfXUWI8iD+O1DgOlRXZXCaeXn+Xv0+V9P8AiNjrHIw47WX4FeqEpHH60So7QfSq/wA57KIOl7XI72O3Gm4dawvAcnwJaJqOrhOtfq+WncE+fcDtt6xBtTE0wMykq9crzsqRRp9R6MuTivozNK8xmUBmbOlgv17+uwfPNZa47XN8BefqjrX83re9ldtFeezow/VcOSordUxRQ2JUXwcw01ldZTfzIuq1z2IIv5egVj1jd87VG4tBqC30P9bWSyVJSerO2u5SQSdUElJ1IynZhMSHgrgPAte3l1n7OUF6EioLRnaRKUtCHFDuMyUqKTa+tiCe5A1H1i/dBva3aSm/tlg6bCYW7lamIQHYql3AA4iLpSSSAEqsVEiwOzA3QUCqUveDTZ9LaW98XO060s5HEC+a9tUrF8xSQSCPCQdfRVVKgYspfLVSnoehVRjgSmJTCXWnkEZVBSDdKx3v2/AX28v1n+ID0m8IwBUj+/8AaC2bpmbcE7Kd3aNynaStHA/SraQtKdDqToR63todfO+wNjKru48xk3hKLkQwhOd1Dq1IVwCbltK0WuFA/Qggkgkkbeie6HAmHMB7vnMJNREP0tGfK06nPw8xudVG5Iv3vc+ZO3nXvVdo26/HmIaXS/vSETF8utK+vqspKFa9WXNYnubA3v2p0q2vX2mxP6/5iKaEd7eZbbyjgOg4X9zYXofKzYqEodaydLKQL5SpPn2IP17A9s3UKVz9Z4UV7Pnd+fpfbsdRcaKSb+uunmCNj2k1x3EcWfPd+PNXmU6jLmUrTUa3BuPKxve9tgqj0F12qOT4rKPmW0hXSnN56+X+hG3oaxtJjudhjFwzL+xs9yU7xGPC7mQnMpKtLEgHUEAgggHTuRpsz94NQo1eoMB2fLXCz9C5kdoLSlRtZwgEdHYm3UD2J0GyKiVSVVKow67T5XNQnUtfFa6dNMqzogp9L217KJJu66dSpVeqkSBi3BtXoMLgc0hE+GUxZCRb9G+q6F6XyqSsk2GoIAMGhWOTBsFdhvi4xPhtqgyvi55q/wBLzUOaUK76FKV9KiTqLWJ7G1wQf4Dq1GxbwKNih6L70ipTHSt9Ihre+Wy8ysilGw7LFySCDodh/F0qg0Ge/QaNLXUYTCnWn6RVGilbKlEXDbg8SQQbWWTpoSLbWGC6Pg2fykprDM1bC8yc6+K6hKjchJK1EkAW0yjKRoqw26ylSMS2oqR08ZpzB+D8R0tpt3DmDX34S15FJTKay/3gOojt8pts8YMXhQG2nWlsL6czTqMq0/jqbn6gkH12xHCkf0p7roOIavQavC+KxlmvIjzGrXSDkUDmA7EaEa2F7bGVX3z7waNRm4FZafRNQ0nhSo8jjtPdxn7hQOnhve4NwO4TtB0ybzzPP30nGczUEuTPo3xaXnXn6OhfSr6G/f8AD125LqsV2LxXYiEP/wBq0vpTmt3B/LWx0/AbYme9qDehQaoh1rELFRp/SmRAnxeKjKSPAQQpKtbBQNxodPPSW5/e7gPeXQXKz7w46GXUtPq4oW7DWACUvDQ39FEXIsdb7dXZ3U3iBGnsxlYQnEFUgfpeSioQvP8AFdGRxHrmUR+P0732nNbycJQJSIFZxPS0LfXkQpboQnPqbE6ZdPIix79tdlpvHlyqy6xK3fVGLKXS3UOyGo74StKL3603vY9rDQ2sL30W+8LdHuv3jOMVOs4IXh7EKMueVAfUiE4sA2D8ZSy2ElRBzILJBCbrAuCvXqAH22cSlabn2ucTX9QkxeV4UplhaFo+ZQyq/A9vw19CNgyJUqNVOPFgVbwKyLS1KzOs29Qq/ncaggDTyvtmyub369hKAxgOs1x9DEVPCQ1KYS66lryyvBRC0Zeyla20v6LBjFkCBi1yfhfGNQhTZWZDUpWfK4m+jZKr5hc2yrIFtb3Bse3dxt9Q1ujsTmbXlRa9RneadlrfitrS7zTSylTfpnHy/wCLVJPmCQDOclxa9A5CqU6FUcn6/wAybHQ2Njp3+vlcbIPdfvpr2KJTlBr2Ifd1epa1c1HVZLUhjyUyVEqTfzSbg2Ouli8sK4Bozrv2to0vOuV41w5RfjqUQDoMy0g9rAEpPew7bV7bKPKKGtl9xH7yPZzw5iiU/KoLr9IWvNnhuynX4qlWB0CiVtEZbDKvL3ugnUB2H93W8bdBP9/QHZq32c+SVAkHiqSn5FWOdSbJHScwI01sDtrao0V3/Y5/9zKr9vr9CfK99LbClRb5X9L1/q5U/ut9Pp+NtoTUWVSyamwDZ8T53Lb4t6GPIDnP4OhVuLFVwlzIr4iyswHhWwoZMw1vq2b6W72Zz9ditNcWqUSo07p6+YilaE2/vNlQSB5E22pt3+DIEWV9o2oi4s19GV11Ky064m2gKkkZk28ifrprsxanPozUXiuuym30Jy+LNxPob2B/HQ289ng+5MyDhuYta1MwlXoDjTvAlRV5kKSvK604mxHi1B/AjQeWyfomAcOYNxHLrOEpcqExN6H4S15mlJBukpOi0qTcgdRFrACwtsb4sxZAwQ7LxG1SVv8AKrVzsVq2Rz9a2Wys1rEgi57i4uAN0HfduW3qxeawRXGIUpaPi02f8B1KrAm2YBKki41Qog9rDZC2wn7YIWOvqWOLKw1WYDbU+Ijjsoy8VCArvrdKbgWJAKmwpIJ6hkVqQp3Dn2jqjn3TgZ2kpd4UgKRIyg2KXiAA6kDKlS0oWR0rSoEK2I1sT3XXGnWW1sI6+Yz9Kbd8x+UX+v8AqdrmLhWfAa4sXh9bXF4S/C556KFwCdbEmxHmO2yagu26Nae6xfuGRM5bxabWcG1mBKqjy63Fm5o8KophZlqU3otp5Jupt1s6OIN/IgkG4mYQjSt40r7L0vEz1ElMNJWhbC23UPNHQoSlV1INrkpBItawGzUxdTKNKgS3Z9RlMQpuVM1aWBKabWkhLTymyQtCh2DiSU2zBQBsdkHTces7m8bt4N3gUPBWJKXKySmKtAiuQ320q1D62NQLrBPEbKkki4UVBQ20tOGtb+k1Fbur4CPBG6z3Xhd+qYcrbFUlUtWSU000I8plKe4QjRKgLEhN9RoCbkFa4vkVn3XxaW8jjv8AUjOjpzX8CtCUKtcggW7g2tcH8GpbqsZT6lWaDW6jhTFEJpK5SGnUPwK0xkukPCwIXZWUKIBBJBIIsBrE9ban7r8Q1SLERkpCn3Wl5OtKktDLlKvIAkX1uNDcXvd9Gbbw5+IOvRPdqA7fEUGG8eVSBS5bXwKjKQpa+Ej4DriQQC04nMQHACQCLBQAta2zr3GU+qY8rLkqjS5TEVCEoUtbSFLiq0uyUqCkKSVXCgbFIvZQJuc+4YwBjzGWLeawI1FzylqXKamR3WkRVkXJdASRwyrKSpsKsF3yoFgdpezJHx5u0dq1G3oYChUha1pyT4DvFaUspBJzWIWgjwkkLsbAECw1WsCrNPWWslJjB900aK63xaTCXNYT1qy+JI762JIB7AkkX7naBX8TtRYrcV1noWrJ8LpW2o6XFu/p5nXttXYvr3uaqP1Sl5JrD+Z1a2EZ1NquACu3cBJNgSFjsCbW2T2IfaGwu1Kciu0lc6EvKiVmspSVE6rSDbUaHLofQpNr5hse18Cea0+mu1dmB6/ME95GJ5X2jbn0urPrYYzNKVFyqdbvf4q275ii2gUBcG1r9gqaQ7jKjYyiVndpEr1Um8VbsiHApct2Q2sg3dAZQVtrPzCwB0JJJILBpe9H7L4jbxHVKTBlYNqK15JXHTPjuI7KeYkAcVp5OqXm3gQcllhJIWdWbj8X0ufXuLRpbHujKnhcmkcJKVap0sC0POxJQbdkEEq1ak2pPZ01ilAn4mQ8Ibtd4OPMeP1n7Bv4NnIlJkKqT8JdOQ273W6GyELakErXmIQCrNqCCdtTYk3J7kYrTlZ3oU7CFXcqLSOdfW6ppalto6XgElAYcAsSQnKo62GpNb7ZD2MqDQXMb0beRNQx0NPxWEtIfUhROVba8o6gOoJWsAgEAE2BxzhP7UVl34VOm16ot5pEDFFEdWqUpq4SpS2TdLqkL6V9JF+lbYBBVJMINomr6ZjvctS4rG7nDmMpWP8AP/5yKbzDcx1t0ArDKRZA1CNEoUi4buCbEFZYt9onGVBlOQN1W6ekUtefJKjyEBh3i6grSxlShZKgSUhQUSkHKCc2w9XsKUtqVh7GUBqnRcUUt9p2a0xxIeZaUgh1bKSFpSVJ1W2FhKrglPct7ElOwvv9w45ijgrYrcLJCrzCXUKkKVkHxFlJAWsDsV2zAJJuQFER8oURd4U9o3fnjyU3gOvYni0iqTXUoi/cOTVHdT2WlS7rbvewUFEE3BAGxFjfep7V+4d2XWd6FW53DVXQlrn6XTY0xEdR7F+OUoWSO5GdIIByKWRlFXivd5WcG8hWaNEpGK6XCyOuwKu0vO2kHRxBzAtWOgcCg2VZU3SbE1OLaY7vVnsUFqn4r/pRrhNU6LVi+wrW5KFLCk9GqgkqUjKnu3a6qoPKKW9xXG318xr71d7dB3aUGA7WcEQpr+JYHNQP6LCWJCikEOMvoAQLhQKrZVpJN0m4JQsSoSsUT4EWl4IhVekVFS3aa6mnOVKFTZQNzElNWVw2zpZxJbcSSLJULAP7EW7qg+68NNV6k1SqLw9n4tLgSEqhyl8JtNwyrrafCUi4UpvODmFwRsETd5UrDjU9rd9hOo4KYXmS6qvQ+EnPayilKCsrUAE2uogiwCjYp2OfFYVfKE+H8GSsebvpFBrOCML4eq8VaWlLixSmRD1BLajbLIaNyUOKSNDdJ1JApV91+I4tUpNLle7qw/CUnkKk0wGFNpz3KFKN0psbAKCz3KSlFwohNa3qVSVQatyuIX8UVunOpVx6S18eDnIzZkMqOVslJBCiDbVaVdhdYKxFvQapcufjd2VFhQmkuuqU0h12O1YWdvr8O1wriBYR5kDZUZ3QIqsWzdnj8YhNScISsOV5x3EctFBlI60zI7vx1J061BR4ZFyAQVEjN3ToDzxxjnBEVpiBXsWYhmsVHM01KjpztcVN7gO6tJcABUpIBUALkAa7Dy8VfaiqN17C+St8qpaeai1RCnUqSCkhSHQgBQ1SAU2sSm4BIP5g2uQJWI3KXKwaxCivpQ7zEVATHUlP/glQF0JuRwSTa6cibAGG0NNr9xhz+YQoM5lfFxFFd5vC/wBrOPFlNKaj8/FMOQ2/oR94SlGh8idFaEC5vteblMIuz4rlediVGlsIkLjpmcU5VO5yA0sK1ezHUk5VW1AUFW2v8WY63LYNlMNRWWMUV59CYUKFDilbry1qCUtcAWygrIy8Q2SSTcEm9zvPqVeou5edB4sWne8HUMTEQHyjh5nmw4cwKMqQFBAWkJUFKFlA67MdrbLboqKtvTwRQcZN4XxRRIteySOVRCjqyr8eXixLaoygm7ZBSMt0J8zZ4GxfgOLPrUCU7VKdFYTxWpviyoVmAKw3coWgAE3Qbg3ANyNl1gvBfvTFD7UDCdLRFQ1lW660266p8k3BACFGyQVZiQrquAoAqNxQMYVmg4jcgVRlt+l1HNFRIda478NabJTdSxmcaKQSCc1gFZ1A2BNjbIzuhjijAlUlQG8ZV7B1FxRBYdRKi4jwlI5Kfwr5kPKLIUxItcXC2wAb3uLnal3pbv5WI6DSd4O76uMU7PMakSqNiNhMBceo2P8AVpQK2EuukC1nG0rVnGfUIAXup35YjwRiifgiVSZUKl8VfxaXFzR46rkcRLLudIvcFQb7hRsg3vsdvY+lUas8q69BqOHsQr5PEFBXFcjtPNEqCpUY6tqcQuxKQG1oOUqS2MqjTAnEbo78M7zd4O9rAdToNewRVKXivD0VpfOtIClzk2JOZtYKJNgkAqbXZVxYi19hbeLg2fjf7IYogVGUw+hCH2nYbSJUeU0q2Zp9hQJUy5mIsnPbUEgAnYa3U0nFG7ne1Lwlu+x4/KQy1znuSe6EPvQ12s62NUocJzNrQQWlKTmDiCo5nEnDtL4T89qo1SkSkO8VCUx+hL9h4mQBlUdASALkXIPfa3cWI2sNP6k7dm1hKBihvCUXBCMPVSa1ni8q1mYckJBKg3qVtXsrpUMo7Agggi8nEMXeXXqs1QaJUaXiGgyH4UqLnywqhlXleiyG7nhpWR03BbJBIsDc8cRQsR4oa984XxDS5WL6DwqpTWn3VxVzFMLzFvPkWGlkDKCSQTlupNwA+sN0zC+8aqRMR1Skse96jF52FKyt8dL6RlkRFPIN3UgjMASQdTa4Fl77dqb4ei3cm+JHDGLsCY3w6/gPFrWIcIVdh9SKdMmxedjx1aJXEkKstKmipGhcDaxcApAAAsaTU6Nu0x4xP3oZKpTlx0Lh1mLALS2dP+8LuEuNjNdBdCMpUsBdiUqLfaG3A++YEvehg1mVFr1OaS7MXFdKVSmEXJKr3JKe5So5SBcqQRnAduxqcrHmA/s5KqPJVunOrWpqowstOrTCQczT7KwtDa7KBRIZy5rJVmUCdh1WLcMiNq/4l3WsVUvFuLZ7VUxMxFpa/wDznR0KaQrPkF1KzEJC+9kkFJFwSDokPq0RqA6/Ar1Rp03DUrO1KafihEhKDe54a7JI7EEka2KVai82Pu4wbRnW58DPTnkO8q0tKnJ6OVzkpQtC1cfhAdnG3HCglICCOna6e3Ku1l1tpqJS6jFWjOp+LNzJZuRlUW1DMps62KkJUDcDuSSMgaER8QDiY6peEnW8EVTGP2yoi8kem1J2A5IlNtaZWnnkZlOBBISlwjjJskKKhcql4hquHMR0GI1AqyOOhHxXUxf0aQRfjJSVIW2e4VpY6WGo2dE/d5RsB4XprVUqFIXKfXwqRPWsJaedJzGK4py5buRYAlSb5QSlRBCKr+IMeQKzUoFewxNfpb6kplR5UXl5kN+wSmXHeQUOJWcoRmStSCOhaFEg7UNcsLITYHcnwKXWqW1UaQtaEJkQ2mlripeSLHh9RKGXbpsEkhKtALE3H4nFVBn0uW1XpaIr+XPFjzIqE5rhNwh5KghSgCSCCCdbC4IEOvUCfysSqcpUUU6KlWaeuOM2U9PDVdDaXtLZhdCkg+JXYhEhvehi2fLwlgit4ahU6VH+584w06p6wzPNocBSqyEgZFEG/VcCwJvsPxBu8scPs+9OJVK9LWxW+YUjmFIDrSk3NnEKCiFN5bJNrG4JKQSdo8/eNiOjSuQ5uE5VFozoaftlynzQ5qkt+VwSR2NyCTTPQJWCOUoOI8WLRKR1rS7FS1MbtawVbpfSSSSoJJsU3Wiw2v3MKyt4zsB3CUtE2nwpSXZ8WRTnWJUVdgQ5CfFwXNLFq5BCwoOiwCq2VgpzErVRx5jMscO7yGuQYlVlpuEtbv39LT44GZR6Vi5ygmwOYFKTcdr2MydUd0GPJTDTuLIq1voUlEeQ6WuMi/U0c4ASoGxFikgn622kTsWV3C8pDreH8PYxpDCFtPojqZgVqKqxDiQlwcvJF7BSVKbN7+I6BRYsoGA/fzFZwHh6o05fFVKlUtcfhMdQP3lkKshK9QlaSQVDVNxfMgNpOAP8TCNdd121crj5Ev8AEtQ3c0assUafLr2TJ91dQkrYSkEktiQlGUJIJsl66CAoApFyaGo4X3fT6M5RqNSX6IuKvJHdyBLSmlnpDakAIyK7jJYpVawO1bIxG7Kac59qD7uWhTS/hHM2oG5b1ILK790m1iew0IpoWJvdbrlBlVZEphcdXFakMFKHkG5K0K+axBSQCbFQBSQQdqFihzNLsmoA5JjvwXOoMHC7FMr1WlVGUyxxY82e7xnm2ispCFOaLWgBOUOElQOilKO3zSK7g3EcV+lyolLq9IqnFadQuy0qWi2dtQ0ssG5B0UCNPLbL9FptZxs1I3cuy1xW4WafhypcdSODIAyyGeP5NuDRaTcEjMQCAQOYSqM/dzVJbU+WuFFQ/mfdR1scVJyh1SgSkHyubEjQkW0ZRB9whqdNSh7gUZmmMA4Dxvg3Hj7uDYlExfSKW191pFUfK5CWCtJMbObLHg+G4QokGxUu5AbeJt1O6DG7tFxvQcM/Z6qPtZJEVCuB5C7agkhBV+qod/MA9szYL3gz6zi3iwKjNhV6nZHYueKVtSmiQSg5CVpvYnMEkAa9INzoVreBPpcBufjfD0qFFRlakcrHU67HSRYOOR7Z+GSb5kAkDUg2J2IMbuZm9XexE/T9H3BreXu4914XfagRJS2OFy+VK+KpxJ04awsFLiT2KVkEgghVwDtm2oboseY3pcCvYopNURCpCVx1qylS0tAixOvEUkAdyAQAL3N7a/xZvMwbhejN1mqVxaKd0JTISwrqzWCLE2uT6aHT8tkrvH9pCjOtcrRqg+hhGb5DkcSf7NxBGcE6EAAHsRpYmly8eBwZhaMWn/t/5hVuhi4NxlRmJ/NxZvK5UT8//ekg/pDlFwvTquVgnW1iQafelupxG7jxifg3JNwu41mS+viuyIbvzJWhtK1EadKhcGxvksAc01LerVMGtLlbuaeiivylcVTrCQHXlki5XlVqoi5IWVAjQjz2+MP7596EqK3P97Yr+5O5lPwGinh+t0ITlUmwN0lJte+hsQCyux0xPT9o3Vdtv8w9xLQMBwHZZlb3YtRrzKsqIsOKE5vMNaFZCwCdXCi58gBbYbOH6XysvGUV6U5KyqiqakNZEqUDpY3N0lQI73BTe51AJ6fvIwRjyvU3n6cxKqlRRybsqVF5eUl21wPCEvNqtfKTmSc3cGwMalRHaNF5BrgIZf8A6w0x4FZbjROo73I7anN31Oddrn0jBHBMG1p0gCHmZ4lJapdL4TtRWwtasi3UI4qM/dJsCVNOeihYG4Nu52sKhQKNVKNAn0HeEw/VF/Cn0F2KtiQ8rKLuMHQPDW5U2B5m2hO39vboDUWe3VKC6tErq5jIkrzeZPT2HqDYA3NtSdudHl4yw463AxRTq3FfXHTKgc1H6HkEaLQSMpBHcam/6pBB29Ie6gb8xmmzfzC3cvuad3jYofarOIZXK0TJIU1IazqeR2KHCb2T3TYiyu1jYjbalFwRgPCVB4UCk06FF+RpTQS0nzsgK0AsLgaHuPptiuPiaoRZ8SsxXkMVpC1OtTFNZH0x1EXAcSoB0X6S2b3CQog2BBs9irerWZ/NNYsbWxwuElphJazLSfEri5iFptbRQBuokXIGzFnjENbobtQ+5W4/E0DjHE0WltNxaDUIVOWjO793U31W81JA0vr3BBHcgX2zrj/ebX8OvVbG2G3XKehnMh2SqF93ZkKunrGqSla7EKSq4zEC5Njwj12ve/nJ9ercVa8qeFCkU5CWnFBKgVqsSUuqJBGUoOiT2NlCmMN6e/NqBPi0unSotLlPr+8NU7joyLsC2XLKQUrvYtuhdzprYWQ7atZkwNehFP8A3MTSFD347tKpgiBKqmN6QxV5TClrYRmi8ZYKhdsKUoakWCc5tcAgXtsj8X+0RiiLVIjWHIi5VOhP/qlh/JqCE50lJ1JIPhNvQghWYawVVYEB/FNQpM6EhmQtM2AuKGENoOYkKYNlhsJICVgdIsSBa+1Q9WZX3uLS86FxXVZGlqz5k9wAfMgaC2p1vqNmMD4hadBSp3+4xMT7xKpWazBdrNPoteoj6nXYfFa5WVH0GcNHMpUV0GwUlBU2spKijq1/ZUCfKizsZYXxjKqkWjoTzEJaS1VKahWVKs2S6XGSqx4rZAvotKCLbLPDU6qT5T7VUicdC+vhKRlUlYGXiXtocvSVaG1hfQDbrhmv/ZfEf2idl8DguutSmpTHGbcjqJDjDiALqQsaEDsbEA2AIjuaMGlW+JNpmLncRyn2naGxUZTH68PMpSb9yoA2UPMEAm5Nzrt+1OkVSsu/CiLR4UZdcqdNB6i/kDrs6KFT6X7+iNYXZ4FOlMceHVor7j8XhaWTnWModSegpvZVkqCQDp0xBvOoMDm8G16IxXkcVTDrvHCH46rWIQ+lBU08P1VAtg2ulV9BMkE1RU+oiINPitUZ9qV19aVIyq8Nj2+oOxTh6rxZUVFLnu1GnrRmdYkQ+pp5Nv0TicqvqUqSM1wAdNr3EW6mvVSdDrO6pqFivClRlJitTWlcJ+LKzlSocxu4UzJSkXAIUh1OVbalAkIk1ektYXiuQMZYem0ubFT8dhrqUlVtFIJAzWPl63F77WqrzzL01E8iflcp+76fhxilu4yfmwmF54qUSkKTHUdNAoHKk2BIAIJAJFwSV7V3qDyER1qWtEriqadaTZaXNQEqSm9wbC4HqSPwhwZdGqlU+9PZPiqzqdR0vJPnYgKSo+mpJIuRqdpeAMKNO7xm+EyubTsqlJzpOVKu3kSLG/iuRYkeep0DrLOHoUuTP2nbu8R4onuS58uUiKtrhIkOrKFONG4yEKGqSABbUEabG9BwPhyBw6W00ua/n+Eld1KSo6HJ52PmLgft2bsLDzuI3WIHuledeXhcJBQptPbtbw9r6X9L9i78A7u93O6WluVnFrLEqrvoVwnXbKVl78NIUNBpewFybXIsLFDn5mbXZdrn44EF91vs2RaNAbxbjLJwEdcdhpQyM3voAbXuD4rWva3qT2tSIrrTcCl5IsJHT0Iy9vX9nnqdqnGO9d3EfDo2F/vSFqSlaHU5OGo9hfXNbzI7W1IAANSqJKa+LXpaH15fC0opT5aW7An8wbak7DfU7eBDXdvTeJMGN41do1GgPz2si5TCejJ1KUryBAN7nQCw8/Q7JCp7/cZVDDjECXh8LXxPjtQMyX2ba5057oyd0k6qHY3uFbParYPgYtlcg7kRkRkQrin4if1c98yCSdLKANgNLBW1LVtz2F2qC5FpdPRzq8q5C0IzLbT3spKeoNdFilFri9yb2OabCzZaIWalXbBlQzi6BFwvExG6zCblIjpjxZWZCXeAq9kDKtVwDmABJIOYX1ts1txOHqzXoE/FEB7nURVpzLiykx5rdgOtCbKUpBBymyb3BsSRbbNO7LdBRp+Mat7+delPxZHVFUoKYzkX4iQdRc+RCbCwIvptrSHVmt3OA6ZT/d1bi06K6lXvKiUlE9UOwK1tSGhnWtty+q0IKknLqLX289/EGnvuq7en+eP7QKKne5PE7b7t/bO6+BTN1e7Vqrv4oxIlh2FMdlCQhlbj4QhzjBZDshSulpaDr4XU2sDpD2TNx2I91+Fp9Z3gy5TmJMSVSZVqhFddQtpmQ+8XFrSEXQkqUSqyOkXFreXm67i2g17eqxi3DnHmue+6dKp01cDk3UuMyG9X21EXKVJClLIQSk2KSQSfZGi1pqqUWJVzkQH2EvqCVhSU3F+4JFvqCR9T322f4X6PT0vSYUeR9k+zNxL1t4PxA3evuD3T75MLVLC+O8HU6azUGlfeuAlMiO7Y5XmnAApDiTqFAg328gZW7qfFlVOgyncnuuUqO7xWihbyW15SdLJ6gAoWuCFJIIBBPoj7VHtaUugYXn4N3Z1CLNq85CosiZxcrTKDdK0Nnupw9rjQC9iToMgCl+5oDE+svSnIq0IkNR5Sci0o0PDKsx0HbMDYggDL2Gt1PWVaFAbTjPqCv1SVDwifwpuwgNV5+qRatKlRUIWpceahLqo6ibqCVpAJTcaXSD3BvqdvlG66LzTkqBUJUVa1qdUjIHUqWv0Bsbn0ufMAjQbaZ3fYVwRjKBLawRTqow+h1CJlNdkMvvqi3CZDsZIGdzhoJUUdZULAJuMuxXi7cNRt2mLWJ8Wrc1hqVFQ+0t9ocwzmNijMmyCCAFJUBexIy6Ztsl/4g0dICsxyfXBgT9S9e8RH7n/Z8r2F8Tt7wazjzgU9hpS0sNJ4TqbhQIWDdK0nzAAsQLnUjZx1ev1mlwG8UQKc+/RFu8JFRaaytKWnpIUUqISrNoAbX/dsCb5K9AlV6JQd3LtXrcWVARKafQw4vhqKiA3kKTnUA2VGwA1QRfXZfoxljel0vkJUuL7hqKltSGITq48qPMQDo42QEuIIsbELSSSbpIAFj9Q9m4ng+hBlLs5tjbXPn4yrMSjUZ1j3jUfhMZ1BKeKQbD8CewHn2F9ryH7BGMpTr8rEct9E1/rQ7HjpWlKrW4a7rULX1CgTppb0RU1yfWXaa1Flo5KUvlecQ0tSoubvxm0JUsd73CSCD+17bt657aW7mvN8rvCpeNaQhKUIgVKe0+wpq3SWHgkOpURawWSBYjS1w/pq3/mMa0zLthPu2/k8sG4Xdlz8b1vGsqbKWnixWosfkm9R1tqaQtdja5utNrk2HbZ0Un2FPZ8H3p7D1Qmrz5kKkVST8NQ9AFApI8iLEaWtsPRPb4gYW4kXfbuSxzg3g9PvGPFbqUBXoS4wslsW81gC+gJttoLdpve3a74qCjEm7TGNOr0Lp4pivhTkdRAOR5vxtLsQcqgDY37a7aYq28x3xMVuOPYp3NY2aj81SJUWVGa4KJUee6l5KB2AUb3tqRcEi5sddkDWf5OfEWCHalP3fYmi4kivpW61FqiQxKbXY9OdACHAfUhBH18vQPaO5LjNfpnW0a5epQ797fjbW2x67SnqFWwrPLLeXu5lO4Sn0uVg2LzUJpHNRZXQ7FdTcFWUpHY65gLka2IJ2zVLj4ygYXqW751pCEc+xKR/4PxATkWCboWCLoN7lVxYg7euftLboRvKwa/iLBz5RXoTXQ7GXpOjg9bC8t8wtcptqDoO9tvPuPOwbAaYa/oFdRQtTSnWsjshSSPkJ0cynugkLABI1BG0XqLV3x6na6xP0/DeI6pAcdapPNSs3KtJYt06JCSdRdAsuytLAa3FiWxutwdS8B8TFGMsWSn6jChqTKpzDCJTTkU6rzs2LqgDbrTlA7+ROwSuu4NalVaBiPG1ew9NpcpSIrVJht8vIUCQbhTZctfuq4KTa6VAkbQKLvA3N4XxG5Xqy7iXGT77SmJHP8ulLyey0Ao4ZSDrqCNbkdxssKgRg8yDSEHEZeL/AGe8b4yxaxhfd9XKRSPekX3pDaqL6oTU6GdLxn0oUkuCwCkEgAqTdQCgRmrEmAsZbucb+4cZRH2KpS5SeajyGgl9vW/fTNcC4VfKoWIJBBOj6d7aO7Sg4SptBpe7Korfw1KVKobrs8K5dBBBbUq5IUEEJFgrMAbn1osfe2bRt7XEi1ncthSVKfjojxZTqSqRHsRbKsZVd7nQpBNrjWwoptX7wP8AMqrn5is321l2fjKi1mA7KY+4IW1NaUUOpULC2Ya3FjY3uOoi42c+4H2h8ZY3r0Dd9vBiUjeTS+Fy8VrEMhEWox1XH9UmrIUF/wB0nXtbvemom/nG+5bEdNdo1PhIYlQPv9OmRQ/DmZbC/DNspFirQggqBBtfak3sb1Gt6rUSqUHc5hqkSkPpUuVQ6cY61K1u2sJXlcST1AkBQI7m5uZglo2ycpjLR4YlGF8JYogT91WN6oxNXKVCqOEsRu8vNpql6lceWlIC0XTlKXCCQsG+pvAc9iqBiOA+7i3FlUhVeavmOdpdLb4Tij4+I3coUVG6syCLk6jW+xtgDHG7Te1ulbwHvfw99jcS06KmPDxVFhNqU4pAASuQlIzL/vAgg3uCkk7LvAbmMsLynIEXHi0MIdUnLCWVR3LXAPCWAix8WgSq3ob7I66vV1KPpmGf3HuKPan8hlLi/wBhvBsXge5t9OHoq15syZUJbS0rBI7FYN76G576W9ROZ7NGMsL1SJKn7yMKTaXmShfCfGdSLgCyVJIta4tc3t3FrlhYx3SQN6HEdrOIapFlLVm5qnT3Upy/3mHitBv5hJQQL2OwRgf2QMeQMZU2V9p6XiGiMP5nWl8WPISnyswoqSe+pDp1GgOpDumst7Y7mM/OPUXyWb3PQv2dsCUvd9u0iNUv/vTXFUr9ZRA1/wBPM6dztF3h1Z1pp9p3wf49rai1N3CVBYpfF+AhpLWVfibsPX+Bsk94e86A67Lai587GZP+JX4drC/fS/79i2X7hth0qaILfLTGqpVG2oGRa31paU0hYV1q8+/+dgLd/QMlYQwHgOfErOLcQrflMfFahR7Zk9xca207BRsL6iwItAl1Dn8buT+NnY4uf4vRm1zHvpr62H+u3zizcvRt41Ufn4crkql1daErdptSWVpVoB0K72I7ZSpNgkiwtsilyI/MLbaE8ZbYjx1u+qlGbd+00rItaeE14ks+Vv1uwN73uTpsuFVvdfFn+9GqjVFrfSpLqVvlSEq8ii/axJOUk20AvtYOezTiOg0tuqT5dLcRxci0rkdKdPmSq2vle9vQ30Fa5hHBrrrnNU6LTn2P/PeQVoc+mW5tc2FwbC+otc7NpevsCB7nyBNN4cpeHKM1z8+osPr6VoW6rKnzsEpJIJ9CL37jvbaHWsaxZVU5XhcBha+h135rDtm7J9Qex9R5B+Ht1+9Ws8N2LRJWTpWjj9KPPsb6eXa+p2vXsFY3oLvIYoonAzpT15s6FJ7jLpqR5gG49NsdFZRzMvcrNLmZSKNwuK1EQh/JnUtFsyraXFwQbDTz1t5bTKLg+jYyoz9Zw40j7S0RXFlRdMtQYGvESO3FH07nuCSDtDgqlRYv3r4jPz/rJ1/Zb1/I7F2FEtYcrzFei5GF9K2n0ozIUmwt28iO/cedts3qOnNyeBwZO3mRves+L7tlQMjHA+K0trpzK0Pa/kRfytppqdo+8LDlG3oOtymqShiqITklMf2UhP6xRa1xfWxv5+QGxZvEVS5TvvSlxMnhffaaR0pWb5lpAtdJ76XI1Hpsr07zcJUGqNuz5eRHUvPnzJ/EG9wRbz7eZGu3nOh03UXN+DDV5B4gniH2fpUWA201g6l4hioT+iafciyG0i/gUCCFDyNyD6abLjHVMaw5FbgRadUYsV/KjPKtnjqsQUOFNri/ZVgD6DQnXtD3yYDntcX+uto8aFo68vqNRm1HkbkEEX1Gy/3l4fwljee5VKNVs/Qr4Ei6em2o1sQdLXAFwNdbk+3W7bw00dNZ8NMhYbZdanv0uVVlws6/hZf0TitTa+uW9u4vrpbz241Cj4ci4j4s+n58isi1x1+FXn30B/EC41BOz2o+6ilxYr/KurYX/ZSEdaFX7JWNApN7C2h177DcLBc+vV73NijD1OXwFqSiUhZUpSLpAQnsogXvpqAdCNLn+srrHuEa+vnn1C/cnuoo2I6oxiPDlbRFfiqSqRAV4nkDsTkURcWuFCxB9RcHa8BTVGozfNZM7DX/AJX77Hz1sDc9yTsmNx+AMEYSnsSsLxOVqKP/AD1QVKUk2zXzG6wT3uCNbX7DbQOIoFUlQPekCn06aj50JWWFKVp3BuNTp5d+42+e/wAR6O/qb9+k5A+IqutrzKGp4ygUbC789p5CEPtZ0rR1ZU/3tQRr376+eu3lJvI3lO4y3g1qfPZbX96W00tK+rKkhPfsoXBI7EApFwQdt8b7d029XFGF5DW76oxeAvPxabPdcizI+hvwXkhSHBm7A2IBNidAckV7cFvuwvQX69PiU6byuZUqEpoLUlOubqKbfQ9jcjUXvtt/wroG0CF7jy3ofiX+pRm4gJgOrf8AaPlaWyvml9aUpSVKV5eG9z3tp5kabP2k+zlvBxbPbqkCn+64s3rddUhSkZhoenTKTe972Nu5N07JbCsug1nh1T3HCbc/28VBaV5DKcpt+R7H0Ozn3W70MUUas+5vtZiGEwt3PFWlSH1pVoSkpVlLqT3Kc2e2guSBt6VyRbkQVzvniObDfsVtNNcWs43qLD/TkfiobaU3bzSUgaE65Vg3/WPbb4qePd93s54oiYDxlEi4vwvVM3uurNMcJLi06ll9BByPhIKgQTcAlPa2zl3dY0lVmBwncWRa30dLq4vAfT3zBaClJHpYgEdjc7XOLadKr1LXS3fdz8VeXiw5rRUhSh2cQtJCm1juDY2NiCLbXNgb3M46l1bzMyxWsd7m96tefadpNOoOJUSFZcixTprjoy9bZ1afPTcJIKyL9IItsfYBxxPpcr3M7hil15tjK1IVy6Wn9OwcSB0Lt3Kkak6kEjYY3k+zDu+xlXvfM+XNp019GR/hOpyPZbWU4nLcqtZJUDY2GlzfaRRd3FLpbTFGgVuo1GVFaywpSppTKipHYIezFWQEjpJIAtYAkWzrODkMf6GTbqFfhDG9W17tKzw3Xad7rXlzLRIQlaWVf+GdbDTtc+Vj6B9Z3dYXntfcKtCfR0ryZwpWa1h3OtxpbzAItssd4uC97/vSA7Rpc2Kh9auYlZQpGXukqQkjvrr0HSwI0G1fiFErCVL5CU1Kq9Uf6kIS6ELcVbsbkEA9gRcm5Hnsdqu6m5jxADTb+cwspO7ug0ue+7KwdS38+biqajoyqWF3VmR4VG/e4BBGt9QPuj0PBuA8Rv1SjYCYpC5qFIfVA+Fxu5HESgEKGpsop0JGvfav3GbxXZVUiYXxlzrHNZ+VU+11x1/7Nd+pafS9/M6C22gsSbrGq9S/hdC/kdaWEqb9FIPkPUHQ9u2ymnBLcSiE1P7mHq7jiV/OhxcB4nfoj6H1tOxZrDb6nLWSEIWhRGQ2FwQDYkdzcNup4g3jO0Zzi4Y52Vws6FwOlTn4JJKVKB8gQbHRJFryMQ7r3aXVGPt57rq/AUrgT1wg1MZVfpXxE2BASbHztfUi42aiIzVUozDUWWh9hGXhOx1ZVKSk3vcH6WOt/p32Z1CVvjjmMW3IcHExGjGM+qSnJWMqe+8wwvO0h/odj2WTl1Ov4G9vI202jQZWCPtb70r1JYxDRJScrsVLq48iOqxIWnXKpQ01CkA3Bum2uk9827PBGKHWJUpmVFq6PBNipU0h5RsMjyAMqtRfMQFDWx1saSJ7NuEq9S22pTL7D+TodQ6tC0q/FJFxfUg38/w2sliJ7hPrK2HMs8Nb4vZagQG3QyxT+D4FVSEUKZvp+kAP0BUFW9b99i4S90teacqmHKjCYcqKEr95UmeYrrlzcEuNLQsgntckE/XZVT/ZkxvhxpyVg3lap/vJTKzfUKshYtc2BFzpa5N4u7TdZhKluuNbwXotOqPF/qakGKlK1dkW6bKIt30PlfYjILFyhi99VbpvrOf2mm8I4UntRW3ZWN63UWMiciZkgOqSnyBUUhSyB8yio+pPnzxYpql8B1rx+D4rvQpXoVaBN+wv39dpcWuQKNS2Ivx/gISlOdHWpNu9+yh+Fz9NgLEuM2p7rnFiZ0L6cnyuJOmoIt3Gmmne5voq6cTLM0lRKlAaw4w7yiIq8nXl6Uf+SdAdbm1r+myq3ibwIsCK+1S5aEVHwtJdspOvksXFgf1gQNLXGwvVt+cCl4ciUuLT35XhRwtMzaQLXVcgEEdgPwvcHZO1bG+EuaflOy5tOfXmUnPdTCteykm9hre4Ngb6DYvcXbtlS+6VmJN5WPIHH597mvEhHyux0gnQLtmUBe4BB720FxtSbrcA4SxbKqWKMRvRYr+ZT7q4a+VWyq5PEKASkKJ7kaG+uYdzKdCaxRAblNZFry5+q3xE9rXBIJHkoH6fgpsR4XnwIrk+BLWw+hPyLKVZvqBY6fSx876bLumPUvXw2I7k40peF5USqe/M66cpSZDUd3LzkVR7ZFEIUQAohGhBzAWBILRjY/wlAoP9A1Zh+lrQqQhri+FpQBVYHqQUnUp7pN7WsBthmNGdn8o66zkXmyLzX8Xl9LX2YNGw1F91vz/faGJtIyyuXS+c6UJGjqUjxoy3BsFEC9woG2w08BiaSbV+2O+K770xQ/Adl/AQ6p1bSk5lx1KCVFbKlfpGHE2JTckLRewIJEnGG57CWN4DEWlxKW/KhO8WGtDqGnYq1G6ktuGymAqwKkKKkKNiACCFAWAqq7Kdcd4yOPFaShCeKFd726hrlsbi50FwLWsC2mQq9Wap8WnoXNQpPAyoHxPVJPmgjyItp5ECzOkDEblMF33R+DF5i7cjXovEoPx6XVJrCVQkVHLF+OnS5WCWXWlEgBSCCklN0pOmzX3JYLrOHMEVbDm9CWiUxlyOxVOpmR1JLVnGlBxPE4fqpJJudLjTZmfYWBXqM370oj7PQrj0uepWTMQQSnWwuOyrAkEgm17puv7qZVLrz8qjUSvRYS0cBEiBP46EtW1aDa1EoNtCBdJv4Bcknt1VlQ8vc0aOrbF2WDn8xxYW3s7r6DA+zm7nBGSaiLmajw8jT6ki1w31ZnSNbJsVi1gD22G396FUo1GqXvnENO5p/PyvNNfCSkgjlnOGBZYI75E66dOuyqpO5HAdLdYxvP3vPvrpzv3iPIa4UqOnxKbeZX/aAEAKAsALgDQhj1Mbr8ZV6BQYGLH6pUV9TEWsxSpTyT1EMScou4RqE3uRoEq0svZZaQHXmC1zWuN4OV/AlBuagNb2ncQ7vsR4spHHlR0rpbUrNFmRZHEUkGNIIDqcxyqAHEaOW4Sq5Uc5U+j4j5qpQJUuFW2KdKdp1eTy6pEiLIQtSFccIGdo5knK4LAHW9hbbQO8/BsXdBS4mN6NzXAiq4uXgF3gq7ZBoQQT2QSde3rsLw99lUr1Z5rC9Ww1S6pKSrk3+VKUzlgdTRcSfhOC56F3N7gBQJVtp6U92sHGDNjpzCykHGInqLSouEpUugu0+U/CqKEqlU2pRcsWrIvYWzpDapCE3sUlKyAADcBOz69lqBA3S4jrvCrj0Kg1GOldOhVG62o6BdTo4hJVkPSAFXIvckk3Io3vf3qtcefvLxDCRhf5XWqW1ITHUSEkvx7grQSbdBTp5m4SCObiWjT6X/2Sq1Iebi5eE0p9zLDSSfhdSA600TcpSoqS2bAGxIDgBUR9oab7BWcUbqqTiOl0OqVHgTMy0Ut0qkNoSh1BLaW1BbpAzKCClRKdbE2GwTuApNGoM9uqV52LNw9UXUrdW1NLDtPkWN3LgIWy6LZVWABCyFJsLbWW6HG9ZawliGjNUl+VUUZ6k000tHU6hOfInhkouVJtpoc9ze9yksXYoxbWa85KpeE6owiV1SHUxQp1tWhVnZVl4vmCBmUQbi2mwiZXbNzY29kvC9Zd+0dGq1RqORPFapsxbala63jOJAQSU6BLiSCMoCkC5OfqVT8UYSr0t2l4eqMLIhTXPx6ap1amj8kpgArW34gULTdJ7AG52B9zntyY33QcDCWMolRr1BiryMKyqfW2g3Nkr8dgTYBQJGuultndjv2hsG7xp8Cs4cp1eRkaVxfuDnUmwAC8ozWN7BQ0GpNjYbD3yBuWU9CpX2oalxXagwuqMKUhTVLmZkZlEpS+hLoKrgKynIoqtdK02sBP3eRKDgOLVq9P/o6o8JcdbvFKUpy5lqbeYJUUKcOWxAWmw0IOgl0mqwK9FptegU5c2l9SUyKkoOyG8qihTRcFysgpVZSyFptpcEjYD3lMRcR4cntV7GVRokWavhNVJMPn32VFxCUZihYUtxPdLgzLtl6jYXup8pBO6RJ2NpTU+fVN5cT3cuor65tOmuZoqSbJXDdTmugDQJCQDdQVmFwZWCcQYXxHPYw5A3x70IVRWpMV1hqlwpDUy4BBWOGpGXzJCG7akAWJBluw9l/BrTrcr+eio4ypC0IyqmSkqdjqBCsjjIAzXsf0oBAuLHUnSmJcZbvsG4I4XuSFNYhNdbVNgB1TNu5CEArQbfqgnz0FyGCJwMzDjLHu6/ctKpv2ork2VNXnaYqn2cYkLeaHibeQhtCnGR2BAve3USTYPpeMfZpx5WYDVLrdURUTnRFdw47PpEmOlVgW3IUtTsZ9o6gpsFAdgu+k/fBuvo29B1vGVBiTajT6wthppTXxYvCuD8BahZq2bMUkAZiQQCdpeE/Yh3VYXnsV7FHHlP8AS6iKt8pipWCMhuDqtJ8h03Ha4uaGsS++FVd3HYSx5QXN3zVQ+z1Lpa0OtcWByExlKDcco4lS2wFnQrCkkgqSACSBnOpYpwbQXatuMw5XFxZSPhc+7xVsSFjpLiFKJKnUkWK7372Jsbaf3mQqNS4tNo1exZW8PPv5Y8KfrIYkIAvlXlOYW0PcEjNfNbZXwfZCxlWZ77vCw1W6QhKJFJxXQ55irU/34clvMUm+bqcTZSCUkoUSQJDfEru3GUvs87rd3NLxbTXcURGF4hpGd2BNddc+Mrhq+IFHpzNoJ0ISQSCDcAbVu+2qV6vY8rsqlxKvNpyIqaWujKs6w9AACuNHWkZsyivM6QFEAAEdKSGDhrCc/CVUlz6p77i1SloW07AqjQdaSkXBczI/szYpS6gDU9l3ymqrVXdxbVPtRAw9S4U1934vMXakN62QVlICViwAS4UnQWKgelM79skDLSkwPDw5RsGvysWvMMMZVcBEhooSlJulKHwmyj5hOTKQCCQSdat/FGG6pAbn0zdPSJsVDoSp1UxyFVIbhtqHm0uJ0GYgOBaFWF1A2IuVYVxHFrPIYod+9Sk9LTDrn0PERbpUgdIKkEgdQJuCDZ07d07AaYrMpma2ta+XXFfYGZXWQnI4LofQTY5SQpGYeA9hPZultgn7Tt02Esb0aW7hfGSF1eUwrLAdyc5DdPYmMs8OS2bFSgyptywJQkkX2Tk+i4jo2KPsRPpy5T7b+RUee066lSAQciFlSFqJSSpOZy5C7kJBttpmnbqKDWYtSxRPe+z1epcdS+KhAS68whFxJSpAzEXKQoJvcjUHuRjH7OKK9AiRceUSl4lpy1padffaLUqOj5ZMSWwsLaAVlukEtgm4SDcmwM7bB7FmGnazFwvjKBhhjEtUwuwvgL4XOMVKnK/TMOtlAdQtsgKS4glSSFAlIUVk3w17SmCKy03hx3dxiil546ltVFbpqMXJoCOMFKCmx6AqVa5sDcqWUCTP3cypcXBFWqMpD7/MLhVaUhbXMCwBTITohzyKrICswzAG6iG47oWKMEY3Y3ltYmq9LhYld5iPITkWwl0AB+NLQCErWgjR0EEpynOepQoPKCvoS33GPh32hN2EXflTaZVMWSoMGotcvFrkD71HiuKORPMpF1FlVsgdAUW1Is4gpzWLd8e8HehgPG8CBu090VdC5HvLJS3QrjIvdD0Ypu2h3KnKolaW3DZK203BCjqm5D7RxW681hOkVebKdTKS/FWth1y6wviJsUlSSBcpyk3JuVgG53gP2Ut7WF94FJddd4FBmsJdpcp93j8qsDMnlJIuYzwOpbcaUhYFuGRcizorLtaVSvYuJuPdDvko2PKXE5+WwxV346HVoWgsKUr1yK1Sr1HhUQSgqHYE3yU3BGA4FSrNGp9Opa2HVT0RUyHYrCnVKF8vCvwgpxeZawCL3JQ4CQBtG8P3NXmMGz8PIfqPVIfm06OEx1Pt8OynGVHKxLUVJ6W1ALBUqxsQAvFu8rDm8vdBvYpc+ItiVhpibF/S5vAz1O5SoFFnCs3ukdOpuDsrTphScgwiLtl5C3tUvGWF5+I6DunRKlUuVmq0WPVA1KbVqBMQkgsKunULJyKJKSAbgFuGN6mF2qNz/wBg6LNYlJXISpC3OpV+rLcKyqtopBvZVwCbBIxfuyx67u5nsY8oOJ30PsLUlbS0LUh5ooupt9IBKkm1joDe3bzdrLm5ve1Fl1nBDvuFdUze9qM1PMVSZBFg9CkpKUZidQkhpYOpOpBal9sJsUe0TAnxW3cG4eYhMSszqGH44msSFJzJUUBSSlZQelQWAUqOUlHSdvnC/tVYyxQ1Li0bEOF6I5FXy6qDPpEmLIbUbfoczgS62dQC2SewyggnauGHXaXhzhReaxDS35HMK4rrSJTMhPjILgCVLygixzFV9FJsCCDDjTtGit4yqmHvtXSH0r91yo7S48yOsC5iuJUVhKu9kgFpRSClQJKRBk5hZVt6lZwbS4m8afEYr1Hca/pSA0nPlRpclKUgBadbrKCCm4I1uOUfGe6+fVKLvL3LYIRClVRCeKuHFSiHIQogrbfYQCgKIuQ8yQsKSkLJBymnwjU6DvuoMTEeDatFRUJrvVQZl4cziozqW2E3RclFwtoFNx1JUCLG6k4xwlgiVzW9CIxQYqFoadW60jgcwNBnebACwjsHCBlSCXALE7XDyhEXO9vdxPxljym43i05iLwJDvHmQOhKWlAaKYSqwdFgA6ACNRqDbahG/XAeEosulz5dRYlQlpaUqAhtSHFE6BORIAUT3IQDc2ClagMH2rsftQN3L7tBpz/vhhGdqLxQ0uU0MpuysgoctcEgHte2pAON6njnd9WXabKi0R+iVt9rIhrxsSl9F23NFlCrg2ScyCblK03I2BeNwgra96Yh3jje1hfFDrdUlZ21xXVNKdkfd5qUHw3SQAsC4UA4BcXsRdQIlQ8TxapXpc+l4m52nIzNSGJ7WZDKSCUPoS6kLDZ+cB0FCh0FCSbVUeRg2Li3kKzQ2EZ2E9fFKkxUKsApFyVtkWUACoAdgnLpt8K3eT+a5qs1yK5C4qsilNBaFIKtMxsAbp0IuBe9he10q62X1EatJ2uBDaRFrMBp+f72oL9I6lKdpchyQrITZBcBstq4vmStBBJFlKtcqCr4xo0CsuO0akylolIU06600UISoXspC0mwGa1wbA66X1DPqu6PG8Vqk17BvNMU6U1xabV6NxH1ttLAzIKD8RbZ0GU57EC6SBt/VXBrtGlQJWI3YVRi1FK1++6NHZQ0pYBCkTIKlhAPmXGVt3OtjtJX4aOL/tMUNJerLuI2/wCjpqFsSGlyk5wh/L2U5YJCjZJ0IuSACSRbY2l7kK87PxC7S63RG8mWfC5iQ7HkOMOISoZSVkLSVFQJCVJBJ7i42alJwW7VPdtUrL1Ofo9Od4tNmR45fmNsa5Yy3FAKZsepCHMy0k5QQCRtCq2KoGMq9LwlFpNEmsMMLXAdxC0qKh51JylrilJ4RGnWGwLmwJN7GrEjPxM8UPd9jJqexVKNEhPrhKz8WjVd2HMgqKzcpCVAoI1ukoAI1Cjc2cZ3nYtpdeiQMUYTxrV5S2vu77SG1tJT8yTkyo4hSPEkXUcoIF77AMGoUujSq7givYImwuaj54bseQULipIOUhRK0rbOozhRTopIBIKQF0rE+Ld01ViTzVqvWqO2/mXAlPufGaOhydRyrAJCVIIBVcEAEpFynMDqNOL0wZonEm+PDmI6DVsOcpN462lJkNSoS2HW0/MHEkBQIJvc2KTqCRYmrwVuIwvvpozdGrPvukVtjI7DmtIjO02qNC5SW3kBfDdHzJsgkm9wCLMCnYEwvvVpbEqg4eqNUYlNJlRVOvutSmfMoy3zJcSLpIA07djYz4WIN3O69pyjOxH4tUcWlCENOtsOqWLDIsEgLIChYg5gFWNgbbCI2ndFatImlGFiBn7iJ+EsWv0GqREVRcXIpqPVnW46HkXJIzJUNRbxElNrkk2IDm3WYVdlRZeF8UUOFgNiawtDS6W02tWYoNn0Kbsh0agqAClmxs4dDsZSKt/OXS+QxRuyqLDDCE/fFrKnVJt4wEkKykkkJtcm+lrE1TdNwvRuBhzCWeE2wn9E6wVLTqDnQkkBSh5Zdb2Fydu3huIeq9WOz5lKzu1dwu1Pa4sLFHHztOvx1Rn2HrXu6pOVC0rCbIuUFQJuVX7qap493q4Nr0/C8/D0Wqc1mdh/dc620kqHDzpsbBFgL2I7lZF9nO9Q8R1SU5Kd4fAfWl1qrtUsKiyFdhfMSUlWUg2Nyb31Nyxa/Qa9QaM3WXaGw+xNjqzSOTMhpSxoR051agElOUG4vpqQu6oW5GZXUNW3jjJiUwBu0a91uV6qYeqj6K8tM2RS1utykMr6Eq4awEqTYJULnJqs3vpf89oCs7vv5uaFheLEqNOqlLlZ6M0pYyKURlU0m+iUFNyppFrEIUEga7HsnfNKo1GbozWGOior4seswFBXu+RrYqClDM2UpAKUqGvSQO2y9gYa+0bsv3o8jFby5XFfdlReTmQ1ns5G4yQjQk6IdIOaxtodmavDmTWvYXLRKHAmMseRYnuvCcrJnUhLuiEZh+qQoKzX7i3107l2Yc3K48oOF4kp2ne9+lK3UNSsinEA9xYjOE+lysnQj0OKjXpWCJ8SjYyxZCmrf6GuFenT3kahDmS+R4i5uRYgA389lkrehXqDjLENHoNbfQ9FWl91hb4fiyGlhxxD7afqlPVYkXCj6DaHdrjFfqLrOEEXGL8dYXw5jLkK9hOttsMLSvhc42pSl5LlbarhJJvokm1+xFr7NiPvUoNLpb9ZdwxN915Wk8VGRea5CUh9F9L5kgOEEkpUDbLfavwaxQd42MpcXeNhOnU9iqIyu1enKCGpDoNwtyK6OGo3Ny6ytskg38jtdY73FyuFyuEok2ooYaU0vkH20tTo5uRbOQULFtAbggrGumwbiFIBjLAOALIIVvHmCN5dB9w16nVelxYKEoTPpNSZSpTQymzjEjOhV/UKSb3vY67DrPsqwK81LqeCN8dEXzXxWGMQQnaSvUkgKcHEQb+RIFtARrszd3e5TBsBr3zXmpsV9H3eQ0+sKWlYukFSAm9vMkABJsCe1mDXt1dZdpbdBw49TorHFS6wvIFsOJsoBQKbhKuo3uAe4ItY7SlqquBAWaivTHZiZeqPs/77sG/emsBrxFFfaycelz481LK7H9RRUPXtY6drGwnDodZw5WYFUr2HkRVysqH6dXqcEtKfCtLCQnhqJFgASlZ7ozX2e9Wk4NwRjd/Bsqk1F+VxUyHYFNmuR5CUqUPiR3CoJsepQAISSLaEHYzw4nG+MmpcXdfvjqlRojDqo64tXpwnv09VgTHksPJPEQQSOnKpJ1y/Ntbd/NCnU1qMxNTsT16qRZeEsOVZigzfiP0uPFa4C0vjVbCkOa2cQmwACCCAQNdkLKqjU9pvmoiG/wBZaEFC1KPe4Pn6g6377b4oO6TDlUaYpdew9heov05PMNLpDEmm8NDehKEJWpKSD8yEpKQBobbV9Z9iXdpjd2XVKNLxdSJS5HMLdgPsymuKdbltxHhKuo2IuQTYX1stwH3yq6xHiC9n2sY8oLrGI3aHV8UYXrSFUupcgwZUeVaxS3JygqbdQofDd+GpJsQSSFBn7waBAqlGYn1SJi6r0XKv3bWXZXOzaHIAV/RlTQlZU6i2VKHWysrCQSVEZgf4Ewpvf3aV5vBGEsb4arzHjfptUpzsCQ4kL8Qcb6AogBJSMuUpScoIzFmV7AU+fVPtHRqHCpcqa1ytbiykIfRUmCCC05w1BLp1ulQym4zA5gQFDqUFmfiKPqWqfPxMgTdwVG3jRabWWnavSJvSt1pacyJSDbRRUAsHpN1C3lcAm5OcFbgcOYIrLbtLq1UqHUVMNPupUttRP6POkC6NT3ANtCTqNtNQaDPdge5oH3qF4UMTWkKkM/TOooK7dkruCoZb2PeuqGH2sEQH6pyk2VNyqa4Smsq83oNO394DXsO+r1Vu8RZ+/rXwPUq0Io27mBxXZaOdleBK7dKrdiB5AG5NyAT311WUfDdexHiNyvYtdlLp3F+A7KWYsdNxdIzOWRr2Cri50JvY7MfAGAINUxH9qN9MStSqe/lS1HhrCUQ1g3SXUJupSdNEiwt3ubAH9cke/mn6DRs9OpC05GoqkjO4jUkhJ1AVcEgEn6i19ktRqHU4jthGjq7dUQOK8QxcJYcrXuHDP9IwlqSlPFCFqdRopsi5SsAJUQQRrpchQsD7tcQ7wazVJ/2tiIioW0qVFSlQV9Cg9IF9fDewAOpA0bc3DeHGuJFn4YflMML4UhqLH5d1NhcWAUEOIta1iFHy102+plFpdBgRHYDNIXQeYSuLNlOrQ7DzD9GSpN28xVZQ0ubE67LDUMPiYzVmxsuZDw5KdqjTlUi0N9jIrhO8WOerQ3IUOnvpY6WBI8jt2rTNZlT2OQacivoaSpC8gSpSblKiLjW2twPIm489raVS69KrLcWg1b3dREZXXV5syXOwsCLlItc6HqPmB3va5LixXW4rTvHRlRnV+sv9Yp9T3uBqO99mKke34gHqSLNrBWKJ+KG680zFR0KQ+7xQ0l5JIIKvpmAudO/r3PORrLVGqWHJ+IWKQiUhLSFwrKW3r3TmGqbAAAgkXJBB12gOzZX9kyhGfqVld8X5a3J/G/a1xtH47X/kIy5V32O2mHzO4T1K0bscG4X+68FiU+vM6uQ6oq4l9SsnvmJ6jcjXysANiFFQdi0tylxa3KRTnGuXdiomO8JSLeApzZSnTVJFvUbVq5U/i8KLSf76V/Ll7/gfPy1IvfaI+p3hff8AgI+fI0183qfyuPz2KmU9SVdp8Ro1LpdUYr0CnQkSorvFQtNlJzAW+ovbTUflpsR72MFRfagpcSjUvGLmEKgwlWdp2kh1pSiAAVqaUApIy+IAL9RYEGvwzRvtG791aQiKheZc3heFOmnex/HsNbnZv0isYXwa1yGEqSuo1HP8V9pPiv6rIsSb3FzYfvI760t+/mNUK+c4mecPeyFv43VUt+l0uowqvUecadp1UptRCeXQHAriKJKXmyMqRexGpBNjbbSVE3UY3lOwHd5cuFVJUXK7HjutIfabX3IDZSEG5OoKRoAQu4tsGbzqA7jKVExk1iao4UlUtKkyo6Z/AW9cmxSrwIWbEJJ6FEgKCSbgBlb18WxXeVgY8qM1hGVLEqQkIW4m3oerS58rXvYEWOwG0VVrh3UZHqaz3rUozNJVut0aguvypTNIhLYXm4UWKU5b9yps3UCbXBtYWuAdlzirHu6/FDXCrPu6o8dXWp2lokJzDsVWAUPW47/QjRQSa9Kxb96ny6pV6ihKmnXV515UjUaBIGTUqIsMtzY312EHa27+iaiLQj9f/h2IP07/AIdtnigVYrZrFaFON6lhzDjr8XBFPpbDD+V1C4bpyJV0/KuxSe9gCDYm47kitB3gY8n4jj8V16Uj5siQleX0zJIJ17ZswB1AG3zC3f4jxa0/PpdOXNYi/pU5k8fKPFlb8Rt52Fh9NmNg/D27nCTrcDGWJ8S4Nq8qOp2KqbHyRXFgA8JXEbKSFXulaSoHUgki21EsG7aIKvc7cepHrOK8UfEixXZU3/z1dV0qTchJbWk3GUjuASNNB5bAu4x6qUberVsUYIZi4UXCVkmNQEcBSXyQVIKU2CkG9ylQsT3B0s24OCazjKK3KoMug4oz9aIC4qIdRyWKk5SFlt0kpJFlpvlVY3AG3KgzOVxa/hevYT911RbHwn3WHGn3Eo7svBfVxEjUXJuk3SSDsw1j1KSI55KpIjvrntQYo+y78U0plmatrhc8wpSC2r/aBP8ApoPLXZFLxRXpU9yqe8X+PxeKt1c11Ks973PUNQexOunc+VxNgOz5TjTufJ/Fv2XP5najRRHYsr4X6/yIPi7i3/LS5t5W289repahcbDgftM59RY3zNl7mcdub0MBvxXqg/FqkL7u6+wpAd7dLo0KbnzuCCdba7Z8q/8AJ4UCDVJDsWrPzadUZD78h9pIanR3V5iHUmxSohRuT5nyAvt/bvN67u6qe/WZURa4q2ktPseFSkg+QJAzaG30/ZtPxH7ZOI8RRefwQ0xS6f4U8VAdkKsfPMMov6WPpptv6LU/V0b/APP9ZsaPWFUBmR95Hs+bucObxqnRsb4hq6KjzS2JTrtskiwDbcgPJA6SAlS0kBbZzElaSCczY3wI7QcZVLC9LiTX1059TC0O/q3ORV9AUqRZQVpcanz23DiifF3lz5+I8Wy11Ga/1r4qEpQ5okHpSAPCAO19BtCfewbPaicWiRWJsJhTCZHLnM5H1+FdPpc2SNABoO+x1yrQ1uvDGZ0XDwlijc25hx3dZFpeNaXIadi1aAnLz0UOAuNrSFBSlcMqsQF20N+4EOhzqNXqNAgYXwyunYvpy0/0tAVwkTGvLmWVXQp1OpS4nKerUGxJaVQ3Bb7qpS51ewlhOo1TCGdSlT4sph1KUXGYFpKitRT5EouLAjzO35SqFFozTbtLp7FO6E8VeQeKwvqb2Ot/Qa2A7CL6BdjJ9SGuAGfcP6WjBsClx69iOnxcS16VFyyEutBHKugAZ0ZAUlKlXUQLEkEnuLCMqqc07wvd6PAlKEaZs3lfzWR2uSTpb6bQ6xNao0ViV4+azLirWgpQ4rW4CtRcDy7geuwSMYYtlT22qNT20PsOpRx2poStNyBfRQI79u57fTYHZSp8/MVYPcc+oT1HFFLo3/nUeXFRlyL/AFst9dLg2B09L6d9CQUjFuA6XymI6zXIs1jMhS6aiQY77yL9QQSLhVrDtYX1sLEc94O6vG7UVjFtZeoNUzpQ6t1qLm4zBORDqRo2pWhSoEpUPO97lf0RGHJ9BrX/AK8hiiVSlrUuPCTRHOVmJAuUJIJWhZvYApAv306jW3ewyDGa9JWvkxzNj0Jndfjegt17dBw6oxwM0qHNlJamwb/7RCrBTfcB1BIJ0NjsZ7tcBSmp7mI6o7FQjqRwI7pWnMLWXqLg2762OpAG2BcMUTFFU5R2l4yfzry5+V+A62lVhqkpSsAjuLDQ2tbtvTd6Gt3OA2KXKl5/u6VLdWsr4mg1v5+vrY/ntmaXp1ya46kWnaQcqeRn9pUojP4So3u7wWqC65FaZfWtaciMnzafs76a7Zf3i4xiu0Z9pr+tLQpKkaeE9/M6eWv4X2eGOsZUuqQJbrr0V9CMy/APXvp3/Hz2yZV6o1WcRuc1+g4uReVOXoBt+3922kFAYzUQ+E5U7CmKJVBcrLVPYfi/PIdvkSoa9RSlWXtoSALi1we9FIl4olQG5TtWZ+5NZ4vCUV5kC5slVgdNSBcA2NttHUDCGHKXA+1G6DHkqLKyNc1Rqosx18U9PwZCLNOg6nKtNyCAAL32p8VwKXVKo3QcW4efw9iF/wCO0tLDcLmFeZyEcB25N8yMpVYa3BG3W1bh4RG0ra3HuKKgb84s9pzDm8GIxVGMqc0rwvpR+vf1sPUG4uFHUbNRpdL/AJvnGt1USl1T/vDSZSOKttV05ym/UFFAVaxsdBqDbZfVTdxWaW7zX2NYr0WL8VcilxfvrLBuDmYHU5YXBABB739IamJ+76qNz4tQR7rqDCpVLqUBotIcQD1haT4VpUbKQbkdwbG+xFG2Veo4np0KphyjRf7FCEI+VA/02W+KpWHN4zUuLRnYVX5JaeYjsSMr8dXfUJOZBtqCQAfUgjadUcH4Sxa05AdlzafKy5MqFFCk+d8i9FDU9Q8rAGwFso+0L7Nm+nBHDx5u5iTav7r+KipYclOMVGOx3UFsBQW4jQXDZczaXRpoDAfjMylTcYVYoh+4XXGmnkTc/girfQxKSq/ZJICHvwOVQHmrvsP7tMSysRu13DjTNRQxTlJzwprSkLhqI8aSUjpJ8tUk2INiCVDu83qVTehAqWEt41Q94yltcKLKU0hEqO+m4z20AWDqdASRYi97s32c5OI+Vq1ZqkvJKp0pcXodObIm/me6T3ykaAjaopwfL1NKvS4G4z+xNjGfAoLc/jZH6XKS0t9dsvSvKokZtNPIa+ve2yU3ww681i1uqOtRVwqivio/zKyO4uD3FhYE37jY1YqjVZ+2E93rhVGU7HfYjtBPDURa5b1TYk3JNhfU2ubSMJUl3eNu5kYXxHTpSKpSGlKpsxpJSpxIA07nU2N0k6g6j1xkVabzj1mXrCofUE5OPvsvRojtL5Va+lDrS09WW+q/K9gLgDX9u11Sd48DEcphqs0ngMTcvCnwnc6GVjyPzD63Fx3JOyCqVQ+/vwOMhaGHVNeEpUlQuFBQ11B7j9219u+XVIFU+F/VX+lakeBSu/bUft1H0217dOjIXHudqKwRvWavpmE+Qpb8+K70NpTnU0jPm1skqToRe1rgeRvfYerrPvlrixYiOdR8Ja49lJc+oKb/ADdgbHy7gjZW4i32Y3w5PYgQGUcDwK6ehTWgIte1/PW4vY+V9jHdFv8AGoGI24uI8Ee9IUpWZ12G6Wlxb+eXUFHrcgW/f52/S6rHEzBQ+czXXs+QnYGHG2p9PyLQhC+vNnza3KkqsUk97i4v6WF2pivFcWjUF+f0dCFdebKlSrefl/y89giLVqpKpbc/C9JfRnaS6006sJS4m10gOAlIJHa6vzvst657RcWK6/Qcb7vapCyZmpsVSUdSNLOMqvZQNzYgkXBG1e4+nr8hO+nz8zlTfaMdxRWW8OUuk9b7uTrUfLU6DufIAd9SDpfaZjrclP3gxefdxZW8LzfGl2EvjoUk3+G4lVlKQPQkEehF75r3h0KjSqp/2Dq2SK+j4TuQodbuAbLurQgG1wQNNBfZ6ez3vkr0CKxhzeDiF+qZ3UtNPyEBS2baCzlgop9Qok/XvedLrBuyX/tF/wDtHg8wOmezniPiuOysQ0Gt/wC1d91rS+pPlm4SgSSeysoOlhfYcqWEGsJNcrzcJcVtSkLVx0OqZVqChQWMxtbXMDYHXbRG8vGMDdy65XsOU5b60fFlQPD4v7VPVYIJ7kApuTcA3vljf3jF3ehylew5wKRNYX8V9p8pdcVoQhYbAIIv81xb18zk3au7tgwyPdqDiaB3Q06LKntutOsP/qradOXy8J9RqO4PnbUHZ2VxXCac8fQn/Er8/L0/jXbEfsZ4prLuPKlArLLHHYSlLrqEI+IoagqCdNblRIta50BJtojfZvai0H+hqNUEIq76PuvWE8ZWvkrxJBtcaEfTQ7ayUNUuzMXtqbfsk+pOUtp1z3pnyfOtHUlN9Rc65dRpci5GhuNlJjGlUGLVGK9S6hV2OVUnhO5lLab/AAcNloSexBJHfuLbc93ONcZYjlP0as8D3ohalNNI+EtSSAo8BJ10uCSFqBBuUgEXPZ1Wao0CQ19jV1tEpKeagJUFpcSP1QsizhuQbFKjmNjayTm2mxm2D/MvVQQcStwrvTnz2mItZyN8dr7k+6vMmRbvlB6VW80gggG5B2JoQ3S7y2nItU5L7Qoy5GpHwJCtdSw4CC4NCSkEkAAkC4stZdc3Xu4Ic+yWCJsphfxZWHpjRU+ysLzWyOAkqSRe/iFtBYC8GjYco1egNyv5t0MQn1p4UqFUjlSrv8ROUgEGxzEJI7gnYmGqrwTmEOmdZo+k7psL8g21VKGxNRlyokIWVOt2tZaXPGlQPhUCFAgEdtL+hV73DK9w1SuIqOTLyrrtkvqR2yOeSlDsHBbNoCL6lLU7c3iOU6xwsb1eFk62o/OlpSb6mxBCVJNybpN7m5AO0+fu/r1Gd5WViyUtHVlXNdU+ltfexKlZwTcgKBA1sUnTbjY9Sb6xk/iLHxjRx5RKNXqW5xYi1/4GipSb/raHT1B0t+zZS1ynSsGxXOQpz64q8q08vFcW0q3fptodbf5eoKqNjXG+HHW4FZpKKjC6UontLC+HpfrAAunyzGwANyQNAbvz/fMByK67wG5Sf7JQV+CknsQO9jcEeuxa9SuoHIwfxKE8RDVXfHgOvYc/rfuuvLzNNRaolyPzDtiqza1JyrNgo2BsAnUjU7DGB/aZw5VJ7GEsb0mbQauh3hJVKaLsd7S4s42o2NgdQVpAANwCNrHeHux9pF2LUsLtYmwVV6RNdVyvvJrgKyE2CLXOVdyDqVJJuQRcJSG0TcHiPC9BflVmI+/UWGsi08w2trN2CQQo5b6WVbU2vfts7TVW3uaGn01LLkx5zscQKDAbnxXl1SE/0IkQ3Qt+OvSwKSUhaPMLCwoGwyLvrn/G+EN6u9qsuVRpqLKojLqXYXO51JcTr8PiZdE2NhooXGpJsQrcG718R4NrNWi16k87TqinKqE6sodiq+VTC+xI0JSRYkDtcna6wv7QVZgVnlZUSo0HmpSUpmU5SVNSrqCQZEdYUy4ogJSXAErI+YEbXqr7bn8RM1mlzsmoYdW914ciUaVSVt5GuEtp1efhqAOmqjceehH4A7BdVqUri8JqJx2P8fUlOv0Hb0PlrqRt2xJvD91wIkqVEXUX32kqdagIQlau1ylsqJP+EE/Q9iauj43w5i3+oU+rxX/mYmU51p/yJslSbqAJ1ULi/nsCxC0RdGldNlcV34rK0eFSs6MqVKF+1++ttT+/aok4YantNyuj9XJ/d+nr9Re5tsyXo1Gitc1KZfyfOt1haUp/vZuwB89bA+d9NvmFuo96f0zAlymIUpGbjtWUj0AN72A+ul7X2AamWVFbe4qcJ0TGVBrzjUCWx7k6lLgSmv0KjfrQq+ZFzqU2sbeRvsa/Zdqe65KqlPQvifqdSVK07f6pNwL3Fr22adB3Zu0Z1tqfUV5M2Tjuo+Fra2cj9H3sFaCw7i5udo3UNNcTmms7GTOnspWUnvoOr8Rp57EGfRhApiAOGaC61yvu5hHzcJacye/lm8idfW+wljDdtQay7xeU5VaMmVUdWVXT2vexIt6g2toNnzjLCjtLacn0vgLQxmXldStScoBBF0EED8Qo6eVydkg5v4wR759wu0maxK/RLXHdRIabWLjU2ByEiwNgdRpfYFtbTgLB6lFLRQd31LYrzVOmyn8yWnVMLKHc1wkaA5SL3OVQItrcWGzGwHvLgc0xWaC6xKfp2VbrTqMy2VdrqTopIPY6EXAsb91pinGG7SvOuUGqNPoXKSpOVKlNK/xpcSQUW0IPYHQ9rAfouCcLwaXExbRt5r9XXClJShSFNx5repJjSEgkFQT2KbBwZlJIuAD6as7OOJp6fRvqF3PwZsmoe0LRq9/53qTUacjL8KRH+8NJUBqFJCS4Um2ikg27lJAJGY95W8/GUrFDFUi1abFoKFpztR/GpQuqwOtiANU2CgQTc+Qfjb2joDsWBAoPHi1vO0rPwuiV5lWRVgh5KiBcEhWlwRfYoqHtBwMZUHla9u9p1Um8DJIkcIIdcdSQDxCCCSU3spBQoHUC2mx3q7qHuxmrQrjFkMsLzmsZfevh1RC0cJDspopU4om4SFi4vrpcjtoL32IIWHqNWXWMOV6kyqPUYq0yorq18JKkpWOtCjoQk5SSQLEixF7FTYGrjWF2omLcGtSoWHqotTDrvNB1VNfBP3dx5NyR6cUAg6HiA3Dgc3rY8qjXubEeHoS6jS3UymKlAUH4cyP0jiOI8bLliUmwKCRooagxpqQvqHOiY/8AbMPMZ74t6GCIHuaK1FqKHmsv3ynJkNTEm9xlFkO3BAJTcjUFIJBOZsZQouI5/v77B0WbTpSlKlMUtS4s+Ood7Mq0WhJOtiq3Ym3gflOrHwuFPZqM2iTVpySFtdUVOlwopuVIBOinEgpAJKgQLX8+iO1l1uLRsY8eosIzNMTHW1rkJHZxuQq61kWtlcUokaBQ1O2uh2xuh206hLBEDVN1ODd6uEm5WHKjKqPwuEp2FmUpKtCOMxYhwG4GhANxa5udotGj77sB0FvDlewbFxRCpaloYdmtZJjbSj+jTIbusJ7AAh5GliFEHZs0HDtewbih/GVe49BqMppKGpTrDaEuL1BSVgBCSqwJJK0KBsVg6GZRN9kXEdUntSqitE1hamJELlXcmU2vw7klzsSRl72AIICSRzmPod3Iisp1DqjrTk9qW3QV5lSGoUq2ZSha+WyyMyQnKVAg2HhAsNgabScUYolS3fck19hef+koT7yU5tScyLjUHupNyD4kquVBrY3qFUgfCdpNLxFBfkJQlqKnI+lKtEEAKKCoEgAgtqTp06bcZW7rHm76sxMR4Sx43T6e+6lUxiqcxIjptYqZfSRfNZRIWFtuaCxUMydl2TiF3CZprWDaphKvf0NvSYpz81aVNNVd9S2FPjUBLhBKVnQFIFwVCwIACbuFP3v0HgYoaq02nSqc7kU/D4S4qldlBZSD0nyzI1uDYG22tMW4QwHXosSvVTE1Ep1RYyri1KO62+05nsOGVZcr2YDKARmIuNToFtvFi4XwbKgT58T3JUZrWeHIokpcWPUkAG+RK1cB0gXKkLSVAXCkgG+0JVkZgyVU4lK37SUrHlBcwvi3Dz9Oq/FaXHxVTobqWkvoIKRMLVlJCv0ZWniEhRzIUAVJ/MG1KLFgVal16oTYsHiomMVakusvyIvWLPM8RJZkslSFKUhaCRcnMCSoS3cdYIntMO0blWJXC4T+VHKreaGpzMqATmBGpFgnNcdJKj2wKifu+ny6pKiL90Sl51c6s8BxIBPDzJ6W3SCi2pCr2KTY7AvsK2AJE7bNjjbNGUXdZK3l0tuVRt9OFK2hvMhpTFJ5V1tPdIcYLyk5xocwBSe4FiBt3o3s7bwWqpz+I6tFqiIqlcKBClOR2HE6hLouQou2UbocJbAtlCTe+TceSJ9GakYo3N0+UvgNIXPgQFcCfTU9y/wE9LzBuDmZu2klWZDeuVr4B3ve1pS90FF3jbvqtB3k059SGqpTpDAXKp6l/wBt0qPEaBsCWySCq9iARsta+tV8jBEaVt44mnMUfa2A1TYH2IfXRH3eFUneKjisoKSA5dkWABsQnLcEXKiNNltjZ9rdpPbdo0RjESEdDSuaKZkdq18w7gpAJSpQCiLAFs3KwL0v2/8ACVeo3uHFGHpVBxrnVFXTmmlPtOP3y9OgUk5gbpIuLKJAAJ264ZwxPqn3rHktCMS1H+p8BXAfSi5KUIzd0gXJAva50F9n0sdky/uUPjFbjbHe8aVKl0trdZCqMWopWqAqkym15UHKbLiLWkNqNsxW2VAkXSATl2Hd2e+Wg4DwvVqDi2XiXClXq7qkokUZpxcVTrhGZpbDp6HQAAVDhrtexBvZ3v7pt31GrzFUxvVq3Km+JPxQlLatSbZACLHyNwPQC52M1brdzeLeHVPd0WorWnl3ZS3cr6UnQBYUMqgPK/lY622sHgfqkX2D/iK/DMyfPgN4cnuyoX6Ll6khrKxIYVmyhxAAcZXfUlxoJUDdKnNQHhSd1OA4FGcadpK5TE1OWbHm9fUe9lDUJPcZbW8vop8Uezc1PlMRcEb41sRYvxYtJqTSH+Dl8kONqStIFwQpICgcoUV9w3sOVCfhzDjdGrNWXUX2EcLiu2UvQeZABPn3BsPM2vsGyyZ+v1QOO2cRJbzt2sDd9ylL94yqjRH3Vrpcx19xL8FZF+Etaex7hKgALa5CbgxcPVV33NLpdU48Vhav6lPUJEOYjQnLe+oAKgq5UFWssAFIYNcew5iOqORcR1tj3c41n4XFKFpUMpuFpI0zCwB1BHc3I2mUdW5uBxKXFeRUcmVams3FV3SkLIuFX7C/mAAbjtAO6N06xgg3gkzNGOI1Udi+4YHOzYUWQqPH5qsyM8VJsoITJBLrdwoWSVlR6SEkAKDWgYV3lwMERJWKGaXVEQnVdVIqR5plpRCSVMuhCX0jMtSkpKHDYgJeJtsT4se3GRaoxWazuhixVzUpitVuPHLCHOqwacW3awKvJwDUXAPY8XqlgOVRpc92n1SnMQk5FRWphdTwvCHGz3AGnUAQADmRYXF87Yytxb+UxcMCjYorL9Bn0SkcebCS7FmusFPMJB6M5yoWm4NgVDMkpKSSRtZbiqZAxH9qNxlZpL7EWvJ52k8794Yi1RtuxaUFgpCVhNgtux6VXBK+r4wfJwHFrMSqNe9JXAqKkuonryKjqkWClHs0oKNiTayiSQLkkGtYxi1gOvYlpcDB1Ep3AQmUiVHshTjS2y5fyBBN09RXYhViNjiH+6DO7P2WsRwYDdL4tRpFI4+ZUDilbtPmJczKY5dwhXANsyXQsBCkhSLWGz2aiVTC+EnML/beEiisqycrW/vqFWJUpsPLUlQWdCFN5wO4F7LCLxFvurOKMOPtVTG66cuV8J11qzTTl1dN23rt8TTtmKVK1sLkEM3TYtnV6ut4I3l4tlOVRc1ym0udNaKI8p0DNybufqhScvUGV3QpJSppSkmwkYaVIhhWsY4clYjbi7vsPVebSP8A7I31SnlphpRfK82t9KlOLCrAIctqTZRAUTZ4K3b4N5+tT8L1xc1unQ08Va1nipSo5ltLBunOSLrSLW7EJ2Id4A/m0wv7mo2GeNNqLqUPzWmgpDepCnnACcpQNEA9zc2ICiFXufh4j3X4jnwOUqMqjys0r3lKS3PaSkkBSXiVZ1Z8xGYnS1yUkJO3EbZZIncOubtKpiP7LwMPRUcdfFQijPlhfAJCswYUFNOBFxmAULpIIBT2ZblLo1BlNxcJVb3cvL09TaY7yBcWWhxJCGzrYXASdQddTKuwsBtOuYXwlT38GrQhDqoa47k2m9XUXIywOK2Ab3KtU30WB24xsASua4vvaFUX1pzuo8C3E6AdJHa17KFx2GmwIUQTolcn7m69LqeIwh/AdedaRiakTEZVU1ZGUTmCboIzAFxIKwQMxKSDdzMVB3dLPl0bDlEi1eiV5rnZFN58NImJUc3MxyskNOpN7ouUE2UlTdyNhORQf6Lci8KFUWFoXFdiyEcVp5FrEG2nrdJBAI/HaRupxVVK865uMrNOlMVfDyFT8NTeOFcSLchcZDzhJKAk5Qlwg2Nsxyg7XHlxIInGt1qjSqz7+oNJhU6r8Vp9bUqUYs15KNRoQW31oUL5bgi5AUm+xZD3pVnEeMnJWN8JsIpyGExalUo/x4rzqQVJU8lV1sIKVJAUsXaUk3UUKJ2UWLcVNQMRuYcr1Pivv87wn4c+KGGnFnLpY6tLuUqCkXSSoE5gQoW83C9egOtz3eNCpz7SYSnWpDsN1Njo2t+OSG1AahwBAFrgWvlr9sj7oVYowjFxRPf3fO7nMa1HDa/6q/AlckiGqwVdClLCQkm1sgyECxSUkXEI3sPO0uluVSVuX53gKS+lcqqNuzO9+IWStbSTaxJbIBI8ibhu0bF1UpdBj0ZquVTjykpdQl/LzSdM5dKWjw3kKFit1k3OdKxYnrP5Vewvu5wk3iPEeJ51U5r4rTS30SEsrWAChAQQFtqXbsSLkk2NzsUDdK4/lmJd4VI4U+m0usxEU5hClR47syHy6JCSDePmeKUqWSCQG3Cq4uCSQR1pWDMJYcwRUnaCzSHIq+tj3k04115SVNFZUSVI1UGFEuAaBVrW0dQN/eA58+f9t6JS2ESlqyw0Q86nkp7BXTZVvQpv9LjYipsXctjKLLdi7p4tLiv5eK6iPySpCR2zIRYOJH6q0ka2tfTbhWIUpMCUDffvG3c1TkJ9Ji/Z6ooVMgIgTM8NxViFOsGwQi6h1oBAB1Um6ipZON6GEseQJ9ex5TqjCqOZHH5eE4pDigOlxxAC2A+L24oAWUBPWSBfYeLvZ29m7EmHGKM1hSNS4tRfW7CqlJdDSY809JUpABQlxVylRKOoEhWhuUZL9mus7uYr7tBxvV8lOkKQ0pTTSWsht8Ah25Te5ypKyi+Wyj2TzIrRY0+XMF8H1eBi2jS4FBp9XmxX1ZoU+jNI4Ta1mwcyLUVMrtmSTmSCNCASAm+wFuswvvLo0/7ZVyo0HGTEj7vPQ7IYdZkJBSEPpbUguDKMpSoKUCVXSTdGzAwbRK87hKXPivcCqPqWj7xAbS1KSDkU06m4VnzXSFpWAoCxToU7VtPjz8L8dqV1zkZeYQ6sry9kpAUQFhBsADYgAAX0A2WsftDMoQlQJMyXjnC++Si4jc3fYswnkbYd5qPPjKzRXFKKQXY0pCUIQleUXbSlJUblbdyRsyafudrzuDW3aXLRNqi2lO8qt0NSkryC7jSFEXy3AUgFBF+x1BfkPErTtZfoLrK0c1F4q8ywtjLexBzAJUm/ZWmo7X7BmPt2cqLS6S1QXvfb8JSnYEd2zSnlBIu23IQq6X8ozJSsEHsmwCikC3bzxM863c+xIBUJ3GW5Gg0nDlZqy5UqqKU60+0hC0x1HqcIKChSU9kggA30JBte+VgyfvBr0TFGPKHFxKjOngTOK6xMZtdQJtZKyAdNFkgqB7kmjibtqzjJ37RxXquuooWnJAqVlKioBSOtsqbXcG6ikEEnzO2hsM4cagUFiltRGG8iM3CaWprqGpIBPSu5PnY31IGxLTxK6y1Ur/cyoqr2HJVLbgfdVsRcqHYrUhbEhtNiEoCCpOVy/YGxJsQQQBtn2sbxN32HHZ9GdrmKK8tDquVSvMpTKrlPCzrQFBObQJuUhQFibg7E+OMVNRcZS8L0vFkqr86pWenT2GkSqLIAB+EvKFcNwJUcqiQTYoJB1tcB7o8Luyn69Fx4tivIUvixZrGaHMaUcobUQAG9BYJJyq8x3ImpNq5hNDUiV9z5M77pMdu1mA/AoMTFcKnIkKfdi1l3PmWbBSm3CFKDZsVKQ4k3JJBF03v4u+XG8DEc+BVKTh5GFIrSeFUWp/W4oAEFxCLpShsnNmVlUCBZNrqEfeVjeBu+ix8OUunsRZuTrhoQVKy28SU6EpGgCkGxBvZR12X1QwNK3gtMYtdp32rRCdQ1KhoQlNSo67i7QdUA4WSbrSXCEJJ1V2O0CsMcxlaUdt8FP5y8eYy3g1Jqgy2F4URNUqLPitNJdZSP7R4XKz1A9KU3IKQSCSdtIUB6VPaltNS4UVfC4TuWGMylanOClSgVEdRacIJBNjYaBOGaHuq+1HuHEdPi4lqD7HCgTF8FqrR2rAcspSwku5eohLtyRcJIHiJm6Zu+3fQGMOVnEz8KnOI4TFUixXZDUVK1WSHkpvIjt5rhLqFLbSAQooGu1zXyIO6sO4i1wtK3oUHEdSwbiPgVulvZZtOTNgfcnEnMLMZyHELJIBCHMqSgFIsSVH1SptZqkBh2g8rV0Sk5JUCemLMVFug3yggLUkgBJCcpAsoJtcn6qVXi4XrPK0HeExVETUqdd4SmZUCYlR/SKby8IqsMpslKz2z3AOwLVMX4Si0tx13dxW88Welpa6RIfSplSlBAIZUo3bKexsCm9ynQnbj4+oTthPUsqjhWs1l1v3Xh6FCWxman8rK4SMgIBAZKlBChqSm6QTY3HlaPQcJbr4rEqVjxFbpE39EtbvAlR065kpzqyL4eigkkmwUlJIsnYpw9jaLXp9N5/BFU94oTniyKyw4rLp0h95KSrhHUcUEhJPUMt1Chxdjes4olOYNxv7OFehIizU8DmEuLQlegS4xMbJWfFmAIIUDbsQSpdWX9wLozf0lbhDBc/G8VjHmHHpVepEV91CkpdCGnmkqJUnI4oBJsCShVrEkoJBJN7U95uDYHMRWokpCGOhK2lusJzkZuHnSCG3LXslaSkm9l21NrgqHRqDS6s7hyhuYUryMqlNMU15fNZUWTxm0JCn0ZLpzWK0juFEZdhSgzN41UqkuLQd3sKiImo48iQhgojquVFwXITdV/lygqSQQgEEjKvqZH4iF9flzO+7Gn4X3g4y96St2VU94xUZUT35gU0813LZbCiknvrYZb3AAJO2haNg7DmHHXPddEi05+Un7xwmsqlJt2ITbML6XsR6HzK9nR6pQYrc+BT0Ylq7EdPHao2RLqladfLkhYKUnqJBUQCTe+qrmb9sR1SU/heqYelQpTD/RKVMWlLOiTdQVZ5LuUqJacCU2JFlAi43vdeDFra88xt1nF27nDmI+FVGUQqoh9S48pa5MfK72zhQSbd9V3Bt3JBJ2pjvji0aVLdozTEKa+7k/rXMQ5l7WOdi+UXtZJAUQdCNAQ2BvhqlBgN0vEeGH6pSJrSZTXvJOePIRobIeBJbWBdSSbLB7BSQRslt7VIqmMqW5vk3Ny0VvD1BkcxXqQ6xwKvSUq+d5LYyvM37SG7jvcAhQ20Ka2trBY+4zRUiruminMcRcZVlyjSomIqRiHIpDTVOnx3UuNDMlLiA/ayCM5AFlEXvqANqmbgCe7x/svvNfXUUKXnpeJVuQ3VWOrRKVXSbm4zDKOwAOyv3eYO3tbwazHxlPei/ZqnZOSqi6ch2ZDXYKIfGUWsT5Ai1iDrcaJwhgisu15x2VVotXYlISt13lcilW8N+sggd0k3UBpmtoZ+hJxAsyPZ2pebo5GI4tG5reNSfdb8Xohux6pzkeQkWCcizcKJ1FvGB5pvlFniXGlBdrLkWvPMQlxY6nY/FdHxkj0STqM1kgdwVC41G0l1DuHOI7FiLRCfSnmmsnwHFfrqaHTf+8Bf0I2y17Re7bEe9CUxijd88ipyqK0vNhd11KZSfGFvRVkgOqKFJSWl2UQFWUs3B0e3sTaJpA10r214MJaXvQrO8tqtYtxHXIWF8PUuQ6il1dpBUltLKylS12UClIWMutjfTMSQDH3e76Y2O6y+7/OPS0OUtKkyIENpxTUxINkvtpIIdQUi+ZAAuTcJsQMvwMA7wd5UafhzC/veEua6j3pAd6I7cptBCRKZNnW1LR0kgXIsFhQAA0r7NPsv/zVces4yqEKo1FfWlpEUZoulrIUq6rEZr2IvfsNQVzUjj95n6n1yeY5ZdSaxRF+6xOtClNLlR3cq2U2uHEtKSUrTfUpukgEWVYW2GJWB5VUiyGp9b99sfM0j4SnEi/SttV0lY8lBShYXBF7A9m1HDlLgP8AFZQvI0pP6XKlOlh629O/7PIAhY8wvAdbdpbuSU+pTrrCFhaFIBN1XubEJFwdbgWNwdJSpFitabxJ8GnOxWuQapy2GEdHXfpt6nzJv3N9dduqadwvhSsjDCF+L5m1H0FxfvoAfy0tsB1v2oYHNS8OcFxzItLSZSGgpUdZt3ykZmrakEkjuAbAGhRvZ+Kw1VInNLlIStCor+dCr3GdOgBBIv3Fh3N9mlO2As0+wZMaNVXQYDvCddYm/wCG+ZSR63Fwe2o72tpbajk4lgQPhdDHT4XV5VedtL3/AHC3cHbM28Xf3vG59+l4ciRaW2x08xqtWewuk5MpBAsQSSNe3lsqaFUN9u8Gsr5XFdXQtv8ASqU7kQlGpJTZISoa91Ad9VHa/bdoROnvYN02XXd58CBF/TLfRnV8Ji6evy8Vu/VpYjQkkDXanpe9GjOxW6p91zodyIYnx86FL7JDiTYhKz0hQ0BIOo7oN6qRcENNwJVbfqmIX0qadd4p8Wg+XQpv6DXzNuw2KtKn0ZtqVUULflKWpWVJQ7FWP1fLxHUdtOxvoM1ke43Xoa0++aon/wApDvGoMX3NQcHYNpEVj4XMOxXFq79yhJQkehABv3Oum1hTt8/tLYtwlExRPl0GFQa1+gkU6EM2RVyiwzEgrFyAL2A1IvYZo3bYNoNelOVneXLfRCpaV84lh1P3hBsA482QDkBvdTagVeaSScxBgSU7QcZS3cJcf7NRZi5DUd3oalKICeKtIJQXMoypcsFgGxJBIFCFXkxt0VUO2Plb0/4bVZq0qoysiUrkSOrMqwHYeh0GgPkR3v0bw1VJTXCdlrRnUhaOSdzLSnXzCVkn6AWBBBPltFwHj3C+8FqW7RuaizacnizIU1AStlJuL5kkhQ0IJB0IsRsPYm9o+BF5ug0ZlE19taep1Aytq7GytDmBv2NwR3HbaveRBkzHqG9+Y6cR1mLQYDDtGrnBWhrIuQ1wlNOdrhSDZTSx6LF9DoQQRnvGm9Clxao5Falom1F93NxVLytK1/XAskeV728vUgOxDirEeMorjtZxYhGdOVhbTpShy1gG1A6o6vO4HqBsHxZLTrsTmoj6GGJSeaW00FOto8KiBmF7AnQkC9jptnvrfqDtSMfT7jgwqbxVi2BWfust+K/NR1NMO5Y7yr9hYhJVcaAEG4uNdnPuX9rafgiVwsb05FX5JCmFsT0Z+Yj5ypxohy5adBUVBQ0UQEuJJKVpXMGl0bn6l7m94vsMIadafitLTH1F1OFJBSmwypUQEhKkk2AJswsC7napPnue/pdRm0uqZZC2qa62rkVZz8UBaRZsnpNnAM2h722rUr1PuJjqaYos2FJ3b7gt5eEom9rcvjdjBMrodjzYawmPFesVcF6MVBLSjqClJRc9s1wCH7y5G9+qYNps/HkTDVUm0Se0mPjDD7q3VJaJORE2HlSrhuCxDjYUgeIWHURyLuAwRg11uLAelOQpvCdXNaQeYZfKxkRJYBGa6xYXBAIsFagjUFKxpF3fUKDhf7MykVNbSY8dSmsjDyrdytVrDurLf1GhudtrupehhR+DEKILTTXFd4HWhLquE7mTr+Gv11H5eQq222nXm5TudHXn/wB4W/L/ADv+7Zt463E4txHiik7xsJVxhcpaUx6pAXHDTEhoLJINjZKxcpCgm4JzEqtYj+Ot2kqgtNymqTVPd3CU7xeEFpZVqC08WyQm3iDlgkjzvcbed1nT7gm5eZnanSEcp6i7xjhmLi2l8WBUclRYTnTwln4n91YOlvQ9+3rspIdMdadcdayIzr+O1lypV21sBfN2Fwdfrs94kNrhNutZMi+tKtFJcSRoQex9dD9dgLEkCLRqo41VM7CJWZ2K7ws6cxPUD5gHytexPltPR9UwJoeCR9vjKJqI07ykV2oxcjngV4V5gjVPYA2H7LEHTYVKeQrLkCeyxKQtGVWR3LxE+oAvlI8rXIvqbbFDNSd4rkV2kolRfArMg50q0II0BIsO9+yjppcVGIxFgRXKo1nRyqFdC/1e/c9x3HkfXTb0Becx3Q+w6reXgiAxiPdzLqPIzV8vK4Epp1hStLFxsqzBVjaxAJGouNQB453eSsRusO1nmqXFQpPNRYtmkqULGySARqrqIvp9QLFODftXoGKOLS6gwilwpCWpTSXVoS4jTRxs9BIJJCjfXS4Its6q7iOVXnWGubRyq0pdy5hlUlWoPnpr+F/M+bNY4yY2WNKCCtYw5RqNhxul4cZmrpbDvFU1KUHUpuTpe2qSSkhVgbki/qETKfRneG001F+ArPxU9Lul+51Nhrb/AEtbY8rdfddqjcVrO2wjx5UnqVbW/wBLWOwnXYHCd5ppnOwtCcvzZfpfUj8LevpsrqIjZqLGPuVlfrWKJ/3qg1yVCfQ1wltMOq4TyRrdSAoAk+K4vrfTsBxwdErNZqjbtZaYf/W+KcqvTNdIPrYX73Hnc8XWOE7/AL6siPm8/rtY0Cqe4Z7c9prj8Pxp8OZPmPoT5HW317bK1tlhn1JTWWfaY6N2FHgSnXIrTUr7l4U+JKVaaAEX1HofO/ptc40xK7Fafiu9DHhT1HpTbvex7eVwR2v6bTMFVqlz8JOY3wk0vmltKStqQnIrML6HuDY3GYHX07bAeL8e4jpfElV7BqFxf9qjqT29D/mD6aC19lera59PYtdY9z03TqA1e94r8U4vddd5D3h0ML8S0BOa/YH1IHa2mp+u3xgDAU/Hk99qB0ZOvPkzJ7d7ef1/yOwviWb75rLk+K0iKwv5Ufq+p+pvr+3bSnsvYen8q/PalscBfz5evt69/wAtBbz22On1G/Bccy2ps2DxirrMPeXuvxG5VMOZ+VXH+8IYSX0qte+ZOU3TbQ6EDXXUjaXRt7MDeXRuVrLzHu6K6lS2kNCRFiruRnLK7hpBAKSpGUkgjQ2tp1umUuLiOXhx3JzT6OYhOu3ySE3N2iBbKsG9lDW2hJHcHrm5rBGI685WaD/2TxrFWp1bsdoZZnQAUPoFkyG1ABJVYKyjv3B0b+n5Xw4Mx3b5HuZ/lb2azu5rPIQIjEKLF+KuFxVzadIQvVEiOSeYYUQPkWUgqULEgHY8TvP3S76aM5hfG7Pu5c3/ALwl/hKS/YpDiJSUhN7d+O2LgAFVu45vd3KyqM1zTtDX7uXmTIYj3faj5h1KRpfhnuUqFxp+StpWCa9RovNNPUuUiE6l1TshYW08jUjMk2sFDz/YfIY9W9bDVaMGH0uoZuHm8t4uEt6E+A/P3TY3iwZvUpMCsx+PHc8wlLietkki2YhYsdR2ITlB9oP2r930+RFxju9oL4hL+LDdmFC3mxfrjuJSQpJAuCdLGxsQQJ24/wBsCg72qW3RqpUUYaxlFSpOR23LzFDutGYWue5RqR5eoAPak3t4jqFBl4cr27Koe8WEKXArdBWp5hVh84RdSAexBJToSbaXVKMj7D/mKKrhtsOsY+0J7N28Gly94P2Ip1IxzS2s9SpFXhttSJCU+LgykJyOrAGZIve2thtxp29LAc/CUvEeHMJ0tiUtClux2lZFPJCNSbCyidAT9B27DzxodfqrM992hSpbErMeKhLRdUk31zJGosRrpe48iBtrbB0CfWd0DbU9mEt99rod4WXruNFaApVbQ2AHew9GzpUPzz/Wa9KrtxmfeA96GDYDT9eo2DmIT61OuuoR1okI88wUm1iL6W7/AJHadhr2q91UWVwqzuyfioYUrL7rlBHDUT+qohKvFfLb11OyLxU/VKNFcpf2eX19DqEtHy1uO9vXT9/mKw8I17FHEagUObx0eBC2DlcV6AkC5tr6/Q7KtoKTnn/mS4qSObelR9xuPKzL3gYNqNbpEKb/AOdZ/wB3cRhl8aFTjWiml2AuCUpNgQQSSYmFNxMCV8XDm+jCFeZf8LS+LTpjKh+s0srSRf62Hr6LjB+LMebqqz70n4Zq/utCeFMRKgO8JTWl8yikJIykaknyGl7bN2n7mmsSH+dXdfLi1HC81C3ZVOQrPIprpNzlFwpTJPkL5T2GWwCpFunPb3cfBIz/AGgq/M4zBTG24veDz7bTsTOwwnMiRFkIfzXtfKBqoel7G3lbbhh7DtewbVIlUgU+qe9GMyWpDV/iK80EDpP1SRf1HltUYirdeoNel/ZynVFb7GX9E0v4areO2gSBrroP3bUM/efvfozrlZaq02F1da1tLTlUo2GbiAjU6AjQnse+1bE1Fwxkf+IC4EnAmjsOe07vVw5PbpeI8HPRactfTK4SUtd/MpORJN7aHU6W2La1Xv5wXWHWnmP9qph1XSlR08Kjpexva4uO22T6d7R28usymIFUlsVBDnwlKTH68g7i4NrC1iCLD6d9moxiOg0aK3Pnu1SgrfazO5LT6dm0spTagVN2OhKFWHl5EZOu0t+MEf45i1lL7Y4Z2Cp7UDixcJxauhfQ60mQWnUoH6lyBf8AAg20Gp2pqZjrBtBd9w1Rp+E+hfwmJqfjpUSejUAkE2t3uOxPfYJpOIsbtSv+y9WlI6syXYHU1qFFJKF9SRayrG4v2Plsw4u7/GWPJ9NqmMojHOoT0SnWgnMm+iVZdL66HTzJNtTTR01Km5hzE02hvKWdZ3h0bEfAi0t199+KvhKaUrNw7CxB9R6p7jS42TW+3D+HMOUv7R0anzUdGTitJLqW7nwPJ7BA8lW0FgQQAdtJ4X3BRcRyn/6Qi06cx4OEgLSpNvnF8x8vmHlYeW1BW/ZwxRS6p96qy+VWtOd2PMcUwq5sMyHCQhR8ybA3Av3BNWLU1HeX1+I1XqK0MW25Dd9vLwH/ANqPcbcqLV0qdizID6HWHGrAjUWAUP1TYd7E9wxcSbp+LVH8b4teoNUirT1xZU12GuPbs4Hk/o1gdyLpsOwtfbjV5W8vc3Afw47hh+t4em53WJTDozx7I7KCbrTqPFZSDa5y6DbFe8bEu9/GVe5CvRMQ/MpiHyrqkZO4SlKAULIBA0zEHS/ltu6fN+S3EcqWl/M8mamkYIwb7+4TVWxlRMjqlMImTI89ptWhStt4LUpSSfU3uQT3IDXkUWqe625TtcRKR0q5xd0KTp3WLEC9tTfvpp5edkGJvBitfGpOIWGGM3Sph5rKnTXIoA219CNmjuw397xsGte66XEm1eEtX9VS0qR56gJsbaA3GgI7iw2C+mKv90Zq067twM0ljSkSpVL96RXZqJsXMtEiA1zSHkjUEBsFQ8gQbH6HU7BDm+mlxcGv1mqYem86wlXOsMOrSiQgHLfLmBQ6bG4IOtwbG9q7CUD/ANGCqnvTd9iaVheahakzaat08VOpuYriVDOnuC0SFpOYJz+EMnGlQgYSit4cxHUVrlLWnO1VIaXcyEiws5opV9LEm41v3J2C6B2Ak6jD4UQa3f7yvekBt2gxMQ8l1cJCp5Wtn0CAsnTyCVADzBt3L63jb7bym8L/AGnyVfpU0060EqcsQcqkA5ArtZbZAOuij2SVZ3qu0uV7rlVGiQs/6J1UVxC8vn840Ga1gSB0jTaTQmKziifExG1iyiVTkk9cV2K4hWUd+G4VKBOpuoEWvYnXS7UePEz7qKwDmO2PIqlGa4Up5CPDzEdWbMlQ1CwhWoIzK7CxNjYGx2tIO9SfQeBS/sxNRCWrK1PjrMiH62JTdTJt/tEhJJte+grGsbxao1Eiz5aP/ktlLzaD1uSPob973BN+Axf9knefaZZfQhCuK0peVpSQLkG1+4v+64t2zRW62TJz/LGmmDK3l4Xcai1ZaH19CmnVdCvPKLapP4adjYd9kTjDdvjKjVNFdxRu9xIhdPUtrn8NVMu5mBfNxY2ZPFRa/koi40Fzsw8Ce0thLFE+W1QaJNpdUY/Sw5DQUlzzOW5IUBrayk6AkAgjar/nXa3jV2dBgc8h6np+/wAWnSg66yNBxFMOgKSO9iF5dCAoHtF1LUfqKSD+xMvhl+2UWHMJ7uapF4tLiRUSn/0seajl1qV5oUHLAHU2CiLXsAOwGcQ7qMJQJTjUrB02Ev8AStcJKkpT82ZBAKFJ8wQSB5W83lgSPugpfKe9MZRZUp/LyvvZ9aPLRriPlWotpZaiB3JGpIMfbtKC663PpdExrgqUvKvncNKZm015R8LiohUFNk3CipsNg+p7bOaW+y5AQ2RKFHb5mb8EbnftliKJiiA7KmopyeE61mzZkkhV7agnyuRYgEXFztqCgYUiwGm2nWciEfrp8Onf/pta7r938rDjvNVmrQavNf6+dahOQFvJv/asquQvsCb6nuAbkltUTFi/Ca+fMnr8TavL8QO1/wB22tWOIMhl+6VzrsB2A5A5SK+haOtKmhl12UEPGcXcFjzkKpnlYGxCvPkaRnkUl8m5KUXu6wQblAGZJOgI7H2J8Q+4YvvRplh9cVaUPx1Ly8RJ8rgEj1BsR9NNsrb38YNbxpTcDlF+7kLS6hqVl4sd0E3yqSTp5HUg2BABuAF3/M5LNv3Tbgo9LqlGiVnBtQYqNImtcWKuO7xUOIPmyrW6f7hNx2FtBsA4yr2N93NLcrOF3Ys2Ex1v0uejM19ch0U0r1ykA+aSddsybvMf4t3X8R3CVWXFZXmXIiu9cNxRvcqbJCf94WVoNdj1/wBtvBDrv2c3jYOlMc6nKqfQXQ+hXkSqOshafmsElQIT3B6TUDcu4S6pv8khHB9pndfi11uBWYlRwvUX0K6X2jIiuLAuoB5vW3pnQCQdba7Zy3q7uqXA3jRKzg2XCm0+vKTwnWHeOht0EE5FJOZKgLqIJIJFrJ7CHIqGHPf0t3DlQYlUtcjixXeEpHQvWxSpCSki9iCAfO5vc8JcPmqy3Kae6+nwdSVZdB2tqRexve4GptstZcMYkowRstBjEcOVRsWwOLTkc7Fd4rWXMleUAnMiwNx6pKVC19LEnbpEk0GjVmXi2VRIr8KqKQie00hMiPxRYpK2U2U2DqTYAE3IUTa1riuNXqo79/4GdCUZecSH0OZSCkg3CwoEkhbagtJHewANHA+K6/A5TPUX2lZmktcXiKHcpebspzTu2tCgRqDe42b09gAxPQ6a1GTiMmrfZKe0xVGt1q4SFsKdlNcIvwnEgAiVHfIytrsblp1TSzckFwi5F8Q7rYs9pvFGCGZUpjhJWuO1fjsoAubd1k27psq4sNdqjD+NMW0HiNNYmqNL4C1ZZENXFRnGhska2BskpIunW6dLbH2BcT7y8OUZzG9LpNExlFiur96QFxf0kcg3dSw0lC9b3zNpKkqJOQAgi1gLvxK279/hACns0HCU/wDpTE/NUHFcXlXZUWOWpEVYWqy1gm9kquCk5kquCLWJLZ3SYVw5XsLuQMW1tFEqNIlKai4ohtOZI7pI4TryAoBcZwFKuIhwFBISu4B2MMN7ut0u9+jP1R2iIXTn5CpDUd2VxX4Kwq6m0yGzmW2F5gUqJOpSQbG5sxu0w5S6XLlUZn3cvhKQ6610oeQe+dIshRsNbAEgakjQ69OjG3MerO0CIrGeCd6GF8UN0uLvTi0ta0I/pJiruR0OJV2K0rSpBSbGzgsk65shBAoJ+GPabwlWearOLKpS+SVmWp+LHmIUgm/FQpsBtTSgc2YAm1s6QQbHP2co1enxMB17E0Gr0SdnYpL+rTuoN4a1ZkqKkouUi5zAdwRYv+lbrZ/uuk0uLVpsqlxU8Jp13KtLKTlCUuaZiPLMAbem0EbfcMSjDygZD3u0ufheJQd8lQi8rNaTlqkW6o7iSbAuAgqQP1lWKEjUqSLkSX92uHIFZYai1b3chHx4spLQaXlVfKtl5olKwRoVAkG1rnUEyk+zruvxvAl4Nqjs2kTYq+aa5eUOLFdJUOMypCiLEEnhuFSDcEX8gKgbmcb4IpdTwG7UUYyw0tS36W60kOxVMKH9mgn4Dt8wUEKKCdbEGwlGiwZEPB4hSjBUqqV6I1Fra5XSmVnVHbf4lj0OJfTa5uBdKgSAO57iqdqOLYuPPfMWrP56Q0qm8uhQyuJOqrFQzKb1tlVcXAtlIBNPHkSty2F58+jU6o80taVuxXWnk/HOiQpLt8jYsSV3su9wVEi4Bu/qMrFFZqVUxbidh+UtaVykNPqaSlZ1QQgnM2kDsk30uLnvtckfMN3FYZkXejuvi1mvORXatVMPP1T4vL0lgI42c9S+DrZWlyW1BDgKio3IOx1hadK3I4DRhfeBvSYxlzWZ2LAlQ21old8oYYWCrMB3yrJJJIUO2zGopnz93LlUo3AfqNEd5eU6/kW0pjsHFAAAgCylAJCwEk3N7hWV/D8X3pEdaefq81/M6iLwjlSomyuDqeXSRcXQSVg9QN7DkI9iVI3xbYm3ZUZqLLxu1SYtIivykymmoF1IZuNUpSuxQSu903IBUQRpYRN6FTxv9jaK1Rns8KaxwHXWmuEpzMAchCrozgJNgSAdfMDY2xHCrOI6zwmveNOpaMqXY78VSUJVe3DFgUoSABdV1A2tYEkH4FNnuxWKD7jqL6H3UqakUtBdacVc2BF8iVaWs4E6kAEg6Ztu/vZAgNjb8tFbusxXRsOT26XXsJrflcVSIr8V3lV5zp8Mk/Bdt2Ukgnscw02LsVY/lYXpcus7vq4ukYhQ7wqtCTenLnIWQlLz0RQDQkhRAU4yUpX4rG4SD3Fns9Razhz7RwKcuqP05WWQ7HX94bQNC04jVZUhKgSh1KlgCxKgdKOr7lff1GiO1TDNXchcvk5jK66xkIsFoWLqQCNcova1wCO58NGK7Fg3Wt8legO/aPEe6eFKxrKaRDdxCv4T8pTaAlIlGy1JfTmyiyiHEptmPZJjhPF2MoFLouPKpUWH5XLpWiBNiiRAiulm7gCcuZCSCskqzDzCkkbHNN3ZwN6GCKbS58SnVTF9FaTFTznDSnFFOy34YeFmjMQE5kLIAcyZVA2JQKVvA2HKNA5Cg80xVKd94jxXXXEvspHc8JRJzINgXUWzdinMQDbayrGECucQjdrM/fnK5WU8uiVHNxabIirPhtbhpfVnbkJtqkKTmINiTYjb6nxYu7SLzWKMQo94xUfClJRwlOIAvw1BBHnYlJSAdCCCACg3cYb7qzXn6C1VqRSIqHVKkIyF1Td+xUw8hCm3DodCgm4IIVptVzotexRi33XWcYrrT8XLnQ6tSUOaHQPBKk8Q2ulJKQoZhnJF9hHfiH2UrxHbSsV81Wf5y5WHqjFyJQvLFdyoeWkm60II0zCySSTokHTWxDiXfZhzGVL4uEnpXNZUuqaSsJdT5lOQqBJHY9Wo1AWL2TVWqHuv/s469K+XhRVuljiJtqGFBXUe90g3NrgEaC9wDXaNAnsRYFJfXNQr+1Sc3exQlXdJB7pskggghWhC4G7lonqaKHYPjkS8kPUaqOsT6XVn6RVH2uKw66hUhpStQStvwuozHVTS029U2O3XD0nEbUrn6y1RM8V34VSpcjqZUT2URZYTcapUmx8wLC7qhY/w57rcalUOKuK/0SMzSFIz2soLQRdsjUKJAufO51TlewXQXZ7kqlsoQ/KzLpbrrrjqMhBPCDiLqUi56RY5R2tYnYqylVm/4xJcjCU/GTrk+jVF+LKbQlciEl08KdkHYZLJWQnUJIJAKgNLAfWGMR0ajVn3DVGX+Vf6OXdQpLSkkZVNEWFiU3KSdTawUAQNguK5jLBs9us82xFfzpS66h0rWpKSAlSgRxOn/a2WoA9RIGzCxLMarOHIGLWpcJbEp3lZsd1/K0zMVYJWysgBtKzbt5kdKc5RsTMYxJmIKHF3aSuQisyq3SK20l2EhEVEh1UVZSAqO/pxEIPSpDoWpJ0K0CxE807n5TkCs1GUubKgKhNLlQCwpVs+VtWewSo5rJC7AkmylixNJhve3RnaX9iMec0ukLWpWdpOSZS5Hh5lhSRlCgD1gAtu91JbFybquQd40WL75+2X2hoL6clOr0DhvxXkd8rmVRShQ8yVsqvpYpCSTbpA+6Vre7PBrTUdpqo+7pXS0tLSFoS8vwlspNiSf1VZrm1gCBsbRsL7vqXS23cZVGnIlPtJpuSb05miSRGVnzJWm5vlXcIvaydL/W7lbsqe3KqmSUthCFtKf60OKVfJrYEqGUqSbA9OhUQb1ePsPSsR177UVn77hdDS4/KsLD78FAOXmuj9Mg2GYKQVoGiswFk13bZYifNV3t0bC+KIFLdZQwwtaGluzEOZUrt0tjNdJskJspN1JFsySLWt6kustSm6zRqHS1ws33iRTlJS6pF7HiINkr1ubApWNRYnTYZThPleO7S6hz1EQhLUqnT4QXwbG6XErQogJA1uQcp9AVDa/O8D7LtMRa9hmoopy8jCKoqK5wmUkBKeM8lCktoGiSp4JTrYggE7UL7p22X9dnwKNS4FZawnFlIhISjmFo5VTKVDL16ZAvyC7JKs2VQJAJo6zFlNQHMUe8Yr+Hn0KdkRehfJ+hQLZkEfOkEG+ot2P9UMbVmjT22oD0qLFz8BeW6sucA2UhwFK0KT2UklsgqILg1FhRp7WHOG7S/dy11H4CoDSxDUppdyWU5rsrQdSEkoSNU9Ivt06U1Pw7QazFlu0HG9OldPFzrWc7KRa+f5wkKGpuVINrgJIJG28JO4Ddn43qkuUuqU5ClQ5EV3K/FUi2qbAElSikC4IWD2IJBIqdu5w5heU/FoOLMS0ur05SpDUN2KMrkVZJUylIA6QLgZFqCR5KSSg/0vAztedY4VRyUhCeLFn011tUfONENKRlC0hPUUqCEC/iy2CT2ds6A8TeLP9qXd9Ldn4eRTsZUtSWqpF5Vt1EpaDZPSbLZdUAeG6OlRKm1gEoG0o4ulQMJMSsG1ZirrR93RUmrZm0IcIXGlo1WFNqzJy2skoBIFido+Nt2sWA65XmqtNYlcJbSp8JbrTuoyDOEZyVFJJIILfmQjpCh6lt1RrAcvFFBiMYllP5oc2U+027MVKQg/BlFhSFu5hbhugqKgDZSFgg3+6VJKyLvYxu61ApNLny1rWiVwnalTXSxyLrgAS6tSOlsAA2N0lRWUk3PVb7jJdLn48bwvvBxD7+lLUr3TPmKSiQ2lxAKmHUoCQW1JSkocKSQdCogmy9j7t4rtBnz8JYsqlInSmneapc1/juxUqKisocIKZcRRUlF1NJkM9nCSokVwlV7BEWBP3fOv1t+l5JC47TodWlKMuqWcq7tnKq6UoSL2BTcg7X3hZVH3T0Lpe7LBE9pv+hIrEqLmaz8JPVY6XFrXHrb9nfah3qRJ9Bwk47KZqMpjmER0OwoS3eHnVYBeUFSW9dVkEDuVAbKaje3Nurb3ffbySzUYr7CEJnwn4S0qjvEhIvlzBbayRkWklKicuhBSM1Vb2kt6vtD48qTWF8TysDo5LJSWHZWRqY7oS1JcTmQhajonUgjxXIA2uD4wu/mairGFMZQIr7tGoeHptLnR1ZlKmORZDybG6SLFJcFxlUTrr+OyCpm/j2kY1YiYNqeK6ZT8PPTH4ESqOwBKLvDTrFdSbAuICVlQsFKR1JBCVHa23N483lz3a1A3jYyYQxS1p95QJ7SJCeXGq3UZFE5Ei4BAJuNEkEkk+NMNxaDWX8OUbBEKqUuqIju1SBIdKodSaUUqQ/GWV8SPJaWsKbdBF1dJGYJUmuZ1hhJDqbtBw59ja9UIr6FzUT6bNpqM8NuzgUpkpSMzaT3vawzAKFwlRg4lgO17gO0Z1C+AtPqtGourLe6kkW1AJHmNDbawodKa+HAi0nmor7WXiur+8Mq6VWWbAlYtY50BR8RV3TsUsYWgOxXIrXBfRmV05SlSVEdrCx+oIIPoT32zdYd/Anmup60D9NPfzM2b2Kpvfw41EgUaiUur4Xq/wor6+l2HNGYrbUsELZUAbgmxIJAJBCdrmq4UxRQYuG69VOOhcWOtEpEWUv4nQ0UuKBsopSpFwc17lWgJF+1VxTi3Ee9pjdpiN6kIYi/FhVGE78WVHTbK083lSHMqr98pSQk5dcxLd9WIWsOYXb5pla1sZcrrSVqU3cgDRs5rWN1XGXLpca2HQMNiI6O1jYBiXWFcWSsWutz/AOi3IVOWqPKRNa4Eht9PctuEBKgRZQtYEWuBpsvN6Htb4c3X4n+y+I8KLrdFmtKdi1GnOhp9tSTZaXG3SMriFEEKSsHzsNDsjcR4xwHFiyHaXXKi/FqiGotUpcN1asqhfLobpU0pQCQeEhaToU66/wAzDgNUv3zKpNX91sIS+nnWlqay2HcKJRpom4KQRcA3ABZYbXmudKO5vPr8TRmGKrA3ltT69hzDMWorQlMhqbW4DXMKQq986VAJdshRGYkG2gUL3J5QaBS6NRnKzAlo4FRzPoTHiqyMqV3yZtQnQ2uQfK+l9s+YI3y4opdGiT8B4epGIaDmQxKp3MCPIbUbkKQE+BajmykABRBBAPc+oW+ajYtlT+fwdW4sVhrmpUCLVG+dSrpCiY01AZWReykh1NxYpVqATEbxHnTKYX1AHehRMR1msx/tbLhVGiIX9ylId5OfBWDn0cN23WzYA5wlSfInxbMHdNWGsLz+VpeHqvTpXLo65kcNJkNaqzsrSShSQkpsSQDfyN9tC7patubxlu+l4y3X1HC9bp0X4UpbtJVCmw3wNW5KE2Laha2rettFKI2AmarKrNefrLVRXTqWwhaUwMja48hOe2dC8qSRcBNlgDUm52koFEVuurrrwZ945kxapQW6pWcMImsIdTHqjSoYXKjqNlBxPktJzBRSFocSdQFXvsP0DDGA681Ldd5pDiEKQ6j3blfzWFhZQSp0ZbApOa/bMFAgUWLt4Eql1RiL7uffp3F5VTE1GZDybkBpK73SuxOUBQIsCARfa1w5Hx5jLDlSw5hLEMqKhtH3V+UxkdZUCFJQ4bLSrKem9lBQSCSCDYQLN9sFp2ZxvSd8Jbp92lZdfi82+iU+pXCdi8SOlxQIT4HBdBN7BWcE9rjQmwTU8JYXi/Y1qnTUVRC+V++K4CXrLsW86rqbWkdk3AVpbzAtmN41Lwlghh2vVCl++4rqIrqproip4t0JKFLTceFQKSQb5ki5OgBsb4uxvKlN1R3GVEoNOfyNNJlZn2nFahJbKo4urQJ4adbC4sCRtAzmM19wnznTF9Ww5VJ8T3DTq8xVITuWQ1Fju8CQrQZ0pt8NxNglViUKvcWNjtHlYk3ySoDdLgM1FE2K6j3NXlQHEoUi91QKi2uyS2U6NP3Cm1WAugkD53WVms4o4+HP50sL1TEKFKWqPCaVFypHoASCg2uFDsbgpBBA7Nb4oG4yLWoGPN5FXr2dKVqShTK3YqfAC0VWb9TlWUKVYAEHXaLbFQiWN6p4wrwpiDe1WapzW9qk0GlsQszTS5WeFIVpdOZzMUIVfKASSlVri9wRA3hb18W0afXcJUvDFUp0pEDnYrsxJS1IypN+C8oWcF9VKBWASBoDtS4VqlLx279qMb1yLiWgrWpFJlIS6IEpCgDwJkV8cSNMF1AIXopBulTguUj2DvelG3gz6XQYnAwNKzZcNOyuajtq0CywHFAoWnVQSlaVBKrBRABALNOt3lFiq2nMzpS528Gl4yiY893VF9E3O7NzpC0NpsBZK2llSE+hBStB7ggm7hYx79vGnKXvLp79Xp3SwmamUWqjFSBccOWBnyg3OVziIPYpAOl/iPdxVIErmsBxEVSnLQp1MJpZVVGVAXsgBKVykkAgpsH09lt2uoiO6qr15p1/BrVP5qorlcBqLIjhDvFPdFl5cirEDWxAJvYC+yvUHXxRBmVvYYCKIO708DYylYDQ1g3ePWsa4XoK1v5mkpRVKWuwRy89gEqKRlJS4Apo6lJT0jZveyvgRqgwKTih33jFq8JjIp1XQvhKCcyHgdFoWAkFJBBAII9KTC/s07+KXXpdZns/Y1/iqkNLTNCZDPWLONcJRQtsjRSeIEqAKSlQIu62m8W0ajMO4SiQsUV6K18WnNfcn5yEFOfgpSMheCSpSUt9KyAnKi5I09P9mGEBbRqLUwg9Q+psKjOyuao1WYpEJ/NFlMJ/RJdJGUJN7pSb21IIBscwsTDl1FrDjrcCL1sMLV1NIHSm/YH9VR7Hy8tLWV2HMX16sxZdUlYOXTkLUuLIRKVwpTLqPE1IRYAqsblJBI7gqBCjfYkxhFgUv3M09wH38y8615ktpsc2vcBKRbNc2JuR32s1gUYSH6dpGybLRz6lRi7fVPn1SXhyLRKihEXpdd4QQpVxcFOfpUn0ubHU27HbL+I9+FGoNU+1FGwxCr1XQtbXNSFraSnKf/Lbt2IAsTr5G5JiTfq7Qao/Rp8tbfJZ4eR1ZUnOk5bg63R2IUbg6EE6Xz5WqdS5TtWxH77X/WlSEpRbMlKrk37AqOmgAFvLU7TUe790bfRVh9/zHZu+9oeqYtxu5iOqU+FClcqtp9qKvK+8g9tVAIcya5VdxfVKQQBPHtVVSfVJdL4KM8V1XAafu0qU0CczZyEpKwLELTcg30IuNhfcdgOl8hPxG7Tlucq0hSpS+lGoNurVIUb3AuCSbC1iNhSs7rmmt4LdUo3x4sp1MpUdKMis6rG2l0qOa5vlB17eZUcCm4p+RkQY0tbvhxNCzcaV6LPcpc+nL9yVGKiU1KU7nWykEhy6ikAgACyukj0I1I5jmp4S3c8pVGnWOaW0pC15/EkgFPSNfIDXuLkWsRsG0/GEqjT58Xiylwn18D3dMWrhJUAMwSAehRVe4AAJ1IJ12XO+jELTtLptLa8fU0rO7n4fzaEW7g2Jt+wjQlR+DDGirT5VIwsFUbC+PJ78qLiyE+/nU7KSuyFqTY5iE+dlaAgkkaWOh2tqxjbBu7T7hzaJXHQqRFdaazoUsoAVY30IABINhr3ubDNWCKDKrM/lYD0phD+ZritIKkNqtcZ8vZP5ehAPY6mwN7PlBlUGkz97WN4uHYtISrmE6KdV0ISFLWsFtAuDewcJNhYHQUtcBwJj26ffZ5HicN1vs1u71dzc72m6NiaVKRTqjMareH1MZ1NsMO3bdbUmyrBopWptaVEpVmSdAkrTEO973C7yG7lnks/jXkzIVfxEn5gRqQSL+g2eW7/f3hfdfvLl0HdVievP0GVmaqMxdGD8VXlZ9gFtTyCL2caQSkk5QsEgZ4m4Qo+E6rUosCWxKhMvupYfaXnaSwFKCEpKrKUAmwBUAogAkA3G1KtTejstg49j+katuSmvavuDqKHKdlOSqpkXKfVmV+o2km4AHYJB6QkaAWG19CorvNcWf8BhCVKUtXSpStb3uNEixJV5nQX1tWCXKrNUbpcV7gMIWlbruiU5R+r9beVhbvt+71q1PaixKXFeW/FQwlK30oOZxIKsuovcaquDqSbm+zqLu83i1FZc77JVVGvSsR4jbiwP6qwrpWn6H9J6gW1/A7Hc7EEqLVIEWA0hDcVSeOhPzIItY/iDe4v67AOFGoFLdbqk93rf/RNaZc2hAGo79yNSL/sOY1IadnolO9edfFzpWPxB/j0+ltk9dhcbZOtbYo2z8juT6XXpdUo1QlRX+YddakR3ShaUrJJGZNjaxsR2PntBj0WfPqnFixFvrfUpfiCVOKABVYrIClWN7XufXa6qTfFdc4X+9+QA/G34/wDUa3gy59LoMTkKithb7uXp+guDcdiNCSLHtsjUvdOIho13WQpclYcawu+077rlfJnyGPUYMhOoKkrsVAiwKSACPO4sRylSHWnW5TXW/wBS2kftH/HXvsVQ8ESp+7RvFFZZf5pbSVNKaspOW5GoHa51NwRra4sdhOLC/R/IjxJ/jt+87ZNbotrLWc4OJpWpsaNHd9jbEdLnuRXXfckVhSVtSI+RKnEWKcpGiVEJURmsgqBsq5AOzKnYw+xs+JWaDVmJT+fPHqkBZayoWdUqb+XWwUi9iDqVA22QzciVKdbaa61ryoRkvmV5eWv0v22Y9B3e4orLvxae/FYX41KR9NO17X9beXcHbQy+oXAhcs44m0vZ2epdLlOVSsy/eLFRR7yhLdyKyrTbNkWmxQoZc2U6X8kgW2vd4u/rCWKIsh12U9x6etaaWmK6UvpWDlUHm9EqBPiSdUlIIAIBOUoMLFFBgNxYFWzoi9SevL2N7edjqT2sASPpsp6fjfe1AxbWqpRqshbD7ud1ie03IaeVqpXcEanzTYn1Fxtpaah1QAxqvTnbzPWDBO/TBEXd3Ta1jLEUWlvstNNSOYdb8Zyp6cgAVe4OUAKAOqRY7Jafv1rO9XeDL/8AReMWQosWgupdq0ie6HUqaN860QyQt1qwBPW3qrpsQb+atcxni3FtZfqkpliEtheXI0o5MoOY9yR3F7W+lyNdi7dOzyv9Kc3kcm5kuurWU9JtmTfMNDfUHQ6drDbRufYm1Pcb02nTPnNFb8KZWdwTv86EDePFxWirz1O1lqk2jtM8ZZ+KiKCtLVlCxANio6puSSUU7HuEt42DYlUdlorDErwPwk8CVDd0uhTaiUqGliLpB8iNLIfHVWqm6/CT9ZgROdpz7/CkQpUcSIalK7C9gUheoKjrc+egARun3hbvnceN1Sgy0YKpcpj77A5gOwnHRe9kmxAGoyoOlhYWukoV6NXfeo5ivUenqfNOD/5mpBFqlGa5r3TKXFWjK1KX0q9U3HYXuCb637HuCjd/+9Sl0ZpzCcXiQq3OazcJaCkpvfqUlQByKKVZTfUp0uLnZ4YmarMrBsuqYcq3vRjl1ymo8WR1KaCLqUhF7OJsDdIBIFlW0I2SUvDUr2jN1X832I+VXvGwgh+fg2ehYUqrQxq/TCq+bN3KAb2UhJBOo2aNZTkzK0ukLtlpkKNJn0afzTvWxKzJV19SvqD9P2dxptpXdBjdqfRokWVUOafioUhCsmVeS9wCL20JPa2hGmlznyoUaVwuFKiVTmvn+EUJUq2udCgChY7Hsb9xfaRhX7R/EdpcR9j3W6h1TvCKVfRF9LixzEaggC+h2dU5XiO6jT702zTjjrvNP8J7rzqQhX62th/p+/aVUG2mmmGmns760daMuXhq9fyuB+R2ocFV9qvQG57XQ+hHxUeHL2tb6G179rm19ANrRXF5pzi5/wDyT+/Sw/bshZn5nnGRq22tKSVDdadcadz8TwJy9WbXQ/mf2/hsU4Wo8CqSm6C1Tuafm5UZnUZVpVqNCLXAGpHY/s2raow1wm3eMhfy5EXT9R6/n+PlbZjbgENT8eRGp/XwOrMv9nfz/wAtq1VhnENQvlNGTMDRcEbvmOEyheRrirR8ylW7ed9spbxMV1nFsp+jO0/lachX+JTybEWOmn4g38rDW+1cdVaBKpbkXo6Ef7vbbGOMcRUt2svtRYj+dGbwJ+a5+hFwe/oLfXaNZo6ntW1/Y9T0+nd0TZFfTITUqs+63WcjC1pzryfKe/5HXbXO6yN9l4rlL4WRHCTwv72g89b9r39Ttl2LBarM9/hS0Qc+bK670pza2v5pt9L+ezL3JbynZ8+XgjGWT33ROtqQ06FImRz2IPbT6dxqQD32emEZMV1b7uIxt5j0rhN4j4yOPFUl2KtN0qTY6o7j8rW/G979qDiSjbxoDHNS1sVFjNwn0KyutrHobC487EC/17bR6/Ji4jnt0tr9B1eLpzJP8Hzv5jYBp02gu1mRAqnHhPsOq5WqMLCJDaQdAsjpcAAGixf0sNBrZmczbYdYgqte5VzC+I3loleKFUYqsinLeEg6pJt3SdPIgg22zDjPEbUqqe5sZYeiyn2XcseoxU8q64kW/SJByX11FrA2Om2mxV+aabwljd5h9b/xabVGk5WpFvMWJyuDS6b3P1vtlv2j6RVKDiNt111DfHRlWrTxpsARqbgp09bW9L7ZnUqty70+IWiznETcCRAlUvmpVPQt9CP07VmpGYDQ57dVuwvrY9xsJzcf4yiz+ai4sqnQvL+lKFZR2Ch2UbaX1uPPb7h1F2LxIvGXk+ZHy/s7j921mxhBqqfeorqFoX+r1Ze/lti1ndw80U23Qr3Z72cUT8UQPfLsKqLYdTk52E2t1Kb65HrBaCRpe/11sNvSfDuE8OYjwu267SYS2H2kcVrhBPleyhpYgnuDbuR328t6VRYFLr0Br5+OhOdK/r+Z/j89txVPFdZwbheA7RsYrWheVrhSLJfSrKdO9nE9gbgHXW5O1b6wqF1lNRp/DK+5e4xwdu+gSuFAehRaj4EtSlhKVWF7JUrpGpAvcG+lr6bEtApTXKo5+iLiykIydbCOpN/lWm4/bYn699s+SsSe/uJ75dXzS/7VaenMCSNPltci6ddfS4LD3U78IuHJUTCWPKjkpz6skCe7ZSU30DalX7Zr6k3Fxth6WwW2zFfdDfEjNZlNOQKNScjD6FJXIS0FZVG9ukEfS5Nxa+umy23fblN4O7nEdWxHFrcJ9E11Tq2oaeTQpFtcyLlHEOl1i1ze4t31G1yrsXiteBaPH+/+AdkdvW3tO7pa827PqMXlZTqWkJlNFKFK1GTMDdNz2Ve17D0G2u9G5MGW0z2b/D3FlvSlYxwlWWMZUvd9SMSUR93+lIs+E3Fn09R9XmwQ42ALBYFx0lRIJIuaG/gjG9Lbn0bCbEVfVxY8i2ZP6wBbIOnhJGYKHcg3u3KFvKwljyLwnYnJSsifgSFDLlVYBbTgslaDcWsb+oHkuN42EK9gNp/Fu7TDK6uz1Ovw4f8AWm7jUoSAQ7pYFNr+gJJ2RagJ7jHc3OQ/Bgq/gTBLU9udFwdT0TUZcj6eh/T5SRYrT3sCSBrpstsfUXCbOLYjWIsHc1T3+pTSM9s4t1ZMwUlQ/WSCO2hGm1NK9raBJnuRfsmtErqS6lbvAU272IKVHpWFeR7H07bEOH96zWN57btep7GSnO8XO+hKkPXB+Gsm5B8sybX9DYbSaXHLZh6kZnw/qGzG8vDmEqWxAoMTgMRetDrrWbh30sUKTbKfqBbubG52tJm9eqYjaiRaDLhMcfK1IaRmaUlXrbW5vpZKjp522ZtLnbqsW7ufelL+AjJkW1KaztNuiwsVD69iD30IGh2yzUqnVKNXm5VGZ+BxciMlsqrHQXBvYaeZtfvsC3SbBuSHt6cgXwmlMCGvUuU3VJ9Wf46PGjIFfsVYad7ixFhseVTeQ18NpqooQ/1ITxUZkOKNxkUCBoe19O/n22zpTfaEdgUtyjV5mLNioQlPAldEyP31S+2MjjeoASpCFJsepV9OKMbxcR8OVAloXnSn/FmKtLnzuBYKAPrfsdl2tOmHMxr9O6NHjUKs1WWvusTkkZvixdFMJXa10EJFr+WgtoALWssN5MSstUtz3DUc81C08KA6htStLg8HNYmxv0i5JHYdtriVPxRApfNUuJCqi8nhkKVHXlHYZhnSoXuASBa2pIOwzR69RsZOuNYyp02jrYzfCm2U04kG5KXEqKLgaggjzI9BrJWGUGGVTUciKc1neNjyguO+6auxNiqW0r7rwl5+xuLBYtpcdJHobC11uOwHgj7WsSsUS8S4TxKw6l1UV9Y5WYntxG3svESrNrlUVC+hGuz1d3nbr8OReK1Vor+RrpdS7nU5YaDMfERa3me9tkDvX39Tnfv+DsKU7FdEY/rCUX4sW1ushN3WyfJWVSbAXPkWbamdNtY5mlp9Q/4m3KtR8B0ZpzeDhyksVeqLYSuY7FjtImTMoCQtxIAS8oDstICrWGU2AGZ9/wBvs3S4ow4xXsOYhlQqjKzR3WFxTmSpsZiHEWKgR2BIUm9hcEgFZ7iN/mLao7LdpbqGFsOpfYhSHTIaca1u0rQXT2SFCx17+gtvbouEsZVRzFuHGvcKKopTtSpfHzoiyr2UptatFNOHqymxSrNcnNcK6ehqm/UlzaF8orUf9o5X3p7IjOpaMnhbufIbar9n+RhzCWA3J8+o9DCv61wihWYk3zBAspI8lEHQXudbZof3eVml/wBQ+OwvqzI8Sf36j0t+zYjo1NqkWA5Aaez8dCWpSGncisnor6G1tbfjtoMVKxXUWpakZ+PKpS5TsufRqsxKYfyyEKYsnMq1yTlOq76lRF73N9dinCzsWVhf/wBeDLW/05kyvny2ukOZTm7dOYDWwJJJJ2We73CXP1lulymX0RUNKddzo6VJFgBfUakjtckD89nJW8LtVSl8hFZlIqMJ1K0KSkJVmtpqSLgg2IuNbeljkijaxcxGvTj7jBWgYA3c0ae5WcJYhfQ+5/58SsyspN7dd0uD0JGcG91EE7QHd38qBjxjeBhzE60VeKv4SmHckhKB+q4kgqse41NtDexBX28fDleo3AlT6HNi8fKlKXUFCVO69iLgg+R1B0Gm0HDNHrLUpie7npa0K4qeazoacV6cQdIVbtfQmwuCdjWV76yPyJ2PwYYb9sfVmvT5dBqkSKvjpRK/q6GnUv5gvmEqR03JvmTlsrUnUlRbvsne1W7RoFN3Vby4j8rDU1CYsCfF6X6SsgBICQOtknukaoPa40CNx1jijT4DlLxRTmJTkVpPKympAzpURrZQ0IHmQSFHQg6bLmm4jpc+K5QYD3u59a+LClPulpPFHhzK/s7/AKxsAe9tDsTQ6UU1AYjaVbkwZ7EsOz8OUv7riZE1hjKpC5rQkIU1bpvchXawuCFeuvZR1Xeo1Pr0ujNe6+aQjOtiFNKlt6d0hQzaeZIPmLm1z5+Vn2j/AGjHaM3u+rNbmxVwkZGnZDQRKS14dFCwcRbQK6gb3Cj5gMGj4lZqbGMYtXcqNQZWl1b/ADC+NH8wQrRSfPQWAuQO+1Oo6Ky6v9Cwo3wRyP7iCGid/c0r7TeLN+9Lqfv9wofw8h1OWowEdWW1gmS2OpoG5BI6DYG6SQNh/CWMqDihqJAn1ZinVt9CUpaddWhMhQHyuK6CrS4SSFHUC9rAp3de0NFlNN4c3oZFsSkcDn+EFZb6ZJKAnrQf9oACBqpKjdRD9/u5eg4NgN4oorrjlBm5eXU0vjsJzmyUhy5BQomwJIF1Aa7YOk6jqO79H1BcP8Eem/8AwZQ6b/8AZ2DH4P5n3jNXIOuRXa2hHV8Vh3pUlPkULBGRV7GxFiDYkAg7LjDeFp7uI3HebRUWH/6lKR/bKuOk69LgvlKTcg21sRerYqXCi/0zLfWx4OpWZbPYXRc9rCxT2Oml9tb+xi/7PuEuPKrOMeBXqohLq0VRrJHlI7hUdYSWykaApJzpNgoAkbehqGxcQ9ailMQHoO53HkX+lJ9OlQor/Qh1TGdLbvkHEKsfxt2Gt+205WC8RwGvi0+LxEK6+E6VI+h16kgnUX7HS5Aud7ScQYIrNLci0arUiVFyfompTak5fK1lfXTzHlY7K04Tadlc1AyPxX/0TumZN73QrvfvoQTc3uBsF9OG9TN1EzHPojtU4FLqkRcVedLqFKT1ZtfCr6jTQ/T02IKLu6i0uexVKWytiUwpK0fMnMLXuCNb28++gIOuzuxTuvdnwOagNI4jHxeEvp6gNcp1AJ9QAP8AM/FKozTsVt115H6iuyVZgNb2J12KqduLJfZV9pmc97O72vYorL+KKNQ4XHXH+9RWmilchYTbii2iVm/cFIuAdDrtRYbx3jLdU05QXcPU6twpSciotUQvKnoIVwX0pKmiScpULoBvdOpI1jU4tLpbXFn5EZ/CtXT37WPqfxt+7Zfb0MCUHEeEpeI6NEXKqlIaU6hcCyn29NfhnpdSdLg97d72BlSS+Y/peoPu2vFBhXE+7nFuJ+RwvW63usxk/wDFlR2p5fps61gl02SVBeXpK2xdKQLoKBcsde63e1S8R0nEdZ3sVTgdCZCHWmFQ6kwoAF1qUwktPoKtQgBK7hN202ttn2nV7B1YozE/eNuyolUYiv5GqpRphpdXgrQT4XW7JUUqvZtxIsb6ixAe+5ve1yvPYcwHvC4i32uLyGJY/CQ8ogJStxTKVNgk2CnUIKCTqhJzLOwljqs9YgVl5jDxNVNxm6CgtxcUYnXFpdedSiah2K5NiuOqPjSEZltWIKszeotmASdT8VLEuN8WtRGt0GPKdiWkRcjr9eoL7cqfHinRa3GCPjpASUlWQKvYLbuCoi7+8Pdzijn8Jb5NyNXwbKWhLEybRmk1SkqWHAA4lsBYsVapLYBANiEHv13M0V3dVvLYawbibDVboMpH3eVTc7EptRB61xnQHWFW0KMykkdgNTtDYeL6hQq7pB3gN17C9eoWI69Uffa2FpVTsS05p2HlTc5m3HGCGlLGuaO8Lgm6SDcDRO5GRFr0qfwnqdUYr+WbIkQllhalFABccQAClw9iopBIsSDYbLfffhOs1mvMT8BxOPUZuREyG1M5dE5o30JBSTYdlEKKf1FC4MbdXgTeDu5qjmKPdMqowsyuLFztMVSO1qDZbSuXki+oR0Ei4Goy7C7JzvESWoXJmOPedUMOYXa/oGXNff8AAtqQvjpUk9wFKOoOosCQfQ9tslYhxVu0+3jDU+X9nkTc0WRkUuOhu4FrosWlKJABJCSLi5VpZ24zpmI69Flu4SxZTovA6nUzcyHYdyfhvxlgOstnVOcDJa5Chodsb7+8B16VP4uMpcJhCFKQwxTail+H63S5YKDlyCQoHyCexvezG394xXWq+ImvsJwqNu+xREwlWajFqNLxRHTHjutL4T6V5SUg5VWUCSRdPa9iBqTnLeRu53yUHG8uLhetzYVLhTUupmtSghanQM4W5mQttGa9ilZCVDyINh87mcS0bFsCJu53oUl+kYhpDqXcOV5pRRxnUi4ZNyW3VlOa7aiSoXKFIPSNK40ocXFGDW941LqK4sp+LyFWa8Se9g4NL5QonMHB0hVyABt1fjG6xsGImMGb3t7UWsuUvFGeFKQ1wKlCmQkrSlRAKH2zmuppXa2dRBuM97AXVbx/vBxRRn4tLwnQYs2K++xIiurQ6lLralIS8zxGwVIUBmFrFIUkEqII2s5b+F4s+m0uvNSuPlW1FraE8VDK1acu53SppSRcpc0sLAmxAj0/CVLlSpbsV5+E/wA0qU7FjyC0h5Vx8SKpy7ZUoJzFskKBzAZxY7EIPxK5bMrIW8HfJVIrDWI8MUivTYTCYqodWjrdzMC2XgVFP3lgEklCs7wSbAFHbapl78cW7lsMS8W7tKjV4KIUhUis4LxH1Ox2lK61RXweDIbJvdJPEA6rmxQW26YH2ciRaDLY5KK7kdalX4sVXZYSQc2fMDcgqQCDc30IfWMH7r8UO8hi2uLYqPFTytR94hUV53J+hlIcuEtuAZFKSAbkagEARkrJFcKMBbwIG/Oqt4twRScL5Ko07K4vNOwnXnwcqwbAJ4gF86HEKvYHUG+xTUaU1S3WKzWaTkf4v3qPPdyPsrGpcbcJyFRPZSVoSoG5yAhak3RG6NBdqeCcHbraWw5FUrnKM+p2jT4ckXSHoS0AodSSAEqbypIKrOKsUmtVWncORX4FU3j16bCfkJiyMPVtbaVNyCboLDzmWz5JADZWlLgBIJOu0m1MeUthlllvDhNVSqOSmqtFRFYQpHHioSlUWwOvGRbgXT4mnk8LUhDyQesLawhS92nHxG7LW3x1pXKdazpYUnLcOKZUBwyO/QAkjq1F1bFOKomEsZcg1RsMP4Kq8HwyneJDYkXB0SskLjLX2CVktk3GdVwT/YFwbiOjSn6NRqgibUUIXMagLlDOrMcziUsO3bJKlHpBBBJsCDspY+fRhFn6rH+6V2A5K3oYTW+/Fa4S58NBWw80rsXo97KuQOq+psSTbMJGFcVbuWqpzTXK0RC8vxUqcXHeaTcJWUKBUm18pUkAi1lCxzAYxNXKW1WWGp+DV0tC+OiU1AT93bUbCyUKTZIN+psWQSCQAdQEtJgVnFCOVlo5KLK4XHir6eKDbI42q62xmuADYXB1ta67yLACk0BjLCzVeiv16gxIsqqIYSn7moPoqDAAPBUnsvzCCoBSSogEAqur5+KoruHHIEqXNRyvTIW7DkMSorpN7PMqUFoVcC6kFBUF3B0BFzW4nualz5VUqEqkMIaUtFRTnUhm39otaAQkdiSqwIuCR327USi4oxvhz7L1nFnveLwkyIdUSwJT6WDqoEi3EbB0KCUkAWSSQlG01ciK6LIBz+ZY0Cg4jlUZt2qcTEsLOrhOrutTiLgdLpTfMRr1WB7dRAJtMJ4jwbiOjYs3fSmVoyNJdlQJUAodbdyqWglAIDjajHTlU2pQulWqSCnYfpu5vHmF6XLgYS3sLZiyk50RU8OVD4pNxpdEiO55AKQBckFKiRsT4DxXKd/7JYow8xKrbDSWo9eaUVIqCAUpLMplzraeGY2KVEKANwCBsSaMGFIwbxeFheXytbpCUPpipdUlamgSkOAKAS80QcqkuN3SVEEoNiCvdDVsOY8gVaqbr5b+Gq3C+FijDMJHx4awD97jMuAh+OQoqVHWlxKSDkSSCkL9Ux2fKjtSsPU5dRpcNMiEtqaETEtdjeK+lC3QkE9grMkGxJ0KwxFirEc/G+Ht427nDK8IbwqQvJzUWYVwK1HTawJsQAsADhk9JNgSQki6P8Gc443CbvwwPcOA6tWayzCgrQta1yorBXAmMKCEtyEhsLUgXcBJQFkG90iwWAh2E1K4E+g0l+t0R9fUqlympjCknXiNnMtKV/UhCyNCoAAEzwdjSg+0X7L9axHhenPwq9FlKTVKciOlTsGqMvMOONqb1Ckk2cIFioKuCCTsjaDJqkp1yfApM2lymFZpSUJLC0oTcFxtRJS8i4N0qKFt2IFgcgMVgg8abGIorUXhc3VFsQvhJmph5nY6Rf4chkaoA8lDKADcqQLnYYmbxsZYXaiRYrUWrwpXSuBKd6HkHU8BzItWYjNlbWHAoaAgWAs/5xt33x/tHVpUWoxY/FjzVtdbzQ1yMviyJaQrpU04UODXKpGgI9UsS4cxQ1TaDheJx318VUWqZTy8qPmsttSynKtIUdWiOIgjrANrjAl8zhPxBVKW7P5/EMJdOlJU1Fpr6s6koUL8MpUpTa1cT+yKUqA1bcQbIJnuikUbHkVzC+Ld3HKsU53PHnxZTnwVg5g4wvuhWgBQBp2JPbYNoW66jQKzzXvuLNlP9PK8frZWQbNpQbhSSTfK4FEdxpYCiqlB3l0vEcuBgiXKiwqipUd9prJxWVWAvy6lfEHoUgOJOayVA6RmTiNPHjM+fXuFKqEVa6X/AFea0hTCpTRsDmKCS2sEC6coUFgFCwCbdKnhTEcqjOT3euKwhKHZWcNOqQAAFF5shBsALKWlB0sHLi5GsGYZxRhyltyotWqMqoodUmRzTS5TUhQ0s+lS8+YDqzIW2u3YaEKvVYqxHRuBWaXgio05crKl9hClrivNKuFZXG7oUgEkjMAoG10AEqMY3SsEaY/9kqXLi48xBUJWHmJSY6JDrWeRS0qtlIWlOd6Gu6SUrSVsqUSLIIIscKxcL4Xafn4cdpGL6DV0cCqQ0Sg/HnRSvM4lbdylZATcLGZaSApJIvetqSKXhx2rRXWajOw9Xl/FTFlNvphpWbHK274ADclJKh5oV2SI2NcDez7uHlN4yrMuqVt+U0lLqmM7VSbST0BxAUEyEgmwChcAE5jYjYgO2QRulXvSwm1ul/pnC7tUqOF6plkMOzHVSHYeYFGSQgqVmI1TxmyAoEdje6+elz6y1z9LpyIq3MiJC8oXHkXvay8voBlWChRIBKiTfZkDehFr3/Zyl4Oz4eqKuLRpUpbjHLzbHKUIcSOhwDKtOZChqpNyDtUKmz931Zf96Ye91v1SOnixXX8zClAWuFEBKrqJBuAdASSddg2P5QezYcwJw7u8i4oal4Ir2IVyptUhvsSms7auNcH7y2CStDiVKPEbUpQICVJURcCnXu7o2DYDEXm6dS6uwhUWbTX0Jju5km3EZKlWcbJIVmQoWCwClJNtrgUqg4ox5BqkDCcrnYTqXWkNNZXWXU3A4DgIJVYlQSSVWBI1skubeXuSwvjLC7lexHXIVIf/AK6xNf62HmiMqgsXShJJBCrFFiQopJCgGq7BtljB3D2FJWI92lMn1Skwn32IuaLKaa+8JSBrlWLFSDqCm5FjqBa+xnTTWaNg2kuysQwnF077u01PYDqVRTfNHWogpdCLm2frAUoBRJFrzBo3fYD3aRKXPq0Vb9BUjOhbq0LSiwCV6W0IA1AKSDpcdxHGW/igxZ8+VRpbC4UWFmW0+hDqHEhNyb6EFPlYgHsQbaBtfaIHU2YrJk3Ee9fCW7nC9SlRZcVFU4SnY8dHFfQ2klRS1dIUpLYslIUQT5H12D93u+bhbtKtjLEcuEibmdWhpKzkyEqSggKCu69blOqtQkeWP8Wbwp9UrxxHOZZhWUuLAX4FKYPZpStFZtL2JBAVYEgaj1UxlXp9B5CVUUP0tDqXUtKXm4dtEjMDqgeQ1ANiOwsNKVYTD+jqsXPzHRh7HuI5+PImN/eC0LiylqQmQji8ZABCGV6qNyopJUCSSk6m2vbHW+uvYjr1d9zOrYpyMzC0cULay2Pxk3AUiy1EC5IOVJJNwAlMOVyVyr8WKzKm8dGdDDWfOq3fIUpNza4sLkdyCNjalbjsR4tdiYtoOJ6vSH/BwqtRlRZDaraglJShYUPQZSLgi9xtyqlTcyy2UaQ5PEULyKzAxb96dWwtbvUl3wOJOmVQ7FJB8+/rfXY7cxJjfhfYiBidcLml52IcxfwnE2yjguKSUhwXsFEgkAAq2qsR0ys4Ix4xhevVCLNhMKQ6nPbIyhRIGVZspCRbRJNgAAABbaDjOn4iqmLeQ4zC4rCkcqtKh8wSbGxukm/rYjUE+V259R0EW+SwrwhBqmEq8/givYTQtiUlK2lvoyrZdNrLSpCvAQCCoGwNtTbRlQ8NSmp7dZwbjLEsWoxVp47TshbqmewztvqBVYgEFKsyFBVlFQJSVfQcK48lVSPKalsSm4SU5eK+ciVaAMryjMEmxAWE2HfUg3vK7jaVz8tr3hVKJNpy+LwlRS+qOr6lCgpTRt3BAJ07XAGC27iMru2zTuBcDyqW6xPi1ZE2bNzR0TIsUQqklDh/qz5ZycZoAJAuVAhCcwsLhp1bAGLcL0aO1VKfNfpb6c7XCkIdXnHlnUQSrucqiSRrdQ02yr7Pu+qvV7G/CaeizeVaQ61wOIlSXUkAEAixB1uLgjUi/bbaMvfbRsW0FygyqGv3iwlOTJI4SkrSBfLfQm4sEm2a9ha+tbnbaR8zEv0dj5Z4jnm4GI+JhzeCy/FQ8vhdcUqWphQNgWfmBI1AtcC4KfEDPc3iKLuvxRLwlKxvCrdLfzcvPW0WltrSRdmQlV8pTcWWSbjNdV7jZk4O3S4Ix5FYxliOnMSsieFkm2WpOvhUFaJSSNAbG9tLi5Su+Wt4Nw5WalRsOUlFOXBWlErjpKmnklaetsLsVJGozIJAKbXIukK6Z7N8vog6JtnX2m3MOVTDlWo1BwzS6pV6vIj8dh+PmSq9szwITY2bSACTYHQ2BNlZuro0rBtBco0qtzYMWooStVNU/wAWK2lV/wBCy6VgtnMCpogJ0uALgGVvKxPKqjsCswKiinc01wkuoaVwnO5CjY50qIyg6EC2lgCdhKnYXrLtZpLtexZx4tRkMZFtKDvQsixstQSsWNjoR5Ei19hai3Wo54G38wt1uoT0OJpbAWGapheBEqlG9yTao+tKqWqltBHEaIB4aULTYWAzKSQNNACAABzfVuNpc+fPxR77cpdXqmWRVIrUXPFUvKEh0MquoeEC2bQi4FiEnkreZ7r354bwHKpMWnVSlqRKh1aGowpCZDjZCULZWMjyVNFSRnGcE9KlXFnZWJUrFFeqVZqjTHOoy9DXwsyUixCUkegvYqvfUA2ym+nUWplvczbLWYbpixR3l7uayxiOe9VITHCTH5+OwFwKggXNpAKeG82SVEJdSSk6hKD2P4GPPt5S/f2Dacwitwn0JqlGz9LiQf6zGUSQCNVcNwGx8JBsgt7EO8CgxYDjUqoRcmfqpshAS6pfbVCrAg9s2nY9vDspq3ivDlGrNNxHAw8/Tm33VNNVJpCcmZPdvMkC90jVp3Qi9iBqKAPSxAPBg9DfZvx8H3CDfBiV2BQaFiOqRIsqVFdQprKnI7lJCchURZR1SoA6AgWA8mPuM3pNYji1bFtUiTZsVD6o8BbqgqZHQlASWwT3QFpUMhVcC1iLWCB3p7wJWMoDFLisoYZW7nalcLM1nTqW84ukE3GhF7dwQCdqbdrvQr26DjtfYiViTD0qQ0ufSeaDD8PXKqTFeVZQcsQotLUW1ZQAUG52jSnF2H/tN3TuEsw83are7Rq9Qfc1ZiIlIX4Eu+JvvYpNtCOxBGtuwPcMquPqXyEilyqexNQwpKkSkdDragSEnTssDsoGxBtcgkbDFJm4XxbAYr2F6gt9h9KnWlLQWndDYhxs2KVjwqA7HvpsFbw6tAa4fCdWiUvpWnRWW3979Q+hNgb6Dz1iZuKq/wAstZjMWqVlysu4hmvolNJ4qJDpWlSknMnpJ7g/idTqSSTnzFdUqmKMZVKqUZ1ioo4S2IUqLIUl1l1OYLuBY5bkAocTqACCNCHS5h92vUFultZ2FraycXN82t7kHqTmJGhvoPLYMqW7LCWA+Uo1GzwsUPrUmB8VKFSHU3PD7hK8wGqLkkfgNl7PFS7epRvGJqXu4an8eU1Ef6/E0peZGa3ke4t6a7fFE3H4txlAqWF6Dh6oylvR1LSpjhIUm2l0hxSeKn1AvYW7E322PhDcZXufYxRjKnsQor7SUTaWtfWlfSQsKBsQCVApt21BNjY/xNT6XheK27xeVcz5WlpUUq00F73Cu+uoIFtD2Pnf/wBZaCrVLoq2DMfxzMbX67sfaMzLW5Hd7jLdzhd+BjKiTYtUXmiux5F8rjXEy2uCUqBIBKSSR03ANtmVgzE8Xd9VJ8WBLRS32EKdgLSvpZ7ZmRe4AKurKbpN9bCw2IcSVms1mA5A4yOVfy5ZS7rXHWkXBIGq0etjcAXAPba2xdQsUUajYadxvh6kVSVFlR+QrPHSrmIrjgTwnHLALQlSmSlRsoAEEDMTtPVdewcW59fEzTc2sYFT8QchV7dfi2g12LvBwFR6diValyqXWYtOUjqsDw1toBWk2SFBSElJuLINgDgfFGFapWW2K9jHlYTz/UpphQKkpP8Ae7m1tTYn6nb0Y9t7dHjzFuDcIYtwRiFlGIeKqjSmsjcfmuMgONlSxZIKSxlQVDpD18wvc+duId3OKMORX/tu9Ni1dDqo78V+6XWVakXSbgpsNbEXukgkEEk0Wqt1dYsBAH/MbSuxRy3E+KTvEGA5cBrAlEQt5mQhTrTqigStblu4IIzajMSSCb2NrHWu+T2bMOY4i4XxbRt8dERCxCpDEClylNNOqmlCUKhiSpXD4odWGwFNNklYBAJB2xfTMN0t2U3Fdl9a1+FCzm/Mf8PP02M8RYTaicNus1abKyNKaQl/4yUoskWUFd7psCb3ISLkgDbQ9HP/ADLjVaek7LPf5jx3e7oIvP1rBsp5GHn6I6tiQ7VIqkv8VPfMyohQSDYZgSCOoFQtdaYto2HJ9Gq2DaozFhYyokxPK1elzS7Dq0NSwFNKSbIUsBeZLiQlwBOUpOU7fbGOJWLaX7hxHLm1FDDCWGpEiQVSm0pFkgPKBU4kCycjhUkAJCCi2sBELhRXIEXozpyIWm+ZPpca3sRfuCLaHZKj6t7me18r8DHr+8x7XUWEg5z/AMS1pGFcJRaMxS2q4uKxlzq4tNK8q++QqQsEC99cvfU21O11R8MYco3EdddXK6FZUpaLScpF+k+Vz2JBB0NiBfaJElxaDQW5VelsP1HPwnYuQoXnFjcaAKSb3uNO4uDcAJre8esxWuag4eZeYQpPFaU6UZfUhViNT5EfmO4I41LtwZT9Zz7kfeDgqU1WWKzS3lzaWw7zC0qYQ1Iio7kqKelQPzKTbyJSLAjsziCL7+ci0tpb8VDSVzY6v08V3LdRToApHY3NgbG4BBKvjEmO58+LwosTlcjXFadR0Ly2sNB2PYGxI/EakTiS+FS3MR8VbEp91CUuoXlUrsCUkHQhAIH1Vtqaeuxq8XzbopZ68XxtYcodGxlAqcqg1xh+VFa48iK70SG0m5Bsfl+UEXF7i9wdk3jp1qVK/S/AQpTS0K6VNqBsQQR+W3fCrE93FD9e4ziOA0vhOoWE8NKh4fwI79wbG+wdWai67x2vHnlZ8/i/W/4/89ijTojZEqmnWltyx7brPadnbtKM5hKfhOnYvpy2FIa5xXCdbST+jWsA50gE2UBmAsLmwIEYmIoDrVS4tOf5XKtcVTTvxYqhnKcoVcOA9KSFakAEEEEkXwmxS6W05iOvU7nYqEq+BnyqcT4ek3AvewF9O+o7izjGBFlchS864T+ZKEuq6squ1/Xv53PYEk3OyidN09drWouC3v8AeMZ3+5f7gMQVR3eXTZTsvOw2rKpr5FJ8wfK/obW9dt2M1jn4rfwetH949Ke3qbfTW23mrgXG0rdpjKk4tap/OrpEriyIfHMfmEWKVtFaQSi4PexAIFwRcH0d3K4hwHv9nuT8DvVGn06VnyNSmm0vw3+5ZUkKyqtc2Uk2UBcAXsNAItQzGq03NtWCW9yuUug0GRPdeRx15UoSpJ6la6adjb8wBcWtrnHE2KHaXhxuA1+nlK5hX6yb+n+7p/oDptoDHSKXQvaGpOF8UYDY3jU9hpbVRpzTuTKw6sDmQlwiziABZIUL5jY2sSofa0wPh2g70KTA3VRHn4VUhGRFiu3U62sEAtKB+YCwIvr5epAl4Z9izQbSuleTFiib/wBnHHWvHm6v717E/wCVj/F27umk4Xr2F3IsrPCmoVy6OEoKTIVaybXSddSDckEDTvYJ7DdRwbVMRtwKzQ5VO+Khqo0hp11pMpYcIUhBuFx3CkhI1ICtbW0GmkboN0FGr0Sqbvolei4alR0Oz4FZf5hLL4CTbPm4lupQJVpci1hYC7Kc5Mymvao4jt3c4QoM+g8LEbKH4qI6GJUKY1lQpCTmbXqLfrAk9zYC1tiijYmoLuMoGF6NEYRQaItK/hWzMrGlkqINk+umt7EkbJHGW8vC+F6NUoECW/zUWEuRFQiUVrSlIJKALXyi3hsQAQbjuRb2fd5buI4EustZ0NsK+K61ZSnk97lK7hX4AhROgv2JafDmUstsuxmegMnGe752ByFewHCmwkO8VC2mI2XNfR5GUgjW5uLEEeW2YvaB3R7r3azE3l7h8TLw9W0TUyJUVKFKaZfGofRe+RV/EASk+YFydkHVfaZdxRjeJhyU1V4tIYqKUolRXckhtQQQpD0dacyBmzApzgpt2J02aNEwpF+0aJ9GxvUeAh1DqGs5yqYUElaLE5VJzEkJUmwOgtpsw5DDEF3NnEV3tBysRuz295eF2YrFUWjNXoseLlhSn7n72yDq04ru41cpJ6kkEquhKhvirMqLPiyqdCQiqNKjyOEnIpWbudNQe3YgHW4tttnenP3fYN5+VKqLDEKVHzq4vgZUbghWUHS472uL9vPbAOJ4HuuU/wAq1ClQnJCuFIYUFpTe6gM6elYsbhQ7ix0NxsNBs4h67N45h3u9xs1FrMSB7uYXnaVwlfN28BvrY+Qvb89dmKd4WF3ZTdLqjqIVR+RDvg7W0WScptpY6/j5qPd1iLBtBntysUYO948DK7FdalOxX2V+udBspNiTlWCCQL277Td5DFGxHiNFeo2eLFleDmFjKzr85Snvrc2HfyGmy9lZazMW1GkS47o8mY7U+LwmnW1rX1JWjq7+h8/y0/0cfs803hSpFZaa4a4qEpV/eSAf417+W2X6ThvG+A+BWaDiekV6lryrlQI834qf7+RQCgUg90km51BABGy92IapeA3KzS2c6KijjpQu2dN+4J2sidvkxanRmqwZlVvR3kO8VyBA6M+b5Onvr/wA9Nds9VxufKlPz3ZfXn/Rfst2F/8AMnXvfZhYglRXXZbs9rPwFZ3evKtOtu3cjzJHkPXZdVeZVGpXCaaQ+w/+i75k6/QE6fx67LM5sabxARZZYQobtepb7sWoQkSkeOLKWEq0NiUa2VYagEgk3tqdlnXW6zgPeg3XqDXKc+jodkI5rKrzzIOlgSND5dj5gkoc+K1+iWxKYV1Lz9Ln43tr22S2PMPYtlYjfdap61o/uqR59RNrjTX937NTS+B4mKv6thzNoYbxBFqjrlUi5EIlRelC1+FVtRc3A7ka/utcCNcb+9OT5TL/AMy0JiryupT2PqFW9CO4JvoNlXuHxnXqDKcwbXqc+hHiirdvkSo26Ta/SbCxuLG1tCbPekUhqqOy69KeyPxUfd+E7lTpr59x5m9wR9NtZH3cxS6sq2JKwlXotUge4ao97xhZ0rSrwvx1Ds4Bbqt5kXPe4IuRa1qlUGqReQxu1CmoY6FrkRQtDiNQFZSCAbH07nXTTaLDwi7iP+lMLtIhTUZUSmk/onFea06nJ6lPbzuNpW8Pd7i2fhxtql1CKia2hWdDqilKkd7Zk3tr+O3WWJtw8EHRTgxD71NyeI8W8Cfg3BzC+Pm4vWhHBdHi8IJsRZQ0sb+Vr7Z3xNhOvYSlOQKzh6qUuosIVldQgqS56EKSMuvpe9vIa7b03dYplUvm6M09zUpHWppa+vMb3KLaWJ0sLADS3YAdxPhmvYtnuT/caFrRmysOrGbUa5Sbpv2t/pbbAGF5mkbO02RMgboaJVMW48prU91fwF5lur8SbWtdNwST+7QnTbS28ONS94zrG6+sssMVGK0iZTak10qSoH9G8n0vbqBBHe40JuKZu8nwHeaapLCFozdLqMrqbm+igO/p5afW+x9R8B0H7RxMUT4iH5TDSk8XLmXl00uNTqNO9rm1r7d3FbxhxqRsiYw9u03g8hyFUoa1vxej9OFKUkGxuFaEEdlA3PodSGZh7djFqmHHKDXmV5F+Jp22ZK7aEaeIX8797G+o2a1TlxYrvCgNZ0ZU/wB3uPQ/XT8fPYVq1arP6VqnLz9WT9bt62Fr/ja2oO2OaEqu7izJsPnOOCMTYjwRF+yVedW+xFSrlZS75Xmr3A1JKVgEXSCQRqLDQL/ftiLDlUpfvSeyiU/FVxY+fqU2v1AJF7dxe/5bRsY1mU7AfqkquVSluRfG1Pj8VhXqC4npFtbEkLA1F+xnYbp1BxHRuagMsPolIUh3r4qcx0NySbg9vQDyGmzXfbEJXYlPIHMWu53eI7ijjxWonKoi5ltJyfFza66A2B8/zv57G2OMe4ji4clu0arTadNYVnjyI/Why17XTY9+1gAQOwHfYZwzuolYIxHLqlLlvsMZv6rIQFoym2YjTtf66eR77Tsav8KLLlRXVo+EpKsivoe41Cte4ufQG1wUbj5xW+3fbviVkb88B7xnW6f7QO76LVHlp4SMS0ZIYqDYFwF52wOKkakBQUDmPSdSCbDe6B2BAl4j3QYxYxfRF5lxUKSET49gVZHmT4rAWzN2JsSWwNkPImUuVVJ8Ceyj47qlpWm/Sq5Og9b9/wA7WGxzg8u4XwlLnxXcj6EPutSGnShebXLqD2voAbi2hvs69OE/TP8AY8ibA4XdLvdH7TWMtzWMpdLlU5D9LlP8Ks0SosKQXkeS0pUAtp0aKBAsexSdLNreDMwHXoreLcEfdUSkcfhIXl4aunoeSQMix2zAa3T+aIgb9ZVU4EDeDTqXiWKzlyJqUVKnW1frIct0qF+4A7akAkbGFQw79rcL+/t2lQQ+wx/Wqdqp9m9wclrkiwvlAJ0uL99pufAAYYjVdpxtMC8YYslVmf8AFZz5EpaWpPiV59/T6/QG3ntZbtMetUGqN0ue0tcKU6nKr5mV30IHfLc3PmLE+egGtz/1b/h+0diNrrC0Np2VxXfkyrR15cqh/wAfW2nfvsJtNXaMMIXtBm5m1axX5VBwaxiOLE5qKhGZ1rwqykeJJFwLfUEa9vPZeYY340ujVSW7VKdx6JK60Pp6lMrvoCgjUam9je/ra2xlg11rFuCOQa60ZOXdQnxJSB5A6K0IuCLkd/XbLG+R6qYDnuYXlUNbCJqVLhTWrpakIGhyg9lDspJuQfUEHZzt+IVYS7S1Fd5EMN+kXdVjJp/Fu7l73XV+rmmmEFLUpPiUrIBYOaG5TqrUKF7HbPtDq89qqNuwJa4q2FZUOoWUqT+BGo/LTaijRpXNfCzoX/c6VftGzBw3hqBwm5U9rIv5F69Kj6kXv6m+xR+kvMz2GwQ6wTNlUvEceqSvhyn/ANKtCRlcUexNrXufmtrbUm99rSqGqNV5/kIkWoxX1/Fj/ol5VaqKT4VfVJsT3JGtpm6XdnKxHVOQpbS0MLyqQ6h0rjpXf1BKmyb97AH0NttCYc3JxcOYoYn7y6IjgLQlLWdZyqSLqzocSoIJtfpWLgWvbsVLL1HJmbdZt5MzdKw67RnYDsD3pSGJTXHjtKsuFIT3JAN0oUBoSCkjS49bLdlheqbwcZe5vAhhf9faj9SewyFBOVVgewUQbD109D8Dv7uZUpul0GJTs7GVXCdaGVxQ0FxYAEW79z6+WxfWcA7tGuJiNrB1Bp1X8a5UOOiKpz1zlAAUPUqBt3vptQX70ykX7m5eJnTdV7MmN8BtT2p7MKvQZXxY7sW6FpR3KShfUCTawC1p00toNp8WP7hdfpc+nSoT/MKVysq6Ftp8gMwJCb3toRbUXBttoTCuNsJRYDfCqHJdCfhSFjIr8CDkUCex01076bX0iPgPfJS36NKiI5qEtScq09bKv12VaEj1AIvqCCDfbksW33O3s4wDMc4pqnNUtyLKaYXCQtK1MSLLRm8iD8p00KSk3F73I2BoGLd3Mrj0Z2XKRKY6HYSoS1J7CxFr5r6EKHa2vmCSb6KFWd32KH8JVTo/tYrrSjleYzEBRTYKv63TYm5BIFws6zQYFUgfpeBVIqPu8pHS+zY36HBrYeaCCn6drAssFT4gN208zhi7crg3eM7z9B4FLm/roaCOYT2JWkeJQ0IJN76XAJG2fd5u7es4Ddbiymlo6/hSMhSh5P8AlfXUXNu4JGuzwwXvBrFGnjDmO2kdebk6sx0syE9wlYv8JZFjfRJAFranZh4iwVQd4NGciys62MnQ60+UrbV3BvlNyL31CgRoQO2zdV/5jVNjowJ9TH+EahvB4TdLi1b+i+lC2pCEPx0p87JWDkI8rWPnY22uMT1qVhd2O1RnWOOvqVwmv23F7W9B3+ve5pXsBysJUZ+LFdQt/PkzLUE5s3Sk6eh1I8vQC4AC1gOVS/vVUlrW/mz8JToVxL63SU6eYsO+o762Z8Wm6nkMiWGFm2nZ7btZeW/nSp1p1CBl/DT8e3/PY23cbzsZYbr06hRInv7DFQStqfh+qReYhSkHvoR8FZB1UjvcXSrTatwRht2su8WKy3khOo5hri5Xch7lOvhA8vP8NNifEeN8OUbh/YLgIffaU678UpW2oEEDUEFPi6dPIgHvslZpa9Q21xkf/wBevxOesPw0+sbez3ExRSl17dAJTCG0hdSwvWXc8ql38S48hNxKYHkDZ1OUk5gemJgvc3jeg4cnOz+AwhjPIRCW7mzJCblxuxKfDe9hqAAdex5uolz4FGXjL7QsvzVpUjJoljOL2FgTksAdARcaEAE3FcYT6pWePXpVczr6/hR3cuZOgLg7aWOWwuBe3YnZlqQlWPePzINSohnHAlXgRa9Adrz3AgofS6p34icttRYpIUNQNdbXvtvPD+KcBtQGGoGJqWtC2kLQtMhtSnE2uF6HqOvcAH6dht5uw3pXC+K10Zsuba7osNpr+yyeFedLRz6kgEdrg2sFAnUkfTbOW0pMK9N/M35R95eF8R4jkYSpdbZfm5M/C0SrL6DUgn01/f2rqxgFr3970i8eKtfXxYTpQpXa+ZPhcFtCki4GoIO2P8K0iLS57crm+BnUl2PMaQVOw1jUKGXqIvoQNR5X77a4wzvB980H3XjKWtiaxHTIaq9JdEhLzWpS7kAzXFhmASe+vnZuv9UZMX+nyMiUNWxxvawbVPdc/D1OqlIfaUuO7Pi9LybXLZcbUElQFwUqSkgaEG1ypsWb6qzhKUxi3C+E0UGUhfClR4754DyeyhYoKSPMXBFtfSxxizHGMp8+JRqziGg4lpedEil1mA0WpTabFORakkpebKToFJzJOYhxSSUgf3kM4Saw4uLWYkph99OdpbSkKzegSVmxVcaJUQb31AuRFg/2R/SJRvG8RD77MTfa2fExRAw9S1xao1944rSOE26eoo8WdIUO4S7wz3KU3I2m7usPYcoLsDeN/TeHqcxI4XFRHVKiwZmVJ4aFaKKVA6N3UrvYqA0uZWBouI4rcWBjGkTWIvxeTdirhSFJta3iOYjzU2ojsCDqTf8As6V3C9GxHiHdBXqgtGF8eQnabIYkJztc1kKOw1CiglOYX1SgkG2j+m1G9cNNzuBfsErn67R94+8tGHZ2Jqe/CkoS7AyVRcCZnA1EOSEoQ8ixUTHeClJJOVYGU7V+PsHYjwHWV1nBGN6jW6QwnO61KfbdkU13PpZxHW32sLAIPYKWbnYAxtujlYRbfwdvKiLXKpE11hqQFpVzjSXFJS6lViLOJKXACL6gEAggF+5DAsV2st0v3HKYRySuXW6sp4jVrkBYIB/VtfLewNrHazHmEJ7i7Wh17PHtVV7eriNGDceU9io1eC1malR1cq7MYSbKUoAFHFSLEgJAVmJ6e+z8w3v/AIFBlVajVnBtUlMeJiet9KUyFdwRmsjQkAKC7XJF9NsVYj3SUvdzi1yfS6evO++rl1odyKS6Fk2byqBQu9gU2tcdhcbar3eYfwbijdy5VGqS+uov8X3ow7Iyym37gqBz6OqAN0JJGYFIBVpdis44nV1BRxAHfDvbxHQapScW43ZYlUiUpcXmGoCH3cpuS3ICFtrDoSBZTa0qHcgC9y7d/wDzfYtapOMqNSYuIWMvQ7Nipi1uPYkJaC30tonNXslLbxzjMQl4m2ZXYs3dQKNKcqk96ozcKPq463Yr/MRcpOhUy6vM0q/dAIAVexJJuy8FzMGxYrbuF3WG4S3VZ0rjlpKlhFk2C0hLTgT2BuFJJSV+WwrK8wmxYQb46RhfeXhd+VAwnRH4tEShcifCadhTaf5huoxFpQ/FFhch5sovYpIOop6RjjFFGw45FgS6XOoNUaW1Piz4RWlzTKSS3ay9D1oWi+aykkkkHEbEVGqkWI7PqL6JsJKk02t0h0oXHTkFgLZuECRZaP0agAFJWCSQem0rCVZxQ5S3afComIcyltTYEdUWnVJabgB9hglll05rhxCA24LhTYNiQ7Ck5BA6lxXYspuVFie/qKtPKqkUue6mfBQNeEprs6kEkjIS4kAkpc7bGfvt2lte64DrFRhVHLyrUhfCWl1OoDMhoEtOheuUhSFWCVpbJO1XFG8aqVSXhxrCcWLyTqEOpivlLqkJOa7IKQnXsSSFJ6vHoUdcWYd3q0usxK9Rt2VIxfFQlKajCkTGmqilAUMuZDigh5QBI6upIAsqxN7h2liJb02JjJ2K3KgUNb9UhO/Fj8BLXNX1GVSem6gRdJCwSbEg2I+4VCxHvQn8VrdlS4vutOSbFlNDmGVXssmO5cvNGwspKgpJ6SElOzAh7xWqNKiV52JKiwpUfLV6HPaUxNZQQBxG8+ZD+UnKVNqCSmySm4zbcMVqwk66xjfAeLJqH3PitOsPupaetbTpJTfTKUFJAscqwLAEPlJWLMYR3g8++1hekzcQ0uK6p3kITpXIiqsc3LLKrlPh+GDdNiCRoNomLo9ZlQPdc/DNb97oT4KzSXEpmNA9uKEdJCrizgTrqEka7aCp2/zAeHMJOY3n0SatCEKXNq8CKt9hK0AlfMKseFlsoEk5QdCUkgkarntp4XxHF9wxaj9mn6owl2nTKpTnJEKUlQ0W24wsnQ2uCgAC1x3Aoa93uTmZvquLqzKpbEB2n1SloYStMdp1hSH21oFlZUuoHGRew0DiFA6AkHYj3T0n39x8R0bD0WauFlW67TWCpbeVC1FxLLZzIuTa7ZIVlJB7Db9j4ji4oi1Kg71Zeda31Lm+5kFdJqCVWLT7aFJWWnALXUkpNwTYAnaPXaju0wlFpNeo2IcX4XlIdWwxWYsUzGJSr6tvKZsptdkjLfIbDQG1wuU28SJ8bxJdegVlyqcFb7FRQqVFq7CMvGUFZVjjJAS8pKulYKUOJIAcCFEEjjtQdxbQXKpA4C6ojMwpUeKFIeVqoAqTqhy1wCsFJA6lAgAkdG3343ar0uA7j2kbycLzXUO1HD9ew05ncULWUl+/EbcFiUuEKKbHuBdJ0iHgOqQH8W7r6T1oSl2VF5UtVKGkEAiQlIJeabzFQeKXEaElSCAD2ydFXu03xVR3kaNiOrMRaihpcVaFxwnmGrpBEhtwdSSVBKVAgKuCFdiWBVq3hzC/Dn4cw9UWGH1KXKh0HPmbVoRLhNkKykd1oaWRqo9iSYWIKV9sqzEqnulhEpcdEh+Ou0dFQQboD7DwStHEAbGcWKjfMQL227IpkDDk9zhe8YTE34qHYqCvLYg8OTCdDjK0Jto60o2NjoVZdrAbZwXb9s+MMVnGWMqC3VMOVGtylsLWhE9iKw+1I67KQ9HWCEgiwUhK7FV1BIII2IKEnCVGafqmPHZSOaRxVOtKyJZSTfOoaJSkeEKF7hI0t0gXdlUGLXnItUlriyqv/wB8oN2uYSkpUHSzny6kgHKASbgnTWbjOZhyVg2BwmajVKpSKijK6+qQ07FdUXEquopzoBQtSrkEWA7HtEsJbSIWDa9KgUaLE+B44S5jvNMJkdxlK1B1pZ8ltgAkgZSSQYMvBzvCcixaHCiscVSI8pDra2o6x2bkJUht1lWhCkOJIsb8QHTYWx9u3alYcie+atKRKbWhT7TEdDS5Ec9RWlTSSl1IJKikIW2SDohRJDZ3Jx4tZlOYIr1Qi15D8L+jZS31sSnFhsJDJVmztuZCmyQtdwCbOA6dJ3SnwdMr3s8u4sxPR4q35U2OqrT8P6L95NtMNB1uOCbOktNN2KSSCvQKF7St7nFxbhyi483c1Z9vClb++wpqOiVTX8hL0RxK+ykJBKUOFBIzJGoF0/WKpPw5X67u0xbh2qIwa9IdXTqpzWaXTV5Vo5mOlSSkOoVdLjJKUrKVXbQVAlr7naLVMLtOYXr2LIVXwbi/rgTYTqktMygemQ2CSG1FVgpskKbXrcgghgGRif1I3QO1Sg02fXqj77izcvxYVskhRFuu6Q6hYvYEBQuCCBYWoncJwMG16fQYtbqlLflITITFqjSFRZWtkOBwHKl0eELCgQCQCBdAL4FDlYDn1LDmHK5KQ4+6vi0uYhPA4oSSS3qOlffMF3y5TYWttWx6k1xWGsWuriykZuLHdkB9LLpuLNuWClNq0UArve1hawqRLAyjpWFcZVSe27vB+zs3lUZIrs1IRIyEABBkAJvaxCVE21IJIGpHSpG9WgzpFLr1QwvjLBq0KSqk4rdcj1Smo7p4E1poqWgG1swUka5Vm2UQsR4giz4rcDrYYir+A+0ofERcaJQR1X7lIJJAuAQTalcedgcOLK52LROElTEqOvippq1HpebS5/3dRtxGgooPiASsagxtltsZVNkz6XWX3ZVbq8WL0tLTN5R/hpzXCeO2pKJDXyp4jSFgC+YkAAVxpQ8R0GA/jLdzvI5Kb1Ou0ufUeYpdQt40pQVKUw4dLKSVHW5SdBsHT6bAaqkSs1TD1XqLDavjw6WnmkPIUV5gI+YJcbICVBKk2va5TYWvqPuN3VT8Rt17d86tFIqi2pHuus05eXskqbBcSlzNYXCVhRSBbNbLYibpBiP3o75cd4RxG3A3i4DRTHlrXKYdgVEuocUki7rKgEqVYKSlSSgG5BIIsRa0TfnS687En4twFKxKw2xkiqdQ06tLV8xWy74lIvZSki6EkA5U21Z/tB7smsbz2KNFwbCqj9IiqdazcTmIaVlJLzLgGqLAZkEEAZCVotsIUzdHQcJRWKzi2ncNhGR/kGH3GmlOjULBQErOYdNu1rheZJIBuFgvKMzCNdw5vBozn2XzxaWtSmlNT2MsXOPkC0lSbgDQAEg+Sb2PXeBMdwbRqbWcW4hRWPcjqULjxc7D8iLolJUgnK642nuru4gWLayElINi3fBFxHghyLFwz7ow9wlNO/ItTQAzFtbVlRdL2yA6XspVrGpxfgz3XuvpOF932IZq6c/HRIYaqLpfRwCVrIJ6kKUBYpdRZVvMag0s2MItqLXrAxC+Ti6jbwcJP4owvTn6XRIv/f4TTc2A46m4U08ygF2E6QCA4kKFlKuiwCkke7XeDQcb4In0ZurRZsKoNKlUuUm8hhxJ6XminVSS25cZQCLagqNwME7q98uPN1+LaszTIjNYYrDS4tWojq8qKwxqLpLZul4JuQtAKrXBSoDKO1S324XpTsSJu5olboNLQ6h2VDfnhS476CBdtxP6W1rfFSFEXSSQSBCjiXFm5I2MYb8sZbvqDUt0EqJRa9FgqU1Tl1SGH3aawb2ZQ+2UF+KE6oDnUntoAUpF8C4egYtnvyqzT1sU9bSFvsZsyHr+p0Ck3FgNde+l7BOMJlZxvRomPGnWJT7DvJ8Xi5HXGM5slSdQkpVcixI1V2KjerpTu8bDlGfdpcSUunPoc4/KpK1xVEalaE3Ug5T4gCgixzei9lLOMExR6+6hQmaup+8/dNgmgxKLU6GhmiuLS01UVIS7Czf7NZAzMEE3BUgA5tFG4uTYtwjuDx/R22q87QZUKrJTyUpiS2iQy4pN08J9o310sCSD2IIsNsaYL3g0ulutuvVaoxeGnpfhvjMn00NwpHe6SCDc3BGh0LSseNYnwU/R8I0rDdWckpUlUOtxW2EEG97OZXWgD2SFBKALAqJ7JWaV1x285/rMjU9MZMNp8/vzOGA8Ibvty7Uv3pERUOSmKVFqPCDUpWpORZ6Qo5dLEjtYaGwbeE/a/wBxk9pyjVTGKIS+r7vVIDkdCkn5cxSWzf8AVuNL27E7Z23lbyd4srAaMES8Bs0Wb/UKk1KQpbSbA2VmJWFIAHSc6gBax00R1J3Z1me6261izDzC15fivz1ZUqPYK6Dr6djfQ22vpq3OTceYGrpp1GXvyDNB+0Fuiw45Wf5yt32IItdw/XUhRisTUvuw12HVHUCUvMnUlN8yDfQg9KtwdhKl0alz8W4j4mRha2oHTlQ5lVkOVR8LhUQlIIAGupvbZsYZ9lrEU/Brkp7HkKLV8wd6mOLDkWB1SprI6w6LgZiF6ajS9vur7t6zzVMwHi3Dz7EKrpV/SUd1CmlPsC7bqFpshy6yoqaVlJBFkgg2eG31NfRsmO2DnHEA9z9ZlT6zU4s+iLlI46Pu+UodjtG3TqL5QDmVcWVYEp12f1T9mbC9elN1SLiGt06K+pLrXAUhSoqu+W6kkhBJuLaA3BAuAYHssUPd9z8+BiOrLhV6gurgLgSmMimUg5S0lWudo6KSLXspJSEg66jVGpbVBlz3aev3d1/eEdPUPPzSQPqACe3ns3Wi43R8DbM8T8HYc3X4yw97rpKODNQqLKntNBGVYSTmVlBub97ka9iLgEhVi+s4NqldrNLlwpVRiws0BqagojysiCtDfOi4iOqVohTwCSSlKlJCkKMqvUrEe8ajc/RqghiVRJqZTTC2h94YSdQTayVcPMSEkHQEhQFigd8W9yvcrLw5S6cx0Zms+iVpR1cRrOg9Gtgb5r63AOmyVibnyJB8oaYP9oHHjUr3zvpqMWl1da0/Aaihhhx1PSQ8ASl45LpKnCtJGUgA2XsH+0LvAxHjxr7R+7lwmF5I7rEpoLWnKfhutyW1KS6ytIUAFkLSRYpIIOwFivDLsqBhrCVUzoq81PFhrfdCUOLyABlSzYJUerKokAkgDuNjSqYPr2Etw7mKJ9OqKJVIXxc2ZbEiKjNYocFylxIzFRBAIGoJAseSsb9x9wZq2nMFd1M9reDhKpbucR1BcKUh1TsKUl3KtlemRaVeYCikEHTXXuDt80T7UYXanxcWy2Ku/QX1K5KQkJUytKQpRRZIcShzp6kLIJSCU3BOw7ui4tZxa5VKDLirmufFnwMoQrKFJ+KEAAKTc5ipItckEXJJYW/3Dn2ywuxXqC6w/VKCj4qMpU7IjhebhpIGbMFWUAPTsDqGGXcNs6X28XEMTf7hFGMsJRHOewvA/pvD76wufSUIVdNQhLtmkwyLJdaIJbUEKsDdW1JL9r7ehQWqZ97ivsPwlIVImQhITIykDiMvghSx4QblViDcm42n4ApNGp+BKbiiVSXsN4rg/eqJiCBV/hrWUlKHUO2tr4VBSVJVmyrBSSCL4qwHJ3q0arYjwxh5GHcURVKn1vDSo493VZSTZyXBCLobfKUAuNAZVApKFpN0FWvTismJ/RKcyIrfTjLeDVIFZrPJSorD6UdDWRLaxcXSo9vUptlsNANLFOKMVT6pPl4D5TgMTWI8hiVDSt1pSgBw3uDZVwFeKxGmYG4soq3CnuGVA91tRGGJXTKivoTmYkLTZRZeSu6CF2slQtcEAg3AOxNyOM9xmLXYEqBRKdh6vUhKlLpqYqmkqvotyOpPSb2zFLSgQVXWi5BMmsQ1OjrqTAEVWH5rVBozHPssPsSkNc+0wtK0qRcWeYULi6L3BNri6Ta99mBFpVLgRfvVPp1XhLaUrirYCV5CCQtB8Wt/De/oRa2zvxhus3c7wZTk+VSYtLXNyuqlOtcrmWqwQ8SgFDlx2dCQTeylHttR4U3YYcoNe/mlxRW+PCq6OFRqo74ocoAFLa1jRSF+HMhQSQEqASUqJB2M/b7+IM6dv5YjcOyaXhyfP+zkut0iLUV/eIseaiQw4sHpcCH0rKFgE2UhSSb2UVWBDOacwu7Qefiu81UelXFWgJUlX95BJykAjW9iO1wduFW3c4I3c15ul48okqlzeKtpC56yuE46LAjPfIm49QBZQIBBzG4x7GozU+kwItJQwxKdSnOlOZ1NrryqtcqBTqDYjQag22JXXcv/AHDHtJ3vTmcJ9IiyqC5A94VGnTeFxWnaa/wHW1gnK42SCkrCurKpJB7WNiBkn2jcXVSsVqmQa9VpvvSnOp5Wsrgcm62rTK4rLZJUFAFKgUquDa2oPoIrDNLdo0SVFdQtHCTmWtYT+3yt9De97+myk3h1bd81S3KW0zBqMp/MngNOpW1msRqheZOpFspCgD39QwUyu2ONG65vsgNbgqFvVlYenV6VNhMRZTVOsviSCjqzJJSACUm5sCBqRa+ytg72/wCdCLwpVJ5FEVSlx0OrzLUi9khdhlJT4cwPVYXBPch3aN0vDG5GrUYtRWYTLSprtOhxUqYZUj4isjCNErFio5fCdQkXuVXg7e5hzGVZ9w4XaQjksi2Jq3c7CVEWyqWUlSUqFwU6j01AO3zL+H/4Q0ei1F9zDNiscH8A+uJi9Q0ndqOPYjZgmA7QXIs9njrXl6EL8VzfyIWk37KScwNu3fZcb7d8eN6pQabu0rNQXUIUWVxWlvoCpXSClKXV91W8iQSR3JIBNzXsWyqC6w67SX1rzJztZeOlKiSAQUAqUAbWUALjUgdtgHE0ql4tlc/xUIlMLU07HkJWhSbdgO5Sb9VjrYggEaj0es06MhBmHo6mrMnS/aMqkrcjUtzeKMEolSmOX911aLMcadj8F5tbfESLZiAkkAEJJVYpsDfM+LGt5eMsRuVSqMrlcfL8VbuboSAkd7E2SlKfwA020ezhrAc/iSqzzrb77Xwn4rodS26keNTagMwOgICgRa9r32qBhZpriNNVFCP9k6peZOX0vc5de1zr5G1tu6XT2Ux8fiHtvsQ7fiJCh7qZTVUbnz5eRaF50p/VUNe/+ev7dbG8yjwOVblT3ePKQlKelo53PLObW1110ItpbzF/X8JNUue3KlS+JNioStKOKpriJI0uNQQe4UBqL69xtT1SryvhxfA/nStKU3/EAG34+h8x2G3o0qRx5RBi1p8pYRMKRXYDE+e7yqH8y0R9Eq0HcFXqPz76eoLWMdQKXVF0bDlDlPvt9LrrqMnVex1sdR3APf6bEu8jFUrEdGpsXhLp62EpVKUtYf4ihr30UTYgkkDUnU6jajw/HgOxXPhZGH8vFdUsqzKPmFEkm51BJuOxPfY9dVLvsQR/SacZyRJUSsbqq9hKXFr3veiY1hK4sKVmL8KqMX1YcYJUY7qEqUUqbORQSQoElOwwwqK7xPg/40ZPwA+nrf8AHYorOB6C7F/oZpbD7fgkZ/ErW2YHuLnW1jcDWwsQelTZ8WU5wvgPsLyOpy5k66ai1ik3ABIt+HbZbVaVqG3L6hNVQVwUloqkRapFYpbWdHARwuK7dWVgqBtcDS1so76W89oGPN3uKKNS4nP0lfKrQl1qQw62/HlINrOoUlViBcJNyCCLEaWFs+/8L7q7k+ZWW2VKvO3497eXlp2ON1W9+fu5gVrDkrCdExRhqvNL4tLqkfNwZBGkhhabrQT8yRYKIBFlXJENRj3Kp1B0XYYN7vt2P2jw5PaarkWK/Kj5UNOrGdKiCNBoFDQnVSSNbZu2yr3j7qsb7r6oxS8ZURDPO/1OfFVxYcy1r8N2w6gDqhQSsDUpsQSzOG1AdfqkXPTn4uZ1LWqk6HVsqOoUNAFEWJBva99jAbz6XijDjmF8ZNLm0h9SOY+68XgpGvEbTmCUOI8SVA3BSQNCQZr1B3cya9azNz6mbcbSOQi02gxXfkS67+WgH7cxP4j67d3pPK8o7+ohP+XlsSb+t1Ff3Vbxm8MYoZQ+3NYaqNJntX5eoQljoebJ10tlUki6VAi5GVShGuvtRXeFyiH0ZfB+Wn1Fu+zuJrIN3kJzq1Liu4tiNSnlohVRaMzrVlKTmNlEXuLg2Ot+/wCO2xPZ6o3/AKL7KfnwKsuVCm5eaWuPlSlQ7Em+W1lHS2lrg7ZNptG980vmubQhcX4/CVfPp3WkEWUPWxJHp5baUVXaXFwuxAgVBhC5tOT8VTuZp5IKkEpeSDnsBcpJJBsDa5JFY/xNTT1Mo3wLmY4xvjLe/Xt4NBxP7oqNLlLXFVr8RAOrSiQUrQUgXSoEE+Q0I475qpPnu0LHmF5eeroRmqKcmdTbqSgocTcC6LhXSQCnpFrEWjbvaHF/pbmnUPrW+pS+FZae5ugnQ99DcdgCL30scR1aBS3eV+zy1oyeNbvy/kAde4uQL+XlsiAUfImhZbvTYZXYQp387+8b7eVmJCp1R4TTs92EhSkSHUJyl5SPlzJSkKyXAVmVlNzZ7VzFcqLw/BNfQjI0uPZS8iQOnsFHQ6pIAvewHYLTBr9Lo1BflUuItjmsqMq3Qpbau9xe+hHlra+hHnIpMOBKqjEqVUXIvUn4rSipTNjfN3BBB1Ngb207DZgkvPH6q39YgQWjYg3X7xsb01qqNVtiVKWqHIYT/VerpDiCkhba75QRqCRewIN+1frk/d87Lwvhd3j+7nVx5XCul1SdbcQJN9AbBVrW1v2sQYneiu4jcdaqNI51h3mEz48dt1Ly++clIHUdCoAAk3v1a7A29WgRapjdjEdGqHKyqo03xeF1R3H0IynKbBQUUgDKRfS2uzqEHiN02o42xjUDfDhLGX9KVnd7TmMcwmvdbtRhxRkr0I2KGpLCLZJTaU5UuJBzA2JPZNdN3nYjwHWXMOVmnTqXV+Fx+Vmx3I7uQ3CVZVBJsTcBQFlAaEi9k5KxHiOgz3GnYkWoofQn4vCCXVJ+psF6G/qb+fbZlTvaQp+9DC9C3ab/AGnyqozQcqKDiqOkLr9DToC2oqtz0YpslTaylZABBUsJULsNvIg3q3PDCkb2d3O9WK3gPfTT6dFzv5GMTZhHqMG1tVLCSh9oaA8RAygXuAARO37exjiPcPhL+dTBGMoOOd3kpCXVysjedtpQuFryEtOoBzdaClQ6SEmxUFfRBgOqT3IuI6dzSEP8JqqU2PkdcRqAt6O4pKXkWsoEFt5IsCpzROx07ibHm76K5gjC+IUYhwbVGlKmwmEl1hxpJTduVGcAWnKQlV8txrqRpt1dyMMP7lq6mQ/tEZGwviOsxX6zQYkV9iLlQ6006OK3ftmSbK1Go0AI7XIIFondvjJ3CU/EbVOm5PkU0ha0OJ87gDS2upBAt+NnLhmgYX3l0F+VgN5FBr1Omu8JKXyngx1kENBaepTdgAQQRYWKSL2bO8llrC+5Gm4Xw58Z9C48ieqPPbYdytLC1ON5xlC1LGXKopBCjZQvqYVQ4KmYx3cYWxHiPEdJpcCWv71KaQrIsLypv49DqPwOltSLaenMWgysB4SiUue1nbbaShfdP46+X522THsu4bwvjLeh9qKNEfWhhrO/KlRxHfUs2zBxAGUrGVJKk2BBFgQL7aY3off+PS+Cvo8K0W/y/wCG03VjZJB8plveanDkV3itS/GlWRCljN37jz0va+uwdgOjfbLEfCdeyRWF9K+LlUn/AENj62FvMa2+95zDUWqOQJTS2Fxfm+VXe3lfTyGxbugmwIGEpcV1n71n+E607m6u2qSNQQB27fU7Z2nr3vzC6mzYkHN6lCdwG1Lqk+oomscL4Dumbso5V2uL287WPoOxzTK3r4clT25TuE4q+v4rSnXMik/3bKzIPe1jb6WJG2ud/tQpbtBptUitU746Mq+X8LiSNEqBB6tO5Glu2umM63h+gtVSR90Wx150pyISjL6aWtb1Fj9LHZ03or9se4lSo5YQmg45wb8OU1SVsLR4UInrWlPbXWxvfv3Gt9tXbj61Ax5RnHWmlsIW7kkdk9SSfTuki1iAPPzG2bd0/s8fzl1Rt1ppcWloy8V3Kersek3tY/mfr57bWwjgig7vqCxRqM1ysVhGTp8SrDTTtb9gv+W1vqWTgTN6jqAp2L7hPTYlLoMXlaWz4/GvTq/5/wDXbhNkNNfFlO9H97aldrjrXwmvAjpz5cqtqmbKdn/C8aP8f+ewNtlvuYhJeBMCS01XnGmoiM6FK/SoCVpX+I8Q1Fldj6DsKbGG9aqUaqOUGVEWhfSr9x17X9R6E3sfLb7pmKYFUr0hprgIqKM6HWs+VTnX09PkfImwJ8r20/d5WF/ta1Tay00xniqUhbvzpSe6CRqRcaXJH4abJ9xp6ztf7oIU/eZijmuLAl52PClOisv+IWv+enqbeTn3VVuqYyalypTKGFxcrXwunrOt/wBmtvI+fltlXeJR8W4NdcxHAw9UZUJhGea7DQpfBTpqoAEgAa3ItbUkAHZsbjd6rVKwb7zsuVFlJU+lXicSk+vfS4uSNPIbNVV7vOQ1G5vCG9b3vu0uvT4HBZWuE7wlfIpVh+qfU9ldv2HYZrXtL4cadbalU+ajIvK6lTWbKnt0kEg+et9Ldtk5Tsc0bGWKH4sp59h+VIW660teZOVRJNknsdTa1rXPfYl3gYWpfuHmqXxM6Mq+LkzpbRa9lW1T6DMPM6+qtqJuw0qdGvtzGrR8Wbqsbtc/S8TRePKa+PDkdClJN7pWhQ72tf6fQ32rFbqpVLgORd0uMnKFxF8w1Ada5iArXslNwtAv2CFEAE9J0tkalxeFiNh3wfF/sl5VZhY3BHc6fs9e223t27bX2cb/AEj+RGfOu6l6ak9+4/HU7KEdtv2iWoqFR4lbhHEdZ5VFG3lUT3RWkL4XPtddOmWtqh2wyHUDI4EknQX12q94NAagf0pFiMcDq4qdUpV3y9Sb2Bvf6WOhGmxuzVqXi2K+7FezrR8J1XzJUPkV/B9Nq+oYYo0+K5AlcdGdKvix1hCu1h5WULG4vcfTaGAf3FNoZphHH2GYsXGT7sVpbDD6+L1oC0NqJ8lp6SD+APqLnU091OtYNbaaZQ50I+KlZTmSSO/pe3iHn3A8yTeXuurOHJ7krm2JsJ9fQvLlUpIRfKtBJsR2CgbG3l22rMSw2ouDWIrTzkXPwkpd1ypUrXU9x+/sdO+ze8EBRNyvayCKvGeEGvgSoDSGJX9q1nCc3bUalJI87d/rsP0WoYjwlPbrNBqL8KUx87S+rL5gj5knS4OnY6WB2MqlGqjX3Wsy0LY8aVa5VeYJvpf0P7DtCi0me7K5V2J/8l+ZP49wR+emxx5rtaMlA0Z1KfwJvki8Wv5MN4re/wDZjFSEw5ywLDmW7dKjYAKBCvDqRpsI1Kgz8L15yg1mnvxZsXKvOhXQ8jQpcQR4kEWsoG3cEAggSsLwMOUaqMNYjq3JRVqSh1aUBKPrmJJsLX8hfyI7ba/wPTMEVSlsUaVQ5tX4CEvxVvobmNJv5ofBJCb3Gtrdhe1tkHD6Y8cj/wAQdmo+niv3AYo91z3KW68taP71urXsf2Gyhoe1tL7Nfelh3Dm8rCUugz4rD3HQHWuKnqjui+VQVrqNLEa99mFSt3GDZX/2Eckv/a8qlOX80nQHvbT9+1XiDctz7rjuHKjKQtH6VpLoWn01SsZkaXHmnzAOxq9UmPKWTqdbja4M83q1hivYXxG5hyfh59c1hWTwlSXknwqT3NiDp530IB2t8FXlYi9xcnUWJpsh1jJ1t+udBsoAanUX9L+e1q7uXwvWapAaxRUX6dXoS/u8113hcTTw59UEEi2U2N/IXAJ1ivd3u+apcSVvGolIlcqhPCmKSGpDdxbMh5JzINrdQVcDsdpNwvG0RLUX7uAOIutydFpdLit8rSUe8erPldHF7DVINlWuT5G/mfMG29R3Ec+g/f6ethCFIzravlyghV7Wt/wubXF75g3n06jO4obr27TeDV6owv4XIOyA6ltf9x5ASsm4PSvMok3z3BGxDgbHHtD0bnoGMnqi/QerLHn5X3Y6APIqSSQQLhJOovYnSyFmidkPMUs0Tum+MrdTiGK1XojsWJV4UpClZs6eLmSVHsu5GW1jl0sBpYjXUmI6pK9zcV17PnQledFk/tBFv8v2bef1N9o6VRpXIUbBHvFfF4SuBfIlV7aEr6D52JIBuBbU7aZw1vxpePMG8q7zUKsQkIzsPrzp1BJIWkmw0Jsq3nbyGw60fT1HfFvp3QcyFXqnRsLwOLVGX0U6U6vi8kgrjqVc5lcPXhq7lQTcHU6G42o28ZSsOYXcx5ubxktiqUjK7HXqlp5rS7T7JGVSLAA5hoCogpOxBT8Qc1Kci83CeqMpKssN2e3HdlJ7DIl8BpzzAIdCvLKoWG1FinEEDBFLcrNewxNoLKP61xWkLS2k+auGVaXItqCfw745NxZbKs+//wChJqpfOQIRve1duv8AaHwG3S97+71cWoMNfCqlEdTxYb50KkIdsoJPmkkpI0IOlkq5CitOvtUuoc0whSktO5CjiI8lZDcpNu6SdLdza+1BJxZgjFHxcL06Lx2P9g6hSVIPmMpNx63AIIse4J+oVH4U/wB6RZb7HT8VrNma87XB7eV9bWsbC19mdbqSrfqDBl7KG+RIWIoPPwH4rTqM7iFKRxUZ06DsbdQ7eRBH5nZSUfHOLaXK5CLLfivsLytLaXm6v1Em2o9ARrqLDUbOOTSK9KlPtRadkfyZ8qHcqHFHsUL8IJTonMQCDa+uyjnYQqlZr09qLEWxUWH8j8B9PAkKWPNKF6qPYixNxqm4IG2t05u7Xz6jehqZgVI4lZiDeJi2sxfddUiNrWwtK0O8LIpKhe+g+h19NdpmEcM1nFspiU7LWuKhXxcjuZWXzGtintb1uR+OxY3TvdcByfWfgSmE/F4qShTiL97lOixrob3AsR6XWApdBlOvu0anoreTMuRFad5OYpNjfKEiy1g6hIBJAJAI20/FRNunT/E/MXVOjQKzSYGHKgv3iwhTS1rtlUi1sqyDfudL6juDa42tMF4fapfElT6GhbC8z/wlcVpS0+SCoWKvMpNiPK/cg9ZTgN12X7rZq8Kro+K1z9lcbS2TMCbkHTUAG+hGo2n0Kc7Apb7ruIeSzo6lJWcjnmBY6JVcWvp+Ow8Mz5WUtT/bGxRqtuvr0p+BS4mHl1GV0yIUpfuuVIVexJI6HVC1s6RcA2JJvsvcaUiLhyqSKXApNRpef9LDmOh9KddMrgUc507kn8T5L5Ran1T9MhEpDudqboppSr36zqQBa97KB0FtLbEtXGI3XWPfLqH/AIWWPIYd4sVxNz4ValNu2U2IA0SBYnrgyoYnbW6AnMsKIIrVU5B2Jn46OhK1BSHlCyjY62IPlYHTzvtKcrLrTvFisrirQtSFtL8SVWAsb+Rt+ZGwq770adY4sRfh+EpXhUm/YG9iNe4O0+H70qnE+Etb6Op1C1/FUny72JNh+e2a+JmujN8Qmo+NpTtZ5WfTkZF+POjIpKraG40t6pt28xteVqpz6NPiO8pKixUOpkR5kXqWyo38rgrQc1im4v5ajWhwlDlc0+7KdfYWwjoSpopUpFsyr5kkEjuUrABAuFA2Iv6JvDdaabitYZi1thalfc3VhhOW50Qsr6NewuRrYXBvsfHjlZB0r4yk+Ym82fhJpx1qJCqkWKvNy+cqQrXulVgQbEECxIJNwddqLenvtwvvBpcSfS+dp2d3hTYEpGbhrT2KSNCCddCCdSQPOViikUavRX6phyh1SiPozc7SZq/isqHcpuATfuLixBBuL6hj27WViPgSqXUURXELStTTqCnjISe99Uk+d7E/W2m0B/zG6NHtwWh3gTC1ZaixJ8BliUhbSej5FJJzFBvbKbeYKSLkXF9qbEJgRXXJTWGH4tR5j4qF3Qtl9DnStK2+ki4BCgEki2hOpMq1jKLu5wlEnwIj7+RHClIjuhSFW7rT2I+qbmx17dgGbime07Axbhx1yo0Sr5WpEeU0UKZd1JjkgFCTocp7khRCVWUdqrYyNlZq1Isbe8zkN7VGw867Lf5WdHQ1IQ+vOqK6gpISV6BxBspIUb6pAuSbbEe7OhwMB+7YrVRQhaFra48eRmy5gbcRm/UCLJvYnWwIOm2cKBiGfQa9wqXW5T9EqKlOrgTWgpbar+VrpJFtFtkAg6gWtsxaPHgRcUYexvK991FiFIUl3kH86ZSFAg52wdXWyRYWPSDoewdpcueZfZ5Q+3rYFpf2tbx5WcGwqjSJUpLVSlMSjy7Lq9EvE5kpRclKQoGwOUZk6g2lOm1nc3i1jn4j/wBg8Q5YqHUKCuXdyXTlcRYJIJ0AABAJHneDx4uF941axRQd5q6RCmx2mnYb6meVc6LkrYWChalaJNknw2sDtOxDVN3NUoz8DiooiKo0qGt/DyAuApZBCRIpq1BtSAqyszJbcSRoVAkF9HhwNs5wN6VLwli2tYIrPA4E1SprDrqEJYc4huVIIASAolRUkhPUTprct+kezB9suHXqXSadh6FNaVzsWOs8CUnuAUoIBB1vfNa9wQRsn04H/nVwRApc+txX63hF1P32KnMqZD821ggKF02GYoJuCCk67WK6C1gOgufzfbyMWUFCFIS/DhT80NlQ06oyxkbSTYkpA1N7XvtztJ2xj7w93NBwHFci0GoSqXVEZHc+jqFLSNHEqsFLSPNIKVAX0UBpS0afi2vYcc3g0t6nIqMWPllR/hLjylIbzcVtxBzNuWAuCACDqDYEVdKj48agN16U7KrUWUlK5keVdL7KtRxmHEEpKTbugAgmy0ajZTQsA0HFu9CfAn++6QiU1zSZ9D6GJSU6ralMIKVKBKiqwIF7kJUOnbgd3uRjbL6re0Bi12vOSq9giKir5FKhzY6+BzVrWaX8iioE2UrKSdBmAJ2c+AcCYc3l4NcxHWWZTDFRazZGJi+LDftZTdypSc6DoDYFJFrDUbKfFe6WBQaX7+wbTmMQ4eQjJM5CRzHKqBsoLbF1MJIvdVjbKQrJYDYRw1TapAqjc/BtRrzC5WZ9K6dKCUylJWAWHm1XZeUEpylLllWJyqBsQI+MkCfe9ij/AGIiuRZ9crb9OQ/ngVdE95rhupNkoeSc7aTYC6ha4OpSCQYe6fHm8HdpPfqmKMG1Gt4Qq6kc+xVIDOdPTYPIWgXU3ltZ8gkEkKKhcBzYVr7WMsLy2oFJ5V+KnJMhys2XLqQpIWM6CdcySF5TewO10as1jf2eKlS5+fJRWlpyraQqVHaQCFNhSCjiNWF0qBQRoDlIsC7dsrndOTVBn1mBPxHubpNBXx0dbsCU9Rp7a1X+HLQ2SytWoAUEBlwXICdAc3wN3rVGrLcDFtOxDh6VS6lzqU6KYSo3F21xwMqddU5SALXsLA3GDMVbwcB0uBvp3aYhYxLQYqOFKaaWUPtsFKM0aShYBCT5FYKAO673G2g8O1HAe+SBH3oYXxD/AEchrLWaNP6H6bfQtvJWlVo5VcBZuhNgQSCSKZ3epIEUVew5VKpKbr2F6dKm8NCWpXCaSnmEWOvRdsqNxZVgT2JJA2I4+HYs/CVdwbvLZXTn5UdEr4sUpyyGwSmay4hRQ40VpSFJFlIIJUALkHkLDlLoM9zCWEokKKhaVOsQJ6+EmY11FfLqSShToIJIbKStOpJIsI9Yw7FlRYn9IzV8FaY7qZHx0Mp7KUSASUDzsQbFJFgEnYZEmZ3ptLagVSJXsJVubx0IWliYpLchGVWhB6kZ2wr1UFAp7KIC9iKjneDVK8+7Fp82FUYUpK1cg6pLsF3KQHUEgPtA3vcg3CrEam7Lm7t8B4NrLDruMURV1RPNJQm0qFMRpd5lSTcWKrkFJ8V1E3vsRuYRxlRp8eqUuo0HENE4XFgcJ9SH20En9G540jXVsBxAI1QQb7VkYixpe+ZpqU/hfe1hOaxUc+dNboLTbD8hHzPLjEcu+QSm6gEKOo1JB2kzMV1SBFfnxWadV6WxkkRak0tbSJCD/t47ic0Z4dilQsOxURY7Ta1gml4yrL8p3EzFLlLkJdhNTI+ZLi7gAoBKcqigdLjbnDcTcKbbNiCGkUD3NPXRp7yETcmZ1pUcqS4m1gVJyg5D9UFNjbMRrteEgjDkRcWtOOysPZEPtJkJRIQ2pcd3vxGXAbEE97qGpsVG+Xavpz3ClN1TjN8Ra+V6H3GFq72bUhfSq4JsDqm5trcEkmYUw41FblYSlzqJ87Xu2RmYjrFwSzfOlKddW1jJbQaGxrGY9eo0r3zWaJFXTsyWqo7SGilCUK8Ly417JB1vZSha5C1W0oRLQ+iMwJVBbd97PvxWHU52lsZlRVaG1gLoNwCT2ItoAdR/EeFpU+U3VHcT8BxjL94hRQpeYeFSgb6X1KRYjuLabXWHsUuyuI1g2rUuV4mpTD8UqW3YABaToopIIsVZjqbKJ720mluuwOK66hE5xHwlI6cqv1b6EC/lb8AexIBB4gZU8Nuuu+/qpVkSm5XXxXU/Czk3WsBwHVRJKgSQSToCdf2OjDmA6zEw5PeolOi15SXWE8xkpdQVYdQcBKoM1ObKFXLaxbUWUkWjbkWfS5EWqcdha8yHWlRzkc7i5y2Re+qVADS4vqdlhjjdBhzEdGbpcWnSmH6clXuufCzZFIUNY8pgdKxoCl1sFxITYkjQ2kbZonHtDqjWEm8UO4NRih+j8JL/AN6TFm8Ds24vUNKcBISXAoNqAzBVgUhc07evS+K+1P3WrYm5OEl1SWnUvX/sXkOJSVAetyQNdRbav9lbFFUwu1Pwa7LqNRhI4rT8CYorU2m2VbacxtrpYG2YXNr7EFJ3S0bEe+P7EfzhPo48V+fHo09rhKqkIlIDkaS2UkFvNlW0pBUFZTmGmYF1lwx2wIlqHdGGyLvETU9p3laXh6r0tFUQpC6bDspGW1+LGCwttxHnwrrNh0pAGxJgdUCBS/dbtOqk1C0q4sV1DeRXcFbZGXhqFjdr4dyScq9QZtS3K1TctvGl0FqrVut4am5p8DPPHP09KT1FF02fSgq1JKFpBBKlAkpsqKzhefXnJ9LxPzVbczrRAadCnZCkDMotxyPiKCRmU22VrtqlKgCRCl8eccpLMvM+cFysG8/7rw58RcVas9LqkUtLTlsALWCCevRTZGhuE21M2i0mqRa9UvfNWQxRIvxYENWfjs5gARxFXS6kdSrCxSF+gI2ibvaxKn1SrNT6dF5XMl2O7HWcuZRupxOq2y2qxUOGoG6r5Tck8sRN0uVS3GnXX4VUfQpa4Trq0IeUSczrJFilQTZIUnMRqCDqQwhliJ8UuTiOs+8q9herTUSqdPddhKYdCVN5SU6trukdKbGwAPYEka1ddl1TEcX7W4oiOQmGFrdaadUEoyqX1AtqGZKlGxBCiASRlFgTT4iw9vLixYEWl4hpy8GylIdfUiQFVGk5DcttkAcXiLOU5VJ01IVqCuN5+8yBvBxbH3X0Gov8lS2kqqMpp39G75NEglOgJJPymw73At90p6ltXcH/AM43Pz6CzFhU5tCnVRXVFKXLdVxpp1HS+lzfQW26xJsXCWA24sqnykcq0t1LSc2RSMpzEAaggqAuLggq1Jtf9qEuqUF2k0uLEYySmkoRNyl2PMTfMG3uGsFBJFisWNrEgk5j23x4ar2LaDAi0ah1GLToTXFdno6mo6yrKUrVlKktGwPEU2UAAhdxc7Q1Zid3nEpS93e7XG/DlViuOMMsR80NbqeE+2U68st5NrLBylCnLXJvck3IyrdNu0xHWZ7X2xlPr60tfJKStPdCgoHr72JKkrBSUqJNtmmnd1FixfsviOn1FitvpTIiyoq21u8I9lpUglDjVjqQCkC17Ag7BCVRYDtSw5Flse94v/d5EVaFOX7FF/0azcGygUKBBIAUVbDxtjKooXEUNSRWcJRZeF4FW974efkJd4D6cqm1pXmOUpN2V30JScqvMHttY4Qx1iOBw/s5idEWahXwET+jN/4YeHTra2VQAPa477Mylbqa9ij71Kiclx/iqU6g/GSTq4ls3I89AQPQKuCOyfZcdnuvuyq4xSOBlUt1DQdS81YfEFlC3mASCbixudAVBugimIu8S4++/wDC3l7sqcibL6+YVDDXG/8AEaWg5VfVSCQexudizBeB/ejXv7DjNeojC82eO71oUkgkkBVlAEXt1XAGgHbZlVCg0vCVGYo0WJKxetbSU866ptTEhB7Z0L+Gqw+ZI4wBAJPcU9T3j16jUZtr337oyLSrhRUhTTiOm6FJX13BJIVnChlGh7bdZnHEDYHUcSlrtexlheBAnxSuvI/RO/FTmygE2INlADUC1xc2vptPoO+3d9Acifajd7Np01filcALYcV5nT6ZhYEkaEgjUdd4lO3c4ow4xVMG4hWutzUJdd4XSlT4SSeIyknIVBFwpAyE5iBqbAkbBe9+LxIsCkvrWhGdSJCDkUn95SoWJFxqL6eRzhUztyIm1bXexNSQN7e6+s0aJ7hxvVMNSlu8JLUqlpmU2V4QQSMrgJHZSVpPnlVY3BKzuk3q4onuYywHiGFV6dK6uXhVfqbdTYpKo7mRQcTcAKAUbGxHlt13E+z5vF3vykUHHmCIvuuUlL/vRKlsKcQm5DjSmVJcdQCbhRyIBKrm5IO592fs/wDs8eznS2J/vBnnVrUjn5VS48jOe4QVaiw0IaSTpqo2J20kpQeozp6EoHiJmjdv7K+9+vbwG97UrDLFOp79LjtVmmuvoYqTj7fSlSWDcWDYQklxSLhPTcEEGVTlz8UVSXhKjVB+FS0I4U1qOgqYlLBuLqFslstrjRRJ9BtK9oDHON8RxXGt2lbyImuraoj8qQ1Dh1JIylxkLKg1zhSHPhuuBSQkKIbzWH97L28OsUrmsL+0DgWZguvRVcBpdRhrahVRBFwY8oXZcXbukOKIIVa4BsRxxtjWN0eG4LCeF4FBq3vTDEpirxWPvTDscrS9F7h2MBe97ZSEWVonQEgq8td4kuBFxRWp8qJKhTZtXlTH4EhBaW3xHS4Ep0BIAUlIV5jKSSdT6K7zd4ruCJ8CVhKoPsU5b6VMVRLpRyuZYBBWQW1p0sUK0IN7gg2VW8x3d/QaDLpe+7DLGKMPYkmLaaqSKchc+gz1Z3UFCFpKX2SVXS0QVpT0oLgIQmoCrxJ7R+JjzfpvKw5VKzhoxeChinU5aH2smV1tSlJsFtq0A6CdCQoEEE+RRjve3vLrO6WmxZVRY91zUcD75FHFlMAaglR6tBr5kC1wb7HYwngiqO0WBVIiPjsKdpbqYRYacQNcjbiSApo3Cm1tm2pBAIIF/V8F70IsqkxaM1Cm4XW7kmQJ7QStKwRlPgCCR2DoAJASCkgg7Qa9vlKuGmJafgvEbs/3pQedQ/FzPxZkBTiVtqtfpUjrQR2IGo7HS+zKwhj7eM67xcW0n3vCy5Vz1ZY8hV7i6siQl1NyOpSQe/Ue22v3KHRsOOv1T7GoYWtKumRFSnieSkcRJ6x69j5WIsdheL7P277e00/PpeIcQ4elMO8eVQ1ISqO8wVJAVHcCQvIDcFKgPOygRZVd4+Ym9nayXHEUz+Ja9iPBDeEqNEojGdDsiBHlNFKZTQsVcFaCUFaSSkpuCnpuCNTR7osV4jo2KIkVr+jpq/8AubvwmpFulSNU2uQTYgFQ8swB21Wn2Yd31BoLbWA8QzaQtC8z9LqSlTWEukkF1vOoLLawSHEZzYZSEpKcxAahgbDmEp/K4tqzEqUheZphCCleQg2QlZBzov4VKCcpFjqLkA1CPwJNGsru4T3FVv8A921B3fSuaw5TlxYteQqbA4Sk8JxClZltAjpKULICbG6RlB0FtlPuvxjKwRiiJVJVORNQh1PFadv66EFKkqIHmAoEi4BBsQ+MPVDCW8aqT91UXD02a/xXZVE95Tzy7c1KD8FCwsvsKcRdJAztqsCEoIN0dXMRbvQ7LgS8Erw9W6e67Fm06qZ3UJfQvKpsSG7OMuCxFy0SlWuZSSVGwEvY7TTuO/bZwbXsGsUHd9uyqmHqih1XF5iUmVAZdOhdjpUoucM5QrIoJsSOg6nbnuW3uUverWfsRvBqMXC9QYWlMCpQHXEQpHnaQypRU0rOrpebIAJ1SSATjzDs+LPpb/C6OvpS6vrb1vbNbqv21sTbsdRtcbu5buHMbwKpPdblU593JK4qB8PuNdQBa+igR66ajbsBTmTWyj7p6c7yaq3XsGwcL71Xor9Xi/AarKWkuxK1HSLIW4QCGZKEm5UQEKTnIIF0hO4bw/QaZWYlCgZ6cxCT8BhiQtUdtNtCwkqKmkkWskEp1NtDbYvoe6Le1iPDjbWCKst/Dy8k2EiqXadgu2CghtR1NlXAsQCLDsTt9YN3WwMR4jq0DFFWfoM2EhUda4bQTlkC5UvQWCwQTlsAom2pNjS3UJ+Y4r1opMrN9+CPtlhyO7F3hVSnTYX9YRHkZWpyLWutIspCgdSptQBuQUHQhS0rdlAawu/Ki4mYhTUKUhSpCc6lL/XKj3P4gk7aWxBu/o3CYaarjFUW2hSHc8csLTbTsCUWV3IuLadIFjtxXSqDKpblBdiMIY8DqMgza697fsPY+R2p9bV+Ym3VKF8cxZ7h8PYS5WpUafXK2xVKijJNanobW04jtnYkMJQRbPcJcGZJuQRfNsLP7tsOezJRqlFgcCvc0tfCdV+lUwSEpCkqOigClJIKge5Ivs167Dw5g3gVlqIhjItDXMLaK/oArJddtbBQvYkkgjQr7edOi8VuLFzv8BWdLqkL809gSAFJN9CLi97EDQZPhVY1ifzYz++Jm6jV7nyPtMC8D736XFlUmVPpPO0Fh1KH6XKkF/KkDKQ24q68gT2Sokg31Gh2cO8Ol7vsZQPtRuvqHNSkMKU7TZi20SlMC/XY2zlsXGZJUFIVckFGuNK9QZ3v6JQaFLMF+VMU600/dLEod1obcSDkcA1CVm3bqToCbTKBXp+N6S1AdmxV0VHFdS71NPJULAXGuib9idSQR3BDeisOD7gGAHkDxGvg6nu4jdYaap2eKw7wJXdPDVa9jYHU+eo01B2Ecbb4t0rUqXS6W9UYU2lqXHlR1RyppxQ16VAlP7rm97nQbRJ+8NrdVKrvKvLRzTSUNNdPUooISmy7oIFkqCVEC4IBBI2y/UazKlSpdZdZQjmnVO8JpJTluTqAVKOvc6nU9yLbX6RU+W3jj4hE0qajkxtyd8PvSK37hiZGEO5GlK8Td9RkBvbXulQIN7212o5uJZUCe3PrOdiUvwuo6WM1vMa2JNgDftoTrsLUaRKpcBt2VTkZFupUlSf1dNFJ80nyULWOnrtzr1Vn1SU5FivLyLUlMVhVviKJsEJJNlEnsNL3tbbb7fOI2NHSg9SxqmNcUcVifwWOJxeFldyLQpXceoNx2IvqPUbEGHJ0qsu8X7HIpy/E6ppeVCv1iB4T37E9tiHCNZdwHQX6NPwmhcqqJVxWn2s3DV2zpV3W2RmsggWIIJI02ragvhNc1F+AjL1tZAnL9AE/5AC3bZUapqW2VxCzVbD26xLyt1WBKpfKtS30cToytWT0kWsQb+Wg0J1uLa3X9OwhVKXVHKzS6i+/CydbUq2bL6aamw87AHUAA6bWDMuV8N2jU/mlrVkXxbqUnsPxHr3sexA7ksg0HeW7S35/2Yfm8TIjJDYMhbil26UoQOIvuelKCe1hY32nvWufM/2l6WsY+R/tK/EdYw5S6NSapAie8Zr6VplR1XTw8oTqpJsUklX0uNQTpZpez5U9wWLcWwML43wbW2K9VFpYpKsPVKQ1ITMIzW4BUEFWUZgrvbsdqqqbn4GLd3LFUaz0St4eWuLVqNVmHY8hKUgq4RS6kKSo3uhtxKTYJA0JJB6JVp+DeQrOEqtkXCf4sV1K+tl1Bz9JHgUki+lrdux1EL6t+1xLXdlT5CbixD7BFZxlVJ9Ui4xRT+ayuxechDL2AUlwNWCVE3USkEXJuSddszb1NxFZ3S15/Bs9n+lEIS7kYzuoeYV2dZIBKgbEHQEEEWuCBtX2VfbDgb84DeDd4zq6JiRj7qmbHSEw6l+qM1rMvkfIbBWpQTYgW3te+zPGxRgRePMJypTeJcMNKdzrdWpUiIDmW33sFA9YULHQi9jtqNp0ZfGDahCu5Jh7H+52Tjf2VqTvBalvzapupqLsWfDQ6teWly1ozOobKipHCVyxVY5AlDxygkk5kmYYlT+O7FpM2osMfpVtJPw9e9vmGh1FwO5sBfbSmI8Q7xqXgPENLny0Li1SA/TpiHU/po7wyKuoAZiAcwSSSRfUX2SmHjKiuuOwK2iKtC0qRmXlT+F7i1x3Pb8ddgh8+M0NC29NsCaq27S6X8LoR+lTl6lZh9Dax8vT8dny2zh3eNuGoOLcOSqd9pMIuoh1ZrhcCUqK6AhBcbNi42pQSpt0Z8pbUgrFyAo69Fiyq85KrzKEZ0pW6wlAaUpIAu4LEpWojqJAAJvoDcbEcvDWHIuFomI8GzM7EXMxPaSvI7HUcvyhR+E5ayk5im7aDlQbhcsm+bFNjINs4UjFFGwRhJ+V8811SkfNl87W+t7A6W1Gvkupm8KVPlfFdWj4ubMlX7rdjtayKXFlYcYgT6TUWKijMuO6pJS1IR52zgBZCv1SbWFz5AQditUvh1R2I4uCt1KPioWhDixqplRHUhdvTqA1tfayaZPZg7LX+JqDDLtBqmEo89p1+K4tpGVeUKaUsAXQQLEeSdLgHyG3fnIrVLfiu09C5XjakZMq0+Vwoa6fqkkfS+ux9jHdPhzAeF8Jz8Lsri0jEMDneFz/ADTHFyN3LKzZdiVWUFC4UNDbQLyWhpp3lXeOhaF/Tp9NdDrYg6WH7NrJVsnldVkXHMH3HHZXwpXXkWpaVfN9AdNbW/adui6XFaoM+U68/Ff6nWHUpzJzJB7pNu58wbgi9jtdMsNReI7PaWttHV8K2bTXt3Onf/K23PFe9GjVTC8TCVLwnKmvvrSlpLUdS38p80cPNfQHpsSdTYAm/bPKNdO05d95i3rbkrF0BzFsWholIovxa3Hiu5eCmwHN5BZSEn51AFKSAVEa3paxVsLuwHIrVOlNrRm6X1jOnv2UBlNjqTYGwtc7aCwLurawbRn8b0tlFRrzCFoaiuoSvjIINm1t5hmaWk2UAQsjpIAAJA99mCd0rtBpWN90zVRpfHdVDxBhSZd9FJdIUpLsdz9IlkqBSlLgskkAKBASSTbNe0ZihoWJ+Q4DXx1rWpSV9fiT3H102kfah33o3P5tbEplaktSErKVN9xcEEEXBI0PmRsPLadi8N1pnJkWr06fTb+lpaddblfI+vq/uq8/27D2Lug8x3wN4LWA8ORJXRKq77WVEhKApTiL9ipPdIIBsbjzt32saPvTwbiiVxa9UJqFysvFS1bMzp+kbJBSbaXbUMqgLfUr7D28is0aje5otPp01lasyWqpDbkIb9cpIBTfXz/y2YO7/d3Rt5eI4EWs4CpfHlLzf0W+7CdyfMQEqKVW1tcfjax20q8fEAa+Jtn2XMBtYXoK8R0vgIYm9SOSYLDCkkd0N3IbuBqkAAE2sLW2OMX12K1Kc8f6ykL/AH7XVHpUDAeCGKXAa4CIsdPSvxJTaw/E+W2c94OLZU+U4666tHUrJk+X/qPLXbP1t/wJQCLbfRPiyp/PtPL+bOjP8v1udf4H02qN2VXiz4st2K98BjMhSkeFKhcEHW+vofx9NhPePX4v9alUNdRir6Vqav09zplII1v3I12Ft2dZ+yUqpNUGnSmOdaU+tiVdSlJ76hQSu+gF+x9SCBsKs7AHhbKzbXgwsxFiaLKrLkB1rOwvM0r9VKj3FvPv+H+sUYKi4tlNwIryOOtaUIVp9LH6K/HQ9jpqFMitxfej89rE2T4q80V1o5dSbgKBJOp7EC3qe+zq3UVHn6zTZ7TyFscwlpWRfSlQHn5/X/ja22Zq6nrvF6H3BWjsJxNn7vsFwMJYIpsDhI46GE53Upyqc/H6/ltCrTfFd+fYpkSvuDHC8HCT/l/H+ew/OPwtvS0acbQzTy9h3tkwXKOE7+h2i1ZvhNfpcniz/wAfx/wsJtQaaa4uwjiCrRYDTlUn58iPAnL83oR9frYfj22m3CiRXWXOAIhIzeHKpXm6pVHvs1W8yk+9KQ0U06Qokf1uIVHh3AtxGVAXVdSDYEMhFdr1GiuUvEcToeQpaZUdYdYeTcZShQukg2vpcjzAOgU+IYLrtUf9zRJXQpWZCkFX5KQD0n1Oov3ttDpW8V2jQPcNeaflQkOpQh1pWZ+Gr0tcZ2/odQL2JsAMAbnGRPV1l3TMe27Gpuz5/Ie8VsPrSnI7Ht5+Xl2H4DS34hvtKYUawlF96UaoMU5+oyE8VcdrhJcVluVqRcpJJPUoEE6EpOp2mbu6vS4spustPIWw+jO0vVOVN7X1Ov1F9Bc30APHHMNre/ihiltVFaERVfCW07maeRYXv3KSBe2mpvoRrs5pnKpzKUhw/qLXDVPo3uH3y7T2PeOTiuoQkKS5qdcxHSSNRrcHz89r6jRMUT/6Zo1WYR/ZcJ13MhWngN9CCL+f5GxBs95FHoOA+Ui8VHAfQnoyZVdJ1X4rH0+p8tqej4qi1RrkMJU+LUX/AAuwmpA5hSLaqS2pQLgA7hOZXoO+2ZrEd7BiV1u5jiQscYRpbrXv73ciiV6KpK8sdZdhylC/cDqQo62VYX0vmtsd4bq2N8R4I/7Ly4UWUhOV2LMunjKHchabgHXsbf4tRtSQktcr+ujOrpdv0p80kHtb9UjTttwRiprC/wB1itIQvx5E/N3OgGoP0102GlhXg8zO7n8p5gBm354IqkuvRYlXzyvhSOEgracSCbXCboNtbX1ub/jIpeJd9zX/AGtpbU3joWpTsVcc5uEB1BTZF8tr6akdxbQ7fVV3+O8XlYvNQulWZaUcVP7iFD10vc7VjdT3tYt4juEt4VIqMVf9Yiod6svfIpC05godz56g37baCncMkRhF45EIsa7zvtvS2Is+krpEpa0odUq/LpV5OJUq5Av3CgLXIBI1H5iCJVPslAgT6HS6pFedaSri5k+oCgpBC0H0Ug+Yvc2AE0U3fnhd3itROdQvL8J1aH0pte4Gex7HUE3v5G2zNwfiGfPoL7WMsJrpD/hztRePFcVYgfD0sQe6QbkdjstYNp4kuQv2SsZwBu+i0Fx3EdPfYY+VpMrOptXnkUqx7am9tT32UWI5tGo3HawbL94wUfpenK7HtbxJ0OU30UBl0INiNmBj+nRcb8pPaq0ViKheVTsCQVMZdE3AVZbZvfoUDbSylDatiYU3SyorbTuN4sKosf8AeEoy5Vf3wAQbA69jbsddj0Ps9xjTuw+6KtFMlVR3iynVoz9aP/ET9D/0/Hbe3sLVbDjWDX4EqWta4Tq8jUhYVl0HhCuw+gsDrYE3JyziLddjKjRffODZdLxfS2MrspdJXmkR+5zljx2GtwklWvbU7Qt3OKJTVe5XhPsIfQpK5UBWRWtgfQBQPoL6C4OuzLlGTJl79jibs3j+2LulwlKfpcXO/VGF5Vx0tZl57Ei6dAU6W0NwfKwJ2TtU9sdrFEpjmqfVMPPoUlaJVOdDqlIt4FJUAFDS2hBHkrz2TG8D2ed5bsrmoFRi4rp8rqj1R1X31PkA9oSogd1A6+g2EZeB8ZUGU3S69SVsP+FPXnS4n1SrzsdCDYj9+y1ldbDwkaWuhuB7j7xVvFwviOU3Pi76Mk1DSuifTjmSqwBX0kKINuxCimybKIvcBxPjaLiiluYXqm/ml8l/566qQlVxbLmXnRY9wSCbm6jYbJzeFRJUCK390Ww/09X63qfUHz1IP7tgdmHK4vFdZWtef5vm2tp9Nt5zD2Y+2aEodCwlheLyrWMWJSFozIQ1kyJWfCe5KfrqOwIO1rUN6kp12k0tp6qLisOpzOtPlObXuhWbMAQblNrHsbjTYW3XQ4G8bgYcaxjSKRVFqyNQp7WRTywSEhtSjlVoLlIN/UC42ZtQ9kbe/wA1yrVWw715emVHdjp9Qoq1sQCB20t3toCmofJl+2zLFFvXruI6Xij4WSKiotJkcVLAQvN4VXA6FEG11AWN9fUn25WiYoa4mI6pVn6o2hCOXdQ7mU3ofh9PVlN9Em+o0FrbSd5GBMeUGjRGsR0OLKXCTkmxeK3IzIVf4qP1hcGy2yCL6gC9qvdi+7QaXVuV5pcVfxWkOrzZUgXIzdzY+Xn+O1TUjLtIlRQMYeRcd4h+0fErMqJKpyIS8rqFKyJ6fPMAAoG+gUkEad7A7D1WxLXncOcKBiebNok1rhOxedKuXt5hIUC1qRe4IuL3FgdptB3zT2or7XBirlLUv+sNcVDyM3hN9e1wRqLeXntSstRay641RsPU6nvrVmaaaWGmMxPZOYjLfUZL29LXNrV0VoNgHEIqoowBCnA0yl4cgcKfEpz7i+tp9rIh1KtDofAb2FwQATpe+zHgb06Nhd1t2VE468ifgOoyrVe9iM2tvrYg/t2T0bBOI3ZXFr0RdOio8bumVKvrcgW7jv8AgTsVVItYcge4a9h6o1GnL6ml5CpSVWBC2FDRFvIhQHYWHYpa3ptOsI3wvaR+THRS8W0Gs0Zys4Se90SmE53YsprMlKlWBBCScoPbUEXv6klf4iqlBnz2KpiNr3jFWn4qYDoWlxPpcWOlrgC1j5A2IAcPVas81yECX7xQxmRFRMsiQlI1DedOi/QAgHzvtXwoM+BVH3XaIv461Kda1zJV2KspJ1/Yfx02Yr0yadAiehL+Nf2wnr2NcL0Hh1nctvTrz+f+tUGvQuaRmsQpuzoWTqSLXUgjsqwI2gxMX7oMSFBxTui+y9YRly1LCCyzHzXT1mC4Sm17qKWyAfI3talxBRYDUpue07yq5S+tDvh8tb+X1PYaeY2osRO8g63KlPIYXlzJV8riR6a+fodCNR9LoN0nf8wpESgyubaaqzFRWhSnWH13QpxQuTcFRW2q+vdQBuDe99hqXKi0bhz+bfp3H+E61IaC47n+E2Cs3laxB2hwK7z8r7rwM605FIUgK6xrnBtmH1sRfTT1tMD1B2VXvcLrTmR9eRTXyq7m5Qek6+vkdCO+xkXbBk7pc4bDUX707TqQ/FmoTy6c+VClG5ORQuk9hZIIIJ0HY7MGPhmViOjIqkBljP4+LlQhakm9wojQkG4Fwn6/X+k0qg0Gnv1mBh6CxVKWv7/SUXjokNHUOBgksr0Uo8RstqvYqCrA7dXqjRpVLbrOF8TIiofy/dZF477Kv1b+BxI7ZgSbWJAvfYd/2ERPWv2q/wB4G1nDOI8OcSVPpyOVfX0KaX0Zvw0sfrbUbfESdK5Xius9CPxSpNtQbjUW8j9Pw2YG7yq4jlVlyjYoeXys3+rtSI44Dyuq+VQ6STawsbnXvfUsq+F6C67LgcpwJTDWdGVATmTcg2T2NtBp2B72G2YUnnzrLAeYlKbWp7TTjXFfWx40SEO9SVanxp1N72Gn0O12hfFgc1KZXKYWnK6tKMym76XsALgHubEDsSLgmgqVQoMCqOSqMy+hD6ssiOq2RKfP8T6puR6HuNrLAmIeQdcddZWuLmz5MxSpPfUH0sdbgHS1x3Blr3Ta0l/cGDGxus3Wz94MVxqBiebSFwsq0ylXSnLexCVEDhkaWIK0m4BCSQdvmt0GqYSqnCn4spFXWjr52EwEPqTfLd9tFiFjwklAzdwVXvtG3VYur32yptZwvUV0uFS5SWnZCZCEoeaIN2XkgEKbVcjwGwB7a3Zm+7c+61VHMZYIZhIp01PNTach0pXHfVYlyObZVNK8WUEFJ8IN7A9tGyviaFle1dwikqESg4jiy6W06h9DyVLd5LxNqIsVW0KVX1sdDrfS9r/2e/Zxw47WW3Xd6Up9h91WekNPoQlxpWa4W3Y5xbXKQbGxIuAdgKRuw3tNcPG+7TDFQraGP6wiBICei50UkrCrHt4Vd7/g2N3+7xrC+MqTjzeDh7EuHqjFVnjvux3OXStWW/Eca6VpN7AkAEgXtYHYdY2EOw4g6yynOODDvfZuj3X7tKpAd5T+i62rhZ3WilEeRa+V1SAcqVAEhRUkXuCRcKC5m4E9zOv8rUJr65SfhSEujiqSNQ3nIJWkG1ioldjoogA7auxrTmt91LiV7C7zCJsFKmpEfijLISdMhBAvcWIBJTY2vfXZM1jCU/C/9DVSncCLkUlUCU0VJSgdykE9I/vJuBY37bOVtW43V+v2jaFZm13dhWZVUcrOMq2/KWjr5OUgI4LV7Dg3OVTZ0GZF7k3JJBsWYbVugi15yLFw8uFUVpU0uVDStKXrotlV3CrpFilYsAbJI7bfOM8bV7d9XmKXJpyH6DNVlYVPd6VXNgGXydFklIFiQoaWBAIm4jqXutpysxeVfpD+dfW0lL7NyMq21gA9J0IBzDuCABtaWzDLDON8L4X3l0WLKpzEX33/AEdnVHKPgE9LQUkEqA1sFZrXJBGxFi7BEXBGKJf9IVd9ebPH+9L47aCBZGZdwpAHa5Ug5bKBFztlnFu8GvSpTDUrx091L6EOtFPbsoNqA4fa+gykn1udtvez5iul+0Fu0brLrzD9RpGZhSZDQafTlNihQuUntcEGxBv5k7WJgrHKQTiTPcLUuU7iZa6WhpK3U8DgKh2HdxIGVKD2DpAQSfK1yV7thFaiv4jqnNTUIaUuOhccc5FaPUuxN3FJAIISCu3lYWBuHIFGi4tcdlRGFymGvhMO2SlxYAJNlaGwNrAi9zcHvsuK9UKpi2qOO8Go0unRVqWum/opiVKOjqSVBaDpmQk50gXsTpbh4yQWeDtcp7Veny9427T3vRKpNkLdaXFvFVISpalAtrZUCl0Em6SkknMFI1uaaHvzxbFjPu70N1FIxkhHRKmwE+5q+3k7FD7IDckpNylK8hHmNNrte77lZ78r3jVK3SKvmdW+qVy8xl0WBzmwCiNDmIzXJuRck3tMwS7iOjONNOv1FbDXTKmtfHcR3yrN8rmh0Vc99CL7VhM7ZT0feJuRxRwK9hLe6/SKotSUv0bGEUQpkpVrqaL7d2nHcv6qACbXVck7SjDgYj3aYsawHL5XO0+tKoqSrK+WlZiEpPiGnY6gXuoEHYDxhuwoLsCR905KovtKalR/0seQk3Fltug5vUagjyNux9uHpkBrBsv4sKKhcXkp7WTpT02u4DdOWylWJuE2HVrfawsLcSu4QL3AbpcW0vde/Xq86/Fi1RTq/wCjo6FvtpslKCli6CpQUM3DzBQ7IB7A2psGg4XlQJW77ebRKdW0ZXUO+7XI6ZSSTe7fUhwqFw4kFJUO6CQCImGp+KItLcawvVuahLdyz6TNWpcVxaTplUoqXHXmGluI0o5SCgXB6YxoeLWoDFen4Iz0uV+irNG60x3Ta7NQiKsbEjRwBaCBopJsCLG2E+6Gdbw9S95dBfi+9mIS30cxysCUX4DchJul6NmQHmQVi4ukhJzBIIOyKjbut8m7nFHvmBVudYQpX3eQ6pjnOu6QmQi7LrhVrlcIXcqISrNYNrdZXqNRqo+1yj8qgykJdlNZVqfpsgm3ESk2ztODU2soGxsQek2mb8d3MCluRZVWyU5/Lwp7tOXIQypRIuQbKNzm0ClEC5AIBGzHiUg8tmLiDiqBVOJAqmGX4VRQvmHYDqQh9KwbrcSkjKq3YqOVd9DcEXs2a7F5Xn6XLYqNBlZUSnYC8vKu+YlxSq7LtzcgmygQU5ycoXO9asRao03PoNbYr1EfQpCJFIddQqnv6pC48iwcjOBJuEKISpNwALg7Ue7D3W7KclNPQptbYyrdzodiyO1ittYVnQSO4HEbVlIIGpID90MMbY2Z1BrMWL75itRajQUZve8BaM647RWAmU2pJORINiVgAAaLsQFGNLFLpc/msL7wq9KlMZFwqbV1tzUM3RYBlx5JVkNj0uLNydFHS06DR69KaYr1Lq0rlUIWt1hCEpW2m/6QpCSh1IuoKLeQi93ECyTt0jYInyuO77vfyMeJLHjyAFXEQ2SVEHW+Q6A3UkjUTmQBK5uo4txG627XqhQYspHXFlRY6obqrAjhPoWorCDfQgualQAQerY4w5Qp9ZiuSost+FNi5msqooWhlRsSMyCFhKhbUFJsbkEDZYP4olQJTlBdebldCkNInsJW7lA75tApHkCcpTp1AEbEeGanvQwbPbxHhynTX0ITwJ9JWj7vOj38bHEJ4UhB1CSQkjQKIIIlZLSU3gGfKanz8OUnlcUUtKnZlL4rjHNNdw7GXcJsbXCShKSTcKuSDR03GGLefYgYowxUYqH3cqZSlhqRHfFgGpCHOk37C5KVHsQSNvvFO9ys++YGKGpcqlzaRIU6060otNPQ1HqQ8haSnKfCQTa+hCDY7MbGtAaxbFYr275r33Tqi0qRKp0V9t1UN02Cw3mUAWnCoqyhSFAhVlKCgB0jMG6pVMUQHXJTWHqgxCbyonozMuoShV/ikBWbKenMsgBHclYAsJy95cCs1SXhLC8tEXFFOzOqpspHLylKKSoZUK8V/FdBOYai4B2jYgwvKped2LuyRWoSGujhSpSZEVWt8jd8yAPNOthqFC1zTYYj72pTsD3NgOgzaQwhTDTsxTkpTbV7pTZ1KXEqBGYXIWgnRTlgo33S2wtAaptb5MOVT+f2LUKdzSMrVWprSghqVHFgl4LzZUOAXIUCQqwuQLjZ7OyvtvS6LjdpqbS8Q4NkKqjXMRVplRYr1hISkgFRaWMqswJRdKTr0qNDvJquKKNS4DtZwzCRNXIS6mfS8yUqVqSlYUQCCCQSdXDqR5gqwDVXYGF4kWjRKpS5TD6pEDJHC4uZR+I03HfAU3cXCmmyUkEkIUDlNllLK8e43t8NQo2LcG0WVS89UqiJCJtNmQEodWyvIoKOU9RSUqUnM3r1Ag2N9lFVaNA91tutcBitwnUzUwHWChTyUlV3ozaldLrZUFFLaknvci5uM4txdi3d9iiBVKXhiVVMIVvP/wCcR0tcjPQSFx1NrBCNMyhnFgEqBCxZtJnGelYyo0vHlLe46GGkr5OU00qQ2sWslxkKLZVa9igtnvltcW5wsomVgtVMN1nFHExlQasjD1RlZXY8+gulCXFm6g6ElJbBc1LiS0ASpZABIOxWnDNB3jRabAal4lp9RipU1UYczIpDboCTzMdYBBbcJNklQIsLpBRcoPD293CWCMZc/XsJ4op0KU6roYlLTFTmFiWErUAEkC/CAIBJ0F77agwxiXBG8Fri7vsbomo4SVrS0/8AHyXOimlDQA9lJtbsRrtVSsL90T/tKT8R4IwQ3Qd32HqjNqM1XJe8UwnFNJUbkrcULgqyknzN7G4OuyY3b4Kd3fYDbdw5TpVUxLK+L0WXmUdSSq1iQQNDoTpceW1qBWsb4c4lLrOGX69FRm+/9CkyEeixqLgedhc6i2xG/G3X/Axa7hmnQVodS7IW7FCVx76FwLANhrYkmxBNxa+1wdkq6ZmMN3mI+Vr3FrO6eo5JSfvTXIJSuO+SbqUWCUqQ58yrgpNzZd1bMR3HGF8OSmGncJ1vD0Wo5UIVVJC2mm1kfo0yG1LGQk3y2WDcWJG0neniKvYI3lorOHMPP1TDz8phTsiA6laUpcZSpQ6jfMepYAKgo5bC6rBu02t4cxlhzi0vkq9S1+LoCsqv1VoVq24NQUqAINxbZiqxSMzB1uqfTOOMiKbEODcG8gxXqXiyr4XY4v3qFxUux4bq9eKhBWEOMOE3ulds57hRseEvdrhyfWear1ORV6oxmfhV6LC4EhOa5+M2tA/WKcoCwDYlKzZZPZy8GxYEujSsHPrYQlaFscgUKSixHSQQR6hVgPMHTSPhll2Bw6pS6tUfdD6MqWnetpmxv1IUkKIv81ioXOoBOyeptCDcBL0a59QhNa8j8xX4xof2Soz9LamVuVCmoX9yTSHMkdX65sk30GW3hIv0gAHZJYon0vd9S4kqjOsSmKi7k48We7xY7tr5HEOpDoFk+G4QfDmBsNtuN455pqXFrNOYYYY6XVoTxWlWNiQPGAe4FiQNb9tqSj4V3QYtd9/UGk0GrrX+lVHyO8RNzcqFvW4KiL+R7bUp1O8eov8A6pbV/wB9CJhzEMifFpbc91l9+a/0cJpAQtv9ZK2ASk3ubpJWm1lXvYgRpEWU1xItZwchaF5XerOh/wAeim9RnV8xSVWWAq17EbeitX3V7kazw3fsxQX34vWnobS6yod7ZTmSR+sCPLXYQxV7Pe7mqfF41RpyOKl3pn5UpVe4ALgNr6i4IIHYjZg+UInVan9giZ7wDg3GW8F1jDlLwzTq9SJTSealcuVIZ/VCXFW4DoNiCbWsQQTlQdT0bczu03S4cgSt7+Iea5JOePFlXdYZUB8vEJWs2Au5JUQSkZEJIvtDxDvUwHuMwR7r3X4The9OEritQHWWn21q1U9lVZLvmpTnU4bnQXB2x9vXmY33yUH3pWcTrfqNBnpkNNcVzIylY1SUKKlKI8SVKzLvexI0EKPiaaEOuRNDY09u+Bijh4D3QS4WHlypSYaJFZTIa4jvdJQttKlh29hmkobAIJAIAWFpV8Y4j3LYXn17eNUJtbx5iGUri87KQ+tyQo3DfEPwuA2CNRZtRKQkJCkgVe67dFFpdG/nfxvTn2KuhhC0R09So982V0JJJS47oAFE5EmxKQSAst6dLxHiivP17FHNcqhCGFR1tFKaai10Ai5SptXiKwSCVkkDXY+FqX95PucN2WMMRysW1aLA3gzaRUcUOp94w6k0JtNqTt9Uy4rqilbZFkpUBmaOXJYm21tVN9W+TdBVJGEncTIbivtZ3aa7IVUaTIaURpkezqSMyVDK6HFDWyxYDYWw1u+i17EbdGdloQthGbK0oKWpOU9QQqyiixAIsR537AlWIdwEqe05VIGJn3pqFfCdn2fSpCLANufMtISAAoEqta4Judg9zylwh+I1sEe3bAlUFyg7xtzlEqMHLlfdof3eRl7ZilKuGs2OuZP1Jubh07r8UbiN++E6tgijc1UaCwwiLNo1RSGpUePmzR346my2pIbcAKFZG1JKQLaE7ecuON2O8Gg/9qJVJYRCQtLT7tLfKm2VE6GxspKDpqbgHQkabOD2PN5dUwbvpoWHMR1bmsNV533W61ISnNHW6PhOIXopKisBu1yDnAt2ItndINhXiaSouFJWA8Rz93LtbXijC6JXNRWH5QVVKPIsoh5kqCQ+0sZCoHK4sakrULbNP7VRYsByBP8AusphpOdakJ4TzXm4Crtb5hoUkEHQgkW3p7mvtljf3NFlzadjXCmV2LIhryqq1EWu1yFggusKVcqt2WkEWJOyr3v1nHm6CVHqjtbpeKKCtSWpHFSWJkFZSbJeGY5FFNyDfKRYgnwhgAMJBfdGjiduBXq9ElUvEPHQthPMNNXQlX6pUjUAWJIOhPmNNqpS6pRpTdUw5x2FxVJ+K01xUa28SDfQ+diCdLW2We6zfVuq5qe67EfpC5uVb7TtuElXUbtLtl1J7GwOtrXtsxJGNMORWnJVGqPWjKv7wvLDcvYCz4BDWa2XI5YZuxuSCCyvEg7WXa0MajjGfPozkWfTuSqnVwJ8N3PFkeQsCcyTfukm472sQNkviXdFi3Ecp92VVpvHX4V8XLl1GiLWKbkXBFrnU97bH1E300ag8ejYtpPJIfX4+O06qOrzuCQsAgADKVAi4sLW2M4U7C9elMNYXxDFlc0hS4qml52HFC903PZRtYjsL9wdl66F9iBo0yU/YJn2Rg2l4jiy6Di3D3K4opbXTVISS07ISkZkLDiDcKuSEEqOVRVYglQANvdwhF3wcpVG6e8xj/hcLnV9DWJkIslDLjigEoqaEAZVGwfHSACAEv8AxXhyvV6vc1g2IteIaXnadgOrKPhLIvHcBPSCbFCiCDe4BvtBomAcUV7j0HFGCJtLmvqyuxZrSFsSkHvlUkZbi1ilQBBta+h2O22GuCqMmYPpdClRayx7rpy5XHkKhSor6+XdiyAbFK85GQ5rgZrAKFjYkDbfns2+z3g2g1RvFGN8HceahSFx4s/OpEV0ahbaV2StRvcKIKewA7EFz/sQYXrP/bLeg0/KqiGE5FvunPKjpAyiUhV0yFJSEp4ty4UgBd7ZtjaI37mgN0aLLfRFQjIlDrpWlKbWABUSQALADQAaADtshqfLgGeb6hrNvCQwr29KvNQH6NAiMRYrDXCaU1+qBYAK/wDVdLH1FjspsBypTVUrU+VLWtcp1S1qX0qzXJurQC5vftewBvrcMvG+KcLu7pZcrm6W5W4TScjX6KQpXYWP9obdwfK5HlenwZI3ffzc81WatKhTUK+L8DmvETdIGUqsbgFNifQpOoz+3iNacM+iJJ9mUlQpUCvO8We0jP4U5bpV3toRre3roRsK0umRaDihhqViyUtiatSIsepOla066sh5XUq17JQScvYACwJduuwljLFDVSn8FC4tOlO8KR1tKeYzkoKmXDxEkJ6SSLgpsSfFtU4mw5QaXvL+1tU6+OwjKqLKzozajrZWAErsQNQbgWCrgEFCU+z8TKqoCMXsPqQsX4hozXN0Z2ItaOF8VC0hSFa9vxFjfU2NtAdQssTsUvkG3eUfivrXnzZ1pTn7DMnNl8OnkSALHuCaY5itcVysxZb9RYndGThZkpTfKqwTciwsCk3I1OtwdqXekYtGo1JozWTj5FOoyOlK1NABIIHYpuD9dDa502CNtzECNVn6h8D1BSnQKDVPi1SIhC6cvOhEpKEozZATw1LtwjqFEXAUbG99dhZjek667z7uDZqEPzOXfU0pPhVnIcTqb2siwJBN7W0Fy7F0R13AfvmBLQ4urtJYdaUk5W7kJJum/TZJGoIBN7DUEPYbpeEotCw5RqdFYfqK0MSs6A+jJpmBsClaTbQEAi4HSQRtH0qKCxmkmhr2nMTmPxKn/aiBK5pCIXCkRWpSTlShQ4iigkG4udLG11KN/PZZwITrsXi8XPKz9EfT4if7nqoeY/cddtW4m3c16VWalS4FJfQhDSFOqWsJzJKLjKVakiwBI1BIv31k4R9n3CXutivYjdYlSurIuKgJ7FQtkTbUdjlJIOths3oSvqTZamnTiZhw3RseY8diYcoOGVyn1vpaYVqhKbkXKlfqAaqIBsBexO2pMQ+y/K3QUam4jxRj3CkqbUY6s8VqG46h5IF7hKlZjl81Ni1rkaaG+kqgRXW6NRnWGEZU9fCGZnT1UB5+ZAI0PqNoNccrLTUtqvVFFRYW0lXFkdT+bNlFj528Oa9uo32fvXKTJfqRfxIiSxrXd41ZlONcpTmHKc7yq+ArMjKm9uHa1myDcdjYg5Re21hhXDUCVFblYjZWiUtaciEq8Xe/1t9P3C2xBvRhtRZVBaw48ibCqOZfFTfOzZZCm3EHrTbMjKSSDr2tYUGId6OHMEUaXS4ER+VV309CHUFKmVXFiD5II11Fye30QoCesQmzugBOIVQavRqXXoGF2naRCmylcKH7xWhCVOm4S3mOgUbqCcxAKiBcEgEhWis4yxjRd1+KMTRcFP1Co8gqZKSppiKsISW+IoKSpOdVkpUCDcg3PYZklV3GWPKM/Fn5JtOQrpdkQgvl81hww4kZk3JuL3AJN7XOzixBVnYsCk+/nlzX4UBCWnZS8+ZAuEAk6qACRqbm1rk22depPujSU/Tj8kw29qTGO8/COKDuv3q8lNr9IhtwGsQR5S0vTIZHEZbfBTlktlK1BLhKXEnMCTc7IKmVF1r7hxfur6krWnxdXa4F9D5XBGmnbbhirGErHlebdr0t9+Kw0iO01IlLV0oTlCM5OYAeFIvYDKAbdzan4Ai4jo3vTCUSUwiKvKpqQ+haXEgd0KsOoG6SCSO2oJI2ztRp/wCdBLazTs6ApHn7NlMxHhyqVaLhKkwcQt4lp3AmUmY6GFyuHnKOUKrID6S4VDVJJSBmFr7ap3Hb/N4H2IRum9pFl/BuLKjFNLpdUrMUIakOuIWhvMoLKFhVhlUFquelRzWv55UuDjKLQZ8ql8eLNhLS07H4R46VDLZRA1A7WULgWv2A2NsT7z97VL9m7D0WvYhlVF9FZY4DFbtMW3cyFBxKnQeJdLabqJUlVze+YgtaDU4rKP8A2/Mto63NeGhF7QtExHhLBtSwbi2nIYqMWUliQhKs/UlxCwsHzSoAKCrAEKFxcX2QpwxPwluv/nB94Lfi1GUmG7FStDqHErUpKczaklJIQlToUTdJtoAbhpRfami7waN7m307p6XiiLCa4SeXnyYUqKhKEgBt5Kyvh5gSGlXDeYhKrDKF9vHrtBqkCBhegtYkoNEYdXMgNSpTU1CVFstkKN0rWgZjcE36ri5tfh5PwI7p6xVxBhKItUisQIrTEpjInhNdbSk31+CoqHDIGnSR6WNyCTUfBkqVhKW1Roj79R6kSGpFkut3FyhWgBWLC1kjMNRc2uT4F3eUHC+CPf1ew85VOazLalNKcS/T3Rcm9hmSg20JBQRe4I72FO3wNYIab+zlcYqMqa0qK+xKiodSlFu+ZJBBHkkk6WIsLJLezEcEUNbk4tlUaJQaXniyoS1NJa4uXMtGuQZtAq47Xte17efXdVvxn7ucZN1msxF8lKyxa9AXHCkSEA/pchuQ6jUgpsSCoa9j/JpMqK7LqjXAfRK/rTCrJSpF73F1BSMt763yixuLHaxx9u8nwIsRqs09aGH0cVh9VlpcQeym3k6KtpdJJt5gbWDrKEmavxhjzdfjfDjDuHKg+vgR1SIvKxwlhXEA1y2AsSBfwqFtR2GyUxNXmsOUtx2qZFo8bS1WSrMbHpUACLm10mxvYAAgjYf9nODFiz6tQWqiuUjl1SEtKXlW26kDTNYXTaxBF+xFwb7D293epPxHK+xDtOiyqXFkcWFMVHyTGVgrStkkCy2zcGxsQpCTrbWCeJkW6drryx9QYdxbWazKf+MtlC8vLozHMlQI1PoTobgkg+nYG0HdnPlYc96T6tFpzC0fClSmDws+mVCpLRUtlRPhzIIJIsR3ITQKTP5Bx2A8h+Uj4q2tFKyi+qgdQBpc2t312k4Fq1Udqkuje+1xc+bixepSNR3AvYdr2Oh+vnSv7prUotYmhN2zOI6o1yuLaJ9qIuRaVT2nQ/MjrSAOMl9rM4k5elWdKgSNEEkki2/igtUZ1x2e8t+UtpK4tRStpfvCGSeGsqQbmwTlJIKiU2IBuBxo8l3kF8KWhdbp2VbTrEpbSnLXHEbOikrHhNikkXGh02FUbzJ9Z5/3zXFolPrU07HkWWjMb3C0ugpWQe6tFg9lAk7XIhcmJaqu8V1zlXV8P5Mycqvz/g7Q4D3xeFwfBlV4PTa4qNFlUue+078ivFl6Velu/wDmdPM7WNEwvP4Uesz4nAhLkJazZfU+vkbagG1/K9jag9wBXcZaPyaNVOHVIsRdPfyITIa4WeO4vUEpKLqQo6XSUWv567bc/k/t33vSe/Xnci4UJaeXy9Sc4HUB5Cx0IBPobWGyFw3uer0Dhu4SeizYtRyOqgT4oUvuOph9tQSoW1KT5jQanb0X3RYXpe6/AbDrVPYivrYQt/IjJxFeZ/HZ6s7UzK2/7ZA384iawu1+hWvjoV4Pl79/p6d/y77Ym3iYynypXCa6GM/zJ6u+o01/DT17i22md7+OoGI5TkBrIvxLT+t5j8h+zy2yjiuJKqk9yBAa+OvoaakKCUuK8hm9fTzG2fZtsbMvXWF9yqgYlwbFgT6XXs+fxrQ61lUlOmqXGrOIV3PWhxIFtDewGIDmF6zVGPsbjFc1yKtXFpNWWEvtoVoSw8nocFwOgkEXJCQSRtHxVhrG8+fEi4owmugvsZ4vOTGitDjWoSQQRchR7XJAsTYbUNK3W+66y5zWJ4TE2E/1JyFSfUG6SSEn1ANrXsbaEsq8JJBaTXsKNSqy/wDCirzrVxWpjXMIy3se5JUnyAvb6312N8CtwMB1luL7jiohPuoXxYbpR5ju0vS2vkbgaXIsADVPB+KHZ78+BUKdKi+NGSUeKyoWHbRSfPUXB732FZeIapRqo3FqjL/wF9KkKKk9/ra59bgE32GiC0bGkWKNmDPTmHVefpcR1rwLaQtC/wCP+PltT12fwv8A3bYf3WYpar27mk1Tx54qev5cw/HW346jaixVitpp1ziy0IRl6e//AF/1/dtsb1qq5njnRu7sWQsbY2gUGA5z9R4C1oUlrKjMpKz2OW9ze9v37Zcer29rFFUnyqNW6ivgZlOx4qlZWUC/UWb3y97qKbX7kaAFuNV1mvT+a4Of+yT15UfgT2BtfU3Hll0BANVGsb4clMSsOS3GJtOzykrX8J1tJGUrbfbOXKRoUkovcgjsCmlgv5E9DotOlKbm9xtS8QOu8SqReGiV1Zlo8TnoCPU/tPe/nsvMU0b7ZT23YFOX70X1v8u0U9I73SB38vLy2mVNNU9/N0aKzKzrUla8jRyZb6HTQfj3GmmzKp8el4No3NVRphb6/i8VPjVa2g1IUPp2/ffHQFDC2ZrYY9RL1fE0/BEBuBFe4/H6UtO9Ssl9TYa6m4vrY377fdAx3PwlKYqnGXFWvLnRnzZkk3yE6XBFrjb4xVC+2VZcxQ7E4D/yJaWUpyDt0q0Bt6AXNyb32Aa7Manu+65XRFY/tWupSVC4sQNfz7H02dUbo9XZxGJvxq8WvOwMW+9lr53K0trwpb6Li31017d9NLbLWlIi80xKgVBaMi0r6F5VZh/kfQg7S3uL7h+zmKGpSEdPJysmZKVDUZtQQLX11AuLi2u1Uqhz4H9VZXKQhacjrSOlV7HyvtzV+MFYN3qaEh4uiu0th2qVbO/kT8V1R6raWubG9vX9umwnjt6LiiLxaM89FqkJfxUZsyVWPdKh2PexubWGwHUcS81S2IrsTwfI70qT+Z+g/D/PYowAXZ/6L/yVI6s34jT8fqb6eed2uyC7TOXTirNjCR61gt2swG6y1EX7xQn7whFk8xYdwDohz1ANlakAE22ohhZ2A63Kdp6+hfRKYXwpDKvRQIHn3GoNrg7OJ1qqRWvkQjqz/L9fpfy8iCL+m1fEpdZqjrjX6iPCpHTrp37a/hcefmSqeo9oefqRXq1z6gP/ADq43oMVuLFra38nyymArMnTRSex/EWte/4mmC97E/Frsulz6IhHSlWdh05VX01CgcvfvcjXy7bcpe7ulyviz4nAf+fhLKfobCxGpv6H8O20/DmH2t309yfKlrXFWj/vCAnhp7+JIF7nWxAIPnbay6ym8ePuSXrt9CL5VLgOuy6XS6hNi/FXnhSmvisqKyqySCEuIuTYaHsCL32uaXuWw5P4jsrG8VhfSvKtooWlX5EhXloQDa+nqT1x6g1SU/PpcT463c2R9IX3FhqCLK7d7+hve+3On4WrM/hu83FQjq+ElJy+QGiSO3lb6AW8jG3Ak9wLKYbnnaNWWHYtblPxXFpy1KgzEImR7galtZCii5ynKdR520JFP3H4opdd+1sCuUutsyk/FU7aFKcsLBRzXbf01N1JVobAkgCPUGKphJ1x33i/yq19MhGVfBdsCEKAsQm3a9zb1uTt9RPaXrOHIrlLqlJhVthxGVLqbtPq6vApCrosB2IJFvU3tyrZcvuHaruJuWGyqzi3C8XhQJa8mRKlRZ/V0nupC+5Tcdjfve484M2u1mvcCfWaJ9yQjIuVCUX0M66KUDqi/Ygeg077Lt7EWF8Rym59Lw9VKDKzKzogSlJYygk5+ADwwT3JCddSTc32YeDTQcRtORftDK4+VX3hhXClMq8j2yuJBOqVggmwIJtsbtGoCVNf04FgHMmVCke9IvIO0mFNYy/pWrOpUm3cG+axGovqL9tLbKvGO7yLRoD89prj5PEhrqy621FrixNiToPTQjZnfZfFtGlOSmnWavwP0T8J0IdlNWUT0ADI6ki5bVYEeAqJANPU6nKn/emnVryJ6c6Tmyi5NwVXvr2vodg2XHTnIMFblGDg+4ksLsbvsR1RyjY8qHuHjtZY89+OVMKV8ocUkdibDMe1/PybWFfa13x7r8+A3cTU7GVFi5Y8P3j94fZRbpDcoELLdjcJXmIvoQBbYaxJu6gV6B75gROA+hauLHR1MOK11y3+Go+diAT5dyV7X93jtGabqkXmmEIX1IW0FcNd7aKQQFA97WBt3Hnto13JcmZo1lmTIjbxfvLrO8aly69WWeVWjN8JpWdP/lAAnTS5APYG4G0bd7M4WCK1FdeXwOtbS1/4cun179rkD89gDDTs+fAlwOF18JSGltLKVZSO5F+4uNRYfTZk4eU7F3Ny4rr2R/KvhZ05uomx6gNfSw7lXmduEjLNExSVz3eJ90i5+rMvLmT+Q1vfysdrWJiSl0v4Upph/P0raW1xUZfQg3tp+J9PpTjClei/ooi5SEePLfN+RTor8tdrosRZ8VvmqdnfYRkQ7rxfwVbxAHtfUdr7GWcYV4S3rOtSnKM1UURYr6MiGn1Kda/80bpV5d7WAuDtNXjnFDtUcw467F93LV0R3UjhPKNgUIKrC+l9LG+ot3CcmI4U/i8o+hHTlU7Hyp/b4VfiD+Q265sWu8PkGl8DP0L+TT8dNO1v3bUIl0sbGIz1QWncUMReUz9OZKkvjI5rrropJBHZQvfUEi+3zvLxNijlY/C476IWVTTspBU6lKB/tEGxTfXWygBc/TlgZeI2uJPlRIr/AML4sdS/En9dAJulemtiARoRtUTariPEdZkQKCzKQvOn4SepOnzpKjYKHbt+fltWF9y0xjV/f2EqFXpUTjsSlIYlLjrClZi3r+JFrdgSLX2oI+HaNVKo3AlYmqL9EWhSuFIQUvx1X6SBYkp8tAPQZtDtIrtFqlG4DUqJKhLfWhbqEoKGnFjwrKbZSrzuPXv3vMwnSZ7tUbn1R1eRebItHUrN6HTsfMXHbv6QPGUM+KlCwlAa4VB/TwlZHZDXWlSh55blVu1x3BuO+gFmKtPgYoiT+KhC0Po62FBTStbZ0k6i47pOn0GxDV4tBlYofiz8Q8rkd/SrazJ8vGRdQH1IsBcEiwvZsYBoNU4bv3Waj5lNOhSFX8jY+f5aenfaO4oiVurWluY/qxHr1L904ygU9E2LKY4Upp3wqSRcA97An5tQDoRc3ByqgUus0Zx2VhjgZ09fFSnMlXaxNiCL9ObUeWltF1gTFdZpcCJhzEcv3jRGF/NZbrKCR0hWhULXtcm3+bQqu9vdLS6X7maq0pa0NJVkydTfY3SPPzCkkJ2Da+71M3W2DVc1xEV3CNUadcgRZb8JGZXQlZR1A3Fik6kf52NrC2xZUqW7PwvwsZYhfYfQhHCm5jx2VC2UpWBn8gNL3F/TYfxXvJ3c15pyjT5bkKdnTyshr4TT1zpZSramwBSSQb6FdyNqasY3xG1Qfsa7EYqMKUrK0qa6r4awE3OYEKSSbi4I9CCCBsvWjZ8oLT9Pa3BcwDVWaXS5T7U/lavkdUt3I6UpcSTcuIWhRNx376kEHTXY7wfgifWeA7gioxapCqLSVxfi51OJB8KknhrDguAU2CgVXAIAOwI5uxxHRnW5VZZ4CGPCvTMry+gVe/caa/ltYRt6cXC7vIUvIw/kzL6MnUBpoTbKfIgDW/4bMrVtm9Ro0qnTGlErOA3eV5SdRJq+h1p1a0pUk/OhRsogg9iCLA2JA2Nt1HtPVTdzQW6Xjek1Go0Fh3hIfhyg6tlR0As8rIQdSLLRc6EKOm1tgX2n8G1l1ijb5OGunZ8vMPw+aQ2k21KLFXqSU3Omo7DZzzMO7h/c3F3fU7D1UhVFjLlpDrS4c5oeJopBy5xqkJIBB0A8tmQd00u2u3gwAo3ti4NpeKOV3ctNwm5qOubUuLFgZjbxnhqUzYXuSnIDrnANtmRV99WLefbgYodfpC1pU791mJmwHmif6wAjMQk3sQLgA3KRe5zRvBoe7SlxXPsRu9q8KqMZuKpp1akJ17qCyoo18rAeVhsLboo+I6ziOW006iE+w18JEh1aGP0iLt6eAEkXUND5gm1qWV7hiL7d3E3Huz3g4IgT/fLUuUw2tHxV051L6GV3GuUE5mvRSRcaDKQNHTgmn7oN93Exb9t6vNRS+LHdgIlJYXFWdDIypSFKQR2JBTbyvoMSbs92E+sz59ZqlQpdLm5lyGlv2Q+lB7+C6H0Eg2WhYVY2KSNdq3EU1rBGKG59BxPFqMpC/vDUCRmfUki5sg2JBH9mTfsQSNka6rKbDsHjBW1up49TSlc3byoGLatgjDjMXFeHpUVcynSkraVxEf2sZ9BGULBt4gUqBHhAICoQ5QaNPcw5wn4TcV1cd2LKhFKo6BccJeSwUlIskKssWA1F77MDc3vs3V1mswYMXePQaDV1p5dqK+04xIUv5m1xnTlktqNj8NYWkjRRsUjviTBuHKziiuyoGMcPVeozn1TckCbn6iMgUlhfxGVEJKTlJuQTYa7PZl62JfbM+46wC1AivyvvT/JZlxegP8NpVzlKelamhcEKbJIFrjyP77MlZ3jbqsR1LEeF63RItLqnRUaJV86Is6ydHUPoSVMODUcQpVbKkFIAuHtDmT4EBuA7Q1rQj5XUJfaeSDqG1aggeSSQQdbC9zCiRKX70ba4VIhMSs2RHKnLlAOdBbILhULkFIBBB7G9hMI6BuDJOJaxvGxbw8W0ansYlpy8yZFLiyo3OcJRAztrzpQ8W/JSFg28ibA8l1GBKr0B12oyqdKfYXwos1haOMk+NCmHEixvYEDU9xewUBRqNi2g15+l0HlYr6FolR0R1pdh1CPc6tuBQ1toWyQRe4AJA2ZWLKphfG+HIHvlmFh6ah1jmkOuhXKyBo2424UoUoE9syG79rr0B6WRNo4lFNiUuVKYn0vFk2D/ALWAh3xdrKbzApcHpcAgECxGuzo3Z4do0qlsRXfjwprWdqZHyoWrQa9OiF38gPW/fZPw3MOT+PS8RxFr4GXiyEpK2sxPiVp0gi90nUX0UBptJwriHG+6Wvcq08vEOCaj8ViL4pVJf/2kdxWr7JvmLbigU2JSVXAEicRKPepgaqYcxbLo3vFx/oU7HdV0okIJ0csQeG4DooWU0bghSCSkBGEt92I93Mr3DXsPQqi+vKmLKjxcuVJc/RPBBCrKuSHATY9yQCC7Mb4mxHjee3KixKQtC0Zoq2nXGn3E2OpQRlCxYjuNNTr2Vdaw1Pnxefi09aKow7klNSkcVClX1BbOVS05b2U24kkWOtgdoPiZUJP2Lh+suynKzRuVoKKu6qUhpp3IqOtXUW02KUrQMpOZHcEgpBGtzh3GNepcB+LVIiKpFlLS1K4SnGkyLaBfSkJQ75hYAUbAKCwAR94cjVn3W47AahIYYzdK5BdVFdBIGYOpCnGjYglROXTUkXMZVdrODaXLnysGrfz51ux4q0Zkpv1OM/K4gCyikC4GuQE7VMKIVYdhwJXHrNBxZNpb7Cc0piYlCJCUH/z47okIOqQ6DmBFypJNtrFCaXKw43RmsQsPzaW6lfTw+LIYPk42sEPJOugJN/IkaK/DO8ms+9G59ZahQsjqkx3Vo/rDCh0gghSHApOhAICuq2vZmYaRu+diuVRrD0WbQX3csylyFrQqC6O7kRZVnYKb3CUnLbRIAAvG6TtnxhKhUGjOz4tL91v0uqKVxWmuhTbpPUU5glaT2+E4Ba5KCoEHbnVt2sCVK5ql0776wj4S6ckJfkJIIGVKgbKHiI1zAW7kWssT4M4uHHHcBy5VRyeFqY0hUplQ1CL3CivXQKuFdw4DYbVOEa407FcitNUtdb6eK1FnqjrU6Ac14r4SkOW7qbIJOhSALqnM6cafMxRAdlz6DLfyIWpTrSEDNnFwXG8xKVkAkKSbrSSU2ULX4v1PFrTXK0auLYX+lXFlRTkT2u42UqICTYlSekDUjUHYj96UbGTT9GxbRIVOq82Pkdf/AKu+8nQJcQ+i5UoEC4WADlAJsQTRO0h2jRY8DBuN+O/TsrTsWstZlt6dF7ggDQgFv8RxAMgiWkZNO5r/ALRyv6QRFR94i6SkNq/2icoOUX9QAdb+m0qfiSgyv6LrOHpVOlIXkiyELcaRIR3BbcBubXsRckXuBqQSzDeMKpheK/PlYOqMqUhH3rkICZS0qAJUW2w7zC7AXKEhy4Iy+YC39oHfY07g1EXBuGIteizVI4rTUBxp1lJvZ4MOJs6kKTbLZJAKusEWUdAsGTL2ktDEc+fhfC+GftRUYsdTsih9MWqNtApBXaQUIdtmuFBQX2BSdDsI0fGGPNzeMpdGpe6fEU33jHVIa+4PQ6jFUMwQuyklLiQoDN4kka3B6tuXsabwK87vpw01VKsuosPU6RFirfzcxD6SosrKytZRmT4VLXlNgFG9htX2na9i3CW7mXjyg0OkVf7PLTPW1K4iXW46QeMtspuVHL5CwIuCNL7E2eMAXKtiea2KN6PtD4cxlAxbP9/UhDa0tTeajlqK8sWJKXBdKUqBJN1Epsnq0FrGtb2PaRxvK4WDa5KYzpQ6v4Da8yCLnVSSFpPdKrJBGpvcWdOEvaurG9/DkvDm8vda5RaW+pLTFZgSuYi62IOtnI6h4rEKGoGYDTZhO4S3cysON4Iap6ItbW0qVS6lDQGEpVoTmCcoCb6nLcK8gTcbBxG0s2xAYBxzvz+JS59cpdUyfCn0ut0jLIbX2uh5CsmU9xmRa1gbXB2t6VjrBFBdn0HG+LH8IP1FSl8hNacTSXlAW4ba1gtJJt0glJJ0sLAHtvJwFXqXKiNNY3hMTelpS1urafbWBa5KSFJBOgVcoOoOQE7QI+7t3HmHHIG8Z5c16L43UcNHESCbcVKQQEnQhQslRFySRp2dss7bxCqkY8wvQYEt1qt06rws6FcVUgZ3Fapbzp0W2702CibKKTbMLoCk3nb6mnWm5VLocpC31/Cn0m7TrybqChdAKVKHYp0JVqAfMM324JxvFgN+4cM1GVhCK1ndkRXWnXY9idCBqtFkpUCLkAEKIABBtgdzDmEt3NNwljfDyMQ0591MpqowuFx4a1i4eQlyySlKbBSc9z2BIOxQhZYDPlKCv0TdzjfBDkqqYyqj65Sc3CqjSo60pIHxLqCbmwsSTdJFj5EqHdngHfnQcUS6pum/7rITlflL+B6jMskXGUjQm9iCBqDt6A4YwfF3qxW6Nhd2nTcNcXLPdyZVqQU3S5HKkqSVi+oukpJubkWDA3r4DpeDd1UvDm75lhE1iKpLHFT1uZU+Aqvdaja1yQfO40tArxKu8QlE9p7eVhKjoa3s/Zel1djNkdYdU81MaTqUrSvI6lw2NnGyseZQoagVp3tvxceY8ibvqXg6VVPeEpUXmmmijhptdw8ToUU2BsQgDUXJBA2Cf/Rb94O8afEr0Whrw1V8+SVxZ7ikOKB0dZKsymyf1FKUk2sSk6ls7mNwde3QbwYmPKozTqpFWlbVUhRWkMPqzAEuJBslTgUkE3Um4JOpuDc1Fl9RKzW1L4lxCfemzFwlhf7UYIlylyqIppNRpc+KJDSmlkAZjmCg3a90uFKSASFgArC9r+C8UUbEdJ3q4DokrDVOqjTU12VRKkuRTZycl3I77DgTIYJv+iUFhBIIOl9n5vmxZRnZTFewvT4tU5XM06ppQYkcqq2ZK0LtnbHe1iRqbW1FTg6twJ+A26XRuapc2FK5imrkOtoT1EhUNZUChSClR4ZXdINknhkXINkA9lTfdgic294FGr2DYFUaq0WqU6V935qFNHFp8wDMpl9JAUysXNw4hJBNyPm2H8LM43pbtZdxHjGK/QX18WGtMVDEplOQEpWCooUsqNgsKKCLEgHMDBwZudwljzeN75xbiH3XS31Z2oaUBpLj9jxG1LBJRYA2TfXObKB7vBND3S/01hLBERDyKcwh99rmi+lu2oKCq6gBYkkm5Ve9+5ixN4xAP26BvqiJxJLw5iOjfZeVLlImozxZD7TrkJ1SzYC5SRdZBvnQSBoQFAWCBxxQJ+Da9ScEYN94wpyPiwqlCdKZmQWSlHwVAuquSTltmAuASdtpNYTozTXNT+VWhCcis6cvRe41VcaE3sSR667B1fwRu+w405XqXSV1StsIzwHXVjMyopSChlxVkst2R1A9SjexIIsRayiydD1FdY3bccwFwJgqVFisYy3yVaE/iFhpSESGrIVISm9i5awddCVWNgkAeIrsVbUG8nfpiOvSm6DFiMUulozozyFjO52udAbX8wm+UakDU7WFWg4o3g0GJXp/Q+tWRhpDR+CpK+lssqIzuEglK0WOqSAsXBDDhOe1PiUt2nMc1UVtZGpUptiK8vMAkIeWkda1ds5NjoMpIBoTNhKK8eovMQ1aqQJTlZa+9QlryZc4lNMqJNkApOdtspFwCCASQAQMovd0eEotUxRExvXpfJU59hfws3wpiBYnjDwuIbN1JSAVHUi4uCxW/ZkxvPqi57WJnHqQwpCJtGmsIYqkF0i3BVkUUOoUTdLzZAAVYi6RaPvkwbjf3NHdgRH6DTqXKQxKmtcLLzAJyx5DZz8JtR8CnE5FqPc9IN1ITylynws/N8g4spyVKxlTn6dFiolUaVS55yymnM6C8ooNwtZSpABIyhJGouCtKDgfe1i2LysB1deYfayux5EVxUqPlFrpUyg5gB8q0XUBeybX2hVuoYXdiwKXAqMVFUQ6rnGGkLQ+zZN7cO54zZUpQCu90nQkEbP/ANlPGOI8G4jRXsRurXQYudCnY6OttPqspIDiLWsCgqT9b2AzYWbJlxUNsV2Bt0bVBrMRqqclFmwkK5WQiQFR3E2sUEKuppWbN0kCxv1EgAljuHXYHPtO9C1yH15PGjJnOUjyUnXTsQLanUjT+/qu7g95cWe7S6jRXMSMU5U9EppZadUlBKbOhJCje2VKgQpKsoIUDlOLKRv7peF3Z2HN6GDqijklrQxW6W1zDDzXyqdbRYocAtmIsDYnKkkJNf5pK+IloxQ3YDr7splD6F9GRpedCk+YKFaZTppcjZQV/dR7vrzGI8GvfoJjEpqKpBS7Fdbc4ieGnstAUhPTorWwBuLaAwhVmsUfemomdjN0qQjMiQ0QCHBcBQNtCkgEEHQXsJOIk4SgfFnxP0Ckodyxy6lTV83UjQ9069iRoDqLM0wNq7hNJYqFZxvgPdz7Q+CHfd1ew8hDFRQlIfRkW3kfZcSbKLebLmGhsm4FwDtmn2kdzNZ3g15ze/u+l54tRd4FegJkHi02Rc9YTfMto3sBfQEFOhVtpL2e61A+y8vC8CoofpeIYquSV15OOBkUgBd1fMDYkkC5uewz7hTeLK5p+fWcESkIRIU1Kd1Qh7ISFIBF1DKoA6BfnYHvsw0XWJafunr0XlGuCh/ItKXeSWOcU0fGOCoAOKsVdKbkgWyG5vbVXCkXAe77+i62hlEqU01xXY5dh5XlAKaeSbFtJGZsk2CSSSBY2Nt92OsJSp7c/CVJmzac/lU1KUkLQ2qw0KkkggHzsdSBYEA7XmGq/Kn0tuvUvjvvoQlb64udaU5SLhaQQvh+SlDQX1Um4uhq7NuAIC8tuAES0uj4X96OUbGWCH+BFgIdiykSnEqUlRUoBl2/URYgpCli1hYXA2KN2+8fd9hKluVTd9iGbh6l50IqKZsVa6W4u6upwmyG3STYOAgnQEmwAdtL3tO7uao5Wa98ekLj9cCRHaRKbQrKnIlzKlC031bU4haFjRSSADtZtb7pVLntz6XEomKMISpClRcjTkB9xg94xKVLyuN6pVxA4k5SQACMtdLfZjxGR/Wd+p8SBux3mUGVXn6zVPd2JelSIVSo1eLEhtShdTamXLtlBSEDKq4tdQIuNnTgfeFAaxbAnz6tSGGH1cJCKpKCXc3kLWsSewUCRewta5Ss972/rBu8HCX2NoOApVEYW1yrqpSWFpcY4ZydKSspU2ohSFpWlSVpCgQAUlBUqg7wYEX/AOqFQcS0TioRKgYhhhpabDMlYe6m1nOCRcNW7jsNn8I673GP7yHXevnPQrfTAn1Sje9HcTUSFFYRxWo7spCEPXA7LVZIV2tZRBuPXbGmLN4cp2Atqgy3231qUhEyPZaMtz8Qg6gJNklJBsLquADsMYmxngiluxK9jzD1bRKhMOx0SmmlOxVR7jNxswKLdhxHM1wbG4BKeFExVu+rPNtYcxvTn1v5nYSJ7QyuJGhQSFHKTrZYKwexAuCMa2my5z2/USbRV6h+Bj95+7njPxliOrfaOJUYtRhdDseUrM09oCHEG9loN9FEAg3F7bPSsxaNhefAdlYmpaISGlO5VoDvEtYHOgkBSQoapBJtft3I9uro/wB1cnyuAh+U1nd5fw5ie4FyLjUaG1r69jtm3FDmMv5xsSxapEqjEJibliv8LM02hKbE+mQqzEkAgE2IGti16b4mx9PStQTHE2FP3wV7FEpt2jPRYUVhpEdUiApaOYtcFfcKQk2tlsD2uTsuN4eK4uF2l81UEMSl5l5HbJzXB1udLkg3voQNDfQolVdo26WKxFaxPV6JXqi6lK5EpGeOlax0lxtRylBvdQBSVJ1BuUgDtcr892A/P3lvLQ/TpSuhDWdhKb20QTnCFEmykklQsbG4us3T338niYR6Mbb8lvGaAwBvD9/QG+fpL8Xj9bEppoqakKT3yqFwpQFrgHMBqQRqI+P8Hyt40Ck1lqrLYfpbv3d3wqeaTdPDNxqgElQWCAdQVWIIUu6upSqDRq1Wd2mN33oq08xPgR5/NR21gFQUqO6Lo8heySbWJBFgz69MdwvRsPYyoz0KqYKx4067Fiz4WdhMoC0iEtSFJU24nqWlbZbcHUMxSgjaH0na5Qx3/ThRzWZxx6/QaXgiI1XsTop0qluqfzoQEqcSgoSSSLAJKbgqNvFqQe60jb0YtBxux9l6SibRKvF5hMibfLl4dim6k3Kkq7HQEFIIOhM7HcSdjfEbEDC9WQsxWOL7mlIHPx9VFLkdeUJlN5fEgBLicoulwG4CsK4Wd5puK1Uf/Oevipp3C4XDSSf0Oe6VNi3hzAAWASABetXlX5GErryMEz9qO+LG9UxlUnXa2+ulsSOEhGfMlKE2GUgWKkgg2BJt2HYXNEP0afQYjTsta6Qt1Mh9pqUUISsn9I2sEFu56VJKiD9bXFExX6NPivwKWyj3iheTOhAUtSrC4eSAFJzeIGxTrYW1AhQGHXfusXDCH1vqyTYqUlPNNE2XdAUlK7DU2sqwvcgW2Y06BTgQraIN6hlVd6+6rCUByBQaHV/eNLkfFYmu58umuRzXQ5r69xoQL3AHhveU7Wd6tCnusrlYUXK5KqRV3ypaf+HdQSrRCFLbWVi1igkkAWLcc3GYco2I2Is+Wh+bRIvOsUOqWXKqVLSLrbZUshbq2eycyL5SkXJKV7E++z2b8G4N+zWMt2lJfp9Bry0cCFNiuNJjyLZgG1jpUhQzEBJBTlNwCblljvBQxFtBTUGciEftAbn8LxcB4Pqm755FOxDherppc9aX1qfcpy4zjsdx9KiQ6vI22kO9lEqBJIttlbGFHoMqvOT59JYfXwkJXwlFHh89PDcm+htfUWG2nWYztLozbrUtD8ViKmH0OnOy0kW4RQq4y+idO5IAsLKWpYGw5VMOfaPm3+O/I5VfFQtC219R8PhSbJuUnXLrYjXZKxhSAJhG5y3h6ibjcL39xcORF0hD+ZiUiOs/GQdFAjtqBrbvYGwIvtNxgJWI3eQ94rRySGmOE6hSeIjhg3BylGcLUAUEoNgSCbGxxT8JuwJTnwlvrYaV0KV0OKIsg5hbuSBY2IJHkdv3fl7P+KMB7uaF7Q+7TeExijCmK32oc/hQCw7TZqrp5Z9GdZuHUqazXBC8oIBUCXdKptBLTa6dabQd8UeHN3M+s1n3DzaOvr4qUlOVItc2N+1wO5t317bMjE0TFFelRN0u6XD1UxDNipQ7Ph0uK6+6ppGUWu0DlA6cxF7AgnS4IvWI+Ld2lLgYjqjyFvzcyuh3MpKxlKwrsrurU3INlem0ncJ7QuPN1+LWMR4cw9CqiGJCX3UurWiRmOYqs4CbEgq6SkgjQ2GxETccGPWEj1D7exu/r0B2kyqC1iiiV5FLzPx5DTsWZ8HJmbcQQlRsDmC02JF7pBBO1DjDeli2VuRptGxHLRVEVGopzcxCbdQlQacWHkgAFDtxfO3lUe5vck+k38/Ps4e0Pu1428WoxcNzYsfj5prqWpUF4JuXI7mtyCPDre1ikjv5x77nYtUwHQqpQaTxKXKqipTUpDSms2dpwJOQ3yBzVQSSQCbdyNiX6NAN+3Bh05HIinpLzvutx2U1kWtX+FSu+p/Zb8xptcUioxZ7rlBrzK/dz6eEmQ00Vuw3bmzyQD1p7XTcG2YWN9q8tu8qw1xVoXkV+lvmTa418z2/12rUSZUBqfwnV8fNl6L+fbS/bubdr7K1HDQaRgT95VUgOt4Nn1Zjjwo6mkuw3ShMpKrkEgmxuDoo+RtYG4AnVGcJSorkql8dt/mPGtZzJWbXbcF+hXmLCx8hfUj9HH2oi8hKzrrdLzOw3fmeRcEtqHna2YHuPIWuNrCNV4DvEntNI477SGn0ZypKtAL9/Ow7W/aTdhobM6NVyU1FbgO/HlMLzx1L6syfrfysfO4I/Pb+peM69z7dLalvMQs39VznI2s9ygKulBPY2FvUGw2iyqHWYrr8pp5jlcubO6gLQlGtgbA9I0BuLgan12/qBEgc+/A4WSrvdLSXelp5VtEJe1Si47Xsk6ArBIuMFZWMCZhuqQJXvml1aVFf4XyMFCm7jUEAnpuQDbS2oA1AVlUq0qjOuOuy+dW+vr4vWrN6gnUd/wAb/hrPNexu1WW6W1zsKdFXkTHyLQrKLWIB7pGllDSx0IB2tJlEapcVyfi2IiU+t1LvTZKs18x0sApXnc6HvYk7FAlWkDBC8UNV5jFDryEQsquYSvwZCLEZbjy7Ea38/Pa9xDibC9LntysL07Ih93hOvp6sqr6ZSRdRGv8Al9SE4gxRPlcOLAZyMLRxeEhHWlNu4I8Sf8u1htSU6vO0Zri9b6H+l1hd8jifqL2uPI9wdpUqsqI0cHRa9S8UPmVLeXFrDC3YUp1JUiRYq8J1BWnUKAsU6XAuBtPqOEIFegMVmLElRX1pySuS605gPFwzrci17Eg2uADcbFu7bHf842HG8JOxGIVQi/emH2mOmYhAHw3kpsOIEiwcAKiAL3AsKTcXiWfS8ZP8J37q+jlZEdSQtpxIuLqBF0qB+buCNbC+1Hj9YG2B8nB9ZalN0Z2rRZXE/qruYoSpPkjqGh/G2umnfbo3Od91+6+ha4q1JdazDNoepKtbEA2sLkXFwddmnW6dhKvbxpdLr1JQxFWjJki/CUlXizjWxt3JBAIubEjUJq+793C8piU0y/KYlLVy8j5nNNertmta4IFswttNaeUEU2x0exxEi4t3l02L7uqLCIXxVoUpSmkqv2ubgi/YXuLaW0G3o/jyS1Fo3INf2iMiu3p9dNss+w5BdwvhyrSp9JfRzT6nWs7WVPkAbeRI1uCb9+2zT3g7w4DvHalOoQhvL/r9dPqbADZq1lRMRI5d+Jl3eu1KwliN+VFdXk8aUfq6jQa9ram3caa3GyPxLV5WI2n2veHj+R1QSrL5kXPceQ/ffXZvb38QwMRu+64H3p/PlaX/AHiOx7C2oF76ak9htnuqNe6699nMZUPoXlXFkIaKHW82mjiLZk2OYpUFAHtbuM+uvcciPZxLSRvAxRRoDeF8R4hqNXpzGXIxKd+8M28K23HAUrtqClRsQrQiwtbRsK4o3yT23d2mDl1GosNKSvhLaYdzADKFJUoIUkk6WsQSb31JhYvoUCfheDVMOU99+VS0JTNShPVwlXsVW0Um40UAk3uLHvtA3V7169ulxlExRAiVSlykO9OVXwnkaXbWk9K0nQWOo07E7MhvLBlXBUcQpibt979Lac9/buKvFfYVwpCXaa4rKryBKcwTe+irlJHY67C9UnQOK5FrNOYz5siVZMqtO4PooG4uNR5+Y29Cd0/teYD3ltMUasvIolbfaShCXeliVcD9GSTlJJ8CjcHQXttX7xtyW6/e+7PlT2kImzUcuuZFyZ8ybAcRPhcsABcgLA0CgABsV6k9iZ/1ezhxEzusqECBugY91sr5XqSwpXUnMDlISoAX1H5dvPYWxBHgV5pjlas8xVIsjO7F+VxFzYp1FlDKLg/sPfYti7m9426rCVSoPvZFRoj8pMjK1nStNlaLyKuL66kEXFwQQTsK4bwB9sq827yj9OXFUvirX0pcTqbi3YjsdTcX7E3CessITb8RCpEa42QQbGKKXVG3cONIlLz8J1GTM08knUKSdCSL9xobgE21bFE3Y/ajh1SfQ2KdKWvN8K6OH2uAe+ttRe1tLkbWg+xG7n+tO87KWlKl9lfmcosB+Ntv6RvarztUYpbURiFClfoJTCxIRltoSlJCjqDcAkga28ti6BkrQCRc11vFfqL3GuPqDheLz7USKuoL8Sk/2lrC500BHkNPpbZRTsUVTFspyqVRlDCP7KO1fJl7aa+nf1v5dtpNcw+1K4brr0paH8q1r/L0I1IvY9tfx2j8rRuV5CBLRx/FkVdPnYd9PyB0ttldzem5Y9/3U3ynmSHXf6g7nyJ6k5fF6WOpGve49NguqsQKzPbdi8djJl4vzJ+tj6X8j29dj6DCi8Jx1qXwH2M3R/wP8fltXlrkPv7WR9C1q4vCslae+ttLj1uQdRoe+19Nqd3jK6a0k7TINfDXuZiLza1/Pkd+W1/CfNP4dr+W1fh2tu0F3hcaF1r/AEUpo5HE/RQvYkeo7+e1bWjVGp/Cpbq30Sv+6tNFX7E66/gLnuDrtZUeHKlUtzi588X+yfSc3kMh0CgfpfyO2n9yzRSEk2NRqzFbnu0+Kxny5kR5SFozX11sNR6WH5d9o1HQ7hd3n6DkqkHqSprwrZUP1j6W+lh6i42+JWFYs+K3KlRFxVrRn4Xh6fMp8u2ttND66bDceQ1QZX/n0xnUlD675m/Ig9iP33179thPXuGJDhW4jTRiaVWYrjXul+K+hKepLvU5p8trA+ljfX8do2EMQu0uvfenVvxX8vMNO9Kk69/xB7/h+Gw7S5kWqNONQPgSv7JrNlzJ01SfCoegIB+m32rD2KJ/3+A1nQjxoWrKtP0173/EDTQnZHUdPrtrKke4BtPWowBGc7Jw5VK9ysWo8PPlWl1fUhSR2upPhP4i19L32tahTnXYDcCU6xKiozZ8ygpXb/LUam1/rsssM0ee1XvtG01kfYSlqU06jLw7keIA2sfMi4I09NmZA3owJ9Z9zO4eQxKz5OOxw3UKSBoUi6FefhNrC+2OmhOn4SYt9T58JSM0GjQOI7Fp6GOJl62nSnL31snS5uL30uNALk7WNOw/KlSm2qXUIqELUrolOlr8s1j9ALkfj5bMlOAKzVIDlUi0mFKirSlbqo6ilWoHy3Ckqt5Egg3sTbb9oG6iqVnicJnr/UWvOr62Itmt+0X77RvZPcWS11PPMFU0KLFlOUbGVDWvjqShK0yOpKPMhSSQpB9CCfwtbZJ71N0UqjSm3aM0ubT3/wBBKSoKT6cNeoUlX1IsT29Ntcr3TNUvhu1mWiKx0oQ6tWVCdAOsG6UnuLmw7EnS20PF26V2BQXJ8r71TltfpWms+VFtScpIKdL5tL2HbTZjT6tq39cR3T6pw23HEyHu8Zo0B3kMW0morR4WMj60L9SUnsR30JBHlfY7hUbAbU9yqYI3jyqc+/l4UKrtIzcX0Q4Ol4C3hJChckE6DauqFKi8++178i1Fj9F8C3FUgEi2oNyLHy/aRsH4s3cVT4krC+RefLmaXdhar9hlX0LP1zAnQAGw239wdZufcsbEDFtepbrbsrlZS0dC3WJBRmtaxB+YXFyDY3v6W2icu1Wao/VIEtxjjq6GkJGVN7XGn1vbQ6AXN9dlBGGI8ONe65/NUSd4muKjM09YgnoVYediUkEad+x+nceT2v8Azl1ZiFKR1JzIOT8NQCR5G50/btmajTF+BErKy2BGFileLcOff6XEXwP7VSXRmcTax6Vd9NdCT29dqFjebhyVF9zVmnPoW/mQpXC9RYXRoCCb9ib62sbbCVaxpjKqRW/ekvIhfQhUV3MjuflVfLfzsbnTXz2FpU+U0621K61oX41oyqT2vY+nnbZqrTitMR6vwXEdFHq8Cg8SLKoiMi8y4TqkdClEE+dj21sbHTQ2AOxDjmXQXd3L8WVQ5UXmmktLXCkI8Z6iUix72NxYjWxBvsvaZ9o4ECBVGpfwH0Jzx1q4rDyCfPS6VC2lr9+99Ni/eVMi+4YHIRFrzutZuFl6VWvcp1SodhpY69jtfG0yDFxSqbVJXEpbWIX5TDiPgLdWEOpUPJKhqCLnQehttxVgjFECstu+/FvocV1qXZK8wPqCbG+utj9PPaVy1eqk9DUCk50dPxeEUJSrSxzDpGoNr27aa7S8cUOvUbgT6z1xX0pS6uPIC+o9s1tLm3rb8De5cy+0QWxFElUuqONNYh+AtPxY62sqcw/A2N9P9fp0kQIsWA3VML43g9fQ/FzrYV+Flpso/XT6HW5ulYg3fOwOFXqTUaivJ0TIszJIZVYaLQu6FD8dbfhqIpxlheg8Rql0NyV4mvvXVxk+qtelQ76WF/pptx8pUwkg1p13htO5/ClP6uXt2PfTtcH89u9OmO4SrPvlp7Owh1XQlXiT5oI8tOwOn4WBEvCG8nBDsD3XVN2TD/iSiQ06c34KJVnHpcEHTS3lW1HCLuI5UuVhzIwwjMpEJczOtKPMgqsVD0BJPcX2ridmNSZvCw5XqNzVLiP1FhfQ6h1GbLf1Sb5bW0N7fiDbYaoNP5qVxebQjoVwmtE5rn19fQag2/YKbtK7S2uPRqzUeSzr6JC+hKde4UNfIGx9dL67W0bDNUarLlGlVHOxKyqi5kZkvKJ+VY6SdLEXBHextoJ8xZ7XzxKCTBo0XFs+VXqJUV5HUrztLKumwvdBI/aDqNQD22P6dVNzc+K27S5aIspj5uEtC0+eRVgCR6g/6WAm5FrLTrkV15fQrIrP1fS5Oht+Y2+2d3ztUnt8KIxx1+D44a/K67JIPkCbntsLfumPe/dbyjIgS8OSorjUDEMX4/wltcwWsyjcgaganytpcDztsGNV3kKpPgT4kpb7GZbTuYKzJv2NrajSxvrfXaupdKao2KH6NKiSornU061KaKfkPku9ibXsDbzAtY7Xy8OQPiT4Dy5THgUhFk8FXkhepse1lWF/IbVd/iMVVJtny5hivT8GsbwWqJx8PSn1R3ZSEBXLqDmT4g0skki5B0vrbb9xacURWm6XVN1j9Upy0ZWpCGnE5UqICRmTok9rG9gdbi+0PCcjFtG5uLQajysV9H32Et0oRKaF7hXy6eK6rAeovto7c1vLwHXnW8OSpbFBmsI4sNUh37u9pZTYPyg6WSrpOlrbWU4aP19unmIyNuR3l4tw5Eai4Zq7FIQrxqrn9XsLW7OADsNUpA11NwNr3EvsgbwML4SYxHFpK8SsI634qmOKpOguUKbVxELAHdIsrqBQNDtsSvb0t1+F/iz8QwaXW+EtWRpaFpkJsCcyCQl5NjqUHMAe+oGyroHtHYyxbPrWF8GtURiLn5dDsxbzDSXTchBOQqSgi1iRoTa/c7OqZrV1pau4TIrOAWoH3+fRH0L6vnzZVefopNgDe4t6ga7EEHCNZlfcIry4XOtcVK0K4C1It3CVWDiANTYEgWNxs8JG4Te1iOfL+2WIYtLqL61rYdi5XWFKJtmU4L/DIsL2FvMi9wtf/RXd7XP/AGcx5iaVS3OfU7AadkBqK8tJNnGVrSoC9ioZSBrrlJ27+acV2cTph3DX2Sd+9VZ+rvzf0TuYq4i9RlSqxObQjMATpaxGmzR3TYXi0us/aOLQ6oh9tC86FR2XUqaJTfMASlaSdCoCw0BAJ2kQ91EDC8BdLn0Or0vFDGVUhMdZWqQm2biiO6taHdO6o79yCSEAi23en4YxvS3XKpAq0rJCQpS5sWOvis2KTZ5lICynsSSCUkDMLXIvtnDbIn84WA/tbUsLwMPMU7iP9UVccoajyjdQsLnhFYynKm+h0002pN4WFqXVGnKpKojCJTDX9YQxlWm91del9L5SSVA6aJNttExo2A8eYS/7eU5DE3hcquqNRULSldrgHJZdhr0m4trY3B2VdWxjWd17TlLqjyKpTkLVy82PZaZDWlljy9BlWM6SdD2vBnZipwnu0i16ew1WajFhP5OLHfiunxWsXELOqFAjVFlkjQkgnZhMYfrzs/hYtokKtMMddOrcNQaUlWtkApupo6C6bFOtwANvunUmBvVozmI8G0n3XUaW7xZTSJ7bUhmxKUucNzpWhZNgFE31sRYEENFwzWeK401idfx05JsNfTlWNLqSTooG4CkKAPmkE7DaVwPiQZlHr0B1t2K7VGGH15OajzRnbWBcXSRlUoE2BIJNgDtfIreMqXF5XG7LFXpa8vCqMWOFKZXYavISCsG/zIAIOoNhoP1XCNeo0/mqXiGahfS1NgK648xq3SuxAUlY1HdQPa/p8rxy7S4D8V1p+nSkI6s90ZriwJQq+ht4gR2uAdq+pGIbMxKXPixJVea5pfStqQ1fjq6NHEqF7q01uNbfUnaonvRWneVrNOYxDQV5087xW3X4aTa4Wy7clJNsySbaaEHb4oqIFUoLc+sy334r/U1KiujLnvfUpOVSbggE2NhbWxtWYvwdWZUV+qRXl1iEhr4rXAzrSkaXGUEqBGpHcHsALAWlhOD+H2sG1nhUuIhilr6ovKpcQwrTtlVcN37WSSnQAE6E8YeOvv7dLaeqk2F80Wb1PxVA6qbkJs4UA9VjdaSblVtNuWCqzQXf+y/vao0SVlztQJS86Ved0BZIV9UgAk3877C2Nq/yFZ98+9l/0c7l94xYDmeGtJNhIS1rlF7cTKspuq5SLjapnEQ3plZ3gyp8ujVTCcqbS0OoW1MalNc4lFtF2zBKwO4Ug5x5hWh2t5Qr1BrLDTVQbqKH+lKKihbDqb2KdcoUCNLKIsRrrqQK7vceysZV5uK79nn4UpH3rOrhNOK81oUkZULI1ucgvckgjZ54vwq1RsL02ltYhqL9LqK+VQh11qbDcWsgJbBcBWwrUAJSoIOljfXafunCLuZUa9KxG/hyVh6o0SvMIU6hCFBbUxNtCgqsFKIBJSlRJGtiNT3TAoOMqM5QazRJq1sL/StPqivx30duI2BYpCtQrUeoT585eKKpS5/2I+02d+kKU00h9rrZSPlVlBNgOxWi4OtyOo/aGcWu1RyvRXmELyIW7lTkdVfsVFKlJUCAbKBF9bnSwq0uJ9YSoFLda9wuxJqIq1KafpzrqOpKtS4lKyUkEHWxUCPMGx2M6hBao1Bfw5S3luZ0JSlcpfXkum2a98tgMoTcWt3A12k4KrHNO8hxuuV0cKQtCUOLNwoFKrpzkaBQI8xfUDaHDp7rsqW77x5Xr+LAkJClN20ICVahSQOoXvcG/wBB5kyrgRqpFdY5rP8AEaUjio/V7EeaVJPmCLeoIOk1dNlOuuVR2nMSl5Eo+LHCH0p8glxJAUgX8JsRewvtIFRgO0tyBKp0KooYX8KbAzoWz30eQbqTa9goEgaEggC/FM+fRmmIsWtri80j4CZ7HMNOdyUZ0nOr6EFYHzJAsD2YTEg1Shxcb8TC9ZpKGFray8vzSGuIkm2dBcsps6gZgoA6A+e0bDSGsLz/AHM06uE/FdVHV7yhBPESbfDeCco4gFrKJJULXzjTaLUIlexa05A5SVCrdLQpeeG0h1pxpRNn0ti6FtjstOQkj9XsLzBlWlVlpzDm8HD2F31oj8L3vAmLYfeasD1xgCUqCSDclYsLqABGxIJ/GHjG7qfi2K5FpcvJx2sjSWnQljQ6IV0j8AQLp8gQbDlC9krFtUqjbtUelUtC+p11qqGZmXlykjOAfDoSQMw7pB12KcK7wd1+HKXHpdLx7RH5TPRyUeUlL6bdkhCiFaDtYWI7HYA3w+0zvGwbWeQo1Jq9Oiykfc5sqB8BxVgRlcuArvY5bnQ2BA2PXM973ZsCM7BfsZ4N3c4yY3jNYxrz9UipVwuYWzwG7gBVkhu+oFiSon1J77Hm+qDQcebtK1g2fixFB97wnYSKjqlLalptcEEWUO4F9sOVTEftD43gN4jxHjeqMRVuoWhqBKCIqlIcuWVcJQHWAbhYzW11Gmzw3x+1I1Rt1WGv5tKcio1TEr7VIYkSopVFhu2IWqQVJKRbKbJNgolIvY3DAdZHbf7jAJ3dDu5pcBhrG+MaDKlIRysh+jSCwmoNZ9CQ2oKSVAi6CCEqJsALAj+Nt7dUapbeDfZ4wmxN93NKy8xKCVJUkdmsygVrsCVZlBVvIm+yy9o7dcMT4o+3mPMV/YNDDUeY7RobQ+6yGzdMph9SylxtRt8IJCswTl8rkle3lYDxbu5bqlLxZRKpiGbF5VE2BTuAqdIT5qjuKS606ekWLgUCAQTsM8RpN0G8OY93fUvEcSvb+N2VRpdbm52lVxNU52G2sWvdClBbAIIKgCUd+o6Xf+6jeXuCxbjJ/dpPaixZs3qpEyPNzQqkso/RMrCiGZYTqEXBWnVJJCkpRGHPZuxHjeltz6zLfmrfQnM7NYUw/l7hV1pKXF665gfDYkkEm6qW4P2ed2kFuLvZdYfqNUytR1Kn+71uOhRW2lDqVIQ25nAyqATqACbC5FuWFzLvfBuIn7ucbzqpS8eLXgavNKaVTpiOKqHIIy/DcTZQVYkgOAKBBsojQUWCd1+A6zPgRaNztRRFW7HR94WpLKlrTnbRlVlJ0GbNe1hYgjY2q9VwbvQpfuGl4yrbC6Rli1JirJzymVIAyF0OgO59UlLhJCgQoLUDbbhhjfjhLd9jem0vHjUVEXi8m7WUpUtCbqSGwUJTmtcgqcAVl7npuoM1/bKON3M1RunwTF3fUFzlXm0QlozZE2UplQ/vfNe2uYaeVhpsIYuxe1Xp7jTX6BaUoXl8Dlj3sb9/Xv5XtbY/m4jwvK4btdablUtCOOh2G+FokMWvnFlfETbva9tquZvc9kyLAci1TE2GqWhHyykqhOtqHYpUUpWk66KB8+/fa2dpzM7WUXXDahwPmL+J+i4TTK8iOjKn/K21JXt4GDaDKbpdZrcWE+vKlKXVZc3bT6/v2vanvuoNU4krdLE+2tOioVxVokIadzAX+CtwJbUo9gHCgE65u+wfUcM7tN+dLgY8aZpz9RRmTklQ1x+G+kgELNlFpxCgUmxyk2I73Nzd+JlHo/a8nOYOV7GFGgV5yl17DD+ThcVUphbUqPwFdpCcnWWyQRnAISQq9rKtVUis0ufPfdaiIXREZ/v8DryqF7oeSFWKQO4IKSL3yixN/X8C/ZyVHdn0N9haEK5V1LqV8NXmsKBOUnuSSEquLgntUUyJAwa7Ln4ciZJU34r8dpBShx0XJcypNkq9SLafQaqu+7gwTVrV9inP7wn3avbvqphytUGVx0MPzXXYVRas7HbmjVTTiD1x1rIvlOigQoKvZZGPtBXsL4ol+5pfJPraQmRWYCPjsrKVISpaFAJduASpFiTYXSRe3DDT1UxRXn3WqdVKDFqLS0SEoQ06lLoJAdSFpCkOBZ1SDkUAexJJsMXyMZYcwl7ra90LlQmlNJlcutKHmOrXIonLn0KrkqBvlJuCc82OlnjAd3F4V+P2hDK3hwIrvCpdbhVSV1O/oixw1WzBuyRlz9zYAAADTaJT8V1Rp2pT930SKio9PNQJiVLYUoi+VSepGUgG6QADe6Sk3JSNAoNZad988pnyJSnknYqHUuIFrpuVFK0EgkXAIsLBJGxnDxVApbXv6VRKpRKj1NIYdgOcrIaz/wBnJVZKkAptZahYXIUCLHRWzjzj40b9wWafGY9cAyMEY3pcvC+8vDFOoiFo4qmmMjsWQsEWfbNgUrSNC2QCfEASCSbUj2bNxuMqDEdo0uahebmGltOuNIcVe/U04SFE9iQQfqLbK9yB/wBkm8USsQ4XWw51LYaqwS6lHa6S4lAXax8KlEAeYuQV4J3vVTCUVugymfeNIzJUlpdkux1E3uhXmPPKSQfIja5VW5EMNfbU+zUDB/I9QJ3o4c+xE9tqg1tcWE+hFOfamwxKQ4pIK1xHgFpus6gKN1FIOUkagFptV9nOvYNrWF8b49qkWvRWFwER3abNUlKAAUtNqQFFbV7AJcF0nTLbQsHedhaBvBqk/GW6WI/S18JTtSYdX9zkOgZkupAUOEsqsFaCxFwQblWHt7OMN42F578pp1dIi1RpS5GallSY76TlS5k0UgjQBSSoG6ipCgAUgIm4l6ugafkulUtqvRHaNTpUWa+tPCRMd4rSlgXDZzAKGmoB87gnS5ceCKVvQxa1L96UldIYp36JcNGZp5IGt8pKCD5hdyDlsdNlFgmXP3q4DYlYoqL9RfhL4HHzhD7a9criFpSLpNgopWgiwFikgE3qcUb1aNVGIFLqNRpz62ulXHzJey3sMwI4gINsxBUO17WIrs2y4eFeK8ANVmvU2stVGlsLitLizGJF8ykrdaN1j9UkEK7WGpGmy+ODceUaK5VKy9FhRW3VOw56GuYjqSVm2bshbZFhlNrDsQRs1cB1XDlegT5+I2WKJiSKtKJTUzioYkLsLrDgAABGWyrEa2uNTtVN0HG7tUn0vd9jJhEphK+PSFutJkfS7LiRHlsrGZOdJSpOlwSbiu0/EsfKAuFN52/eLWERaNh7Cj9PY6MvCcaSpRNwphepQST4FFQIBtY6iTjdys4jqjFUqktiFOR1yGISinNZXy9QKrrOqQSCdACbbWFDxFvBr0r7JYjolBlck7k48BDkKe3bQNqQVE2B7ElQ8gT5FBoeF8JT/f1Zdf8AejHWw0tpfUhA8YCSc3exSQPM2sdGqQVHMC82Pud3ftYI3I4XdxQywvI0w+6p11DqVLcOYuBYASq17hQAIHob7ebftAe0nPn4trsDdzEXTqC/PfWt3VSZTRdWbj+6bgjQkA2JI0Gkt5O/msyt2jG76g1ZcWVKRwoqWkj4aMoBKSelRCbkJF7K11F7ZpY3Vyp8VyVWa3S6cthGd1C8mXL2GZObp9NLA9tNoe74EGK2hd7PO/jdA1AcwljyXK93VdeSpR3YpUqnrVZAmR3mxlKRmutCwklOthl6tMQMLYowbKfaoPuGov0uAp+U1Kj/AAqxTSLiW1lIUCAOrKQoGxSpYGXbKm7ahbuYsqtUvFuGVv1FEdUdHutJUiRFUNVosMwJJIKToLAEgi22mqNFr3uamtYNxv70m0GOubFgcXlapBdIcVwrgDK2pJbOUpyqACSOpBOHrS1mUX38Rco2/Bi09pbezFo1AoW7XGVJhPtykuuw5EdaMyY6bHh3ILakpUprKW1pBOYpCDcbJbdxi37OO1ag1l6nP0haOKuHMWWHXsuocjvIUOG6CBpqFAWNrgmfvbn4S3tV6BU6D/QOIYS5DEWBUkJiwKhIWsOPNIcsERJBcBAS5lbUVJSeESAVS9THfv8AS6y9NomIYS1/0TVo648hlaRcgZrJdQbjscwBHSQQS501Dp9OEPv5lymBNSxsR7lsW4ScnxcWUuo06FlRMzvmLUqaryKxYK4ZOmYXQfPsRsuq/UWuV9w4cxNTpUVeVqQt1aUcxHOt0EHJmA0Kha51sLkDOjEyqQKo3z8RjPkUlDvC8KSRcH87d9ik0+U1S3IvKIfYWvwZOlKfIpPp9AdPpa2zO45xFFqZT7jslY3qns517Dzu7neFK911tKnZUdakSIql3t1NrKkoWbEAtkXsSLG4UXV/ehuC3g/09jfdbg2VUZSkomTKC05SKlmsAp4stnK/YDq4ZC1JBASojJtkRNA5CLzVUdYWx/ZOtWWjKSNClVjc38ja/nrs7oO6WVAw4xi2LLolbirj5+ErpdykE9JVdDgsNUmxHppcs1mHTKzVG76k0HBG7SXVMOOyptBy8WLxX+OpTBuoZVgFKxltZQAJAFxcG+YqLJqmI58t3BG8eqTVyluzGo7rTb6VX6uhKFJJtftc3AsLHbQ8nFdBpfsyORa9/Ra0RVtLXHdWlLdk20KTdJItpr+N9sd1fFuHOVgyoFJYlVen5VNVmHP4UhSQDo5lsH7WCgXElaCL51Am1KrMEmNP9ojEps/GWLZTeHKzTqXiWLC6l5bIW2hKrKKWXOxBNikHuT31tw3uYhwlVGmMG16JKpfuhCEoWuKVNKsCAyu1s6Ep6bAgpJsO1tp+B8YV6g4cn4trLSJVXmpS6mBKQ2iQ4nKMqc+mdQTmWdL6WItY7KvEmInZUqpNcpW2GH1qXwpFn0pzAKtre4CjlNtbix0GhS+6B+2HdK3ebvvgVTdzj2qYenLRkU1FlCQ1mPdNnLkoJPY2OhGnmxvZrkVlqLiXcPjKoc1hStPofhrlJ6aPVEFRZmMgi5bcOUOICgAkEjMVKJyxTUQPenKz3vd2dCXWl9SFfUBQUDbzF72vbXXZl7nK3WXcRvwGsbrz074sVcprjx5CLKBbU4khbatQUqyrA7EJuCF9QVVCTJ38Rm1Sj17DmN6s7iPB1XR7ryR5UqLFXIaivotkJCbrCDcKSsCwGVWYd9u+PKtKr2F5dUoMSbKqjC0p4qIqkPpdNkgu5kC9wTdRFlA6k32J6fvuxRS4rkCfyrC1rTFp09dpDCkjXlZBHUG7nKlYBU2VWKS2Lo6VTGW8GjcCfAwzV2JSGlKdahQDNQ4hRF86EBQUgEWChprdCrEbK16dXVWEhNpERtI3f4jan4eqlZwHUUP1SUqPwpCFJjyr5vhmxKkKsDYhRBsNEk22a9W3Oe5qpLlQPfdEpy2kJXTnZodXDdv5JPZPZIUnsbfUiBvA33z8ZRImCZUTlXqfPjvyoa0Ljyo9gVIzNq6gCAFC4vYmxItsx8SvV6stQKpPl86vhcDrWVOt2N7a6keY7gdiQQL31Fi0nAEDq9Z9OuE9wZ3u7vd7WI8JYM3ySq3FxXRMLupYlJkLQubDu6cnFykZ0HOUgEFSQtVlAXBq8Tb3sW0Zp/Dm6DG7a8G1uO1KfwrXGuYaproczONpTmzj4qUrbW2tIAWQAQkAfFf3e1nEbT8CfLrdOi9EpaGHyhqQkG4Kkg2UEkkjOCAbWN7WGanudwvS4rc+fiybFXFQpf8AXep5AupQss2zWAJSe17gHQEHeRnD859Y+In/AKgli4Yc/MnOY+n15pEBpmKw++pLSsj54GU6X6rWsTpqLDtsyd4ns048wHu5YxRA3g0vHODaopiQ0njqps+kyFZClpl4LzkBQWEqzggrylCgo3SdEkxaDi1uqbvv6UoMqOpEyHWYoU6lV9Q2+1ZTgJAUCU2AulSDYHaxqdddaabi/ekRUKzpiqU5kb+qQrpN7WJAubC5vsWwjHAidltNHFQ9yRhmDP8AcLk+vVVc1+Kxk46kZXciRpdaLBaSoi4IA07W72m7DfVK3Xxalg2vUn7Q4NraeBWaTx8vMJskJfZWbcN9sJBQuwvYBR0SU0tVcn0bC8R1p7IiorQtrOrMlV08TyPS4EhPoDmAIuBsF1OZz7X3ppGdHjyJ8Xl5/hY+YO0V2sgwIHvPpyGH+JcbysPSp8pisxaivFGF6p93pFRQkNKSi6jy0hsax5CBotJACicyCQSErmPutrLs9yl0vkmJXUrLKdyLy2v3sE66WJIH1HfZhO1CBg3d8/iOL0LfdSwtDqBwJXXlDbib/LdSknyN7FJVYzdz/tYz8Buvz2t3FExlTunn6TPTklR0J/tWH0pOZI8xkuM2oANwWkM3M9PTstUN6idrFRqkWe/Qa86/Ffi9DqEu9KlXBACibLuOxv5kAnXZuUKfS2txlFlSpfHpHvZcWVCdQVIUlwSAo5R1NqJbHUAbEk63J2d2Ht83sjYyacrNZ3LzaWxW0qVHlRaa2pbajqtN2SUrINroKSCLkdzeVvS3I7jJ+5urfzVYsYoK4rqao1TpTTqWM7d1LZAWAtvOlZy2BAJ0Ta4Dbs+zBMua/wATJ7RadnuOtS30MI/ROu9S9DcXNhcgD8/TXaBCrkWfxIs/ks76eEp3JlUpVjoq2oVmt1eibWJ2NMGbmcb71aNWncOYeqL8KLmjqnxWkPoivkXSHGgrOUG6QVBNgDe4tYrpzdjvBoM/kKphmawtH6VSo5+H65h3NibXF76HzB2TROMwQTbIEht2BKblQIn3ph1PCdQsK6vQ/XuDe3na+15PoEWqNfbKltcq+t1LVUi5sqospXqg65XNCCNASbgXBNBX1NUaqcX47D6Ep4qPGltdgRYkAkHU5SLDXTtYkb3uc01EgVmnRZsVaOVdShGR1UdRHSFEg2HdNjYEfQbEH4nSdRMUSvejcWAywvlelSPlcR5ga97dz+Fr3NrRqk0uVjJuVS2lsQlqzyEOsFKG1CxISR0kX9CPWxvc1tJ3YyqXPcnz6tkpbH3qPIQtOeQwLdRBIKSCcqkFIIIIAIIJlysd0HmnKXS3uAjwZ1JzIkJ87fq39Bb/AI0KbZ0IMQ1bhRXKXRmedQwvP1upWptOgPDKge3fL5Hy72UeJ6dWXXZc+VLWviNKUlSvEm3e6bkWH0Nra6XA2MKQxRorUufAq3x8qnUpd6E5SD0qSokKTa9u5GmnYbS0qoOMqXyrUvklrWlK2n0Z2G3U6iyrZkoUNAAbgnUEaCoslym6CVNpkXG+EojtGiIYrcJ1KGlodCFcXy8Vh1W0sRrplPfbjScCfbyK+1RqdyOKKclSp9Iy5UTkju9GBJyugdS2uyh1I1BCizDuA/dbvFaob78V/NFrNLfdClJTfVba9A4nspOoUBaxJ0EvE9Ii4Nr0SfA5pFUir+6z2nVJUlSTmSHCPCR5KBuexvYWgPtOIufeDKTds5WcL1lyLF46JsVPFztdKkpvfiWNiEkAWVaxsTe+xLT58+qf9vIEuEio8xmlcJIaXmJAClIsBrfUi4PoOwJlSGt6FGn1mLEmwsZU5hS5EBMdKUzvFmeYAIWlwXSpaGysLy5gi5UdlnQ4EXi8g1x33305uXadDD6k6HpzDKVaaJUADoD67FzujFdu3iH+GE1nEcqpVTlGELlO/Cdz5EpdA0RaxAvrbQXPa/babHmVnFuI6bhKfwHskxDSustPs9xZZABUCOyrq1uL9gOW6ulYya4krCVWi1SFn4SsyzHlMpOYEPNm6SRa9gT2BFwQQ/KFuulVTerRcRz2acuahCnZTsNBRxklACeIggZVBN7KF7+osLlqO2De1vUftCT9g8EN0vg51xUdCVr69NAAfW3qNswb2cZT3Z7kroY4+XoVfMlNzr3sb2sNNO+z53rTJXKvympaMngX0+FVtCfO2lr+W2TsX1GVXneF4/1svV+Xa+nnfZPUXh2wIWlNoyYPTcURYs+I7Kaff5p1LWVp/IvU90X0zX1AIIJsLHttdYnThys4SrU+g1GoypsJCXWnXbLdir1s04jzQfJQAKfoBfZPbzqdyvKRZXHQuUrO0vhLyuJFzdJHdQ0NhqBrsRYFrMWjNT4tZrb7HvFjIqUtri9QuAVXGvkCCfXQ7HqO3EHZYd/EvqLXXXaC3iNqW/ztOaUp9ce3xGlaKuk+NOguSCPpex241ytwKzQW4FZZi1FiVm5WVIdCX46x+o8NVW7lCwQe9xYXq8J7xaDhevN4cxHToVRpE1CmufaRl4aV2ScwNgANeryuCQRchgjda1xZdGge7uBwkuoSteZDyTolWW/SryKgBqfz2Ztw3kIdSNvlEvAalRXeFFq2RaFp4Tqmirsb2NtR9D3H18y6ZvsxlRuBKi4nmolRUoaUrOFK0sO5AuNNASRb00O1PIw+7S6y5F4XRFR8dCepTKdTc21ta/cafUWOxP7spcWlsSmmoU3P8VHFQFpUm2uVQ7Gw7Ei50tssdxMEaEtMbWDva3xRKwk5FxvSWKvk6USoS0IfSo6JK0a3SddbC1vPyDcT77Ys+vU2vUHmoTEpHCnw+LlTn0HEAHSq6b3Ata1x5kqeNi2l4cqj8Bqk8enP5loQr5UanpWoXAAvoSNBbtt9tNNNOv8ANMrYQhWZTUpjKnL5HUXHfxdu3fYd+50KmR9JWo4EY28vF0qjUtuqNNIfWhedPUU5kqt5j17WII2iYC3ryp8B+V7uRS+VzKQrRSHFfn0g/lrr2ttyxxT2sW4Nov2XyP5FJ5jJ1ZUgXN9QbHyHlofrsvMTz3aM17hpbLaGM/3hafDnuLAHz8vx2D06spXh/wAyK0WuODD6J7UV+jV6JzrCFKQ06vpXlPooA9hYgWuDe977AOLolLgVlxql1Hjof6Gs6PisqHqLWWAfMEEA6g62YLWMIDrvK1RldOfzK/S9Kcw+o0B7D0O1RiXB1GrP3pp5bE1CP6w0sqSr6FB6VfsB9CO+y4XtcGKIfp/ExcwqXWfj800+x1ePxNPJ9QQdD207jUWv241SLKagOOxWUL/2uW3le1/P8T2v5DYxoUOe1x4FZiLQ34EutJKkqT6i99b9wb2v377Q38NxZTrkXm1oQvx5k5VZTpoOxsNb+g2SJNV2REXcJZkRYuNSmuBP8bCFpUvK0c7Oo1slQJt3uCPLXTayxHvDqjrUR1qt80hCMqXVW4rdr9JUoXNtbA3sNPMHapr9Gdw5WXGvtN9yfzZHUtFSU97hSBdVr/MAq/cA9tpTFEqkV3hSpbGd9GdpS2g/FkJ7XStNh+AIB+mljvo+5czTrO5cicpuPZVUitwKo6+jIvPxWrJUrzuQQQe/0BHc6C1xSn4E+BwmqjCW/lyL46eApST5KNykkeugOtyO+1jRcE++ZTcB3D1Bm80pKEZV5FZjb5TZSbWNreuhsduOL8B0vAdUbgV6h1GiPr/RZnS604n1SokpI8rXv9PLae7t+ITB+4zi067hxpxr3Gh/9RGYL/DIoa/XT9pB2M91W8KV754UqifARlTIakJ+UnS6bZh6hVh+J2FKfSKM7Fb914xixc/WlqVHypcV+I7Hvcd7+W06bhrFEDgT/jzUReuPIgO51Mp7mwHUEkf8wBe3GwMJBbdHHj6kUuLKiYtoLvJIfSniraX0a2OuU2CSdTe+voRtTbt8EUus70IDVUalMPrWrPkWFIcvY57dtLdzcG5ve1iEw3ufgcrAl1HO/wBa0tO5VJVoOwHkbAiwtcDZk7s01RqqRK9AlrXNpEhKHWH7ZkpII4liQVAdjYgjz87KmvgwbUYQzYUvd1Kwbw+QeYlRX0pyLdXwnW9ALE6pUNe9x21A77JXfrvVo2CKNyFBlymK942ktJ+9JV6psSh1CbglQNxfue20vfR7YMWjUZiltUnPKQ1lkJ4pR5J7XBOijqCCB5jS22XYRlYoqjmKKzLlZH1q6JCgpDP91I0CRoLgfjqdkqNC9tm9/UzadHvbJ9QtpXtx70KXF9zbxsJ0TEsVaUoWt9Bjvq9buJQUq8x1IufM7VNP3wboHXXBRvt5gBcrNmRSas4/FTfv92Xmb1Po2T+AuAtMeGLiOqcg08whH66ulP7fXW2vn67UkbBNZi/Ci1FjI54FOrzIzfs0/j67afZpq9CaddCp8Rj1zAO73FDvP4Y32voqP6V1qqQEKakOEjrSpnhqZOuoLahfLaw0NtRKzWaNF9zV6osPrYQpOeLK46HEixBAUlKx5XSpItYWJuBsopGGJ7rTjU/gIlMf7BXUrWxtrY37jsfqdpkVdB5DlWpc3jr6Minc6UqBHkbFOn0/P0rGPtmjaYvBGLaX7rn1GkVdhaOiLKR1pUR2scq0OAXJTpa9rd7LneR7MbVU4lU3aS+BKRmW7RpjvS55/AfUdFeWVwm5sAoa3XMB/EcBpx12hrlPsdbTrTRX0+V7XHnbS/cjY5w5v6diym4FZodUiysqkZHcyMyr9wSD+HY208ht2wryJU2IfGI6oU7EdGdkUaTEmxn4q1IlQ30ZVtqGmo1/Ii4PcEi2xDusqUB3FDEDFHA5J9aWluyEdLaSQL3HUPxF7d7WBIY2JcZ4Ex5O92V6oP0GrsJ+E7VGMikp8gHE9K0E9sxB9ASCNqRzc5VOVcn8oiUx0/fYFnUpuTbishRWEk2GYWt6622vOxLjG+Gfs5Pbi0GrMVGkVFaH2FMPhfYnuLC9joCe40voQIdcjT58+msuvPo8KV5PCrQ9x5aG/kfr5Gno9Pn0uexFlRFrbfdSiQ1kzL9bp7E9u4IP11sSnehS58V2ByGdfwlfF4pQpP0PkoaCw0t5m42pL7Z+NR6pRp7cqg4sQ3KR8J1ppQ4uuoBBSQ4i97pGo00PY0MmU1WZ7nvmorWt/M610ZWs36h72ItYE2sdLHXYfY3fYtr1U4vKe9F5M6GOO2l3J2OULIKreYFzbsDsUQ+LPdciymX87HQ7HkNZJDdtLjNYqT/eBIt3Oupp0E61hzlXf0WSK/4FrR06eV9Va37i47XIvsJSaY61K4TrXGYQv/F+VxqP9PMeRbsCpSqXxGv61F/2T8UOoUnyFlWy6AdiPzFwftxFBd4jsXjQkOeH4XQ3p2NwQBobXNvL67D3zim6DlHpFBiwG4rryIr8pOeK74kOK06VWAsQO4JFx5g7Xc3Cs/3DIdapPHlIXnzx1Zun11Pb08/p5bf1Nw9FlVltpp5h+E47naStI6VZAk2/ae3mb6XvsW4oqUqjNcWAzx+B+lShAUpKfM5fMd/+Z24mdjaItVYZdaisO1SXF+PlSl1DXWys3uCAo5wBe+l9LaGwBNR48CA041KqGRCOvqzKaVa1iAU6EaXVYHTTTaj96u4orLbrTMVC/FkT05rdrgm2by0PlbTQbHkV+Vwm/unx2EpUl3MFZkgep1v+P/VPUWFZlay3b9s50aXRmnfutRYXn8CEKPiPoTr9RoRb8hsTxEVSBPbdlURFRYy/on+jMkkajKNSPQgAk99ANl7iukRfc0uswKfF47CFLdTrHW3pqu40P5kC/ci21zgqt4oxRhduLVKiiEiKn4UpSsqXkXB4b1iCNLgKBN7eR2BWGxumX2zjMJ8XT4HF98tNIW2wtOVpahnTceC5USmxPkbdvLUj1TZ5+UxPgfdWJSUtLaUlKEqUTc3OhBJANgSCQOkeVirClG4vNcVc3wtSEtSM6W1gfqi2hAFja/Tqo9tvvD2FJ7sr3NKZ5qlrWrlVKazLSrUdDgAV+KSQfUnTYjeUKT205gyul8KVxWpb7fAX4dU9IuQMpGgJ1FrX0sDsFYpxdGpnDdp8pyE/n/701l4lvFYquFC+h797WBGr6VhLi1R9p1pa4TfRwldWVQBstPcXvroAodiTcbTsO0/lYD7sWWuE5nTnUu0iLKsdM7boWEqt03TcmwIJvYWr8eWltNahOGMT+7es43qk9yVFwbTqo3NXm4sr9A27buhfjQRa5Bzp+g7ncPs+UjBruHHPekSE5XmEpRPgcfmEpuLZ0qUApSSUm1wLW7DsFJTKlS4rT9LqmHmKWwv4vO05ptLWUC13GbhKRe5CkFuxt0EjYdxBhyA7XoNe3fY3+z1eirzNT0NPMLcQbXRmSQXGybXQcw7Eg2BDQs3Ta0+v7b7COJrDGbNLw5FgVSly1xUQl52sjRkLbQSBltqvLcdiFC9yLbdV4lgY8wvXsOVl3PFfY4UqE60MikkdJSl5JIIOoUBcEaEW1B92eDt6FegP/aPG8Wt07KlXFWtmRlUSOpLjaEKbTpbKpKhe2pNyaqt0XEeCK8xiOg7zZqOV/TwpDSFRZCD4m1A2Fu1iDp3sdjBhGrdWmYHiPKpdGYw5XsWVitwYrSuXlTEFMiCgGyfiKUQVoNiLlIsDYXJGx9gTe9vuwQ7AoO8Gie9GFuoj4fxk6iPMi1KOUjJFkuNlDqFgkhKXiFlVwk26VjNVbgY8a5+jYh9wws6eK1y+dpl29rtm6VJB7FN1pIsQBreggbg4FBdci/ayqSqdNXxVU2HHUqO4tS81xHQq7t7klIzAK1KCRcXlj5eUYdI3h4tdxlUqNi3CbGEJvFXHjtOxeYhSmlnMOGpxASrQk8M2UCLApINwjehuNlNcfFDstiFh6avOtdLdcXDirOXR5lxK3WmyQVA3UEg6hVxZwbqaF7Q8rgUaVg77UYDlMJYju1fKiZFRpdtZeuHmyLWSpCSm2itNiCswouA8ZRMEV6n1Snxa20rkGn0dClJvmYD+cpc06kjiZwM3odrD1I3TL2HMLRd30X3W7ElSqXUU/d3+Ky7Hyr80vM3yhYFwo2SbWJB6dvmiUCVgjGXNQHqpKYlfFhtTZTa0JWoatMrJzZwATkUFXBsBYgBpY23UYIiu8Wg0+txcilf1WO6lTOdZKizluVt5wCpoXsRewIN6HC7jUWqcKBiykP1H9E7AnsBr3g0m4ulIskuAkAFIuCdQDoRlIRDJhxc07A+/4eWx4kRZUKQeE4oC6mVJQFKZWLEkFKkepIFh1iTcL4tozbUr71F6muvodiq7KNiC24gi4sU6jKQbG+1lR8BfaivT6pS8ZIio6WptG4RQrOB4ybkLNvO17Jv3uTewtzNGpc/4tWisTZWbl3Y7vTK0zEFsjL37kE3tqPPbu2ZJMWGBsENYIrM+BhyI9XqDVFZH6Qq6uXuOoAJUbtm1wEFdibAhIALDw4ndfQZ7HvTCdUixZX3Xjw57yJUNV+ylpIOUH5VoJBFrAkgyaW7hyjT3OFTqciqRVJaWtpYQ64oa5FskAhwWNjYk90nyAZX/AGiaC7jeJQZWHqvXpS8zXNUuLzDraUHLlcCdXE3NtL2trbUjghWSDL/GMXcZWeHQcW4Tr1efYXxYdSkRULXHzWss2DaCm+hUggqIuMpIGw1ArsXBuI+QqlDhQor8VTS5jTRWtxCQAFlPSC0BlBUM1rJAQPO8xHu738VTEcDGWEqdFlUhaEofpMriQpDijYHKsoUlKgm5HZV/LvY7Q01PgQIE+hzWH2MuePV+ElKso6sshtJQV+QzhIV3IFtuKScyp3ZYj9zY8iRZVOpb8V/Pwn4qBlkINiOjVQOUeMAaaWAuBA3qYUnxcZVOVAwbS6jhSopyLdYf6W1HVbMiMQUZSTfNa2oJPpasSaXAdbi1nCcqLToshLsJ+VFbdRHWdAGJLCyUXVpYEJI0KPS1xVvBn0HFDfKxIq2H2m0TFuoz9kgDhuAZ1HWxBufIE9hSVghQH8B803VMURKi/kSmFwmnSlLemic2qlWuSEheYXsM4sBbTaNAnwOVpeIX2GFu56c7PWGndf7Mk3ABNxlGUGwIIOm0iZOarzrlUo1WhNv1FhTS47SQpDyQCFITdIz21u04kL+htcU2GVUaqV5yBPxDS4sJa08xFm3a4boOimXtQU+WUgkEWsRbYZhBKFVQpdGqnuGqUnJXovxY81p0sKUrzK06pVaxIcSSB2UbgKBMMZQJTXFrNJXVJXRwuEtClvJT0p8wQ4EjyKgbGyQbBVvjjd3jKBPY4uHptUoLjXFj1SlxxI4arkkKDWZKbpHkE30uCdDGxju+ixaNEr2HGVxX8yFux58UojyO1xld/RKOmgUki1wCL5RlGlwVlThXEeEq9KcqmDahyT61dUCpZmszqe/D4li2vvcBRB10Gtp1diYoqnEpcVl/JxULU00tpKlKvoeA9bONdMhBFrpJ6QYFeokCBxJTtJfg1F9HFkRZSCpqUnzsdbOW0tYFQsQTbaxpEefRnW57rU1+nPtK+5c1+kQoeEcRJSFp8goEKBFyb3EiSTIMbAlZadgVT7bzact9ClsOqijM26nVTaHm7ZClOYFLzaSe9yBfa8rTHCdYpeLaI3VGJq0q5x2AJEV5X65WnobcJA0QO9zYHUQZ0Ggz3XPs5VkRVr/SxZmaEp7L28fwysWBJBIBAsQCL0siqbwcOYobpcCXUX2F9S2sgUpSTpY9BSq2llZACdCdTtcwf3SZU8C0aK1/2c52kIYy/Ca4yUs6X/uvsgd+oOixugpAttKTvQx5hKjOQKzLfxRSJSMiGKswJTcjueGJCUpUhZN7cRZbVa5STdAsai5S/h1ms1CrypSEKzqp0rgSo/r8MEpWL+JIBFgCARqCKXX8LwMLuVmVVq3ySGlLdXKgNvoUkI/tEoSlRIt3BCgASCANCIWgrKlMot3FZw5ijiSqX/QLC1fFaYQZkPpIzNPM5RwvQ/CABJKUgG5Y9B3Oe5pT9Zw49KYZnL4rqovLzKdISbXS+ybh1PpmDZSexJFthjddIai0uRjel0SK/S30fCqVNdVmcaFxZxtQOVSD5gm/YkWvsLY536b5MJY3iO4Xdon2XlJ465TqglbyVIunhlCilKgNbrNlA2BHnfG6Q6wm3wboHcURWIGI3orDEVXMUufTUFKoqrFK2n4q8yFoKScqm7a5QtC7BQGKL7Me7mlxZ8pqoxaJVH0Kdiv8JK4cxBKU2eYKhdwqsFZVpPYoCbZRW7w/aAgY8wu/S5+IapTpqGsy59Ipap6WVXAQ65FADyRmUk5o60npvlcFwVdhBzGVLacqG+TE6MUUjj/davAlOqhPJTqlqSkJQtlxOW54wQoE+FQGw3DTkUtLfGWOMb4NozbtG3hcCKtGZqPlEhiQm3UzZfW2sJBCXmnVAHVQJFgHQqfS/abaiUGs43WjENOiomNR57CEpUghSeM3NQkJKQSBYtMkFKS6CSDsOb8t41LrLTmHMG0lFLp2brQpaHWnFm4JbUBdAI7mwKja/rs/vZpxvhf+bSm0v+hH34SEtSo7shtqYyq2qgXEk5vNIUAg9iQNdrVEZjD17UzB7eDiLAe5HBrGDWvvWK+VRzDUqKESFJsQJDiGxw0gjMlstgtKyk3Iudvz2Y8HbnN6mI0Vmfh6n1amRWvvEd9jPEcWpQWl9sKUotOotYKbIHXcEHQFGMsJ7ucbynMJfbGLjKUw6p2PCfSiLXKStd1hyOlRAeQLHMhJyrAsUAgK2d+5ndnQd1+6/wB8u1al059aVuyp8e3CcXc3WoG4zAakEkjUG/YNbovmUu9LeVvQ3f8ADgbqt3GG8f4XiryT4apiEOxVa5G1tJSVNaWs5lIHYoNwrbI28vd7jffJPbrNB3eowVnaVxYEOeJSU/M4AVISk2KdBYHxAjttonfBg3BE+lv7xqpSaRiiLwuur4Nq5p1SZQdeMgtuFK7DukKBIubdwUA9i+fS/wClN31WqPHojSZXNVRrmHeAB0PLRfMthYulyxKrXIJ2Gcw+VVeJor2f8H1TAe6CJS6o6wiooaUl3ioLXE0/JaVAXOml9CNbjKI3Jby/5ysX1jdX7SdOwpNXUXZSoDUpxsPXy+NAWWwsBISUrQlRABsUm5beJpTXtGbvvtvhzENewuuguodxbhynP8V2lqV2qEG4HNQVE5igKbCRnAyqTkEbHe4SVS4FJa3ofZSqLfaV7rreVSGqk0rKTwFuBRS5YZiw4QbgklQBXtOYsdre4J4Pwzv9lT26pjLeOjEj8LiZmo62VpczCxIyIA1BtluAR5G19mTg6iwJ8CXPgUmqIXTpSl8vAjyX1tp0s2UIJUyACQEBSlKAsCm4Gy3w17PWF8EV5vHjtWrfu7iqW7SHZ7jHJrU4MkhPWpDySe7S1kHuQki2zAwLiXe/gjez9t8J1aLOoNRYTAnxV3VIcCSsIecsopNs2ibgpFxdQJuKxsxLV6iipcWf2l1Xt7rsD3LKoOGG6oxziI7rUd9uE7nUsJIU1J4fLlA/s3MhubEjuC/enSK69RfddLwdKqM2UpLCqc+lDS03I0cC1AJ7myrlOl8xBB2F94R98u1LGWMqeiqMSkpakJVdhSUDKBlygFJAOirEj0IuNqWhbyIG7SjQJWMqtVKvh6LlTTZXKqmu09rXhpBbSp5KAFEFKD0gG1hpskLhW+wzz9aprLw5hjhz2bcZYXpcufPxCwtfCSuPhzlSh1mwuWy5nVxVkAkZWkEDQZjckmxdunxvijAblGwljyVQYU1r7xHkUtqQtlQBF0XsG3Ab2UpBUAACTpaBVq5gPeC0xWaXiHELFRQ0p2OhLS5SUp7kNcO5yjS1wCnsbHYB/wDRycR0Gs/Zd2rIxQ/CdU014ErnZSQqPxNMjqSkpIcN72FzrZ5fOepRVXlYkad7ILuEsUN4jqlWXXmKd+laqTBRKUsEhI4hXZxPzFICCMoTZdzs6NwtToOMmpcX3jNm0tEpTEda3yp1P6ykqVc+Iki99LA9rbW2Jd8OHN7TXuFp2LQZs1jI7S6tK5V9xKh1lt4aJUEEJBsRfvYWJCPZ89zUHGWJcG0aoIlIiqRIazWSrKbmxy6X7ai17fhco8OJa1F1CYYR+4rwdjLdA6/iOg1aLVIT7WVfNJWlOQ/K+ATmQfDmGove3YHK+8nCruN6DExRRuai0hfFYqmGpUziqo80dzDmZCl1s2BTxUCwABAz5RvCuJaxbu0+K0tfAj/FRn6uEoZXLEX7aK0uOjtrtl3AODYtGlPxXa4xClPyuQTKlfChVC+rbElQBEeQEkJQ5YoUbCw7qIEEU09DU8D1EZuG3VNVmfiWg0rE0Ka3wuaiwmk8utxoXXxEpzKSlxJ8aAdNFAEKyhw4D3wYDoOF6tu53tYem1frVIhIqNOFRTxQQm6EkcYLCiTmSSoAWBJABj4x3VY3wbij7b4Swa/KXS5SXX1R0IakQ302zR3+HcgltWZKiCysapUgKB2LcWU3DmMnabz+AotUYrcVUyjVZK+BIhqJQHI7yQk8VvMkX7EGwINswGUGY6DtWQ92mHtxm99qXKxbQ2MLvrzwFsQJsmLxLdSHG1JyhpwjpWy4BnsQQoXGy/3obutxm6rEbdLardblVdCOLCjxZGZbiSenLlAVYq7lB4ZFgU21OxN39Kw5Awb9o6pgiFCxCw0lqY61k+9ZOlJX5KVYG2cZhewJ2Sm9reDhevVSBWazSYsKr05K2osCpJQp9KCtOkd+xUAVAkNKNr2Iy67EAVZQOYr3azRsL0FyqVSkr97vpTwuLdUhSiLXHbsP29rHyG6HFxG7XolelVyFTkVFfLoRUorqYTyrn4d150tEm9lAgAgggA5gS1bd9ijEc9jG9GqLFO4HTyshYfacYIByZT0qF+97LBKrKGoLqwjU2sL4Slz3aexkitJdkR03UlOXXpzXujTVKwQBoT3JBZd+IdF/mMzzLwFKxHVPutWiuSkLSw7CaWEPsrIzAWKjmSR2LRcUbi7YtmIXi3dVS6XVOar1PfXVGEqQ60/KMNau1+ykpIPcLCkEmwKSSAda4qpe5vfdAiOuxItIrc2LlUxDS2h1xaWyUllVjdHTcJBLZJSSUkgmRuR3L4DxbhKpUGqYTxDKYpEpLHvSqPurVKzWWUZH1ECwUbkIbWkkpBsADQbWl38VzMsbucNxZVUgT6Dg5+LFivqjtOx3RFUzIBFmRIAEclVgAFpQ2sqsbg2Gj8O7qseVTHlFx5VIkpiLCdVCm+8orPNN5kHxLZK0gZr2CQlu7irJSe7dj+zrgjct7yxHhKWuiUGoMff3YrTeZLWQjK7mSpD7QJunjIcKbkBQBsOm7CVUK9FfozWPItbztK+z+I2EtqYnJBLi2HWwo5XGxlSpFwpISSiwuBJRPcCBv5mUN/u5qjYN3q1rFEqkofoNRmqadaVldj84ptL62VC54ZWlaXU3IUOsoNuwNiqtYNlYXban5OVpzH3fPZTsdAuAG81ylKdQEi6QNDcXBb1RnUHehvaxZhLFsSqRYWOYDVIqK2HRwocyGlPAks5khBdaWhRKSFXKUlKgNFYoxjgXG8Cs1PC+I3ZTdQokqRFfUlpWRxbK1IUpOpFiQFAE3sQfrsuwOciMYULKqu4XqlZiv4yoLrlbw7x1NIqUVjI7DdBvwpTYJLDg7jUoWLKQbHKLDBeJZ8V33NiN7jwn1pyyouTjsr7BZbN0uDXUDKLXsL2uX7oKNi3BvHlYcq1OXKW0ppUN2yUTmvEplaFggggaoWCDclJJBG1Li2g4Xqk9yfS6G/SGHs3MQPGwy7c5uCVEqSnsQhRuNbFQsRY+UTarIkN7BeEqXWX3YG82o0jnergSKI4uLnKSdUAkqbPoLi6iAbkJI2MXT/slVsG1SosoRmUlprhF+G54grhvCy2bk3AWCi1wQgm4PcJw4s9r3XiN5HAb64ch9IVl/uKBPcjS5IBtYm9r/OOqHAo1eY5qncZc7Ktqaw10vKsAbi+YKAtdJJuCCCdQe3sspXp9vOYe74KpKd9nimxWmci1xUNdVs+XihIBOtxp6m4vp6Kbdjusi484eI3WuA/RJSFyIuimpnZSRY6XCtVJIIyga+Wz0xZAi4owRQsGxWeI8vI6lC0HpSFEqKikZgARfMQR4RZV7EVxxibCW6DDjGF6XEzyprXxZDXzNG+pKdELcI17aDQa32tTDWRY4xW7jzEb/IUl9+kURK2oqYvUtzXreAUoEZst06myQB5kAMbpEqLF5qlvSvgO5FtP5kr07BaFgKQrvaxPa1+42L1b2cUOuvyqDSVoyNZXcyArKrtxCBZWo6SexGhF7WIcEUx2vO/aOfVkTZvFy5Wmsi2XzckLSPUdlHQ6699jF9sCwi+k0v39F4TvwJTCuKwpfSnMUjM2rzANr3GoOtjqNu+71DtLxk21+gWjMnqt0qP11Sq/nc2IubnzlbwmZ+F8ZSPejM5EKrozpadayJS6kA3ZURY6aEA+VjcWI4bu6rxcZMcrwM60qQtP+0SexsSQFX/EG3YEAhXVtvqJH4gN68iXFFmT69vGfwv7w+5SpiUZ3bLabuMpcuoEiydLEHT5T223du3w37SO4J2JKpcSViikLUp+PnW3MYU0sqKm1g5VggaBQCCdCSQCNvPCqVr7OYjqU+l1D465Cs2TxpUf36/Tt6nbWm5L2u8Rxd1T9GxbXKu/FY6I89KUrfgugnIs2T1oHkCbAakHU7B7rpSpHriLsHb0Y6/aB31YD3vysNUHEe6FdEq9FlJke8Z7RXIix1t2faZCUB/IVZFWFswaSQkmwDE3TbosB4tgMSuLRKpFfSlTUqmz1SGnEKF0OpuQpCgT5gg2INiARhn2i9/0rfJVKFKgMwqdVKdF+9Ox2s0eqKLiglbjPhZXlACgk3JNwU9hYbratjzn6L7mpzFIm053iu1uLKXHf5c3zoz2LEg2y2bcXnNkkEEXF+0dR5QlmmDrz7m5q7g9rC7tSpdZpK4vAzNR5/OlTDyVDpWA4RZRKhdKVAGxSb+IeSS8T16qVmutVSXx4qJ7yWGl5kobSl5eTIlQFkhOgBA0PYHbZ+/7fPvLr0VvBrWMl1SncJKJEhDTWdu5CgypaQCXEkXKtCCbd77ZRh7v3fiSuUWwhfVx8ubhuhQvdNxmSToQfUkEHUWo0r1EkwKaPgyspWK8R0Z3ixZfwPna1y69yNek/gNfPYsn7xa9WeUixXYuea6hp/4XUlJWLkEAZja5ub2IvfaqovuuVxKNVInJTWMqXc/Wwq46XEKSblB7hVgB2NiCBeYeokCl15uLK4edCfu7viQ5m0AKhoCRm6ToQLgnWxCIiNO2/kRgbwfvXu2l83x0MQ1SMq05VNuvEWBAvYpbQ2NSQQpQNzfYCqK2ov8AWmsn7E5te4H7b30NiNPOvkb8apAr3NO0SLW8PPvuw5DX6J+OkaJU24L6hI0CwUqIANgdFdXd5NYrPN0GTUHFxWJ/NQFupGZnKpYGqdUlxCutIu2VWUEggHaqVwn0Jufc54jCxqzWcRwG8L0uJKlRcvPymo8cr6EahZyg5QLlROg1v2OofMwjjLdVWYlUr2HqvS32FJkR1Px3IuZKhotClJyuJIPbqSexBB2NHN9W8bBMChOYNd4EpxpKo7rUMPyG1fO2nQlaFi4UlYUANUZTrsZb6vaUZ3v7gqTu0xlT63SMUUiZzDXQJEKQgXJLa1/EYSVApLZUrIVAC6LhLNY2rNysKq4WVGF51BqlGl48wRQ0IhIfSnE1IRNUlVNkKPRKQiyrsOG+oSMirg2AUQ9cJs4S3q7lsdwJ7y4tRpH3qjVJKs0dtdg4Yq3kkpKFqSuyVpFiSQbjbGW7mutUavNxeEhaJqFQpSNE8SO5otCvVPYkHQ2F+22k9wGN69uWn4owvwUVSnPxVR58V9r+sRVNOBBUD0r0czagi/bU7WaFB3CD+6XHW8vdpPbxRu5xYxS1yk5X4sroRMa1OTqSUXBt3IF73I2beN9+7u9BpiLiOht06vIztP8AKqQpLyrCzrZTrchOqQCCNbqFjtnbENYiuysQ4Xo3HYYiu81Ca4HFW3HdAcbKEWJXlBCVJsSQCLEkjavo9DqkVpx11n3WtiQl1PCdWprS11s3JUhJJJCCVDXQi4SBj8SudsqW0tVTG9Ww469FcXx1Ijuvo6XEpsLdiUqA0JIANj5G21yxgCl4clc1XoiH1/JCaurq01Tb007mw9L2BPPt5giBFclQIjD9RqmVMh11SVJU6LlVld0qAPSdCBoD22VNPxFz8+XS688h9ebInPdpbiLkXSoEZVga9iFC4VfQ7VPjBQspkOViiK/Rqy0xCYYWnkHWHf0axa7TyO9ilVrkAdiL2NhCo4FaiynGmuO+hClIVkR1x3U9xYWI+gNwdbE9hNdLsCUxKaxCth9CuXWuV0sPNEfMq3SsaC5JBNj2NwTYihSqpAl1747FboKEe8uEv4siEbBuWADlXlFkr7GycwNhY0LbpdYtoM9qLKbdlS+hHwsrrRyuJ80q+ZI9DYgdjtJhS2sOO81FpPQvwLVIKkqSbXSb5swI0v2I8wdAappGCMRwPhVDlZS82V9buZhL9uytCtKFWAza5T6jXYWqUGfAacgQKdx1xVfHYadQtXcfESDfv2BQbEWuADoP7ZxMLsI4i+0dUcgUZ6UiEiKp12Kw6OK2lI1CSbgEG9jY2B1v5yaIqjYspcigRa49VOVSpTUrKWpCmDqoKbscrjZ1sQCeoC/cjmEsTwIFZiSmqTNYqjGVDUpqOGlZdRkUsAA27Em9/M7GFZZpcWvRMUNVbJN+ZLSMq8979wL631JuO+1bBvgrV3idocKVAgMUZqWtdUYdShhUhbaOIoWUgocBAsTYpJNrW1GgAHjPDWKGuJXvdK0IhdU/IjNwVX/SkA5gjUEqF0JI8SbgbFG9fDmN/czGMoGR+FFSlS+VX+jaXl+ICDayVkJUkjQG/YEgMpu8iqNRfv7S5UphSUdaihSkWKVIVlF8pSSLi9ge1gNipISMXcRjR2BiiJKdifdW1/f5TDQddSgdipIUFGwSTmAJNrZVi9t6YHfoMqjfaOjRKI+hbSUNVGm3Qh5CrGymyAEKBOtgknuQTY7edS6O1g3EdFxbhyW+uiV5pTsCR0usOJzpC4z4F7ONnQnQkFJ0Ou28sN1ag0bdzTaXA6F8JOdrwrbV6ehHorQ20IuNmWICS2NzRVb0qw775lxZUt9C33VIdy9SfL620BGpN7aW8tgCejlXW+E8h/O0nP8AKlSbWHr/AJ7MutyqpP5v4MVb68yM8hj8AFA99O9r2/0UsisuxXX2p7WdjqS6hCM35pHykDTQjUA99dspBueON4rBLG1ZgbweUo1ByUur0t1TUppDo4E5FhYrjKAQl1KrEOtkAi4KCcqgBYharNBxG3Qa9EfR4EdCxlcTYXIB7HU9yBpcXGu1+7RcOUaf7+aqC5qJWd2PKazqzJB1QWz2UmxBAN7a6g6jOKnapi2e3XnYj64UX4SprDS1pSk6grA6021F7XFyDc221UWKEQv+wUWA1Ale8X6Q+/ldyyGM2bUWebUNFW7lJF/x7F/4fov2SqlFxlVKjS36c+0iKqVC+FHldyWnGFApZesEqS4hSEq6gUi42QMXFM+qUZjBDsth+UiQn3c+qy0uKKrWIsNTfRWl+xOznwdjWlxWqtu+3jUNGdcVMeQlLpRm0GUlJQFNrHcLA1ISRcakxKqsk/biPl3C27l1pjFDsSnVunPpypfiutokR03srRQzJIIsQSO3ZQ716/ZB3D4jiuT4FQxLhSbKzrTPgSOLDVe5+PHSS330KkAnsfwzZhTfRWd0uI3IDWHs7fS60uRl+Ikq6XQUk9JykC1tQQdrHEftS7wcUVRyBQcMRYVRW6lfHirycZI7oKBYOaAgXAIvoSdCAu/3ARdA6fZIu8ncdWd1WI/c1eqzFUfYyyIcqE70ymDmyvt2vl8JBF9D5kWJoqJvHdnu8hKwzTpsVa+E0td2H460k9lpBCidbggAm5sL2BXVcUysWtU2qYoafhLi/Cdd5UvqbQu2ZVhZeS4TewNhc+R2oafTIEV33972hLgodUl11rwZk9yLp6kny0BB/AbAqL2jNgwfxHELuIYVrEWA6Ng33NAp7DEqV1+EKVHV+tcdWUdgNBexsNgKkRcOOxXJUDJKQt1SVLdWhalKJFwdAdSe5ve/re7rpXs2UHeM1TcRtYhzxZSOpXUjo8xpobW8ra31ttM3/YYwRhKg0LC+HKcxzsWUjx+JSEkLspy/mU5bEg69wbEMbFgLtE1wwTMwb8q21KdcnxWuV5pSMyWllScw8gbDT0HkANiDdVWp+I6DytZiZ+V6ET2unp9HANPTq0I7XsdJ9c3Z/ajFDcWVE/qruSRFf/tLeZ8iPQ6g9wTs/t3G7HDmA4v9AxFsIfQnNHWsray+gKiVAHS9zbtYbZmotRuBM/V6tPSxOS5PutpyL40L8C/1ddCL6g9x+eumwLU+adlfCZ6P1/8ALv8A6HuNmVvfagYNn81KicrTpS/6wx1cNV9btkg29ctzronz2Bi170gc/AdQtjx8VrrT9LkJun8DY27gG9lu3kbosArjcYtMY4apfF96fEQ/87XiQr/dN7fW2w5ScRuxWvdcXjsZ1+BSejMbageug12N8Vc000467kX+qtC837CDssY7tZnz3OE7nyL+dH17mwts9prNw2zQ0toYbRGW8rEcDgT+Cyh9hSX2n2kdKkjt0ixCh3ChYj8NmljvGn85eA4lLx5Ei9DSMk1pIztqt3AVoPM+V7a281hT48rFuF3KW68/Fmwsi0fq5tNR3ChY2JAGlzfsTExkeQoPuaqS1sI8HFaRmUlX1HmPoDftrsePNLSg02l4SgONO1yLUYS+lqQlHQq9vE2oEpUDpYkj6nateqMV2fzWHKs/CWhavu7DRWhSbk3yg9JOtwAAO4GttlzFXi3DnElUuXz0X5lRc7qMpuBnQRdNxe4KQPLXa5wrPwvWao3K5RdOqP68N3IlStQLJGg9NLX1udpxAGMLDlSlT6y27zaFvv5WlOtIyq9Lkette57bH9YV7mrMCfPlrhVFGXgOtdPG0F1ZfnTl0Ku4v567T8FYNdlUb7ZT4jD68qfvTHTmRdQJcRl6VWFyogWN9TcHaCd5VLxbFcwli2iPyorK1e7ZnCSt2L3OgVotBtfKSNL2sbESBCQcxxIa5qI7VGWH0cJOV1a+jU3ulR08+xIvqPO+0adKalUtyLFiIYRk8bSCpKtPmTrb8j+zbrUpzTTTnuaoMIWwlPFakIGR5BB0N/DqBa4IN7W1FqKDBw46791yUGUvryNSDyaljsUlJsi516NNSSkntTumqUY7DKBiJ7rdcdn/AHXP05FpDrDyfxUCBr+fcX2qX5UWK7Ia5taFr8OVK8rlvXsSPzNj+GxvU26zhx3i16k81Tn8vCqMOyvwSoi2cD0ULnTQE32tW2apKgMe6/dy4qF8LNKihaG1A+E5epFyR3FgSRbUbQHDy4fMW9FdqjUpuU7E47PiQtd8zenlaxIuTpf9trbWcmDA5rn+EhGdHxUaq6h5/TuPTYkxQrG9LgcVqh0jI4vrXCdy9Q+ikgnQa2OnlcXIVuJKviP/AL+7k+TO1837LXGvp+Z2uEkmMzCe89rBrvK1SnrmxcqsjsVYUttOuhQuyVC+pIINvW9tm5hfGe6rHbTkSLLiykLR0xXWCh1KrkkcJaQoWIvdN9bW77ZYgUZ1qB70dl9fiQpCv87/AJX7W0/DaypVBrLrrdZ5SLKY8edK8juYeZIA1HqbjzBuLAT17eZl6jSBm3qcGP7enuparMBvlYkKUwjNyshd0Os37JJAIKfME9xb1JAPhTdNi2lxXPc2IURVsfoEJWUKbVqCErTqn0IIUk+gIuGPFj0bFuCOf5uUtEVr4uR0okR1jQElJ6hoLKPl2t5pKo4wntSn6N9sZqH2F/CnqazLyi2jyCAFo/voOYHLdC76ir7zmBqt1Fh259TviCmbwYuLabFxG8j48hKGlLXlzJJuQi/isNTYkkC9h2DS3kz/AHXS4jUqkom9ObheLMoHQoPe4/I699krCmbweajxa9VkVGnIfTnU06HUNq0+IEqSFoPnmCQfI+hc+KuK7KpLs+oMQs8fO1KdaC2HtUnquCAnQC9ja/YnZjH5mxVvx5wdl0rhUFt2eyuLx/ix+Y/XB8lDW4Kew1HfYFU/KlSnHXXUSutKvvCgtSU6m6b2JGp1F++o2Z2NsV1Ss4c+wdep1IRKYazxXUO5o8pN+xCkktq1uFagC3UNli7Bo0VrkJWeL15Gn0LKktrGhSpCtVAjzBCh5kjQWs9cSyTtFrrX9q0hiUj52nc6FfXW5IPlfUXt9dp6PitcVp59EXPmVy6/Ck2BUE3OUEW0At6jz2oJGDZ/C5+l1aEvJm+K06c3bW6DoD52JBI9fP6hvVmU1wneBK5VXWuP0rSm3mk2VoO5Fj+OwMQmZ1qcR2VF5+lvPv8AA6kux7JX+BB1uDcaHvrp5XtCxPFn0tyLVGuO+joWuR0q/i1h59u2wnEcdadfgc3KYiudTWVWdKVH1KuqxsPMHvtbR47rXDddez/r9P0/jXW/57DtsZF4iOp1DVjxl9TqHQXWnOE0hC15cqshV1DzHl+Wl/TaxpkDGUWexzT0KVC4qs6OXCHVJPl5C/odPLXudvkNRWqM41PifAypTxeXKkpUdOojw2v3JA89O+36ZsqjNN/Zyo+8V5M6WJCuKhSTa+Uq679rEKIHYp8ts93ZvcxDYWbmXtQThyLWW2oFWqMJ/wDWQ1l6j5G5NwO1/Q6g2sb3C2B2otUcai4hlMcdedbXIIWhz5TmQEhNgbk5Mpv2t22qqZBn4tlNyvsxFYXl6kurzrTbQEpykKSCQQSb3ta/k3cAYc3jOu8hFq1OXFR1sZIQU+z2sCM11geZBHmMvnsVH+JxsYyHUt2VZpcX3pS6JS15E52JsCQUJUm4+GU2KknQgpN9RY2B2X9JxNKpe8Zij4oaehPVFpSoTsiLwkSFAkEJdQAhZscxBNwFDte50xCqmKMLtNxZWHkVTjL/AO7yAxxFEgGwWCADewSQewuoC52HJmOt2lU4+HKzh7EuGpvQt2nT6alaGXzlKSkhS0ODt1tKsSNFXBGzS17odau6hzA1iBKntPuu059D6F/RSHkeSkKzdQGl0g2B0sNbguKKxAgUthqqZ4qH1/FdQkrypNrEhIzed/XS2U7MNxUVrjxaXiFDEV9SlrjpUWlNqt3IWTmuPwNtCRoNqeZhOjVTI1XqS/OhPqTwqkwocJSgB0XSoqSoEC6SLEWFiRtH2+MzzQUeVrD7sDlHeMw+whHwn0OhScvmQoX7ajQ3I0IHnJpcZp1pyU6yhCFu50OsLWhWY+vnfTzuB9BcbWjNEwkOBhyLVuSmvpW01zDoyPad72B8u4ubeV7XgQcPz8OReQnu/o5GXMl0Oo76WUO4J9bG/cDaj+MLi1YfU7F0DC8Di/bJ+E+hC1RXcg+Gog3bKk2Ckk6HQAi9zc6h1bcd3jRW2mqtFoM2a7kaySB7mqyhqTHfKRyMjzLLtm1nRKgAVbcDSZUqU5xYi32EfpU8LPlT59Nu2psQDbuRpt9yt0cVqLz9Glri51pdQniraTnSNBmAIBJuBmuDexJFwDU2bxN/px7qZYeppD2XMC0ZqBPwRVKe/TsSsQ0/Clf2zRP6QJJKHEjTqTmHmFW2jwd3HtD16qS58Xd7RKW3S6k7FaXAmhDsiK24pKS6wsFtalJ6i42pC9bFKgASA4Acr2A2qbXqzzXuthfFdpapWZUWwOaVEt1IXY3Ulk3I0ykXG2iJntF0bCUqmz2mpU2nV5pS2qi0oLQ8pIByKUgEB0JudUkm1yNdnayJoOD8SZP3uT8LtNwJUuLS6uy0ldRps9XLym2h0h1pJuiQgnTMlVx2IBBABcYe1VuMw5Ffa3l4hRUWGVcVTSovNcqrvpZKv8vz0GwVvPxM7vBqj9Zi43c52lrUultNNN51IPdpUdwlDtwcriCsJUBmASQAiNgTDe7TeNu5xC01EXh7GtEzyFMMRTwlIAzJU024laFNG1ykjpIULgAHatmWbiWQBRG1us9on2M979U/7L4ho6KvlShTVUgLhOvellPISly2liCTa3psxcYbkNy28ZpyLPp1BfW+nI6060zIQ4k6gLbcuT9LEEDsRt51L3CbtK9KYxRPdeoj7nU7MoiOT5d3X4yUKJOhGqVBSDqApfbZr0Sdu5gUtvBuPMWQsXsRVqXTpTHwpsXzBbsErRceJKBkJzWRY5ARPUG33cRp4o9mTGWDWpf831OhVtjNnaa59bb7N9MiUvFVmwNUhLhIOgAAG1qzuKxvVMORIsDew/TpqMq+XqkBuajN3UElSkr01sSSrsSSb3S9Yr8qfQZ7u4yre+5rDWR+O1VjDnt9ussn4agNepoXPaw8lfuo3le0FRpVaaxRVqpKfY++RWpWV1TKhe/U3dCknVKrG4FgQDcmS8ug3TYWI/Zfr2Mov/bfGVOff4SWlz6dTeXdVa9lqStS0FVrAmwvYGwOuxhgvcngjdpS+LRsPU6a/k+OtaQl17yKkr1N/MAkjyt6f24Lf5Qd7WCGK806/FlZuVmxZS+lmUk2UgKUApN1ahK7XBBGne+kY3wQ1VHItUrfuGahKlZHV5WHkXsTZXSbaAlJ0uLkabTndKkNIycY0GLWW2pVR5VhfgU6rJ/uODsCO4V5/vPDFFCwbKqjleqktjJKQlSF6ZFLT2WFAaL6raEgjuPMrbfNhTd9iOfEqn23isPvL4TTUeajJIdPZJSogoWRe1iPwOypp0mfhKLP3X1nebV6Dx8yqbCrjTaE5j1fdluJKVdxZSSoXBBT4gKF9sIqSDvs3u16sz5dG3XxEIRCWtEiqQ+lLy0AXbfRfKV9rggaWOYWsQzePjhrHkDC8p3BtXYmsNOtSnYvVy6bJ+My8g5XWyQBwnBxEk3tax2hbtpztBxlXcGyojfNcXioyJDXGatrkUFZVm91aKN73sDdIJ4sLFtGd5+Bhmn4roi1qW6w+rlZkdZWLuBQI6vRRQQe1wSCBuZYCdd3sSLi1riz637klIy5pSEtuwpWUjKt1OUBtwiwzHpOguDbbjvFbditONVRp9yUwv8ASxUZ0vIzWLjKupLg7Zm1FJsTqoXuRYWwO1VGn69hzmqJN4q0SIs+VnW3cnxKUoBYNrEH8Qojvb0Xd+1AdcaxvyqELUp1pEJZaSpAv1NuZQEE+aba63F7KA5bbFrgjdBvGgYogT9yO9JeHqdV2MzUBqousRVPp04bbFihvQpukJsDcADSzNwhF38RXZcDG+N5sqEhaotSptSaZkR3tAVEZUZjm9ASB30IIAxj7eHS8ERZ9Bw5uRxRUV05CZqFrXkaUoiwcYezGyrXzWvYHq0uTRsbxN5dU4GMp7y4q1oaT7tnsJmZkpFy2omyl9zZQNyMovaw26dHTSUwIFLl0vCVOW+/S0dMNalqRl7rbFsyUEWJFwAbpuQddq1vH0CVw6M1XItR5rr9zT2FxX0pFioMPAWWsXFg4Eq+pGwvi3eXKrLtJlQJfuGqIdyZHYDsdGW2ofPjiXOoWE5SLa2UFbBe+XeZvGpeHHMOYowbUWH+Kh2HKQhuahS+6bKbzL6rgpdbzWudARpGZ0bTiItZ/ob3JXoq0dDT7SC0+36tL4qCysE3spdgQNFG9th2DuExQ7WeVoNcqLGRPwJspLsV+Oqx6SkaFPbpyEa3AtYbfm7f2tMeO4S+Lg5dU91tZX/eSg1PbQlPiChfip07KAUm4usgaX+Gv5QLcjVJTlGxl73oNUYy/FagOyoTiTaxS42CpPexSQQD2UR2LtErkyxrO7PGTvu2VXqdClVRhSWp/wAULakJvq42tISUnzsW7kC1knYiqmAGuQ5CLW21xVtZOE7bOlJvdBBtnT272Pqex2oqn7Wvs8Vn+hv5zYS3l9HCaumQm/YhOih5HQXHp2uOYi9oHAcql/8AZfGVOq8pHSpP6JarjQ9spHlmBAOpvcHa3Cyu/HuCtPw1ijc3Pl4NwRERCpFbzKztSlqYS/fpcykmyydCSQryuoE2A8KogUtr3zjzd7iWo1SnO/eIC88iO26DYOR5TSAlKLnNw3kWObW+g27t73932Lap7haxZKpdXcf5VcWpJKGOPe1kvAFABVoCbC/mb32Z2C8Gu0uf70x5jevQuA6pKs6UPxXEkkJClt9aVBOgUStChqFC9jJP4ksNw4jgws/S942DYleo1JhRVxUfCaUltMhtrpFlJypS605oCAqw6Tl7EBu8CLzUB+gtU5uF0ZVZlBSHEC9xcpChYDQEqNvPveTWsR7lsONOc1vCyZ/GuPP4D6VAD8OJplNrXIsCLG+2ft/O+OgxYD9LwHjyt1eVKQrKjleaU2k+eUpukW1I72GgvYEbSawE5MRO9OJAi48puDaNkXzspLXCj5FZUnUnUhJskX7j/LbRmB8P4IlRfsRFpMV+vRWEOpzzTHW4lRtmQsoUkKBGrZBJJTaxIvnfcTg+fErsjGNUw9h7HkVz9Lkdzyobvc5FXS/GcCVapcaTclOqTqdX4PnYtoMCXjeLh6FUYS8v3V3JzTbQTqjMnRVrWCnEk9iVG+t665d79/jBrFO5WvT6M47Pw8w/FX/VeKj4uUdy3JirztLHcqR0HzSk6mBUKbjzFFBbwHvVwRiFEJ9OX7R0apBqo8IHRElkpQiYE6AcRpLqQkXBvn2fdJ340GlusO1moMURiatKOFKyqYUvys4CRcdtQkemguG3Sd6mF6pS23XYjFUpy+hLsdTb7SvwBOU2+hP09NirEXvFQy8ybux3H4tlUup4cw5RMNrq8JpTtGxCpox2qtlHQ1OQ3dLbgULcZGcgnqSjS9nV9y1ewu1ErOI6Sig1SVHS1MgKmtcBTpuDkJshViV3IAChlOp12d9Toe6CLi37b0HE+IcNTVozux2IDj8JTutnFMpQpQIvra6bXvbuMje1Fvo3oVmfLwRjLCkGUiFmm4XxDRliVTq4pJJSUuqGRF05m1sEqWglV1EAFUEloSu+u37DmFWFcAxaNvLbxRhyoVGg1qKtbqn4chuO+3xLcYqbBLT7LmQBxLiFJVoQQQDtrHCG9zDkCA3g7FtJRKirQHYr8WKJEJPkAGzdTNgdBYoAuAE6I2xb7NVDgSov2ylYepzD6PBTsgfYZ0sQ0lVwgeZyBIvcgC+zRxBj/wB1uy6pFeRRIrCErW1Cih1CVa65XDkQm+uqkixtmAOy51G1tky9VrgLhUnuNHGC93zrrnP0SEiEhSlwktI+E2qxHSL5kqNza2ljawFwERgCLPlb1alKpeCH4UVhCU80xKbUiUgefAKgoZSbEhNgSO17C8wrvMqm8uB70qlWwvivDq18JSqCh+PIlJKUqDb8VVnYUpIUFJICrkoINlFBO96OFYGCN18B3BtRfm0tGVbUh1BTNh5RqrLoc2tl2yXBVbyQT4LCFtpNtZV/mDG8moUt3BFeaqjT60RYq5X3VWVXQOIe+h8AFiRY/hsmcGbyMB43o0vDmEqhiuLVEZeXWqnFGVWmiswUy83cakFteXUHXZlxMdNNYX96Yjp/HWtamo8qPICoU65sQy+AeG6CClTToQpKrkgg3Cew17S+5vdfzcV3c5iGl1phampUV2E2lTKr3SvMhVrKT1Ag2V3BsQSI6ZHfeYv03RdpD3RzniMrBeB95eHJTden1ZFOfYXx4UrhF9jNpmaeSAE2PcJKioC+UkgEDG9CG1P3oQMb7wcPU6ne8VIRz8Bpa4syUm3BWspUQhY/vALBTYqNgSWbtPbu3D4toM57FGMqvgCrwmnc0WVDD7MhgeF5hxpObPa12VBahYlKXANs/wC9vGOA941efpcvexV4r8WapppcrD+ZGYBSgovx8iH2NdEuNpWCcyVIJy7H4TgTYQTSW4Tclu59qCqbwqXvZpU3PhSqIpdJlMOmK62xyrK+ItJBusqUSMyR0lItYm43I3L0b2bt90TDmHK37wpE6Op1p/hZV5dRw3MoNl3TqQAk3SQAbgctwntCb2t31Lco3umkYoqCGkx2uA/wOeighA63NEPJJHw3AEkKSErNxt3rKapXpUiqYow9VKdV4VU95NKWrKl6Go3LRRci7eiVJVYmyVJJFtqgsxkBGVpoLDG8+l4NaYpc/mn6dKlJjoWqOczKnCRYqF0lJJ8yLX012SHtBNVSg4olu0GoRYTlXj8u6iZH4sOqITZRafZWgpcDjSk3FibZlApIzDTmCqdFxHQYjTUSLnW0n4qmulSj387i9vXvqb31YrODKfS4DkrFESK+z0LW6uOhSo606JXcDNoOkk3sBbQEjYxOItfqRp+ZkfBm8feXubwvRd432OqOMqDKjpiyoFLlOKmRY9lKAjKcUUvNosSG3ilaEaBellGuFsf7pd6E/n8L1xErC9UdVISlFmpFNqKR8Rpbei2XQDmKQRmGozAi+gIOJqDQZTcr7ryq1ZVuxcikKWAq11J7G1yAqxNza+wg1up9nSqYnq1eo9OhRZ1ayrlKipDSVLFzbLaxF1KUUKBTdaiACok1EUTqtbcPxE7jzEFLwG0/FoOJ369CqiVR1QpCs+Veg4awQFJRmKgUq1BuNQbBbU7cTvGi1n7eYypMJyluIU7FaTKzOt/RTarJuABlUDe2l+2xXvPpsrdfvB96RYiKvS1tK5WamV1RXz/YvMuqsgOaZHCpwfLZNgdlDTN8G8GqY89/YolxZVBlIU1FozU0JabuLg2cyh5d+6k2KQCAkak1tO4YE09OyW+a+o48G0aVjfFETCdLdRx6irOh3IU5UJ8Rct3ASLZrA6gG5124+0Fg3eLTHJe77BlPW/V0Ul2QhcNGZ1SMpQhBSOlztmSrx2zXTcaaO9nXdq1gjDk/eDiKI3T6hV0rfS0tITyMK+YIJue4AUddBYdwbqD2ld49L+0dCnxaSxNYreaK/NYdcQtlIbQtkZ2xxGnQVhSTawKDexIsEpsH7wgs3OfwInvZI3OtVmly58rGL6JVOd+8UarwFtcNQR1WuQlJ0SQoIJubggGx2tjbFVP3fbsG22vjvzckXK0vKvr/AEjg76hN7HtfLrtnHDYrMWK3Kn4sm1d+UhKlz5GXiyLgWWopATmPmRoSb9ySZdegu16BEi1R1/gRV8WP1/o1XvZKtbAnU2BB8wdiLUdswreuUdzY2cfmPHGSt6HKwIG6v3dKRNgcf3bWXXGGHLaqaMhpKlNGxSMyQSDrZQNwpMFfzTYE3qRMBu4Dp1BxDiuZxajAiym2ltyglSxMSpASCsWVd0BlxQtfObBVfC3k77sJ1SBWaW9CxLS6I6nmIEpBhPyI7gs4FOICmw4LjISlCFKQm+QKNvl+g7pZO/x/flQcJyqfNxDCQqsrlNNpWmRwQlRICiCnK2hKwNAoLUM2Yna4TaOY9X1HTv4ow5jhxvhTdLhzGUus8WkU7F8qKmY66t1tCpzX6O8hlfwnCooCc5CVGwAUkgE5E9pzFmDcOb0FwPszkfr0WPUpUhq6lsqU3lLmU3UpIUm5V5AknS426b+cJQKpvFn796NLq9Lq9OafoNUgPvmbRK9TWsyVcqo34TraVKDkZeXTMpIBPxKreRBpeI6XgzeDyk2a5S4/u1K3UhfGaBKmepSVBRCWykpcF+4uNFARWaVZ8YnBhus803ytJQua/wAWZS3Up4UeqNdKlFCVHKl1IKQoAlp0EKQUkkDlNnQKpS36NKwajrdSl1LrS2n4qwqygLgFJ0NtRYWPWLWbNU9oWLjLCTm76Lg2FFQh1C1pylrK7cqS+wRq0rurNnOuoURYkHq9Ziuz/cNe46Kpwk8rMWkKTOasehS0DIpQ1CVWBPZQFyo12QmBAuj7u6NXnX4rWJn2ERUdDT6czreguhWXKsWBudCSkaWOm1hjWgSoFLptGrzT9UQwpK4s+LZEhKvJdkHI6k30IGYXAy3JUCSBu0oPNS+LVmGJXCUhDSs3FbsDZwAnPcG+gVYW721DJwHuwawHhdzG+POdWuKtbrCGkFXLpVcBSRYhS1XtmHSEqNjYk7UxBwcdxPAoODYnvShyn8UMR+FDQ+gI5pAumyVi44YUCtaQSdBoNLZ4xHQ6zz8+vYje4nPOqlSvmSp0gdZFyU6ZQD2AAAOh2f8AjY8V1us/AlU6V/V0Lzo5O4uEJJAVY3JIcRe5ve2gB6lhL3zKiVSf10hGbix3WuBIZUNLFSSpK2yCSFJuSLiwOomc4gZu+wG7jKe/Fi059fAQpaeE0Vd7XCL6rPclIJ0ub2025VnC8/CVe4tBw9UZT8VaXXXY90qS0deGpOpWkg3FwbnyNrgoj736XgjEbdLwvkRSIqUZGvC6pNgbIGoZKfK97kX0vYGA3x4Nxa7E4VWW/Nf6UNOxyl9K1WuNR1C9rkEgdzbXYN1joOBMXqGoup4Rcj8yVPYgYyw4xAqjSJtOlNI+E/19rEC/cKSsaG4IKbaWsBKl7usOUaluQGoiFrhO8eLIdtx2Um4OVQANjfKU6hQAuCQSTaZQ5VLlc1WZa6WiVkVxWulLySAM5sNddCsagXOtrEdp9IntV6XS3cQofivrTwnZSQrhpOoyvoslxIOoVZCiLA6g7Y1uoKoZ52hrd/BmWd5+G5VGxbLddyZJXxU5VZsvkfwI0uPL12J90uNHcOUauutRH+PwuFIR42pTR73SdSRe2UdwT52ta+0HheqUHG8CLKq2dfLqWvlUl3M0qyg4EpBP0JFwO+ljeC5gX3Nhx+e1LlL5pH9qxk9FEpWkBBtb0BsfMg2frvQ0Lk+xPUadHdBmDNcxFVKW6xPgPcfOj4qJCcyXE+WYGxvb11B9djbc/vmxbugoM/FECoc9TpuViZRpqythy68qSlK7oDiRdYVYG47gXI6Y/gUaBheiwJTTHOvpXkStoJdirDeZVjbqaW4uytQQoJIJ7CiosOje5oEWqdC33cvK6qzKAUSEkg6i+iSSe5F7aaunIKZEZuUocS1iSp+F6pExHg2rVGo4axDKW67IW6VpcfJKnGpKCFFqQCVEkI6gAQCAQJe+fFdUgNR4tLeWw/NaQ/AmNLDSZTRWQU9KspWgWCrWHhNgCNivCY3fRePhygy389XSlE+nSEhKkqP6OQjUpdAPTnBuNRYagBeIU0Gg0HkIuLItXQxP4qYEpgpXHvcKb4a+kEm2qLE5EgE9zbfugkb+UyrwHLr2LeG7iNlhcpDvKrkSsjDEhpfQUPqBTwyCbh0EAHU3tq7a5uPr27nCUufAdqlRlSorqnYersxtKEpCnEJF+YbAJUHG7mwuexVtn5WJazKqjdGqjT7EXioQpqK0tK3EEgCyTlUbdiARqLHS4OxZuHa9g3AdCxlhKuLr1IiqYVFr1LdcW0y62ghLMttQC4jozWyuADWwKybBTVXjTpvI4lLbu0ORmZWw/gNqs4JrtdaxBF4NLaVVGlLtmVFQ2VqsUk3UE5iEKAKjoCSNgTEEzhUtugyqGwiqQn0/f2khKXkG/dNgW1EFHqFDuEmxO0Rg/C+PItZxljynsU6qTUOx3apSUhpLjqkgETow1UVEJzSGwFhQSHLpuTmTFuGJ9UlcrPp8Jc6lyHaW+pfwkyGgbMuhZAsojQHouSL5bW2V6frU1RbaZ2mbvDIl1VaBRndw9JxbKqL7FXpEpKcrSh8Rpx0IHSOtJAVmuLgm4NtDsp69iOqV53i1R5+atCUpS/ItnygWAJHe31ufrtp1vdVvV3g7vqLgOjYeRFo7EhLqapUWHEpipStRWhsAZn73JOQEdIBUnvtKrG5zc3ub5dqqOysa4lfy5YfCStpKjYHpJDTKQqx+IpbyfK476YMbKfiZ+wDuuxvjJpiqUbDMpcVasrVRd+7xUq8jxlABYuLHIFEaaEX21Phzc5Fgf0pjzEK0TX6alqVCpts2ROax0utSSFgGyU6Dy0O02bPrODcOMV6s4spcKK+lKE4ehOnOlCrlI45Oda7EC4CUkaAqtbZYsVeqT2n6o1npaIr6uFmaKst7pIKhZSSCdNCTYgi20mETCiFUjDeF+QfxvugiVGr1TC8fl6vTnf6+mGhRIkx0gEyG0AqK0XK0pGayha2fsYVufPqjlGqlWzxZUdqVS5jHSlLRvbtotsm4NiSLJIPlsYYXm1mBPq2I8G4mXSMQwpqalTZ8V0Id47a86SFKuhZKApJSQAoOEEEEjYt3yYMo29rdpL357vsPe6K9hF/mMb4Xjw1JRFQ4bLqMJAv9ydUOKtIKgysKuQkkpiDaJimO+5pTlLxRE5qLNTwpSUJzcSwJS62dLOp0UP1gL9wQebtGn0uve63ZbC2JSEv02etWaPMYPhWk2Hc6FPdJ09CZmGqpS58Vug1Rr7qtrOh1HVwU3ukgAElINjdJum1x3Kdi6Dh+l8qvC+I3lrpcpSnYsp1QzU2YeziHE3SG3ARc3yLGhAIttOA3BkYgpAxPVItBc4sRhaIq+XfW71J72FzqLX0BIBBUNTcAfWFd4s+l1RufS4jCH4SlcJa75FNKtnjq8i0pOhHa9iLHXarpcWVS59WoLrK0TutiRDf8SlJt4SBr5KGhBTYi4I2m0DB2KP7JpcWE/mzJd+X6FPex8j+2502WxtaV3S5x/hilRaXExlgiJwKJXsy4qEdPLyBcuRFWNrpsVJ7XSNbkEmuw3h6vSnW6zWZb8VhCOh/5tBbKT3taw87Dy7bHmDYNLwvRpdBlVBEqi1d3JKTIY4seLIAu27cWLS0kfUlJNwRcgO3mRMW0avOYNrLrEVhGV+K+w6XY7zCvC4lel0kEa2BHULDa+zdIPlPnEmN2ov3Cl8NeRfU6hXX3N9CdDfzIue9yDtNZxU1Fpbbs9phb60cJDuQoW5fsD3Hb8B289TUYTgQJTrEDFsSK/Bc/70tY4rOtzlWmywCQOm5ST3Gt9pG8B/DkCsxIDUTOwxmXHlR1BPMJPcHSxsBqoXIPltXE5Ttmidw1fo2MsJT930qWjjxWnXUtO2Ul6O4LSGlBWigoZjlPnlIva2ysg7t4tBxbPwu7LiyuVzIjrU7lWpIWAkg+pQUqFx2OuhB2o92eLnaDjym16ls5H4q80dSlBK3Enxt+aVggWsSFX1Fu2xHvypFLpeI4m9DC8R9/D1bQlDqGkn7m+QVZDYAJGigDYCwSBfvtGdpxBiwI+PzDjBFDwvFrLeEpUSUtiapM9qE6kLTFfAPxWyBZTagbG5IB1BB2cceJFalcXm0I4HhaVfKpIvoR6eelu99kTuExh9ra827K6/d2dSHU2z5LHrsb6gWBta47jQHZxYoxHS6M04066t9D/VxWkBSU/sINxck2vf8AVFrmrnxjKic6/i+LK4jUWIhDCM2ZTS8yVK0F06DT9h+nqpMUutUviVTlH5sVbuR1CVZHW1G9lgkEH/CRY2ABHcfmIqi666466yxnWpXxY6z8ROljrcnTyNiNbgdthfEWOWouHH6M7zSHF9cWU14cwtdCx2AOnYH6jsdqVAs/Eu54gJGxZRoFefalS5TFOf62lJaHj887Kjl9b2IJHY3FyOz5jrs+XKoNWlRUdObklOIaUoC17XCkgkHpJIsSNdqSvyPvTjsplDnH686EhGZd9TYaG5NyRb0sNq2JXpUB1xqK0vIvx/q/wfrtqxQmW0Ko1R2fxeNnfYUnK6jp7dr2sNDsdVaXjzGTsSU0yuoykNNRUfeAlSUJFgE51BKQTrYEAf5rJsuu8PkGV51q+Rfzfx+P47GNNoE+ltN1SVVn+OjqTHSsp8j+AV9RqPKx77AIzK8tGGMH48qnA5/D1XfRkQhaOA47w1W7Z0JKkk6GxJBuTY6WIHN3c/DnKSsUUOqUth/K0xIlQlIQ4oagIcyhN9D3IXYEWvsHYF3w1nDlUbnysQzaWtGVDEiKsqWlFwShSfnSdbptbXt3O2lIvtTbxvcLkWg4nhYrpz+RMqmyktL6bC60pIvl9O1iO3kKHu/AGJK2NnAEGc8V3BrkCqRGKu+y6haszvxYbpJHFBsFkEXAX3N1A+ewhUadFlQF0blM7CFZldZzJV5W7Hw973vcj67MZ9ufXmnMRwMGzX1voShaYtNU+lm/kS0CAbdrkE9yPIV8igxYsDitO80+w7llRWmlc0ysgmzjJAUjsTmIykefltO7Z7gbtZZpxwJW7u94mLd17XuujVHj0Ra87sB1Z+Go6FbS7ktqt3FiDbUHuBbeJWsUY3alu8JvjZ18ujilObQkdR879vK/p32LDFaitN8/SeSz5cnMJKPwspVkm/buT5d7Axag/Aiu/FpyFoWtXWhZyp1/A3uNe+h8/WQYBNZq7eQOP6RkbwmfddZbr3KdbHi+VTiRbuexNkgC507bM7CWLKNiigtz6XLYXkQlD6NEqbV/eHcX8vI9vLatxLT6DiOluNe8GFoX1pWnqS52t6H9hB2zTjOfXt1Ve5ql05/9dDuVWR5F/ACmwHbzOl+3ltgfzTHVd33Q09plt2vUb3XQeHKf6ckdCBnVqPCCR6eRBAJ/Aj25PdtRpUD/ALR0mqRZqMvxY8pSFepzova/lexvpp3IuMDbzN329p33NiOnrpFb6kJizFhKXFerDxGVZ00SQT/dIsdg3fDgvFu77+maDjddRpyOpUdb/CmQ+wsOwWm+uhBBNgk30MmX8BG6qyw2CO87hN19Zac4VJXzX+1Q6Upc/wAaBYE/UW11t32Aap7JWA+acdpb02nLXm8L+fqJ06Vjw/S/p22R1M9pDeNhz+q4mlPoR/tbLzedtdf2n8NiOse0rvGxRQeagS4Wf5vhdadPx/f2/fenavqbgy/09lXIMNY/s1z8L1T39hzE+dGTKuLMRmR3PZQ7A2GliAR212AN+O5/eBKHvSgxItRjI6lRY7uWQnS90IIAWO97G48gddvrAu8/eNKiuOz8Qyn2F9fCXZXD7jsR56fUHzPfb8h4/rNUrLlBn1aUjOtXAyO5VMq8ik97XHrs/SLvkiP1i/b7mbEuVSlz23fjxX2FKTmTdCkqBsUnsR9Qfw2YmEJMrGVeiRZVDizZWdK1P8IJW4keSykDNpoCRcHW+xNjvCU+qcR2qNMe8ULTmmtNZeYTawLiQPF26h38wbDYx3V7tp+F8OP1me9F5p9C15VKyp4SRcFJPre3bT1Hm2ftjdaN/NDLGmKKDQcGuUugxJqH32kx5CITpS+ygg5lkd1JIvc6gW8rg7JvB3KyqoxFaq0qnSlrVwnfHHetc5Vjum4JsR2P42MGRTMW4txQ/VIufmkKyx0Idy5U9hkV+A9Rr56bfq3qpAqi4s+nZJWbItpaMilK79ra3vofO977VJ2iWdgvMNqpS/ddZ5p3lX86EIkISgKV27KGgOljqfXUaEjrOE4EWqPuyuPyspPFY4vEQ1lvqkLBIuOwCvyI2N8NLo0+Ut2vcdE1hGTgO9K8ov4CRc3GUAEai1iL6/1V3jYXpbXIQInHz5krRopKV63BA1uTe+nqPxQ7rxL6gseBAcYnn4Sdc91u54q/7CQvO0pP53uDbzJ76W8yHDGMcBuuuc/EXRFvIV8WOvPFcvqUONkAW76ggjuSbAbV7NOo1ZlOSvcjGReZa2mroSnTyA0+thY+mw1NoVGanuUvgvsMfIpKM+X6i+hH429L7RXaHbiWRxb6jBxHQp/Kvz6DEXW4S8y+LTn0yEs+dlIsHkkHtYKsNCQBfZLvKdrMrleU8Cs+V1K0ut665x5fUkX+g12aeC8Az4spyVAxZNheLhLj9KVefUDcJHqCT5jW+11XqnWYDTn2o9w4lQjLzHFa5WYlN8oKHBbiakHQg6WI11crd/6xxUKjmCq6fRoFBb5qWxky5smXoVppqLk2+g18tb7DFOqrTUp+BA47EXLm4SVZkK9VpTe4P5X8u1tmVOqm77FFLbgQJaMPVRC/hc+0FI0ubBabXA7G4P07nYOxXR8W0aLz9ewzFrEFjr970u0pDaBf4hUgBbYCU5jxEpAPcnYvuUsZWkqhtz3Yr7tBxZwF5MqM6FZFXuCheU5hb0Itc6202raKmfxeQr1OYmscx1fOtWupTdOtxqPMACw12q6VMozsrn2peTjtfpUrOZSfLUWI8vMjQWO0uiYtwRhyfL5qrSospa+KjM0FtKV63ucpH61rkEXvbawlFKLJOJ6PFnwHHcL1BtfK+Jp10ZmfUZVDMU6agaDzSLk7aGwpyuMt0sRqfTmJr8VOdeRfWnQAG9yLWJsrv3se9kxRsLSt40/3zRqeiUjNwuLHUqOp78TYi4sQCAR+Wg0ruR3WwKNS36N725V+VmdaadWjitqIBsbWS4Pw8vMbBufYMw+8KuZmqs1uvYIlMRapEXKpEpafu9UiodSpFzey0HUWGYEG3Y2Go2hVyv0Hmm3YDMJcKV1qyXT1A2yKQdQdAQbXI8++2uncNe5ubwvjeJTpVIlZs63YokQ+/dSVgBsnsb2B75u2yt36ey5ghrDjmMsB1Z+LKR8VTDSS/TpWtrI7rjrCRexJQdTqSNrV2B1iY1od9kTjS6NVOI7hx1DE1hrMtri5uIjysO5HfsSB+8wKLS6pAlOSp/AXCWtSESGLpWyrXQ6DsCnS5vfzG3Kj4D4TrDtUlvsTUKTy/AWFZvobpKrd7kAW73I2N5+KHcOUZyLS6dysrr5hK2srTyld7JIOZXnc2N7G+m1iI7AefgmfFa4vvBHH/voKFK8tB56/nodPX4omG5Up1t2fLWx/4Xizf699NrsRMUSuHVKpk5VfQt1h0Ka0HUgkXKFjS6TYnW4OoEms1Gl4caYlO0Oav5+LwjkUjQixGhA8zfS9jrsnqPwJnazc3AEIoSZUWVHiwJbEphbqUKQ6op4flopPceRHe50NjswKVhmA66267EYYf6l/oitOut72B+mtyL9+wAxgakVTFHArNGpyIvSnLwlIWlxOg1SAVHvrcEk3sSQNnDQqTVOE375Zzo6v6g7lXp55FEA9j2ANjsiEmL+0jRKPFgNcVrgIWjL8eO1m4arnxDXQHuogADQkAbGGFMGz6zK4VUrlOir6sjrDQRxvrZNrH62+tzbUUlONV7PKwnjZynVClr4XNIQl1DLuUqDM6I4kKSk3B7IVaxCwLAiad72PHZXuH3fTqDXqW6lM9p1Cn4TySb8xHWAl2xHUAAQNQbkDZlFVZYLNGS6G1Fi8KViddRfRlS60uzqXO+vXdaVAHtmIJ8++y63rUiBXqN/T1DXV6WwnI6hrPzTKNNWyCFXFgSkEk2BGbtta4ZdxHWeHVMWy4UV9HQmfAlZ4byD5PXSA1bWxNwCfFcgbXuLjyEVzn2pT7HLqUlDWRM9lI1uyofDlN9lFJubeRNgHM+MOLNkzJVxgPDkBvFEWoysQ4U4vJVHhK5p+C6Db4iFDiot2N03BI02kYSxtu+ozTjuEq4+uKt348XhLVm1BBCSLptm8SbpOY6XJ2OZ2At2m8t2Jjegy0UutLRy8yVFYHK1qOEW4ctg93AOxUEqBSBqDbYPpvs3u0HEbc/C9WpEqDmT91yfoU21RkUPiItfSwIFgCe4HsDRynRh/ImCmI0u7wZ8+VQZaHoSMq8yEDP03KglR1KQfK6gDqLA7WdCw1iigtc17pmzYs1CczudxbSrAWF0EhNvLX/Wz8wpgN3d9WW8R4NiRUZ0K940tKXeApRvdxtN1LbBJ8JzAGxBAuNgrGtRlNT6lXsJe7kMML4s2jKUhC4qVaEhHQhxJJsVIUFDuUg3G09ualaVOm2U1Mq2I6C03XpVPhMZE/CdkKzsKUNAFFohSSQfFYHXXU7M2kY2wvVMOOT3WWKW4+1klNOqMqApVgTdxAuGz+sUJI721BK3h0XerP47uCMJyn4T7SlyIE/4qU6GxGYh8pIByrNwOk3IGsHDmE8btSnJVBwRVKDV4rqkSoUxr7u5cEqbkM2uptXdLjdr6Eg22kV7YausVcLCuBgOViPj0aVUUOUh+RzEeEp3mmGXxY5kWv6eQUSCLgW2NsKUl2BKl4XlS6RUaRNQhbsCQkcVt9N8sltxNgFJ0ucqbC4KgQRsL4apO9CBzcCs7rFsUWbmRy6nRlb0BHLyW1EaWUQhYBIANwQTsv8bRXcONe9HajiWLVIWbhIqTvHdyajpfTZbybXTmWVXGYFSjcEo8YSP/AA9iXC9Gr0uL9oaLKQhSotUomIIoXHe8KkJ18KikhQdAv5ErIG13PpWHGsRt1TDjz9Opz3hYad51htZvnDL5uUAa2BLaiPLWxyTh1TW/jjjeDEfpFUipVFhYlpzWaQygZSlqayCkSmDckBVlpCjkUCTtr/c5uhoMWjMRaNj2K+tf3V1DUht2HOUntlzAKQ6B2SbLHYgd9rZnRX7492+KKpFcn4Ix5S10uV8KUmQwpOVZsU3UnqYWOxug6WIJIIIVgT2PeE6xiOVvIioqKFcV2BVrux1KT5CTlCloPm6ATcC6QbjbT1Mw3Ki4jfw5iOnsLXFSj7+6whC1NEkJOdNwUaWuQACojOdRsQ4+Ru+oNG4ruN6dh6qRWlOxZkrpa0A1WdUqR2BVqQD4gNNpkYgLjXd9gjG+F2JTuDZWGsX0RSVpnw7K4yR34clnRSFJ1ClJF7gmx2BsZ7m6DXqN9qKNiyoxa8whSotZiyOBMZdGnDeGqH0ECxCgQoaWtptozd5R5+LMJQcUYNqNBRKlISqVAiyEuw3FeZbKbp11JFgL65r3O02RhifKivwMW4eixc+VSUSHeLHUq+uR8C6CT2uSQbXvt07/AOswhSqNVMJc/KxlhjGtLr1UjqjqlYezIhVRBR0qWy3dtS7aAkpWLqISQSB1wRRN6uN2n6NK3kYspFOQvMuFiOncV1KUmwu+hSw2QF5SgISsgkgkXvvmlU+BS8OchAd93LY6kNSkNzYqu5spNwba90FJB1tpYrqqQ6pS8UN16KzRJUKU1kdaRKWprIDY8HOCpIzWBTcgGwIGm0kNiWDROVT2fOVo3utquQl8dPFkNPo4vDULFL0dTRRxWib5kLCj1aKSQQbah7jJWI4DDVex6ucxTkLaaiuynX4SVaW4bhzKbSdRkWDY6ApGgLt49RdaaYa+zMqFKWpXK1GA6JUNTpBIbUoWWAfILAIPhJGm0XCWF5WI6W5ijC/HoNUy/f4sJTaXUqJ8S4+csvoNtQCFWJKFA6ARllldTfZkoLtUcn/Z6bTqjTsv3ql1JpCnE3JKloJykaaqBsextYHYqY3a0uLzbsWo81KfR8ViVHLXEUB3UkC4vYJKk5gPMnsJWD94v2Snt0beDLYiysnCjz08RTGoFgsOJDjRKRookosLE6bWtP5WU1L980niRVvu8rKps8KTkurKbEdKwkAhSCQf1TbWs5Yt8IYioMDEb+Eqoytj3ipTSIVUS40rOCMzceVlKCsdwkqJINjYG4oZQr2CKpLagMoqlOivoWuBKih1TadQOlN1JuLXKQUk6gm5OxTiinwK9FXArMuVUYsp3K1IlMNqmRXT4CFJUEOIzAA2UFADsQbACn4WnwJ/C+9P1GF+liuqUpMhjQkoQq3FT2JSAlQt2v2gsF+6cX2xwV+gSsRwIFeoLqGELi8dEBCil1xNrkNrKgXALaZSSntbXQJwpCo0Wstuu8eVwGlZl80Wn1agXXHXYLtfxJJSSDcE7cqpiCBhzDjcqLiabFpz68y0Z+YjtyLEEqQ6M7KzoNSCQQMyr32+cIIi4jd4v2mpDFRZ+KhEyRwsumYrYWqwv5KaKwbalKgdpXykZk7EeKKXKiy6DRnos5hCl8Jrl0KS2pOhAtfKolJsBYDtlSQQVpXcRT6NFcdw5SclUR0KYnvlqGpBJJPGAWlkAagOAIUQkZkakOaRT6NQZ7bUCX7ulPq5ebClNJShx/pyuMvpQEKUQR0qAUQTa9r7C2IsLO4trLFegYTQ/V6c0tMpMWfwFSGtPiqb6SHBa2YAm2hOgvfbKtMe1Nvf7jfFHKyt278XO0pHAaWFISjXrSUKIWgkWulShr20JAniTcZjKl1RiLjyrU/ADD61chVn2HHYTjvm0uS0oBhZ0IDiQVXsCbEbbLn0/HlBoP2tw40wxTkPqTIddSh9LLucJUHSAFtOWvfMBmOhUTbZbYzxlFlOuUvEeIWJsKa0nixZjRShKSTa5JKQCoGxNrFOiiTpeVKbpnKVuy397vqciqULFlBxRTEO5slOnNVFtSfUNOoCspBupKNe9x2Ozf3SJwvvGr1SoOMqfChVSowlO9bQaakNWCbgKAvYpOhKjokm9gQWYY3T0Fp1t2vRKjSKc+tKuYipWngpBuHkKbBSu1tLFQJ0IUddgLe7haVQd4zdZwayut8rFS6ioxWjwJiVOLUUuFCQlDhT6i97C4zAGMMywVlTEYhdjHdvXd1VBq0XDuA8NYklIyyGmpH3Oa81ckqQo5kvrSDcIBbIAUQFk5QX7sN/mI8ebvnKDhKnwvtzFpy5VJgVS6Wq1FTophK9MryQRYHve3bVKgm7yt6rTtJiwKHKfpbEpCo78qE593TcDhK6SE3FxqQSD2OxxXaPhJrFsSfS8G+61ylJrMNqFnyR54KgtyOkA5VLPypIBNyO6r3rH5hU3KkyfjitYx3oV6RWcRUmVh6Uh1KGoqWlpQ2tJsUqzgKSQq9xaw87WNygYw5DBC6NPaqNPqkVaVplQkh+O926xrmbVoCpGqTe4N7jbRFYp7W8vh72sL0mowqjT0pj4vw1PYU062q6AiptJcAJQQClwAlN9QQQoH5p/s+4I98v4yr1ORkmpztMZClGYrUUp00IynRJ0t52G0su0wbHxiKwhut38b33WHYGGYr/AEfd6tkMOQ8kfqK0u4NbEKHre5udK4Wwz7ZuEvdLUDEKIMKLmamR5VXMzNYgIGd5pS/CTcqKyDlsLXJ0ZgPElGw5g1iK18BDCUoR2UlNkG4B1IH0PbyNrbA28DethdqqONSqs+uUtpK2kR08VSrnQptckeuht6AWuJrscJ7nm36ne1uykTOu/HdTjfehPcgYtxlS4LGZpSoqoqI6tBewyEpUrzzAa20SBcbQd1mGd5e7Se5F3VY3XXpS+iVCmdUV5A8nCBa48lAFfexANwx8U4IwbjyBSa9VMJ1eqVdcjknYrExUdWT4ig6pC1BK7lKMxBKPiJBSk6ns/vIa3I8CjRd1r9EfXH+FHqLBaW5YC4QpClIVYanITbvqLWKu5hzNLUd5qcBQTHzh6PiOs0th2vRIsKUtCeK0hWdLatL2Ohtf124VrdTVKo65Po1RQxNX1KW0oJW8rQDOCCh3TtmBIt9QQi5XthT2oDFZawch+LK6UKhv9bax4m1JXoVD9UEEjUAakDDftc43qkrmosTlUIzcWElefmE6HoTorObnpFzoCL3sBOrfEwquna3fuHj/AHjZk0SqYXnuNNclFiyvhSvhBpTbt9PD0G50zC1+xGmqY3hb1q1g3GTdHoNQhVFiUtLVWo0pAUpTTiFhLqDfxAg5SCDpbXWzCqtTxlvBwu5jzdLif7QvU7O7UcK1mOed4Q8bbagkKfSANAQlaSLkqsdjPCeFN2m8vCUDG/2ZhP8A3VKFc1FDqkosk8u9axWkK1SoEFJ7KOuyNens7/cf1DnTvpLxdfz/AE/MqPZmw9uqgY8ouLWsJr5p5p2Kmam6VJSL9CkHpAFjcBVj1WuSbvH2p8ZYIi4cj0aVyry5S0rjqQooWlSCPCtPYnsB2IuDfZImgUHBvEn7tJdbpCEKVIVFamuT4Sk6BSgHQVsqGvUFKSbnMLm+31W26XiOlsY3oNcp2Mpsp9pNUpEBB96QXSCLssXKnmxY3Wixv2uTYaRtHoTc+oD+ojamnG9L3g0mLhfB0pikYvWl919bSZVGxBDFuIFJClMOOtkZc10vIIBsEnq4b3N18XHmPIkXBD3DxDS6dmdw06+Wk1SMSpY5GQs5S+AACwsgkKSQok5TrXBFDo2HKC41zcX3DUV8w7DdXkQmVcpTLj57KZkoJyqtYrsoLBOu2Xt9u6TGX84NWr09pa0LlJdivo+E6lKelt9LgUL9ITlUgiyyQpKCQFSLFxGaz3IsKNhr2fcUU9/DEqJifDeLqctSmkLYLUrit2z5EO2Q4oEHMweG4UgkJuLibu+Xu/xZPgQMO4gp8mtQ30sKadp3AVI8WqUrACiQkXQBnRm7AA5mtBwv/PS03Wayy/Fx5REJ5iY00hKq5Hb/ALUpKSlUlsBIVYArTbU2FmriIbufsHHi4ywRFq9eWhPCmLpaESHlC6r5kpSpKxqRrra1wduJhE9xe7xsCfZeLRcW0aJChSuYa4U+K7y6or404bxRZDzSkgjK4gW+hNyUbw5PPtRJ/wBoX2FrioU/TosjKrLbLnZJuhZtcgLBukWBAAAWeHvaK4tZcwljfDFUi0SqReXanymhNQ26AEpKyk53mibhSrBQABte9mfTJuCMR4XbpbTNOlIi58kXRL7Kb5bJWmygRbMldhmAvcG525UhZoDcVXIEDC8CK1LfWtDSF/erZ+wsToCUkedtO2uz0e3n4c5VuBUJfu6Uvo+KjMhy3ex7HTUg2JHa+2WsA46oPIU2LAdlP5EKaaiyvireTe3QrVRJOovoToSDY7F+M6tAlNNxXePTp2fiw2pSS0t5SO/BVfK4QCQtKCVJBuU2IJKdvzM+3TC33PveLVOLKc4TMVhaMqVOwvCpI1BBGi0GwOoJBte9rjthYRZVL4s9599bmZbS2lBPV527gm/kR/nt0XSWqpS25TUSUjjo+K1lyutrI809swJuD2I0uBrtwouCKW1Rn2qXW5UWqIWpaYspaeXeUPJBJCm1EkkAkgdj5HZc2beJ5TW6F6bODmHeE8KYcrMVzlajFlLfR8eE+gKQ5+sCyq479xYjzB7Wyxv/APZ+/m0rMt11mEjClXVzEdC2vgZ7kuMk6qQu3ULhVxcgKCSA4cPypUWqMOz2cj7EhPFXnyrbUO5PY3A18iNb+m1/7XGEpW9DcFWsG0vE0KnV5aGpVJlSpAaSmQ2sKAKylWUKTmQVEWIWRmTe5hXX3HOk6vtPtbgfMutzntfbiN7NCYoNLxNBpdXp6Wos+iVF0IdjqSABlJ6XWwqyc6CQDobEEbJv2isO/bKVSazhKlcSKuYtqVDaUhHLvgi7zCyA40rMgXQpJZX0qBzFQGKJvs2YoqmI6TU4GCPdb7Gb3pKw5KCWFKHZ1tjNnaVkBSpLaShROawBN9pbnMONbr6WxwqjNmvoyrzzHS+pKunQLVdSSCPEDoSdpRha3E19T1PT6ReOc/ifdOXWfdcR2vUmVClIShLqnWilLirH5uxVpcgHt2uNQQRJ0DhN8XgI/VX4sqfQjUfsH/HYhrePK9ijiQJ7MJcJaMuRbGVbibEeNJNj53sQbXHe2wrS8LwGovPtVBbCEL+b4rX4m1lAX/K+hI0uyGPozxeoKWWl6+B+J9OJpfNcWLkYX1Z8t09JvftrlOtwNLeR24OJad+F8nh8lf8AEH8xb6bdZVbi8XlXYkJ/J+ifYX4kk20Nr/ikgEW722pph91tOT3XeAjIla+KrKlOuh/A+vb67E3LBru3eMonWqNhKBiWg1SkolYXxRmXV0NMBC1XQE8dJz247QSClWW9gElVgAErDxpijdfPq2752n+8aJwmnZEKU19yqEVYzImxniAGl+iiUpStCklSCAvbQeCt5LXv5yA6zS5UJ/7vKpNRQFolXCrFlZsUqOmUkKSfCdCFpPat/MtWWolLgU+icB+O+ilutJDD8F0gByOpsgFAOYhTLiQM1ukk2Kk+g9PssNI7vuY+q9AiypT+KN0tbRihCMzs+gzYoYr1JfA8kKI4rZScxBAzJKSFgWUoWfxd70nuQOU++to4TSeXW0tKhpl4KwFouQMtiU6jIkggl3Y29lmfXpTde3VYhXQa9QXfhQl5kKhrJvkRIuSYqraJWLtqCgAtKgkHeBMLUGgyqa1vf+zSMcvrS006mQGkTF2JGRt3Qu5QSFAJKrHQgXF1j2eYMYAwO7AwuxjLehEQxNpbSnYCtEOsptYNuAkJWv8AVuRl+lydl7vI351ms8eK7EXS2ESFJjradyqbULpBJtYk5rlK0AKGWyzoDK9pLEG8aBiNyU1Uac/h6nLU0iA1Ky5VADNmNipt0BROqVoUnuUgAhFUeVVKziPkIETmoq8y3ac7HCsqc5zBC05kBJso2JtcggHttUicTNG7mcW4N3l4NfwlvVqNLi1eFniod4vLuuJuQm/ZK9ASbiwOtrg3S+MoeLaNPn4c4v8AQsKQtrjv2WmQ1cFLgKPASLdQKQe4JFhsQ7zd28WVQabFlRGJTErK6hK08KRmANgbgocFyoZhkWDY5bd0JjTlaXFbo0CuYhQxCUlHJSF50x/o28kDKg98twbjte5PYDCD3STibBeHGnWHYFQlIRN/QLd+8MKdsFFriaXOXqGoOhve1zV+6p9BeYntOoYfYd4rTqPlWnt4gRftoQUkaHTaVgnFsWlH3FWWffFIqmWLMhSLjiIvdKkKBCkOIsFNuiy0qANyLgtSpbnazFdbnwKj77w7KR0tOqCJmQiwCgoZVLA73076drBYrKsqt90EMQ73qpvLdbdr1WpdEWxHSxI6VJYedRpe9yqOD30um/YgGxMd0saqYt4eHItPQ++hrI0/HdD7UhoDQpKLqQsajKoA3T2IvsIt7sMOVSqT6NAqD7D7C/BIShMhKRfVPdKxYC9rEeYIIOzh9kTd3QcG7y3HcUNRZTC4rrSJDq3GlpUopyuMvtEKbAGbqUCUm2gCirbH6p2xp2C+4kw0qvs4BkCkDBFGqjmHKy0+itsKSlDT7rbSVKGpZUpd0KWoEWUQBY2yoIyEcxhT6xXsT+66W1Uaph6UvradgFifTXQoB1iShJKFlA7ONEhQVoARYk+/Ddg7jLHldqkqWvP7yVwpHw1uqSAkIWFoulYypy5hoba+mxLuzYdwlFcitcdcpa+ta1o6lHusXtY6XuRY+g2V0FKqoJPOIld1mvT5RByDj9ok99e7neXPnxJUXDC5UWFFRndioCuGt5xTiitI6h0lAJIsMhBItsmcW0ivUajNxK9Tn6fKiupWnjtZFKSRlTbQX1KQD3v9b7bjrrdZxHKbqjtR93f2S3XUFKG1AdnCkHh380kAG+gIvYfq2Fq/XYz9MnU9FTjNpUl9h9pMgZCL3ym6VIPcEAg6a7bS6zYNoWCPVi/mVmZKBIalY8wvi1qWwtiop5WVlX+jkJ7hbarKAUD3BKSQSFA327b/AHCkBql/aOB0L51UWZlQQ6ys5rJdHlbTKrS5IBJNtnxhLCkXdpVG8R4YwmxF5V9L/Kux0PxeoZVlKSStrMg26CEgm9gSSf3e5iqjY2axJFnYIi+66inPHaTbOz1lRbacACg4CnMM2pUm4HSSLjUIx4j+l1VWpPiefxAOs7ycL70N02CMW0/CcWnYrwg77mxLyaShqpJ4CUxZVkaJduggkgE8QAkgADQXsX7wKXS9y283GWI5cVaEOzJTEWQ1wH+VYjNhKmXFdCwXL3ZJvcqIvcAY/o7eHMG0ue1S5b1QYqjCor8d9HAdUhXcKKSEk+SVpsUkA5dNT3dphfeDVMG1LCXxKDSKjISmQ1KXwpDyQUnRtScqHcuocORJASQFp6TLlbFKt6jtbI52NG3iL2iMUbwWqK7u+w7QcQwqwlMWVS1U5xVSps1N+JdwqC22FIUkpUVuNoIWMwGUDlXd227ndzPY3jbwXeOxN4SfczS1vsN6jRDHdwJUQMxIaSLGw7ilwrvHwHgN2pYSwHSf6bcYU/KmSGApEh1CFEFS9OYc87izeqQEkE2TWMcT4tlY3cdrztRle9HUO55Ss7DiOGk/DIJyZVKKcunbt3Gymj09NDkJITtVPtWN3fX7RmN58WPRsL1abhqEw0l1DUVaOLKYA6c7gBKLA2KUgJIGtxcbKhnEGKMbwH8Rypa4SIrvMNcukIY44v1lIukEkkBIABNyALk7V+Nm2sUVlzDjTziJsVhL8LhLCuYsOtq361rqAAF7/s/cArixcJYhgSnpTOTrWlF1NPJuMwI1CHALlKgBe1iT2GoBDEywpGEvtvPclUvEK2KpkV/R0rOqOrLa6G3E34ahc2SoansSNAZqlz4DrFL4T62JrSUv8LItTa0oIRmCvCq/bVFxYXtsuN3Nb5WvNtQJa6dnUrJK+XXsLG9zm1FgTcWsRe7Br2OqW1iPlazERKlTVJWmpR+lOt9CQABYkAoy2IsSAbHapMgRQQo/uHGT7Xvb7lN6lsIQvLlIClI1BtYhQBPYG302vt1u+rGW5zFsCs4XqK1zaW6thfFspqUjwvMvJN7tLCbKHew01A2pMRUlqjYtltSnc7/FUpOdHUlJTmA7kaXsCCRoO2oFZRajAaxu3PrL2SFz6lyHUL/RpUSCdb6C9zf0O1klTxNA75sJ4Eo2HIm/3c5h5H2HqLqU1aiZxxcK1F024WoNojiieEsEBJs3oCAFxAx9AaisSvs9FQt9aUJa8SVJve1r2sbZibaHbR+EcNtYDoOIcR8oivUGE0pqqUhKOKxVqM8gFbduytFKUlQsQQnyJui9+e6Gg7q6ph6oYNxMuVgqvtKq+GqoqOXkSIgyAx3VAkcVvNlXfUghQGpA4iTiQH8b1SfRpdZi4ehf0JlRIzNFTrLCSRe/iCEH62SDcgA3AvJxi1Xmm+K9wFrT+i4o5dSu/Sq3SD5Akj1V6EeHcZ/Y2vPz6zE5qnTWkLddh5VqbUdOK2laQFIOoUggEi4v22G8QU6jOu+9cHS2XKK4vOnlU5eTXoSypHibIuCEkWsQATY7TsEricaNX+QlS6NVGZVOizWuE7k6lKRcFLrXyqt4gLkEiwsb3ZdGpMXGVBgYIqlbiyq3CTxcOT84SiYx/wCepuNUqsSjsUqSQQLKSAurVaA1/bQpSH0JddiurHCevopSVJsUr8gpNiCNQSLEgwnU6NAgMRazhl+qUh9/PmauibDtY8xHUE2WoDKSQL9rpAsrbhIxFhMfiwJ78B3JF4DqmnUr8TLqSQpKha4IIII7ggjyOxpglyA7QZ8Ce8xKYfzISl9AW0pYN7KHiQodwQLiw7XuDzGdIo1ar0TG1BqLDmKIKUrdlNIQtivQ0ghLziB4ZaAAFjQqSARfSws4cOV6f9/pzFElTl+OAlKYcxJI72sW3QL9QsD5gnXbrBmSBOc3d9yrtJrNGqMJEV9KVLWlWdCu4UO1swHZJANx9DdrbtcKT5UCrbvp9WhSoVehLkUGpR3cy2ZSetLbyF3yLQoCwNwQO9r7Xm5h7dpS8eN4N3oYT96YaipTxVrdcafZdtqqyClQy2F7m5uLDy21rUPY43QY3dpO9DcPiZEWdBdS+01x+LFldJBbcsMyFFKrZiCQbXFhtwoyNxil7KWx8zLe53BzsCgz8Rz6TChVTqalIQjhKU6nQhSNQDYeIHX1IN9hvEeJOE641yjeT5M/U0q+hBHkDr2uO48htpLH2BXcLyp8WVT34XNOqddY/wBmtWpt5Zc17EXBvptlTHdP5B2XF4OTr8H6qb2769vLXZLUeB2zQo5TMBqlGlVme466zwFrWnN1ZkKV6/Ui+W51Om3SuYrgYcacw5jzDCH4r7XQt1rL1fKUuXF+2hubXPlcCwwxKnxZ7lLi/emJWbNHkIC069ikKBsq3Yj089l/WcT4jgYtl0ajNPsMIUlK6bNVxWFJ9AhwFTZI9CQemwABGzWlOJRxJNNw/hzeDKc+zlJfixWEKVKX40JTmGUupHkNbLSAbaE3OwliLA7sB1jlZbD8V9a2kSmLKSpIJuFCwUlQ7jQgjsTY21Bh6g4XgUFjFFGiLhTVpyTeaihpUdRGVQU4hOrenjPTY9RSdqHfTL3QYNwlEapcTmqpUVrzIaRmUytNyQux0BPhVcg3OmlzfPnK9sYiNo0VqlxeVi5H8/jWtOdKfQkWJGvzfkO+06lYfrMCU375d49OqPQl9rqQlZ1y5tQD3Nib6XIFtqOj1SfK/pmlxEMSmP73i9dP+oOunltYPV6VzTbrrvRKkJ4qGulKVepTpYlN9RcbFMqElPSsFSvtRyDtQR41K+OnN0eXT+YPbtr221cMObpYGEm5TVJisVGK10TYCsmZSR2B1SUaXy62GgIAOyMrWG2oDsCs+8X+aXk5JWiu4JyEeY0sSQCL99rKruz5+HG6DAeyPyv0qWulPoSB3SToPwv32gQ9SBeZ1wh7SG8HAePG69gjE8ql8qpLCHWlZUvNX1QtKuhQJtYKSQO41121Zhbf5jfeDiNjeDvL3AOYhisRUNNV6kwDAmxVi/xUPJvnUQrsbJIuL2Nts47vN0sXDk+JXpWR9eRK1IdWMuYWPzXSkjsbgjvbtfZ41Lfnva9wuUbCTLFLioTwlKitFC8v925J1tYkWt6DaWRW4MUtqNp5jmruHJ+PMLuSqXu3q82FUWlL4VUpYYWn0KUgAKUDf9GSSRcd9shSKTAi16fhzG9RforEJTqFtIazdSb97pB8rWsCdfSxZ9E9u/ehgh2m4XrNbYlIYWhC88VKlPJOgzE3va+trX/fs8a7EwR7SNBbn4twxTkVSa1wo8qKjLm06b3682uliSDoLjTZaxnp4A4gw/0nDRXNTmmmm+FkyZPk/wBLafjtGkYow5/VcR09jJ8/TnQr8QRp+w/lsvKdPqlBi8hVIi8+VPAmtK68osAHCdHBYBIUeoWAB9ZLz8CV/wCdT4+fwr8SfI38tbjz1H12xXsrv+w8zA3h/tl7IwTuWr0rmmnoUWU/l4SkvhHVe+l7C59PXy2At+G5vEc+ltz6XUX6wxCRnU06j4uW1tFJuFAW7EAad9LbVuJG6XFiuNNZ32H05crqQtH7CCO9vz9PJUor+MqDXm2oFclIhZulKHV5Uo/UspRsBpoDYDse42tRU6vwY3pa338GC7U6BFd/857CH2MyFtO9P59+49LDtqPX4iYp4UptpqkxWF5/Fws3+VtPxvp+WxHjyiu4t4c+L11HJ8XspSvrpr5DyvtT4ZwVWefbddyL4fzZj0q8gdNDc+ev7NtbHHM2MZ4hPiLEMWjUFt2A63FfcQlH66VW1I8za9hqDr5i+gnhxms1l1uqNM5+ArOhbSOtNvMJBufy2Jsa4YlSnWGp7LDCEdXQrpV3P4X72/ZtX4HS7FrLcWLLYQwteVa8/h8tO4v/AMb7SPGXQfEf2HsPNYypcCs9C5rGVL8eQ1mSqx7g9xqDa9vw7HYvxNuj+1FBbagS5UJC/EhpHVl9PMfnY6aEbW+7+hxcJUtufiNlb0J/9K7Fd62/1dLakeYJ1HpswlQosX71Aqy1xX/ixXXWsyFJIB6st+3YkA2OtiNTG6NHCzNUb2e+Q4nCxNK8acyko60+pGXTTvrYfv2XeM92lUoLvNNVyVV1o+fJnV/of2Afna+2rsRUqsz3W3aW8hC1u9a0LCkqT5en52It9b7WWH9ytUrLXF+686v/AMX9mlgb/T9+wid0UsZG4mUt1Mvn2uVxRTpUql58iEOsHMnzsFFIUjvYEEaAW9djiXut3fe9G69K96IisLz8VTQf6RpZWgWtGnZYUQCSFDTY1xnuSxHgist16BnhdWeVDdShceUkd120IWE62BsTqOwJ7TadRq9AQ01XF09C+l1DTviuR56WH1A1B8r7Z9z9vAzE3XYIaYT3abgqzRmGqzToSESsqItShVJ2KpSzoMqnSU3/ALqgR5WsLbVFa9imjUGe5XqXXKpXov6VqLUltp7kEBLjKQlduwBBv+t3Oxhuy3JUavUt+BS2eOwteeRwpQy5we5Te9x30A8tR32u5W4zFGDaXwsJS6pFYi+BqLK+E2m4Ng2slGtvQHU2OuxaCuMiBrdkbOJibH8p2Ljd/BvKTsNoz5EOymMqc/ZJAC7KQVaaLP09AHYl3ebxqDKcdlNe9GEZskiG+FJUi+nS7YpNr3Gth2JNr6N3tVGqVl37L7xqSuFUevlazAhZstxqVxyorIA8RQsXPdJGpCaT7+pdL9zVmWxNioTl5qPfIlPlbpzJ72yrSkgg3Btto1WbRNWt+77meJVZgNcSBWaJV4spjx/KpKu2qDawP+vc2160HHs+gz25+HKhUWH2PkQs9Xl4b6m2mtvL0GzhxdQ3ZTrcWfT6dKX/AGD7qEpXlNj0uJ8SbDVIuD3t6r/FO66qQIDeI4rKIrHTzCc/QlZGpBsNP7psRrodL2zukvXCteHN3O/ilufZyXBwhjzNnUlaOFTqovuQ4hIIYdUTfOlOp8V9NlI+9XsB15/C+N8J8rVIq08WLKSFdJ7KSdQpJHZSSQfX0jxqPVKXVOfaqzDHTnQtLoV3+oukj8dnVScaYN3g0uDgjfJytUbZ6IFbiqSipU1Rv1IWe7d7XQoFs27aA7TjHuAxt5hDu23x4Xo1G+FToUVHzpyZFJ/ME2BGUWym+vfTY9w/7RO6pqfxa9SUVGKjLmfYUFSqeo9nEHTLbzuQbdiDtmDepujx5giTHb4TdYos1OanVunIPKyk/qqAvwnfIoUTcglJUAbPvdb7MuF69g1jEfvurxZS0dUhpWVbOhFlJtlIBGhFrXFybEbQQrCRZqFT745a37QmA69S34sCt06VNypaYd4WbiJ8s9gbOXuDci2lwdCcqYtx3jKfKfgQJaKdx3Vodhou0rN5EE9C0W6gSQb6WJFtjjEvsn7z6MF17DlQRiiFlUvgSGBDnpt+qf0Lqr+hbI8gb22r5+7HEePKWxiOVLYw1VISltTIteYdhoesLE8bKS2UqB6ikgJJB7E7DQhCFgqhWx3JF1hzC+KKpXmOFzUqqeJKHVhXGt3yLKgALaEkgDyJ7bXGI6DWaXihh3G+HsQxeAhSIqkW4WupCFfNqLlIJOouBps0MF+zFvLrMpyVKqFOfYQn4Ufmm30q1uFh5BBAAOliAe4PlsYUbAe9+g1RyLKpPvFDCk8JqRWW8ybAghAeUApNvlOnc99djPHQVi/pkV3FrXKu0SVKi5fhSlRSxIcsLWS4myekEgpWbjXtexFqqYGF57kCl1bFFIflKXzEJ1pp+KpZtdRSQE2JBupJBuRdJ7h51CHjyg0uXKd3T1RhHTxY8JGdH1IS3mKLdwACO5sAb7XG7rc61iOUxjfFFOQuExmdiw5rRUtSr3+IFdrEXCTe9xe3bYUltuOIHbpcEYjaab96Ncq+vK6hSUcBKkEggqQQoE2PcAAki4FyNrjedvKpe7lqBFxlT6hFYm5Wmp7UASGs3hHEaStOpIVqy5cakhJsnYG3we0/WaNi1yg7vuVYi0tamJqXWj8SRfUACykAaWsbG4PYagdU34Yy3jYckYXxvEpcph9SltK5dxKm16FLicqjlIVa5IAIuCCdQotW5plHTbn9SLvj3sULG7rAgU9h+rwkfcMR0Z9xp9TVzZp0KSh4JItdC7gEghS73Hzuj3l4ogT2KXWcWVRhjpSxzUJyYlu6xc5grMgC9zcFI87DaLS8HwPdblZi8N/g51KaRkkMPIFu2UlSVd7EaAnUA9qZdJd988/g2WuLwEplcB2Qvit6jw5wF2udLXt9RrsY1DGIf6IbMTa8bEMCLQYGI3cTsUvj5eSrkXJyeZRsAt5JycNWgs4rhqNhmSSLRajCxlVKow7AiQqQ+xl5iPFdMikTk3N3URwpC4q1eL4edJJNyvQnMSd9dZi8OBiP4GfKmauK7kS526wU2KVgDub6jUjttpLd/i6lwMLse9HaouLwvhSspdQ4hVrEkpyhXYWJSDpqPMW7adjRO3SMPtkys7t6NPd4sDgQZUpfHdjodLXxQq/EaWiyFEm4VfQ3uQSbGJW6XiPDlUptUlU6VkYQpLrqbZ1X11BAKtdTZIBIIyjQ7MGn/YPFtGfaap1b94rWp1Mp26FZ7aHMq+X8OtJ9B3FhTYuN4EBtp2n++2EZc8V2yJCUkjotmCTfUgpNtewOoIGVfmPJXaleIB1vflgijNRJ/RUfiojyGkIKZCUk6qSkpKjbuSARYKFxbYgpeH8L4ynt4jw49NWiUhHCkNO9TNwCLlas2oIvYkEaG402H97O57DmPKM47RqHNolUWni8utgo4ix2QrLnShd9QoJAUD4tb7StwFex5u5w4xRsUbuKwil5snvdaMqI67WSHg5Y5b/MM4sL3ve1jYslKnQbllFiCvby9zeLWKXvLicfAdRVwqdVo6HGPd76rBOR9NuGL5czRASTY2NgNv3EmMMR4cntuu43Rx2MiofOrDS5DS7FJ4yCUutEXAWApJOYEXBGzpRvzwRWYs7d9vG5WnLlNKaRzTrSoVQRlAKClYGmtgoFRGpKSAdsk4o3cNbucbuNYXqMr3IhPMMUt1oTI6Y6iSttDSro4XlZskkdgDZIvlW9Ruq3ecNGrUfaDxRRmm4sWItcKotKQpCEJfSlYB0yNqC3LgEgtk2PcCxsmsY1PFG8uLyEWJK51hXjayIW8jUDNfKgi+thkUSEg3IJJvShhzG7VJdi4nisIYlMKRxYRjuxUgkWQtSV5mgQUltwApFwLA22ud6dJi4Nnt81TkLrbDCH4vutaoshxKTbis5VFqQLd0jIRmsQQoDaYxF7hCbWcOUt+BVKfV5VRipzJ5COUzeBn7hpVlKIFr2JFrEnUDYqw5T940qjzsZbpsWUVcp/+se+aW5DRKSLJ4coIStjQgglxNs4IBR5QTvKrNUw4xijCWHmH5Tn3d2FKXmVxRmT8M2BbcPm2SNexN7FfYe3pYtpeKH6zVJa6WxVHeFKXnVHS3ZdsoeuQFdxmdChbQ2Haok4j4ptX3g4jpbGLcW4eYoNeiu5UVLDlZeaUpaSQoLSStlaSALgk3F+wtaDu036Uul1mpYI3yU9dewhVHcsxp2Ovj0t0myZLPDupoDvmFrdwu5ttnedvaxbgOqVKLXqTNrdO/tZCHTFfbRdRQFqRdlwBJBzEFJOqSkEAEmG95sDFuI4DXu9+kVFjO196UjOpCvDwXAQqwsUqSTocpSQRfYivImrqxg93c3i1h2g1b3pRK2lUqA/KaS/Dq0W3hU/HU24lxsFN1EOqAylJVcjaPV96rsDFHNNS6uxSH/6xxZSp7UdQtdPEJDiba2S6BY+PKRbau3nY8+xGCKbhyvYhhVGiVRS2pDE9g5c3DRkdC2yFsOC4KX2yFAgEqBB2BKPvXa4tNddafWtGeLIqnJZkzEC6UrTKaUoFaFXzBxJBBSAPMFyqyvk0eDWL6XVIrkqjY9RKheJp1p1xp1tXzIdBStCVDz4gRY6EpNgaiBVXcbz2/s49TqothalzGoEqM0+pQsFOcBSgHFaWPDBVci4udgpNLlYcoz+I8JYeoOJYSHVOrXA4SXYqzc2LQAU0o62IJB1um9ztYYc3kbqos+I7jfgSosrpRmkORXWVXtkOdWWw8j021soCw24tvkgbY4KVCoMX7/Al1enOf2qWmChWa91NrYfCkqF/Eggai4KDYikxDh+U6770da483hcWHNhx3oS3uwyKTqFX87lQGlybAiMzj7CUrG7GHIFRqK4UpCuFM5gJdbsALP2slwJ0CXOqw8RBBOwxvD9pFql4j/m0lYemzX86HeYaaC2nE3CQ7ZCg6051FRU2CCBe5uEkJXEkPKaTgufXpUTFEp2bFyLTmgVSZmaZdOl2XCeIyokXuslu+UJKSde9OoFUi1SXxag/CpdRQpp1php1CHmibJNk6R5AJIzAAKIuATYG6xJWsG48n02lxd4TEKqPpUtph9ZStxJ0DZc0AucwsoWPoSdZK93FegRfs47LYXFyJQ1wGpDC20aAAhslCwSLnJkNiOkak1MvCag7pP6LnV6jVxcqowsyH2nUBbEhGUFKFhNrLt2JuLkEWuAFHVt4FZpeN2KDvapMpGHqipTECfkcRyroFggPG3WbqykZFjKb3sCWJSKviPC/N0bgrRNipXHQ61KzsSGtfksFNLTc2ulYIsQQTl2qqpWKpVOG1iNqEjmsrEqBVGnEIkKAJ6HcoN7DMlQSoCwvkOyupXemIK2tnXiSYuFqNVIrjruJvelLldDqpCy06lJ78YBICxb5k27qJA1Igw/5r8G1T3NiiiN1GlsZcrrUdedu+oKH2sq20jub3ABJzKAN7fB+BKDVKDLdoOIacuVFWri02RUuBmQrVIQ8pJQTlIGa4CT31vtxa3UYjlcR2gxJsLgI4UiLUsjq46CnVC+Cq4BNjxAktkWOX5gpprLFwDAUl/RhNTGsG1lqrYcwlElMU96OrK0+1m6DdalsqTdPfvxEJB7lQJJC7wJhD2h8JY3Yr32hlTaDUV8Jp+E0iUwnuMuYZlZkgapcJNr6rAuGAnAsrC7UTEdZpz/AA2HeprhOfDSe/LvtXWhfzDIQb3ABJB2Ko+NN32DWn8Wu1aqPomoQ666xPjLTIT4TlKgguO6AKzFSxa5sRtsLGjA3Fa4GCK9zUDE8Ko1HF+ZipU3istIlWSEl0MK6CoApBuSDrcfLtZe7tzc93lazEp1OmsIzIa4TbS3NL3T+8lJvp2PayQ37b7t1+MpTcrC9RhIqj7qEpRXqM5y8hH6qFJVo4lQTZV7E9rnUWe7fHOCMR8OBvBxDuyxDyuWOpitpXFns2FynO6kKBFx0rIGoIOouXxk1lZEoWNMUbwftZgjd9iF+lv0ta3aDVGoS0tSMoOYWANwCLXAtbUA2uUNL3xe1BWXX4FLxDTpVRirUxKVAgBa3lAlJKwgBKlXveykm4PTYWG1JNK9m6K03XqXEpdOmwszrTtNrmbqGtjZZBHoTqDax2n4N3k7kcUUaXi2g1Clyn8ykSk/D5rip0ObwqXr2uL2tYet/HEgzIWHN2W+nEbrFex5iydhCKvrdVTpRWw5qkklC0FQB8w4okaWUb7PGm7od0FUnwJ+I97FXq8qEn4SnZ4ioUsEmxDYQ25oRdKwoWAuNBsaY2enY8wu/FwI1T26o+0rk01tDjUeQqxskOISq4Nu4Bt3I77YB3oYT9qTC1QlxcWRKpRYkpfCEikoL0JxPisiQgKCL2sCQlVx+Fx2K2ODiJaqh7RwxH9J6aIo1LrLUCVRq4uK/TulqfD4a1KQRZSCbHQ6XF7E9wSQRn/2hcJY8lYtpMCBUYq6c+/zDE2lxeTfcUL5oy8pKA8BZQUU3UAbGwJ2y3uaxFi3cO6xi2LW6pUMFYhXyFWlNKeYm0WZclKpCc2W1wSHSFNrHiykAHS27DEmMsWypdGxbVn5tXhfHiz4qG0JnI1IcQDdCjbXKq2uZObso5mpstQYXnMxymppBXfuzxzOGAN3+/LFGI5+HMW0SnLw9wkJW7PdLExy4V8RDrIUgLTfVRGVZJuBYHZO+0B7L2KMB1livQHaohhDqkwnVyglKc1rlDwWEJuLlQCgvS5SARtoug72940XFDdB/wCymIci1LafhuvQJikJ0VxIbl1oUD0nKSAbG1jcGmJt8NB5Byg7waJko9RaUh12R1w1aeFxywyEE6KNiCAQbjRjTh0TzHMX076jSN5oMf8AMVu4GqynaDUsL4yw9iJiaxHanw0TFolcN9LaQl1taVKKm3FIbGdtSgAognuAPY6xRhzfJKl0bFG8eLCgoipnw6XV6aUrc7hLjCyoJWUaXU2SQFJzZQQT+UOsbvsB4obrOEseMSqWwhaGqc++pfwlEHhJUbhC0qykWuhdk3CDe60xNgjBtU57lcQ4lmxV1SRPpEWUjKmHncWQ2wFJBCAheXKDYi3Y7GW2eiSxHXMscLHC9ZlS4EDDEVdOQ7wlSIs3O08tCgAtji5V8RIsMpPcmwJAJKN3O5zC++SVUmpVD/8AOO6pGbMqG/kB6TbQFJBJKSSbgjQ6ADpFQxRQaW3AoPHpyG1I4vFjp4SrWIKfxN7pVm9CVDUF2Cqu61PbqkXHtXolRYa4WeFKbWiU1f8ARrCswXoLC4IGoBGl6tqB6g7CWGBDbEOGKXuli+9KDUX6c/FVn5hcrKhtYHzOEhKLgAEqUAfUaWXsn2nJ9BqnKtYNyLrcpSZSmouRCpWl3sgOUFQBKrAJWLqvoVCDiKre+cRvu0HE9UQh/wCFzCHRwHFG9xY+vmkWSR29Nmfug9nhrFGF5bs+n0+VNW6iQnlVIaU4oLCwVRzdpSh3CkhJuQCD2MIGeBp6fv8A+4Sf6wDxdiKvQIr+LcB4yr2F1o+KqG7HKV0986JdQXUEORHLAJcsRdRCibAC/pmI5+9XDlNrNZwdTotbQ6mPKq9OShpp5aQkgPBslTJJUtSSBYGxGpO1rj6Lhel0tiVAeqNI5VXClQpEMyKc8lWVJbACguOpSVAZQXEggjINCQ/dFR6Dgisv17C9RXUafxfvVNdkLRMj+aQpKjZxKVXyqVfy0BJ2rnYcGNBOy2yP/fDjJ2Lu5osWezS61TqjKTSJlSqnFdRHf0yCRIjgvsKWtOVLhGRRyg3JCSlMYbs8ZVR2I1QcTsU7lUI+5SKonlXml5rFuYyQ0RYICUuNMotay1EgbMnDO8fAe9CfiWjOvLhMTXU4fqmaOMrmdUdLEt9mwPFbcfCg4hQuUghaSmxHd48hrDjv2IdqKKdvDpCktQlqS0/FmJWFFAUHEhdn0pQlTRC0lKiUkkAbX3qY2E/mnLcduo3g4t3qsYId940iVTkc1PlPpyOxeGtButBQQpasyALkEhROoBO2h96e4mlV9z+avEVRRCm1RLkzD1SWhTbSpTQzZUrBtnF7lsi5TmI7XAp7CGNnouNpeDcRREUtD9G/oaGpbikR1NOgvxGQ/d2OhvMkojk5Ep8AsDbQftW7q6xvf3S1bCNGL7NRCOcpMyG+tiVDntdTLiFoIUAdUm1jZRBuCRtYCJG7Fn7TAtTw9QcEVSfQd4FJm/aWkOpS+xMdQ+iVYiziFXAeBCblSylVr6A67dYG9jdLPiyK9AwzNwvUYSfvqNFIbXb5knNa5t1EkWsSbDZWw8X0bFFU96YyxDVKdithC4E1VSUp1iYtlzIpLzboOR9CgpKyDlOUeYyhf4ipU+sz2GsOcdiat1LXFp0ovxZjSgQQ2dS3bXpBTbqBSe+1t+2NFlaaP3Me0pg3Ac+tT6zhOlrisK+7qQ7wOHcDVheqElSjYpJSnU6kX2FsZbwsb75MT/aOl4ZxIjDz7rSl0uY62uAylOYJcQlBKm30m5KgooWhYsSUgiZhHddu+doLH2tocp+bCyKQ006ppCVA3A4ZIBSO4BBB73BGzJg12A1A910ak8lFR4OnP20OZIOv4Xv9bixRt1AXkyhcLCLdjvhn4Niv0vGUuVUaWwn7nxUrXIjp+ZtSjfOnNdQ7kXIPYKLWoW8PDnvliLKlvxVykKlU2pKdCkqSMvQtB6r3VYKBULAXA7bZyxHRJTrTbUWowloleBbS+Fw1aXuSQUWOmth6gagFVfRFdwbTGqo8iLUaJ8KUxIdyupu0LOBV+lJKQc1iFBWhsb7ZGq6r2bFx6JwYpbWl2MiHm9Teu1Qa83S5WDoT7leazoqkBOaPIQyvKZGZHRxEkgKUkpUNAQRYGVDpe7SVS4ErG72JGOajp4EqLkkRVJAPWAWlLCSdDbMEn0Gmya3f7w6zPqjeHKo77xomdLsXmEZ3WXwAMyXAM3hGUnzGpF7bPB1yLA4bXGWunLXxXY6FZkKXr1WtY9yRprpfUC2poWe/JAwIn9Mr5XH94L4gqmCOapruEsTvyviqad5+KIrragbArcGVBF7WN7gEeYsJyGp7U/3M6196W1njozDNIt8ic1kqVbskElXYAnTZX7yqRWXZ9S+zjP8AR0pasqZFlLy9h5WzAXse9hrcgnYMolQdaw5LoNeqy1yoTWZiQ0vpUkXIStJsM40CV2JIskmwA2OznT5aCfolFi7iTHfU8UYcgRX2na3F+BmXkzFK+nxDKRmCh5pIBBtcA22Xtb9pvd9RmnGqNLXVF5lNTWI7ozfLcKNiEHUeOwvYG177J2rJnu1lufxpT6686qK7zV1tOOqKfCsgDOST0kknuFg3BjObsJUWlz6pAoi38iVtVSFkK1s6pJNikKSpJIJva4A0F9W6CXTe8Wq6HWvJJhBWfbRwRArzlGaw9NfYWjK+1IdMeRHXoFAKCilfc2sAQQb3FrkWBsYYNnz+LPx5jyl0ioKUtPONRJ8WGojMMwShLimwPEQrPfUKUBbZfNezVFxRS3IsB2Eia+lU1MPEMUsLkNH+1iyDdLih13Zc6idUK6SNnHu99n3C8CgsVSvY8WhinJ4UqgoR0srATZGqS8SB3yEJUCQbgaAsB3jaY/p9HpdO2Bj+8pahhOBAxQxhxrD1IxRS15alCm4PfSiotsOah56nlSVLYcXmIejLdQoAkrUApCW1R8A4crMWpYjrNQlSmIWR12Q1fnWcgvZ5WUqKRYXbUFKHmRoT3hYswlQaM3RsGxKcxCYzLaQ1CKeGsm6lpSlRUhRN1EnMCfElXcLPEeMqM7KqVeoOLKoxiiKlErn3ZimnY6QACVoAA4RbukZEBKToSe21txm7WFKx0Q/adwRVKW41FrcVhEVpOSqKWMshNu4RmK0rQBmIcAVbqsRc7CG8Pfd7KuPIrdB3yRKdiRaGko5qLAEriJJItxGycqsyRdKikpKQoWIBGSMaYTlVSKxi1qXRK9FXmQtEqK26jN8yErbCVtqHV2XcWINxZJ5bvd2kDFs9iVKwHV6dSH+ldUhTwng30QoB++YEi4Nsp06gNCbuccy3ZH5jjiYRwtUMW8jgjHjGJ8D1FrKiBiWO+3XKSvTh8N1YC5UdJNgvMtxsFPdIJMmgbkZWCMRt48iy1oi0uQuPIgVFa1R3khYzgvtZVZTa6FgAEFJKSSQbKl4Wn0Fr7G1ne9SKvSFoVyceqU1tMhKr9IS+pZWHSO5BcCjqAAcoJMObw4GKMJVbBGHKgxKlMIWhfvFalMPJT05HSiziSM2XOPUXK7C3FtwlNm3iB+8XEO6WjVRis1TG9UrbCM01qiOymecZRex0CG1ONg3CVElZsdCRoIzf/RaceVSPPn7sqohEpORisoxBJaiKd0+CstPktKHch5CAk6lRFyFu5hGBvGn1qLVMGrhVvDspbEp9FUfyZkOKQoFZTawKOk5AnLY3HbadScFYNi0t/wBzU+qe90dbsVipFS5Ghu4lKV3WBrcpuoHXQHbgNqyuFWTsRUv2bnTPoMt3HG6muwpC0NTVRTiShzrkX4rSVKksq0KRw15CdQlQ6Aw4+G95Vd3cuO7v/cm8n3W1xVfZKqNzXktBOZJ5UhEzqSUkJDKiCQBe4JWNOxJgPCTXCgVBFUpc1XFkUmuIKnYr4SE8RlYJ7oSE9CgD8ySbjZi7ud6UWvcel0HD0WFS5Tqlc1HlPMLhyrAB+M4kkMOhPSchSFBRSQRYbCYBoO3ZWu9ost1e7H7RYjl1jEdPqlOqkXom0urMPMriujySh1IWg2UCDcKBIJJFr6ZboOCIsWI7F48WaxmySGl9aVH5CSClY10SRr1DTW5TUaxiOvUuI7Wai9V5TEfgNTX+G6+pruEmQEBSwDqMxNiSb6m/WhUGK6196pK0L/X0UlX5jT93l22F9IL+GnhtdqPqLiU9QKawe1WZ7crjLzr+dKClLmgIWBcgE9zYmxvYk7E8TdVS2pUT3pLzsP8AT8VJ6l97XPSL6WBuTa2tzs2KVhiBAityuCjwpWv+6r6en0t5bV9XqzUp3lYvyfxp6EfTXYteiSoRRKPlonN8tVrOF4reHMJYNqlRflZUIkcDMwlPYXPbS507AeRFjsQbssPYjpeEokreC1FhTcvxWmncym+9iNNLjTuR9RcbFs2DVJ/DaaqEpaPmSheX8wdSD5D/AC9IMjAlGa+9VSoPo6FZ0uyMyk+tjf8ADz09AdidtVht+BtEHaondzKlORYDPOzepWRppTqdT5oFxr9AT5gDvsLtzYGA577rWDYteolba5Wr05pYUlLBJs8hLysotm1SVk2SbDTZhOpgUuA5KdluIpzHzPoClZfqo/TzNzp2vtZN7vf5wd0FdxHS5fu5/kJD8VNUiuQ0qShC8jzEgE3aUAklwAgXsQRcED0b/tml0nR2NcLDwBMnUPDW77CTrFerLXvSosZeE0tDauGsdnENkABXotYvoSkDUAe3iy8W4txHEn0viRachCEtQ46F8LKFFVzrdSxcnMLWvcZe+3Zh7CTWGHHcZYexDgPHFLmtR8UUao8VceUpXSZsUOlTjZF0qW2TkKSpxFwCVG7WG4Hw3aNVmJzD6UrTy7oVmzDpOhIynulQNiRYdrbJ2Vuhjuv+pps8PX7RWrojsCsuVSV1rfdzoTqrhq7BANtLagJIBsOx7Dnj+jO8KhRZ8R6KuUtMynKlMKaanI1CxFfUAhSxY5mwrNbvqRdt4gw3RqXgiXjevVaLKRC6FNNNOPJbfAvyrzaSHULXbK2CCCSO/ko5vtRby2qW5hyg06l1TAeIUJW7Q69F5xNPmAniORyClTDoCvlunp1STmvbTpubMr0+l3u7lkBd6MWvUbFsSVKZXFztJ5WVkPktQzBXzAdiLm3mANSb7pqpQZVZflV7gLi1eOqLPj5elmUB0LTmN1IXc+hBFr3sNh/GUnC9Uagc1Vn6d8LI6iVnXHSrQgtkWKbk2KR5kED1oimqUZ1ufQclRpaEqTKXFVx2tfJZQbhBBJSogHQ6gggaS/bN8+M+JFcge9KlApdOpz7DEpbTTrrXiSk2BCgcxBtcEm9rXt2DHwpVcG4ogN4cxHgh/jvLTys+LIyKbf0Ab4iyMxIuU5ySCCATcgqGXS4EDh16jVZ5uFUVKVHRKSFo4uqixxBbI4EjpS4BmFiFkg2IaHvRlUaA5FddlRWJSEtLyZFtZTa6ClaSCDrbMDY2tbuRuhkodsst40SVRmolUlRJq1sZoErMj4rK0aoDidMiiCL6AHpAGouoqnG4Tv6/EzdeT5vO9rA/iP2bPSoVOViPDjcD34uVVMqUMIddKVvIB0a6ulehNk3t6AEAbJepNfCcda8CHVIdR4VN2NiCmwtY3BFhYgi2m1qzt8ZW3y5j09mD2gsObtGpdB3guzfs9UWuVXKYu6qCq5yqLepU3ewITci97EXAbdNwJVK9Fn7m6zUIqMNYldVUcEVmVH+5xatlUttxtwXSG3W1Ft1CQlQSFG1lAjElFi8WU/A8aH0Z09GZKVd/47ban9nP2kXcG1NjcjvG4M3ClU4XuuQ+sf0fLNsrVyCnhLIBSoi6HOxsQAWQj/EqW/Zw3tV6gt4Ir1O9w16nLVnYdQh9OQrN8ikKF8hAAUCUn19bWX7JW8uLFbdi06kTaihrK/wFuR1yLegWgp17kFY1189NkYpq1B/oXeDFzszYshMKVkRkWpRABbcTqCSkXBNwSnudRswYtSgfDdadQtCOtK0J6sp7G3p6gajyB7bEAhJ5WYw3N70MENP1TEe6evN05fifTA51hKbdypnMpuwBIUQQAADrYGoXhuqUHC8TEdLlrXSKi6lLTsJ8q5eUL6CxPkNbEkG9wAm59m2I7UqA3PiuofYX+qrMlSfT0P8Ax77ZM9rrdhhejUtzHlLwm2iU+6lqox4vwkzknRK3EeBbgUBZwgLAzC9ib22iUmOsJolYynsNRWZXv5bqWmnacw46+47a4Ko7YK1G1znbBSQVZ0jzL95+5vFrTXNVSiVSiVdbSpUqByBS1KQASqTFFkh2yRmW2kFabklINxtHpWKcR4IxRScRxcG1GgyoT6JUCZwm09jmHUk+G6fCRcD11O22sbe1pu+3vbr/AHC1ElU7Ek6Oh1DrsXi02LI0yuvvBJ4TZUCA7YFJFyQATtU7V8mk4mNcKY7oNZwk3S95dPYfqNPj8Cg40o1lupa1LcGoJSAXWcxHDWsBbRVoVAqSTjcTvZxvg3FDDWHHZULj/CfRkcyKT3IUFaAjuNfTTW+0Gr7ncRz8US4ru7iVFq77quKhhKlcZNrqICLIeSblQIuCkpIOoOzF3ROYjpc+fgPFFP4/Kx/uUp2zuZq5+EsqSFhxs9swuAE6kEE5mr1uo0+Pp13ZPIz6H5ieq025w4jYxnjV3FDvNVR7jvuIShWTxJUPK1z/AMzc7Zh3lvRef/QvryJ6egpTlN9Rca6gk2sDbS3k5alBdpfNuuy18debp0+vqP8AL/LZKY/rzv8A8K5Fr8fhX30Nuw10uO4799U7bHfyaaCDaksN2u5DG+8qBLjYXw9NelZOYhymnY6C2ofrIUsKUgnQlIuLj8BtOnbmN1WBN13I4xwzS6xV6i03zXvmGh1b0pKLm+YZkJQddCDZNtTbbDDXtIO4DagYIgS0UGo50LVPdU41y98oS70gkaXN9NO2lyGJ7RW9GVPwlRZVZ3pIqlUXFTk5eUFqeaNviJU2bJIuLqIBUNCSSbqafrJrfsWoQWOBgEgj+vxM5rS7kSFvRp7UqluT8EPU5dIQ6qLUosV0r5daUlKwCLqQkXJCVEkDuLanItahUv7ZORapLQ+tCk8JfVkeQflWNFIWBpmAsddLWO0SLWsUYcrz9ewbieVCmrdSl9rmCjiJGovrqPLXS6vrtPxZXaXXmm6z0IqK/wCtJyBLrbvmRlskpJv2ABtcWJIPoUHjG0+2Fe63d61ijGUR1qJnpD686USFNr4ikmxSEqSEuWOuUkEgG17HZtb38V4IwRRqthKs4ToPXFS7AXDaCUyo/T/ZmxbdSvMAUHvlAJN7ofAG8GVRpTlLdocWqQpqku8q6grYU+jVCsuliDY6EEEAjW1rCr0lqvYobn1nPFhdK48N2VzHDSdShKj3AJuBpYW07na0OmMTjh+ie+aXErM+o8Dgf93f+W2XsbALGoGuvnoDbY6wrhB349U4yJT8r9F1eHL6E6D8Bfse19q6p13BsWL7hlNcBhDXFaa4WZjP2CL6lHbuLEeovrywLjClxYEuLyj6GOYz5c+Xh/4DcEfuJtexvckE79pcuuVlr4XG/wAK0IKkpV9RoQR9bfTTayxFvClYSwk5FlZ+a/v9P7L6Aa/Xy7d9hjEONWorTlUdd+VKFLR08RXqfz17flstahjaLvGqnuuqS8kXwtLWsJ/M3uL9vp6nTaCZ2QslULDv841ZcrMXE8Jc3Mp12Pmyvp17hs2JT9QSLnbUmEcS4oo1GYpbUtHAQjrStHSnz09CPU3J+p7p7d/uowvQZ7FZi1B9/Pl6XVpUnL5lJFhpe1+/4bN6PT3Wv0XWjP4f26/s2CbGBxPNdVsdDgxtt0jDlZ4jXCR1/wBkvwq7agG30vbTZfYwwdAoMptprIhD/wCiQvpSpX6o9De1v9dj/fFTcOReUdwk8hb73UhprpT6dNhYH8CAb+eyLx5I3jYow45F5R+qRYvhRITmdbUP1Toq9+4uRby89sW3TpQ/hFhRsPED8c4cqkCU540ZOlaNU8P1uPQfUX8/PYEEb3DWYjuI4iKjCW6nwSMink+drWAVY30/z2ZuF94NenwG6DjdpFXhMdLUhaguRFRe1klRCigD5SSLdrG1yWpezz75o3v6g4hQth/4sdSEF1h6wvZSF2UhY1uk5SDmt5Xa096J7E09O2yVmMsKbh5WEvtlu5xO+xUWEp5imvygtWfzAz2UDb5QQCRYAX2VkOfxWuaae6P7lvD5dKtPyPb6HaDW8O8hVHIEqnRYr6Ffp2kFSHLaX0vrprpcdtpmJqc1QcOc/wA2xnWn+yyutKuPUXuO+ovY99tDIb7ZoodwlPidrFFe4cWBEYX8/X8LMk+SkqOhGnYkG2mh2uty26yvVTFqOfpz7DEX4rq02Un6W8jr5emwOzPr0qBzVGdRKYQtWeOt3qb07psQQO2gI07+m2jNxrrVLwa5Pn/AlLQt3rUVZrDSyh9f3+vlzyw+6FlcxU7Rqyxhx1lEpHS7IW0vKrL2yFJ0PmdD+exVhJ6s805QaDiGnI46OKw1K/RZ/wBVaFA5L6gkAi9uxGyhpdX5qfUq9VPjvSlqdQrxJUodhY/Qj087bL9ut7xq9jxuVS/ur8J34XCX1N+ZuSdE69r+evewFhTC7N/uNvF29jG+F8by8Gz6IinPxcnNRXUFCm0q8LjS7lDjZsSkgjsQQCCBY1P2h3aDRuVi/wBIvo6mmlpOdlPckAEL1+hIFgbbVu8LGVUr1LiO48lwVyoqMsebwipKVduGFBN1EmxCSSL9rAnZIVSn0GvT/utWm0uchaurijMpXkQAT+VlAW0sO55AkjtoJpfAe+H+eSluUHEeJkU5ef4Ud93OlxAF+lSrKT+3ztfvtbYfqMXcji1hqqNIqOEKvmQtTtnfd7t7DU2IbVc972tqbG4zhQd0mMpTv9Kbx6RFz5VpdqVLcaUrS9lKQop8PckEkEaHUBi1zDVBapbFLrO9Kl0utymsvJSqpkhVJRNkmM47dsqJGgKmzcgZQLE0bTozSjuiHBE05MxnuboLrFUi4holIz5XUSIruRDiSL6FBAFxrcWJta+31H9ojBEB3iu4sp1XhLQlK59NqTa1srUQkB5ly3SbgXNiSoCxO3nnjTdf7+iuT2pcql1GkLU1NYdY47Dml9ChWVKwO2gChc3ItsuqbhV2jVSJKgYsw8t5lafu8ha468hI0yrTcpJ7gEbGGmRZVgr+hPT3e7iWBVMG8Ks4eomJcNSsvLyHWnGHWV3FnG13Vw1i+ic6e+gOoABuu3d0GvReVr1Oz/I1IS6WpDKdLWcRa6SbmxBSSdQe23LcZvO3fYX3fOUGfElP0t9CkyGmJnONMqsCVoFyrh2+W1h5Ek2Ixin2lKDu+afi0HBFRr0VEjJHmxXcqkq8kuapLZ7CykjX8htKVleDK0J2icxi17cr7m4/NNIrdIWpS3fgIdfSkAdTkcgcQ+rjBC//AAza4CZe7GjQID/K1xt+g1dpKcjTqZDSU9jbMc2TsD3INwSLbcMPb+97W8GVEdi7uH6CwjL8eovhhLiNdB2KvQEJA1GuhAL5Mzd9xZFUxRVmKXNfWlUhphbfClPjUlaFXzr00WgJcIAAUACNoPj9sObUmR5+5WVAqj+HIrS3/FwmpDWXiJtcLZV5qsRex9L2uNj/AAV7N9ZqmHHGqzRGGOtOSRMaKVZTfVJF1psLXsACex9SjH+/OluymMOYN/pHgO5nYSk5H8t8pVGK75yNSE2zgdr9tvul4ixv+igYmXKp0prO0paC0+yvX4b2VRIWAfMII1BSk3vXLucQD+XIlG1Ma3DwH6XXt49LqlLm/wBapE1A8Otjwyor0sQFaC/mDYbaE9lyt4cr0BxqjPRX4q/itLhvlSo+Ym4cbNlFIJ0UBe17g6k5vqeId4OHJ/Fa+9Rf9q6xlSlXa2dxJR66FRBN9QDtM3f79apgPG7dUdwxhfmv7fJCXFdeQdblTKgnN26spHnY3ue7bpzE7a1YczduMa/AwvQX3eExKyJzuscUJ4iLjw99b21tbvqNkXXMU/bKVEgUtrhxZrWR+HPaGZSTl6VEEpVbyUCSBaxGu1mr2hN0uN3eaxbhh+kLX1tTcyVpbUdO4yqUD2uACRa/0/k7s8JT58TFGHHkSqXxVLjyoEpfAzG98oBGXS+gAGv0vtbuAxBi1Q8YbYNwzQaDF5Cl09iKjhdOVIT06adP+f077C2MsF16Vx3aNW5SEeLl5EdMqKpJAHYgKBHl1+fbY6oVBgSnXOalzUPoQlafilKVfW3r3sb2OuxRAbwlFiv/ANIymJrGZC48iykOWBJyqsCFWvoSR6XJGzS+Szq77F+Zlus7pd4PFYn0GoVGnSs+dPu6a8wiQkDqSUBYCgdDoQRYeV9iepxMb483cz8OO4xlYaxDFzKadlRecjvIRZRCkgpcSolJSCFqtfwm2ztRUYrsVx2jPceCtXxY+cIdbX6FCgAfOytNlzjrHTtBlMQHd2VeqKH3fhTIVlR//kiwcrR9CsgEiwJ86muSmptU5zMx7190TVZn0nFE+XSFvyovKyFx5+TiKBC2TlcAuQFOJOpPhBAtYdcJbssOSmlxa9W38NTYq1Kiz1RwuPKRfRtSkLKQdbA3QonyPbZr+0lguLXt2iJU/dxV63S1uodQ7Adb95Ut+2USEkqClpAUpJTZSVAm5QBtlqk7pK9FwQ3iOVErcWKwlXF6S18JIJU4EKUFFBFipN1FJJuSNqqk2tPeLRnEddY3FT6pxJ+Dcb4am1eK10tOoMNTiO+VR1ST2GbpA1NtlJU4eLWuPRt5eE2IU1h3NFmw3SnjJAudQQNLkG1iLA2sQTaYB3ORcUVRhprePXsPMPoShUiLMC2mVHstKXQboN7qQVJF7AKTqC7a97Ju8rC+HOLU96WF8VwUfFiuzc1NcUkXyhlSlOt5ybmxeSPQE3G04ENmYoq+EK970prTUvOiatGTNZWVSjbqAtmF+/Y2/bt62+zh7LMrBuA6bAqEtjI40l3I0px1CVHW6eKVFF73sDb0Pa2Bsaeznvur0+JiPAeHotRhRXU55VLrLK1Mug+YSriNrGgIKRpexNiDtTcZ7Rm+ndzu091b1tyOIaiKDFTlrNJU0+qQhIP6ZpS03cNgCpsm5JJSLHZHUoW9SrJNLo3I4N4X3qJx3PmV4c31NtSfrtK/mu3aUv4ruHoXQnqU7ZXT9b+W2BcV/wApzvKxs6iBuv3esYeYfd4HNVl0OPt9eXVlNk3HcpKrixHcGzM3XjHm9Vrn96GMpVU4+XPTlLRy7avVGQJIP906+Sr6WzeyztiVyccmNLH3tB7gt2k/kGuVXUerhIhISrKsfITcJST+P47Acn2hftvQZzuKMMTaJCyLTzUB1t91trUcRSeoFNrElBJHmnYwVufo1G4kqA9TkRV9HIVG3KuK18K1JzMOFRFtSgmwygm+wjJpeF2oD7VUiSsDPrd5dDvwlNJdJ7WOZtSSQdCDcG4te2zdGl28mWrtzM01vCVGadfqkWoe8aRxV8dTrR5hKBrdwWJsSB8ROdIIBKUEbXIwRu+r1LiQKDixikVhj71S3X1lLDibC6UuNqtc6WUADewIBuCy8UYPo2F4vvSjOvsVRas6ENI4tNqiTb4aQo5Uk9gkEHSwNjbYHl4RwHiPjyvs9UaXUcnxXYtnWlKHSePGN03Fhd0pSsiwCidS3t2xoKvuLzF9ddpdLltT2XItUYWlTq4+XKp0XIOvQpwgKBAIKu/rtf7wq7/OXuHpuKKDERKr1BSrLwkfFb7Zxl1ULAJUU6+Aga2O399meQdcdlZ5sJbGR1qOsPtONEkpLau4sb3QoEXOhFhsR7ksP7vnao5RmsZPwUVFXC5KVDKOJY3BDzaiAsAqSOgE3IBUbE1F6KdnzIJXdE5gpiVXoDfP/wBELmoSnirUOFxRYgofBKf9xy69DbKTtIxHu9xHF47VZxlCqLD6P0WXK+rrGXKrNdSgQDYk3Hla22pqh7Ju8uA65KgNMVenSl5nZFJmIStxPYOrjupQkuEDqAuSSTr22FMUbjMJSuPRsR8dio8LMpPFMWUlP61lArQR2JCii9gdAQDYkh1aInA0yK7xKDVOaizYsfhNSmmkKzMWGbM2pPUoG5KSLEdgDc7dXsA0ZqqRKzFrdLqjGbP8JgISlJ1BIuHBcjRKgct7C41264zwLVMLyqLPo1bmzZsL4rC5vwH5SUoOX4jQCHE6WzIAI1GpA2tY7TuLXX6zAoj7E1jM1KaS+3nbdJOd1C0EcRtdvMAg3JBvcQOJDT6xtR2qzRnGor0KtsMNcf3St0pfTqLpRe6TdPhGgJ0I8xSMYgrOI5UCfuviPrirzJm02t00Z46tAUlZISUAXISVEDyVaw2Oo+67mp9NrMrGS8NVF/OiK7Ii5GnFAABpRAIdSRqO1u9rAnaoxlimVg11uLWYnJcdamnZUJCHWIroAsR3zIUrukXIuSU9yLGcsbuBty+A4vAx5KaqOGq3kySosOU4/FcRfUISVFWQdwjMq3la1tmfN3eYXlOsSvs9S8Q06V1JdasrMs6XsrQKvYEAi5OoB2yzAkT6XA+2UXwI4SpSEqWtpnMelwBKwnhHTqQolJPhAudmrhze1i34DvNsOUublRKQhoupj3HS8lRyqt5EEBYJNgQLbRmcRGDiTDMWgym8W7ucPe66jF+FMhNR0J4iNDZ9g2Dg9FaqRYkEAkFdfzf8/jeBiivRItOi1dSWlx12S0l8hWQpUOpklYAIBIufW42iY5Rv44rbuDd5vNRepTSVNNrfTcdOqiOkAkWAGmUFQIN1riBve1A4f84zNXq+daXWJVNaKeIq5PBeYyEhQ6criSpRN7osCdrbuJUI0M8TYNo1G3oT3YstcWvUtbTU2E+htalR1DM24DYENm6sqiFhRSRfQjY8h7x8R4S4GI6pg1ir0jLl4+RaEZgeoB1o2aUPNJQUdj8PQH6rsGl48awnvQwuyiqIRF5CY066GpsFQb4paebsV2SrOCGwopuDlIBIu6njevYRoLGMsOS2Mi1oalRXVpUxIVfSzyUlKlAA2zgLAJIQRmGwC0ZSvjyhJur3p4c3j16XyuDqXBffjpTKhz1rXISq50zKSEqbNiUraK7k9gNTA3hUfeDQZ77UWWwvCk3N8J2OZiqfmWO3ZSm02BKdVJBBF7XFm7ialtQIFU90wmKDW052pEPKqKy+SQoKCbcFXmVAIF0klN7kWOHMdUbCUr3NXsTwqjFfzOxVKdCJreYfI5e0hJ1JGqrG9iO9cQXcG7biKbdhhOqUvFDjWKGaWtiU6vPKgKcW1KYOqHAhBAXZN+oIBBJKkix2dcxlqjcP7JPRaiiE6lrI1MyOs9rNK16Tl1ABANtO1tg+oz4s/wB7OwMMRZUVjNwp8NHKutuixAW3YJBJ81BAJ+a5Gw1Raw7Xp78r3TNRiWKhTS2uAp/jIbJTc5SFrbOU9yUpuCDax2GihW4liAp4hTV65vuqc/3Xu6aYmtraUtcOpRynMrS7alpKbAakKCFKGgIOh2Uu9HcdiPfn8XEeHsUbua1Cy5eEqPIhTl2UFJUUEOBWmi0AixAINjtoXBcHFErgO1mo0SlsLyq4WTmkq1vbiDItoj0soX7HS5t8UVfBDVUcwlXsTsTcSriqlR6c7KCJ7zA04jbKrF5AzDWytO50JDw9QRPlMDYa9jCl4y5+BWcQv05DH9dd4BzMrOqVuIUtKkEjzF0KFj37XK/ZQlRZTmHMeVCiYo5VCE06ucWTTaiqOL8NDjyV5ZBRewJBIHdSrkBoYp3m4ogVl+BKobEWLCaVy8iPKLUhMVaim7iCLNIOuVSSu58joCsqtjD2gsGutz93OLKjXsPPuqd5eUwy+6yojOkFxN0rTra5NxZJ7EWmVi7xl7DM+fWeFQcTUt9a0KdaTPYbfU4gk5Wg82EX17KKb2/M7L+o+zPvBwu641S5bFOqPF4CFIkOMKeX3DdyAh0kA2FwSQBr3Djp/tz4ooOLWIu8bdbQX+GtTXvJiPysrMLd0ZbEDW5BsTra2uzlZ3x7vt41L96SsPTYTFU+E+xxWeFISk5QeE9dlSgoWChkWCkgLCrA806ZXwBvt357lmvcNUpMqvQvnjrStS2Vp10CgSlQIJsBc66Dy0Vu+9s/Bu8t37G16iTaDXqi0trgSI60JkKAtmbvdJUPMA3t2ubA1dWx97PFUdbwu7jyFzXFTFWmqJ4EqG7cBsEuEuJurQpJOpuCDptZUrdlPpdebd+yfHz/AB2pEd3pcVbR1rIkhV9LkEX7Ek3sK21kWJ6zV9lMAQtwRhiqcWpO15qKtiUvhNfACc1rWCrgEkgi5I8gNfPpiPCdGozrFZixF0uownVLS+wgJQ4k9SgpIIBvr5XOnoNpk3edS4rrEB2Iwh/JwpClOn7uoDTMEKNgfJRFrm173Gyd3x7x2pUCXS8URJuSEr701Rs6n20FFuMlKEkrasQCoDMk3JAAO2UQH+z3PIVVam+3dz7jGWl3Ec9+VS+VmoiqYddUjqdgvlHgUfGlJsCAsWB7KOo2/n8ZcJ2XRp8RD8pbS/gOuhCpCbHMEE2GbsCCQO4J8jmLchjiqYSx570ivVeqU55rlVTJjWV2RDJP3Z5YslQRmKkXF0nMAddti0pndpvLozkWvRKdUX2Mq/vDAUpSbWFyAOoWsFCxNgb3120kzjbPTDRpbzYTEDQsdbh4spx3gwqXNYkKYmJ5fhKS6CbpWi1kODW4HfvY7ELntLboKzWWMEYciU6qVRaMiUvoKeodWVJIsVgdgQL9gL7Lvft7Mm7jDmLYGKME72KpRGKo61DnwqokzxFKrJQ4l5xSVONA2BQ4suAK0WAAksynewru04USfvBxDUK9KZQh1qRFlKhrb7FJaU3bpsbi9z6EW2qawvuM16UJwuf7wGxEuvbxmp7vNoi0unu8KQim01b/AA1CxsVoScpFwCkgCxTZQJsRCj4FpdZabdwHiFGImH1ZVO0uKVqbV3PzAKsMva5F0nW9hrLd8xg3dLjJzDlLl1SUxW09bUr4qnFAWCw8kApcAAAKgcwBF77F+N8R0vDn9M0anrlLfQpGdUdtClK7BClG3c6gqJuRYG5sZCJCY28TP9H3RYodwk27KiUibFYzMLmKQpLqUgWSlzhhJAzXBUL2PmCADKobu+lqje65VJ53gdECqUt0IfcaKAQ2FOp4Ey9jlJW25YC5NiorHFHtGyqXiiutT6TUULqjvAdUl9bC3FgAAuI0yuC2UaEEfqk2DA3Be0Tuqw5gitbtMR0nENEfqPFdjzXZ4mIeWu+qkuLKM2axGYA5iLKBsdrq22OVmWGEN1e9/HnvmLjLleBNjqan1FpoIRMTplefY4i+A6C2EqCgtlYyqSsG42MFez1FpcWiz6y6ulzWPuE2pQ2sq20kAB3KSMzY75SVgg6X0OySq+/jDjTVGr1LxZiinVF9Koq3Y7RXHnKSAQq7agG3QUrKkgoKwokoOW+xruv3xT6pAfoPvCvTaXXmFLRFlRwtGn/eIhsFIVaxCAbEWISe+0E7vcHqEPDiHODdyE/dzjKfiOvYhhVeLwltLlU1htbD0NQJC32D8VlXUdUrUknS4JI2Xm/jEzsDGTFUi/8AaGkMZUwJXwn10vRIMWShag4GiCMrgBIKlBSBlC1B+8mrYor2HH8WwHauil0SU7DrM2nVFxpUV1Cx8RQNllvKsJUlaipNkgpCb2DqdU3a9S+Qi1uqVGoxVq4UqawUrUkgHguOWyki44aiVA2ORdrp27EI7ixds1XhaZArNLgY8pcRC0Ly54/ifivp7oBFzmHkpJ1A7HZ+YO9oCfFirbkn38whKsrqHRx2VdgHBftmsDfUa9zptj32epUXCTsuVjeoIirmpSn3bUmvutQQnMoIQ8LBTotopN1A3Scmqtk/vgwjjwb82MUbvsWVGkMcBHCkRZjiXGX+IouB1JtnSTlAuFBSSElRIBK6WMH2CeYu0T6SwuHwP3jfx3BgSt6uKMR4owyh+l41lKmvtLs61FlWAUkKF0i6UtquAkkqVcXudg7D1HoNBxHytLiLY4HUtMhB87agn5bEWJuT2JNxsysBYAr1UaYxlvQdWurvsJiz005/PFmWWcklIKUlLvbpIBBAIUOw+nsBypU+W00yjlWFq4S12QrIfroAfWwt5HY9wzXNGnX0umMjMoapVKpPlc1wm0ZPC6j9UWsDe+n8a7fyqs018XwPr/2SMycw/afO9yLDzIGu1jiiBKwvRuK7SZWTwc0tHRr2CiAQm/lfv5egA4OJeansNNcBD61fpVrCUp7lNyfCD2vY6ntodsd1yMQyWK8Lahjqg+5uK1LYRUWc2SOpARxk3OiQSAl0dgM2RQ0sDa8zC2E2t7+6V+vOy4rFXpc12O0h1RShtGdGRp1QBIaJWLE3CSLgWvcaw5Q3XeI7S8GyuahKS1IlO2dS2ooSrpcCdQEqCiEgCygb6jZ7bkKPKxRFxLu5rMtiLKq8BXISmkhLralILZy31ICihWVVwQDobXOD1DSvRjUAH2M/0lLFdxx6iX3cGs0v3k1KZXFlQpCkIYmo8KhnCghSdbW1sSQbAhQPdpQ8euutNu1SnZEP9KH2FcVrN6K7KQfxA/PW0WgwXcW0Fv3pSeBitGRNUaaXl5hQzJJyaXNja6AlXRqk30+pWGOQ+68ZC2H0KyKSvPlufI6K07agfie59LpbTSnhCaeviW6GqDvGqjFG93PoqORXQ0nJzCU+aMpsFjTpABtrlNiNlfizBMWLXn8ORafKffR4uLdClIJIICkpUlfpmAIuPXYzFGnxeHWYuRa2MuZWYpW26nsQfFe9rEXN/pt/YTr0CfjeXPxa9x1vpUlPHXnU4pJClEX7jMrU6G9ibHYj3nUMEMvb48SgwxF3fUugz4rUT3oxFWrmos+a4+xobrSpIvZP0KCEkC9trqjbycUT+H/N9h6kIWw0iOt2K6H18C5CE3QBnSkk2CgbAqHYgbfG9iPgPC9Ll17DmE32KpVEf1yA6U8RQGpI1SSfCpJBuO4Jsds0x5G8HDkpvFFLxN99RmUjK6U/ThnW1gRYpULGw1N7bGutsUBa5i9Q1jJ4VnmbQp+DGqNhf7R4yxYxNXxVyFxWrIQ2vUDhpKQeJqbg+tx5HYOnYrwu00587C0ZESEW+GrsQVpuNPO4A8r7LXCO9h3G8rhT6e/77/7xCUtampiANeAkEm/0bIVfMcuUE7HqqdQcW8NrDmHke9EZVOtQ5BRIV6nhrsV30v5j1I02JV5DdPOWPa77s8yhwTgiBVJ8ue1VpXQ6p1pUWQvpzDXM3chSe+h/IjyCt83s1uyp/wBqIuIZWGqutSUUuuUuQ69CU6EXLEhjMFsqVrcgk6i4WgEbMSZRYrsVxqqUSvQqgwheSfD6XW1W7lJIS4PVOhA7KFtqmkY6xHFdcar2SqRUI5dT8yOeA8gHpzLSNFX7FRJHle2hidsdXqOpXALRb4V3OYyi4D5WqfZteeVxZHu7MEKWTfOppICmlG+VSm8zagTqNRt94mxhKnuubvqXiFdBWxHzOx+Qc5jMW8vFZKFAuMpGXwhSPJShYpDjqqorvDdpdDfi1HpXyq3W1JkJPYsPBRbcWQSAQsEm6SR22LsO4Bqm8aA21i3BzC2EOpdYlOtZVJUD/aR3BxWHAQepJKdAQoXGxEr7s26Osuq+azLu63DeI6DVHPenu7ENE8fvSkKPFiqvcCRFcvxGgTcg5st7jLYKD23Hbk6M7vLiYtwHh56UiK+v3zAhzUoYlNOApcWnirSpKirqygm6gQQbk7HLHswxaDXvtQ1TpTEpCcqpUCetPERe/WAs5te5IufMm+1zTIk/dzKcrOEqdCfqOXrUr7vzibpJakFsZHEkA2UUFaCQUKAukk7BWOJ1Wqz9oO+0p7OdLizola3X1GDQcQoQteeqLVFjvRybLYlLQDlAB0WQdLXuLWRuLvYvxG1w6p9t8G0teTi5Hay46nijUZFltBbAIuDZQFgb9htpyJT90u+SfEqlZreMqRUadKzLjzKo4tdNd0HBUUqzKaI7KBULdRJScxsq37NPso4cg/zjVmIuo8ORn5qBIbzKVfNlswErcAKSSkFRAzEiwVZd0sZsZ4mgjoy/mYOg+zhVP6/XneazupQua194Q4n9cOJUUFR8jfX1udtKbodyuCMOUF/lWua53qdddYyKzA/MD2sABbzt599m3jTFfs84XwbIawwzUaWuqZslJaiyUJSlVip5CcqkNtg6qUk5AbggG42RmCd8DsqU/Aw5UGK8wwlKltLfSlamCOh9hRJS42qxAIuDbQjZW259MRkEj8iZPVBY1fiOI2YuFWqDKb4URCEfrIvl/Yb2/C+nbtteSnYFGio4ryGELVladUnoSr0V6f8AHQbBVM3nz+L7mlYeWh/hJdaadWUqyjTpUNBbyBB/E3sB7FuK59Uaciz+aisIX1NOoy/XIbpF79xcjTUdxsGzqoRMoJ5Ow9oeoxXMQO1njwIARx2EePihKFdja57XHbyvoSNg1eO3YEXlXaSjjoWrJId6Ft97oX+sATp30sQbXBGWH3eF9wdfyP5UrWlXr/nY6evrpc7IfeLiLGUqqMUbDlQW/CQ6rmorSXFylKSbksZepQ8SSlKVKvayewK1HUNRrHwBD6Ki7WnCTRb2NMWyuJAi8DoRxckXJnSmxvdJNza9yQP9dgPeJvhwlgOl+/qpiGbV5X9lFad8SuwCUaA62GZRsCL373UzG8d2VF5/AdWR73pbquBNfzpdbfTcKaWgm6je4BNj5FIHYUxBEi70JTmN8GxGKdih9OTEuF+LlanKAsuTAzHMlYN1OMKAIN1JB1z6XmPuM26ujighrDmH2EvaRn71ay3F9yVFCKWpKn4rDqFLVFVdC8yFBbD41PSpAUPMgHMN74+3rbo6V7Nc+jUyosU9TNB5OBS1OrQ+pam8qEo1K1IOt1AkWuCe+3k7g6oysEYjgVmLLQhcWUjPxejiNG4N1XBQU3IJJBSLg2FwddjEuF69umpu76vYeQuoYeQw1RKywjLIchq6lRpI0V0BSeG4CT0pBABWVvVumMTYrVFwqxAY798433Xt1mVUK3NXh5hqkPpmrEppyOkqyLjyQQ4kpUolTT4Jsq7S1BOTYK3bYiawlhefArOCMSvxZXTFq0VK8jKlm6g4hYCOH82YAEk3BJuNmlExC7hfC9dwbPpLCIuJVvoRISwhMqPKUUpU4ghSM1yAFIzAK0zJKzch2EN5le3cxfs5iPJiGiQnVJanw3y1IT1foJCHEhSXAMpLbiUkg9JWOorakPjwGYS92TlRkxzbuqjjzFuDXGt3OHpWJauuA6iVAytrXIYASjiBSyFhwBSL2KswTrqARmnePhrHmDd4zlB3l4Nq+FH6vlmxYs+GWMrqBb4ZtkeT2SpSSrU6kHUtOLv4GDcZQcZbqmX4S4q+OlqQgdK0kHIrW2U2tcE6G+nbbVG+X2kdxntR+z77gx5LcwviRhbE+A61FMgR5jepW2AoLUixKXGbpWUKUEkqAG06aoBMn3F0DDyxj/1POrGCnYsrhOuoyPtJRkyfT93a+1HRBKiz+LAlyqc/wlZZUV3ItOo0I1CkkX0I72OxDi2LFddbdlM5+A6pPNMOn4a+wCkkWyKAukkJJF+x02hutcrA5qL8f+5pmy6ag63+o8vTvY26GzLOLXqy1AflV6kwq3TpX3ebwvgLUnxDPlI6wbqSsAkG5BvoelDmYXlfdYtbfYX4Go9UYRmyqPg4gGVSfIEi4+vcUIplUa4bvBWhDyM6GnUlPEQdTYg+Wh0v+AttBqtId5piVAaX8NSc+TqT9Qbi31GuovptBMviOugUKlxaX8LO+vPwloU1+hXewSpP9mQBcWJSQbgnWwVjwtT5T7sCno5rKlqV0dak5CErXYnMR5KF7nv20ZNGw3Ar1BptUoOIZVLqLDGSQ0vrjyLJSEtkjtcBQAINjcAi5UafeGlqlwKbiiBT0LQtao8jM6th+K/2TZxJ6UKANrgi+lzcWr4yTFZgukQJTrnCeWioxVIWtP8AtGie6ddfIH0PfY8qm7SBiiU3yHjW0lpSPlSsfQ9vLUW/DudgSoOUafVG6972nUio+P7xHSpCu/8AaMkA3GhuCT31Fhsb4R32z8B8Rqs4TXW6cvKhqbAdHUnt1BV8qgNQMwB0GmxlgftmhNzWJazVKNO3N48eWit+7U+6Z6llSZ3DQMhVmBJcQcoVe5ULG5GY7dcL+0BKgcpAr1RlMLYSlpebxJUNLKBGtrZTfX92wLh32k90FZlRGnWqvCfQ6l1rnYGbhrvc2KCbKGuoJuCbE67U2+bDEXDm8aRwqtnp1eyVSArL0t8UkLA8inOkq9RmtYaA8waGR5rrAHtEUtqfxebbfiv5eKlPhc+qQTcL9LAg2sfIg49o2FXsebkZ9e3fMsVvPFU7HQj+0SO4I730IIGoN9DY7YMoMDlfhNRF80h1rKlKSjMk3yrSTYKB87WKe9rAnbRW5PeRiijVn+b6e17ubraeEhE2UqOjmCLIWnOCnqJAOYi5IsomwVwLfMJs3TLW7nHX2orz9B3q4h90UteZppTqlcJlRPTny3KU6arAIBGotrsxt2lN3q4NxlU/5h8TxX69QVcw1HW6h+POiqKSpIKSEutLTopJuknUBCwFbTN+Psxz8Gz52KMWxG4rEpakZ1pKmG1m6uG8pu6mwdbFSCk3BuNTtleo1OVFrLdUwRVn4sqLl+LFWUPx1C9gFDy8gb2PY312q43riQ/ivM9eKFvNxvXt2k/EcDAdBwjjWnMLdfw/Xn1R4UpAAs8hYBU21m8xdOpvlPURDCeJJ+PMGt48r1JRCq85CVuoW6l3g/8AhocQBdsa2FvPue5zTu3hb1d7WDcPYcxHjdeIaWuQtcqHz6uOm9itC73WEhV9DmQfI62G06hg+jUHBESBAa4CGGk9CPD5f6f6bDp0taeUzHtJPEQmP3vfMXi0uXkmo8CM+XqA0Gun7dsp173zPqj7s9p+EhnNxVou6hnL5qtchN7XUdALnt2e+Pltc++014EK/g9tAPI+ZvoACdk7TsfysEYybqn2YYrbEVX3qK6hzK9Hv19SepogapcBFiBrYkEXa3niM1WFhiA86n0HFFZgUveXiGrxYsLMiFIjxeYRkUOwVlKii4uBchJ7AAnZxYT9njdLVMOPysEb3kMYhYzOwEynW0MPK0IacQsAC4FswISL6jQjYJ31YGwu1KgbxsEYmqMrBWIpTqoTrUcrfpchRzqhykN2F06htwaKQP1gc1JS8FYcddbdr1R51HizQn1oWpP1SQFfkQO5JFtrV6ZVbLSx025t0roVC96Yyciz8J+6K9TpCmJ8CP0p4oHZLK7pyqTrYEpKVJKSQQSUxtyDWI3XKpFyIQh34sXlylabXuAbnW48NrC4A8hsZbpqrS4uKGKNRsBIm0tCEtOvyL5ktAZRmvcLA8iq5Glh5HUlf+xEWlt+CnLypTxVKyqTfyJ0/YdPPZ3t7hlYb7ZhPFGJYFBnv0al4eRFXFRwlPyI+VSlfUaG9/Ua/hY7DMdmVFal4jqjq5SMmbhL+tyLDyvcDTZzb391OLftQ3iPC9P96Uib1Pux30LzKukAKSTmuQdAB5fXYbreG+agOUuezNpa2GkqzKyZFK6fEkgGwHzA6HuDramxpdIFbt2IuI6821WWeaYlL60SEepFwCDpbW1j2FvPYwx7gml4Id4tGZyRX/Ej9VdtCPx8x287egnHE+jNMO0HJzUJ3MlWUeR1vfVSP7psdbj02Ip+Mcbz6W5jeLEp0qFFdSmVAfurKnS7jJ8SfqR2FyQq1trlPGV+Ypq09VK9KYiuxH0dH+65bS6RpcdybdtLnYbThhqLK+K8tj5vB+4+h20FhqFRsR0GXPayIzq5hcPTI2r1bUNDbzAAUALkAbB9ZofNVRuA07n+dDvizXGmvf6fiNpCSrp8xbGrVSB91i1aUhvxpyurT/kdPyHntoncxvdi1ngYXxa8v3jlS01NWgp41zpmIuM2lwoAA6k27FGV3Dcpqe5xWeBwOnq+by7g2/AgnZj7taI01S23XYi0SmFq4S/1k6n6ka28rWJ2ntK/BmPrlV18/wC0L93NSlUusxHazLqiKCw+hcx2Oha0toOt8twknTU3BtcDU7b5/miwbjfBHvnd9iaLUUSmPGwsdVxey0nqSoehtr38tnBhjdRhKg0b3XApMVtjhZcvCSpOW1rWIsR9Dt/YY3NYXwlKflUbD0Wncd3Pmh9CfM6jy7nQaDy2ybED+5RDumCsaeyrjLiuNYciP8deb9PbIlWupvqPyJHmNlHiTD2/3cPK4rtWQiF0qmtR5BS1l8gUr6VEE+IdibjzO3qXvAqjVBoz8rhZ8iVfL9NvNLfVQ96u9rGXP0vDFblUuK6pKGkNZUJV+uUrIvr2A0F7nvtRdPgcQSWbXgt9r4GI/i8FC5q0JztIayZu/YeR8rjv9ddlvi1GKK8641AwxKlRcyuOtbQQvy6CRrca2Uf2202I8R7pN8mF57c93DNUisePitNLyptrfTwkfu76abT6JijFs+UxS5VRhVHO7y6VO/AmJvpYvIPWkXPiCvW/kbDfTNRL02xbYKwbKlV5iBS3pTGdfxY6kdTab69J0P5X77aErbnuGlt0aA10P/C4S05VKsLW8rn1tp+22z53Wbq8OYcge/naStEp/K7Iz9aFXAAtfVI88oNh9NdiLEe6HC+8uew67np0phaOFwupp5F7lBGhH4gi347CfXDOMSterRn2TEU+v8q796qy4Tbf6VrTqSfTuBp5gX7efatqW99qBFcgUFpErrV6dKrnuoaqt+fc9rbbN3k+xbuvr2HHItLZfpdU6lp+KVtZ+4KSLGxN+km1tDcabZopXsE7y5Up+K1T4UJxCVcKV70WpL30WjKcgOnUMxuT0gC5JVbXb7MKdSPWYo8J45qmI68/RsR1ZeSo5ksdkpZWbgDKfIA201t59zsL15OI6NiN/DmI+I4hhSckhprKpSDqlQvoR+BHb102ZON/Zm3jbuXXPtvhOqUtbHVHnos/DctaxS+3dGp7JUQo2N0jawm0es7wcLsSqXTl1Gr0j4S0IRndeR52P1IGnYkep2PuRfUKr7xB2DWsZe6/s5Fqz81heXgOx1HN2HdtV1AjySL3N9Ds45OBpVU3It4y93L96URCVymltDLIShZSvTslWUZh5aWsNRsI4G9nre1jf4UCiMQpqMq1xZ8xtpf5BGck6X/LuDYHTe6XAG9XBtGl4SxvTouSooU0l1crjpVcW4bwKTcaiyrG3mRYbBtvCYMHYqfdmIfddvEoLtej8rSUI46eFKhLYbUw8nTQBJGUDU5bHzAPcEjr+CtyMrn4sWnxWJSFZ+TTdXDvqCE3CinyvY2AF9NnJg/2WMEUuqfajeXLisLYd4vKxXywlKQNMz2Y5gfQeWhUdr3ehv33LYXpbeEsJbrPf0p9OVp3kOBHSq36RTxAUs6+JBOvY7MJcG9Se+izPGC92uHJTvCxHVpVBivuqdhymmkqSrQAZXE9SCQTcWIPmNTsWSYm7ndBFclUunLmyunOpSypL3fstw5UKt2IAHlcDYGqmIa9xX6XijDNU5Wb/YMX9blaVIF9L2zAEaEEXJ2gsVPkKM/FlUnEM2EjNnanpTIRodCSkhWXt1BFh3IuCdmTWXhfG2d8W43xliilsVnBFWXKpb/S7AitBqU2okDhuKzXFriy0rSPKxubriqYSx5QZTderNJfiolf94lIKlK9WydBe1jqb6XsLX2JIVYxlS4Dk/CWHotEpbHU66lZSlKRre4sEC2oJsbXFyQNnluZ9o73y03gjerSaXNYlZWOaTHGRxPYJeQLpJ9FCwvexGg2gBU9QViBPUw9VmKXKxGxP+0L8JCFda2ElSkp7nLbU6jUG47jXz29uLOF/svEdi48pGL1sZOA6p9CZDKraMvaZmyCTdJSAD8oFhsM+0V7OWDXXXMW7tKTChSm2uLIh5fgSPMnt0EfrAi1ze4GmYoMaU1KcddicrKYVlyZglabEgi+pI7i+o027Kn1AON/E9QMP8We1wpVO5JeVOdHQtKk+RSsXChp5ajzA2WG9X2WN32PJ7dei0+bRap87sBHCalfRbYskK7WcSAbgA3Fxtlndd7WG9/d9KbpbTrFepDPTyFXazLSkaWQ+my0X+pUBp07b/w1veiz93P2yxHhl+lscLiux1yEupZTbzWALafMAR5EjTaHsihrcepiTe5uVd3S0tye7W5q6QtfiW0MsdR758mgBN+oJB9b2vspN128vFu76qS/sHjJ+EiVmU7CXZcOoW81trunOQBZWih5EAHbVO+H2ot1WPKXLwRAp06VFfaU1zWVKkKzAWsVHuLmxB0PmLW2yBivd3VIEBuqYcp0qqRUIStb8BGd2Oq3zNoJJSSCQoCwAuSAdg/dG6k3DzmzfZ09oiqVRr3NvLlwlscXhRZ+qFMrJADaysm47AEm+oGoAvoXHdUi0ZpifiN5iFCWvImfwjkTcaZ8gNk6aKsQO9wAbeePsqYca3l1l9rEedFOpeTO6hRaU475NqTbKoDQm4vr67bFxVXao61E3fOxOawg+0pr3pHdH3eQNEtA3sLEeAgAgaHy2YR/5YK3RK32Q/w07QZUX7R0uXCmoW1nRMiqRKYcaP0RcKSdCSO9vIjT8axVg3iv1Sl1ynIyKVnRHkFeVQ0N06qBGosRcdiTtkGi0Pe1gjGT9GpdPhTaCj4sfEDTvKpT3sFZbKKxYXSoKB7ZgCEi7xfiLDmEpXvnFGGaR9oVryc/FkD7xpf4wOYoV02CgSD5gW257NvEunS+NzGaSxFvUgUGK3K5SVKhTkqXxUxfgKSPW4sR+06dvIrTeJvE+1GF59BgRJXJLazoQ1DD6em5CG8tllQsbpSCe1gSCdk7D9rTeNQZTDVLl05ilv5EyqXIaKkuXUPEkghxJQAMySCb+Wm31jX2g6zgiexWcG7t6XVKPiVK0TKXPaQtEOUkgkMvBIWhCgpVkuAlJToTcEByY7RQlPqRncb4XdqlJagZ4VR8Xx4bjCnkpAPEKLFPDOgzJUQCrqCCRsxcaYxpcCjUmfiOXKi4Xqi0x1T4Si+wp1RyhLmVQKTr6LSo6BR0Gyd3cb3K9QcRuSsW7rKjNwbV5HMSoC3VzFwXT2ejrcSvIoa6HQ3F7W21XRd2u6re1AqUCLXEIi4hi8uqHyBhPuKUmyVrSlWTigjxpJJPYi2XaCWhyA3M+tyu+zcFhdpylxatRMQwv9kxZTrah3yocAP0KbAg3vrcbWtY9qzcPPxH9jd2lJ911eVmaalIRySOKNcuY2zKsD0gXOoB77JPDXsyO7qsRuV6sxKXiGnU6Y7F48VLsWQ20oG6VpKjldym4UbBXScpBsAr23d1uCMGyqTXortXci4lQpdORKitvx3FJSCsB9Fk5gCFBKgCQpRA0IEHylHG6VWLImEvtdiTDm8yt1HD1elOrlRazApYlU1S13KUSY4s43cnqUCDcElQFzsyfZu9oTC+A4DlGxvUJT8qLIdhoVHd5hp7IsgLsTcA3ukDXUG5vtkjCq8R4jnucXFj6+B8JCZsp13N/cK1kkADsDoBYXAGzQwVjf8Am5nv0HEeCGKpTn82dTsXOlX6zkd9Kc6SLE5VdBOUAm5G0bM8Snb3JzN70fHjWPJ7cr70iiykZHYc2PlUlKhfW+uUjQk62PfWwnYlwG1WaW5FgYhqlLQtORpbVpkdxNiEoWlZUFD+6SCfMntsgMM1HmoHFo0uosRZSM3CaX+h0snKhVrEHukkH01vtVYH3x7y932PGMG48di1ig1FaE+9kLchzIaLnU2SpLrd1eFQJSQTm1uCY2rL16f5EvZ2Nq9hef8Azc173dTlrVmafir5dEhAI6+G4m2hypKSEkDQKIsdiKpYpqlB5CqSqet/wZ57SApGUCxKtAtBI0IIIA+a1rO2sYcn16lxIFZiRcQ0Rf3qBV0NMrdhqV4TdJKXEEEgqASbXBzg3Cwr1UpeDePhKs0OLTmEKStr4RVDUk+acqSUpWbjLqLhQBPbYRh88QZ53DlUn8KBhOqYeryF801MaUVIZWo+JSDdDzS7E9OqQRYC19qDfDhbEdBabxbAp8pbOZKpTtLazMNujr4jiCClFyCQ4LdVhck7MReI3YHu2qNYIhLpz7SUKlRak2phtZXZIGcIHUSCL2HcXubbNKgVejVSLwubRFfR0Ox3bodbv3BBA7g+moINjtXxWZuq1p05+2WW5b2nML1mg4eaxRLXCRVEoYi1Z1rIwp23S1J8mnTYgKPQoiwIJALVx7gCl48gcrVKfT5rOZLsfmGAvgrto42rRSFeikkHZMLwTg2fFfiu0SKtiUvO61l6FKve4AsEm5Pa3fXz2D8bUTFGF4DH82m9itYNYY/skvh2O2nXs28FpSDoDYJHn63NXYp4MXo1yXPgDBMt8Z+ynKitOSsOPLnRUda6W6tPFSu5N2HFkBWp8KyCTrmJ1CZhU93BFef96YefhTUdXCkQC0tywGdKiNHD6KCSknuQdSypW/H2hsL0aJ75qGHsVxciV81FihD8hI8WrZKAoDXRANzbLbUWi9+eKMR0tj/snS6iw/lWhqZFStDigLWTZQUFg6XSCfoNuJ5mugaVihg3FrTFBlYelIhVRpKms10sOKC9Q2qxyLCsvSVEX7X12Ft4m4iLyHFwbVpSFrTldhVGzrTnldKtFA28iSLiwyjZhSahAw5FcxRgh5EVD/XUsJVlTjTDjttXIzygCw7fzOh7HuCK3+dTC9epb7rTzHAYVkdhTLKdZUPEnjIBAUOwzIbB0IX57VkxG4JxrvV3aUtzDlZwwio0SnKSlKvgyEwUWsQkmykIANikhSTbVSfOlmYmi0bJKdaRSGOLnYXHYysJT3JGXRoHXMg3SO2W/dr1zCmEt4LXvSBzUKowk8JNSjoUw+pj/ZPLT0PoI8KlIUQLXJGhIndwO6WBgiJKaqE1h/io4CJrWZDb47N5SAl0Ei1wSQLHLbTbpeDdHoNZxa7Edi1Z+KichGd2GwMmYp6M41SD2FwUAd7iw2feBKTytBYwvvBd56qUtKv61DQpEpANg80dRqACUnUEq12W1chUv3zTZWCGX6DXloWmZDgSBwpCrJAcbzdKgbkFpafO9rg3613DO8afS3K9g3E/u6qRUqRIhVRDjSY67aKQpCVqQm5BKVIUmw0CL6DYbYRIQ4x3d0ZqvOT4FPRQVykfFdUlXLyshuHDYEJULgA6WtrtXxoe7SjUZ+jV6X70XKQliVC47qJWtzdC0kFSDplSoEi+hAvYk3bYv3vN0uPA3jyqW5V4vWiZTpTao9QY9FNG19LXcSQL+QvbaRiKr7vpWeBiLCdbWh5SpkKfTmuqOoEDI0pFiEg6kAKSNQQNNqASxdvmKSFK3fbtP6Lddq9Rok1auLFqMNzixVg9l5UpUR3OY5reILN9fmZjDdzPlcq7h5+r05C8rExEUrfiq73UUgKW2fCQRfzKT4trzeJNgVSK/QeL70i8JfJSnU8nPZT1C2UpySE2IscpI7Ea3OeYFR3g4XdntUvDE2vRUJU6793PFZR2utKL3F+kqToL6gAaSfKDIHuaTFdgRYDDtLp9UZX+ijyoqs6m0KJuhaSSp1q5I0z5L2ykXtSYxx5PwHFiUuK0ilyqjmVFdUj7nIWcy1IBylCCNLJOUkjxabKLCOLJVLo0is4todapzD+ZS2Fv81HzXvxEC5U2u3YoVdQuCg+V5UMQUbfJQW6puvxPKRVKc7yFUoNUWGk9+l1Di7JCVagoJubpIGh2jECTuMMcLby8eV7hxWqdTl1tD6edU+nOmVFJsXo2pKVpFszZ0HcA2APLGWGKDijEcCjby5dbXKp2SowJUVBlIguqKvicupWdNrAgtkgZuwA2BKRuZ3jNT28RxZa8NPwV/f6XIVm4lhplBsCAdQoC5HYpuRs8E4aqjrVFqlUqyF1FhrK1N1SxKTpYPAglJvmssEnUggg3DdYlYEYjrn23lfzaYopL9OlQvvVNrKIrnAUqwsqO4sIdbcP9o0QQoZgQRqLKl7ksW4Sw4/KarjCFozLdahxQlKmiR4EqScoGqig6E63B12bmFp/P0t+BKqL83gLV8J+zqmVDXpIuSBe41VodDa211XMRQIGF2Kzxm+Vyfp2urLbzuPTzHf6d9jbJQmYrp2AJ9Un1qLjKJS6o+wrmGKjFgBhTzBIAvlURmGoJBAAABSO+0XHeB8JNbqpGF2sTMUubzSFwpmfImPKDhWc6T1cOx4alJIJDiuxIUGjjSBVHa99rcJVbgPsJSvKlhxTEjW+bM2ApBsbXse3bvspapyu9rEb/AL+3b0SqLYa5J2Q6ooU4uxJbv4XVAeiRoQDa4Jr4/Musmbu9xuDcUUtvFEXebh7FFXlR+FKpzvCSuQ18zRBUVE6GxWDfS9j2O92eEKzuqaq0X7e0hzDXHW61Rqk65zFLdUskhKlKGS40ygWGgtYABKV/E2F8G0apUvC+DcKe8YTWbLwgl1NgfGUAFBHkkenl32T0beO7VKCjFG8GJiGoQpquExNa+K1HdUBlbUCSpFz2JJJNh37U1BVhgQNtXc9zSOM8YYNn4olxZ7MWVKXlXmaSUSI7vykODUoIAKkkKBsAADrtVUiA07AcdxbjeFTlsO8WLVHelSdBo/HWgBI8ipCyfKxF9s+boMRxYu9puVVPv1Imr5XNNUE8NSzdJQvQXubWWLE9iL6643p4JozuA57XCYYWhpS2kSEJUtKraXbUQVC17pNtNb+eyFVIRuZkWXtpbhXjx/MCo0rBtUrLGF/tlhqVUZqPuvITQnmPXIkkk+fSBcfUW2N8ObvqphKe/PgVGUwucnhP9Gdp5IvYKBuFWJzBQAUDaxFrbYIgwMOY2dci0BpinVdDv3qA66jgKdST1Nqygg3GgVe1gQRbVq4U3y7+N19UgUbEeN5sKEhWRpiorbfRKQNAjiHOlaQLHMheYW1tqCx2QpyJ1vTru53qXx+xhVjrez/NpjJzC+N6tUZr8LKtUWewjKpCgpIcSptIBSbEBJ0IvcaAl+bvN8lGxbhKBKo1RyMIayNNKsvL307eXkLWtpfyOa94G7if7SNZRihqorYXTmOE6pCkLaTmsTdNs6blNwe2nrcqHsJN1TdA0/Addz5FqR8JWZCk50oDgSSSmxUAT2HnYjaX5m1TvC/qe5q9yqVSfjeJPpfQ4w6nOhpAdQ5mINgFG+W3UUgkg6ixGxjvXqO8ufQX59LlrYRwlLW1qxMbfumzjTn9ogahSHBYi46TqU5uziY3xlhzFEqfSUU6qQkrdgOtPhaFMFKCHUqQbEWSqxtcEkeV9mQ3vUx5PdptLxHTkPo5XhVSnSGMyZTFrh1l9ChlcGZBKiL/AF1uISVb7pmjeTgGvbxnYFTr1cwPTsQo6Ez1THIXPJGWyZIS2AVglOV0ICgBYkg6XmCPZ1xZVK8xKxFMwpVGH46mnWGqs1IQ8vMqxCilCswSbE5UKvoc6bnbVdPwNuRgUuBKn4e97oYXmhLqTQfdi3AGRKnASkAdIsQDY7Wjg3Suym2pWGMKQkLQlaXXYrSEq8tCBYH1vbuNdmtiY5l0O2Iqj+xjWffLkqfEm06ic1zTXJz+KtuQPDmyKVZJKldRFyFWJN7AtxHgqA7WaLVPs9KoM1h3l5EylvhdJqzoaKUqeZUeLGfABsQC2q6yQdFi+xTvjwbRnXML4Dep3vHwIaiyOnyGcWNld7hIP7b22gjF0+fFbdqjr630IS660+0FKzAdwoHX66A9ySTstdsT1KajUMqbZN3Zbj6y1/ONVIEuLKhVvNKRHaXmanKWzlcbeTmKmnwW05HMqQoKSMxy2Mxn2TcZT4ETGUXeFSMJxeVS6pMNguryFKSA8lRbQg982W4ve2mycxp7QFU3fSmKo1h6bys11cVqow3XWmHrXJZLwBSFgJBCb9Vj0ixOwRjn2r8JT92j7VBxNN5qnvqzUR9a0KS+oaJAuAtKiSMwBTcWsO+yxZgRMzuPW4fBhtIpUWjT5+HKzXPfdOW6rO7FUFMZv1gnRBVawKhY2AFyQDsQ4dhxZUptqL/SORKUL+Zakd+q4BB+puCb+uyCwXVapvVgPtOvLizWPio5WQErSg2tobg3/AgEH8dtD7ucFyqDFbaqnOzV9OVSF5X9QNBewNvKxsRpY9tr0A7yTPOdRvussIsMc0Go4IpdB5V2WtC30+CQgpyquRn73FjobEgjUC9xsJYyxPgiltNxapiGVCz5uE6houoSoehSCQkka30IFx6bClSrUWfiNyjQPvrCMvNNSElKmVBZ0KVDMhQuq1gbH6WAJ6Pu2/pTi82t+LmS67FUjrUnXt3uRe+lj5geRM/mIgrsvIl9huoUbEeCG3YHK1GnLaV0Oo6XkeY1+oNtbjZFY4xlu0o1eYge6WGH4q1NO987aTZSgq9yo+G1wQQPPXa630q3g4Xefd3X48i0ijvJSt1EqKHYqV2NwtIF0aFOoIPTe3cbZ1rmHcZbxqM465VqJUcVwl5+E1W22FSkE5uEvMkIcslxakOghRBSladCrZSqhw5noOkFnyTHqxv7wRA4/uuWxTn5TXClSISgjmEiwupHhKxbpVodNCO2zaw77Yu5GVhiJgis0+l81kSiHUeiO0272Q6tdiptwK7rSTrrqCdsZ4J3QVSJLYqle3cVuE3zCESlylw5kaKlRtxXA2o5mQTqoJUQNSAAVBw+0Nu5w5hzFGG59U3e0inVd5KlR59GjpaTUEWRZZS0eA6sC2VQQFAaXtazdtO5DuHE9GzoqcmNupY0apdZntVSuPsVSgo97R5sVJdd5dTeddlIIDjRBzFIJ8SSACQdqymbwP5y5UvFGF65CxKhC0tP8vla+LrYkiwCyOokjUWJJOw1Sqbu0i0tusz2ZqJSGEtdMotLj2QSkKTmIzpKvEknRXexI2Nd0mFWqXRuLQaiw/C8CVZ21qbR2AzJ/G9iL3Pmdds9K4Kq9W+2T2afWXWnItUdYpza8qkdQWvyuL6JJ9LE39DbUnoVPwG1S/utDXVH0ZV5alHS6hxQNyFIUABfsdCTft6BuIseYS3fcxWWq5Fm1RhOfhLdSpSbd7anhkDXuTp29M21729qW7PiT2sHSqitbv3pqH8DoBNlDN8+WxJP4HQ2Baq/LdLE7pqrefTqpvBlRGqNg2nYaWx0SFtXSiR6DILITbuFAXNyCoi91Hib2eq9WZXFn1FaJS/E7FSE8by8wRmA9TqNNb2AJij2+6XFiwPsbT5vO9KlNVRjK1qDorukgHuUm5tcEDZu7s/appeMorf2jwHW8L1FDSFrfda48B5J+dns9l01uggG4udCdSvtzzmr0dxct7/pP6l7jN32F6M5PrPNLlIXnSqQvpz+trgJUPIi1j+wTGZVZgcCfQZaMiMqfHmUlI0srS9xYEHv5XtbbpivedgOe170lYspz8XxurhOhaFWF9QCSkW11OptpqAVJij2yt0tLz0ajcd99hCU8ww1mSq1wbK7X7WSbad7bRYV/lmedPd8CaEYiSqzF96YtxC/FlI61oda6HvpmSTrp3sfrca7DdZn4XqlBnxcOYhRS6ojriz9ciXQdMxtbKVCygb3BN/MbIR32qcEVR1tr7Q1GVx+pUN+KUZU6XsRcA+Vr/gToRfx9+G4d1r+hnuSlP5WpEWUt1jMrWxACjcjyUkn0N9Nl96txOXT3bshTGvgViA1WaFFxRRKW+tanUIkR0FKW1FN1NLyGyUmyVJJDiDa2VFgRpdyc1Adbi/oGPAhXy5vQ+V/T12x1SKxFlT4DsB73dUaWtEj4TpdRIig3BWkajTXMBa5OgBsdcO12A7RmK9zbHAlR0qWhXUhzTWx8iPQj8ragy2pShdzgD5k2G1fvGJdw6o7xuF+psN43gReLxWmf0+bPk6ev1/P8vz2pYmOsJNSnOFXGEN/IlSvD9CD2+ltPT02/cX17hOsNNPIWhbXF8Q8PqNeodxcXGv12ppuqaXWttocN/QyKyzcQN+z8D3zArLrz8J+K+jizIvj5fiArQpJ0WnLchJ1BsQQe/D2qMY7r6XWcJ4S3tYslYbp1Uy1mFXocVK6dVuBpwpbBBUkgqSogFAIKSV6EDhi7FMClxeK7+t8Vri5FKTfUBVjYkX1tcd/LaXvex/uM3jboG6Xhyk0er15hpUik0HEsBuRHckDTluYIyNFYFgvMU6pKhroyXTOJ6PpNzjhvUW2NJvsrUGU3X8L+0ohtcXhOv0ul1x91beYJJfhlK1KavYKIUCQE2N7JO37v03vbqsR0FvCXvabiHEqIqFwKyiLHTKjpUE2dW+hLfEaVlupIQcxCgSCDZIUzH9Bddf917kcAU6oxf0rXugNPtpzpKuIjKCASba2JIvqRrEqu8ivT4rkCfuyolOhdSWnUwFfdVqJ8FyCGyNR2t3sL6htdSs27rdieUZODcVVSBS4FZiusTUQnWorqX3Srh5nciVpJOlvEEnTQCxttb70978DdzVOFjKnImrXCS/F4V0OqaKyBmSboXewJULAZtRrqIV7COKKDuHYxlA5qVQX5GZSul9LaQrKkKscykLV0gC1h2INrqz2lE4dpcXBFZlOyqXS5UJDDrS5Qm8j2IMTiEcVASMxQTYghIAHSExp1cciZI0mm1A84bj2yN0HKxJTuHqpCnUuqQ31QtH4syPx057LPSktpBKkuDIQBYqF0jRO/rB+6+VPpNUwbhlhmFXqcifwEoCY7lyUjglJKEmwFgkkXsU97DF29rcOzS6PTcZM4Yfbo81hDrVboTvNUirIWAUvxHiVmOu5suLIAyE5W3FJABn7uN42N8B7vmMGtVDPTkOr9wuzYocYShaiHWVoQpYbXfUAEBRuClJsvY1FCUDCCO6PRppBiv1G7WsOT4sVyqT6TCqkJaMvMSnRzCU21b4xHxB3GR4kg2AWkADZIPvu4XqjdZlU5+r0t9SeE6tZS7HVrlAkDrSoHsFEgnQEXG3B/fNi3HkBzC+MqjFpb6/hJlRVZmlakcJwpUVJSCdFAuADSwHa3wlVqXz8TCVUd93VRf6BfFCo8xB7qQoXQ4k5hcagGx0N07EdMxp8ONphVTMA0HEc9ystPP8AHWrO7FfUE8RVh2VoCuwIyr1JtYnQG4g4bawvK4UVqUinLVnTwmipcdYtrw1K0SRqUJUBfUJuDfrSqHXsL1Rjn4kVcJD/AC+d1Y4WRR/RuH5L90rBIBAGYXALjxHhRqltQJXGRNhVRpXLurQUSI67JUWnCFXJsbpWCQoJJuCDeqVj1PNaum/R2d5DFX7QWNN3MqfQoEAsP0utNKd97Ut3OqHPYdWhIXGcTxErQAAoaKSQApKkEKT91bCOF96GEoGI6ziZHOriop0ipRaalaUuoN2XVvJWpxHSNStYbWk5SodI2oMXYCrM/GT8WfTkSmJqUK5hCAl1xItlUq1gXEWHUBe1job7Q52B8ZYIr3vTAfD+9R/6UhOocyOJsbSGwSpSXB3WkZgTdQSbkiLC6e5sdL6imtypGCItsT7r5+HJT8/3sxzUJed1hbWVEyOCLuJyqyqsNbgJNlAmxugwasxKgOse65a+BkRKYU1dTTySNQofKodgdQUm9+4DbXiSU1xKXiiiMRavwlPoa8UWc0QfiMFV05vMgEKFyFDUDarrmCvfLvFoMRCESszqIrS8iuLfrASuwtcjpBIB7EAgEQsmlZWuJ+06t4NrOEpfFwxCfXKaRHqVNkRevNfoeiuJtlWDclNwSQCDoCFcnAzVLlNxXeJNhP8AXHXH8SmtAFZF+QGhBIUCDcki5OaNgifxXHXWpX6LKppaXEcTKopIvawUD66juAdq/Ea5WDXYkWqMylwpXxUolWztrAvmZcFrOiwsR4k3BSbAi+/8RAKiHgwVi0GqUF3kGnuPCYWqRy76CtKvXTv2N8w1BA7eUR9MWfn5B3gIX0KRr/1P4n8e+zaisUGs0tuVS6hx319LTqFDxnQJWDcAm2gNr3ulR77UTGEYGKGnIsD4E1hal9eZPUPkUkElJH6ybjW5KSTtHc3Q1bboWUNqgtYc5V159jjxerO0XeH9U/OULIAISSBbpSOoEckYyi+5peEqpE4/E/snepiQjQgg+oVpqQQRe/exfgfDG8H7LvxYEtDmdb6UwJUhC+I7axQ24U2Ssi5yKsFEA9RsQDTcINe9GJXvb3dN4qXeSlIytSL36A6bpQqxuLkAnS+p25JL4xEjVsKT6pPbao0Reda8mRf6xvof3C/faNDp+MsLz3IrueLkWnO14kKuL6hQtax7kag7ObFFNlQJ/P0aIwjwu9VmlpWCL3vZJF+40JGhJvt+42iSsWwI+8Gg5EIfSmm1amyLJVDlIB87kKacTlKFAnU2IBsNi79sGoVoqX8Q0GfF4s+k8rUWMq+LHQUoUod8ySLa+dgLXNvXZzbya+7i32bsCbwYrUWVNw9MVRp7rSylTLToyA69QBcZb9RdV7+eysi053muLKiIyPoUr7wjpUnta4vrby1F/TZ+eyLu+/nGpddwG6zFXFhVmLVuFIspDiGHmngkpJBUlZZKSOxSog+exw+6WCbYAwMYYyi4XYxk09FlUvJk4TqcuZKdSUnMErASCVBKgu2oB8huo+0DiOqSm/dbq2OAnIhiUsSGk3GoGYC6D5AgaaelvQbfFuM3fb8ufwHu+aw9gPHFLYaW7FR8KFXElAUWlNpISlSNMqiCtJVYG2YbeZuKN1lZwbi2pYSxRhmr0ur06Qtp2Pwi72JsQR3SRZQsTcEEXBBJCOJxYr6jed3/AO8veNhxjBFZxCw+hj4XJIlZEuI0KW0B1RKACL5c2UdgAOnZKPMVnCWLXJTVPfQjmFJdadQUZkm5yqB7EXvr5gEWuCPmNh/7/wAJ2rMcRHyO9LqfprbN6gE67fsOHPaqjdLlPLXkytI6itGTTLodQntYWFvS2wx7lC+fc2L7IE2qYjxG/ihppcWFC+EtOXKlxfdRtbxeEEi17X07HXGNd4MWVS3OK9nzo60+FSfX8PT0/wAtkzuIwe1gPdow1KiIiypXUvr6XFEZtPTT62sLA6W2pcR1ue00/FlO/IpbS19OZI/zN+/mL+Wm3Wvs9RAjLmAG8fEsVqe+61nWvKr4XzZe3kQTpr5f5XVNLTi2VWf6GrfJLm/Cjx3UBSXlZNEZXCEpc7gGxN9AOxEvGE6K7P4srx5syfmQ52JTfv8Au/02N92G9LBGKK8xQZVEisIRC4WdbQd4yQsEx3mSPithIzIdaKXmykWS4LpAKzg5jlIwMxd4G3mQMG4oqWA8bxKj7krylxa5HduwtSVHqWG1pHxUHqSSAUlOmgsLneZuVrO7mvUVrDlQ+0sKtqVKw9Xn0nl5UXTMHshHCdbz5VpSUm4zDKCANG4Hxfu0xk7iGBKw9SMf1GkNLaqlGmwss96O2T1tqWMynWxYhQUCtOVWirbcsJYfdo2CHMUbtJf2r3czXUypWEKpKHvGmqSSA9Ckg/EUEgWBsvKCFBy+2miKwzGYL0rA2Ld3OHHHaNUWEVGb1R47qOYyqUL8MK0URfztobDXQ7K6v7z96FLlf0zToVbYXmzR3ULYWlXpqoG17mx/K3bZo7xqFhKVuvbxvg2rV6owZWZDWZ/OllZF+EtJ1Qoam2gIBKdLpGS3oNUxRjJuBVKjUJSH8vFyOlS2/JJN76gWFvQWFtNqnKGUxHKzvgqnuF+L9iOSW4hTqIqZSFtSPoFaJJPla3oQe5CsUY8xbXorEV3d7V4qGPhNSEqWtCkk9lZbgAm5BuLagd7bS5FEwvKiv4Xr1WqNIfYSp2FUmmOLH44BCEOJBCkgXvcH8COxWFdGPML1RyLFxDNyI8Ehp9amlaeO3mPxANrmw127O6WJ28RyMSsGwML8hiPj0iorRndiyEZVPJIADjDhsFEEfTvYpFwCMbrq1ihqfPwlynNQpSl8J3L1NqvcL1uBcDW1wbn63EIE/fTKaQ661UZUJCc62lo46cg1zpFjcW1JHobi4I2vKJiDFrUpuVS/db7yOvl0oCH9BrYaFVvoCfp22o0rv5jBfwNPpcr4X3Vh9HxcqwnKr11GX+Pw2q6c9Ao1U/TU6bwP7J9OXMnS/fUH1IP1t5mH/O7PlNcLFER9hDnRxWur/wAyq1vrY9/LbhTsMtYjd96cWFKhfOpCFpUrTQFCvCT5qBIv62ttYCC1GoWpMmFeIabhyvNNyoETgZ053WF9SUq01SoalB10PYj66QZD7VLi8KA1/H1P1tbvtZUijuu/0XRomfInwp/V/j8NoVdn4Dwa6xFxQ7KfW+tTTqI/TIjr168puhxHrqki5sTfaxdap5tzZqGzPZaPJi8L4TyNolVrzUBr/wBY6v3bL6NJdaac8fX/ABpskcabzMZYXxvEgRcTU6bTn3Uofp1USlh9tPqyvTN+ZsfIjz88uoDDML3JqSEYtei810PsL/jz1B/ft9e5oDX6KIhH+6P+GwRhuvyuVbdi9CH0pXl/H9o2I2cQO8XhSnmEZ/BnunN+eo/bbY6WbpwO6SZlCiymuE6yhaF/JkGyV3g+yjugxRVG8UT8MsMVRhaV87DWWlqUOxUEkBVvQgj8rgu6TIn/APdci1/qL8P5HYUxTJxHwvusRHX82fw/uN/L0vteSYJU2gQIED3W07x0MIy8VaB4fRQ1/Mm35abUFXxVQcLutxfuvHyKWhCFhK0p+nr30H/Lamx0xWZTXNSsQzcPVRhX9fpKx8RA1KHmXkrSpJ0uRb6EHtnPGG66ViivMO1THs2VnfzIkR2kIzJ89QoJF++nfQWN9s20puxLoVQzT9J324Sn8NqvU5+Kjq+9NIDqE/VSU2WL+dgrazbxPS6o7/2cqEKVF/spTT4yqVfwaAp080kgg6Gx2B8G7jsOe6/6UefmrW119bqF5rWuCCCSe+oOvrtWzNxk9p1+VgPFnu5/Ir+sRQpbdzey+FkBTY2ClJB8ypXbavaUw2A3kIYbxN8NL3fUZ92qU99jpyuo4SXY7ySCLBV8igdQQb2vYj1QGAcUboN41eflRd2XuFxa1ZpVIdVCSpZvqUNkJvYnUC1zcAHburdvvaaxHyGKKtS36W/8J1fFOZSSepB0F79hcHzvfZ1YP3T0HCUBt2l8q+vL40tBL6dOxyGyrdgqwNu477ARWL4zF3ucHiCtH9nujVmqf09jfFE1jMp2G/zTbUiKrMVZVLbSkOgCwTnQSbakkXJBU8DYowk021Frj9bY8KHZHUpxP1SSQCLC9jbU9tiR5/4XFdZWttH/AJX8fXbiKg1+la46H0eBaV9Wn7v23GzhRnGJBvyvMBKzu0r2N3Ynv6JK4EWQl1CGlqSlKk+EEE6j6AgHzG0qoez7z7TEqK9V6cuLkWpaFIyqUm5Av2AuT31v5kaGXV9+mPMJVRuB/NPV63CXmRzUB1tXYDy8vwsNrxneDvfxRFYlYIofK8fwQK5lYfSo+SSoBJH0J89DptydysftLVl39GYz37b0Iu77eNEixasvnYqs0prKUKSjUAm4zJJIJGhHncDUldP9o6fi3CT7VGodOry+EtPAatx3LHUJTYBzQapSCodrWBOxhUfYG357+MbuYo3jNUTAD+bI7KhKMhTyQbpUlhDxQq9yPEgDzCrAbOxX8mvubpeCInPYxxJFxFTmkrlYggLSwqQtJvdTCUkWB1BBzJ7hQttq16msJtzma+nPaUAzBcHeZjyl0uXKoOE1vsTUOpWlpYyJ01aus5DbvlPfUAk2BSFKxlyFZfarOGJVOlOZ3UJi5ob7ff5ctlgfUHUXvfUeruK98e4LAdL4WN8T0uqVenNKT73RwuKpR0CJIShJOt+h5twXSSVFVtsnb0t//s+48pdWoMDdDFRKlNdE+AlDCFTBpxVsg8PySQtsIcFk3AFgBJZzwI1Z5cyl3de1DS+VgYcr1RmzVsJ4TEp9jK+2kjsuwKVel7gi/c2sPrfvu0wbVIrmI8OOwqRNmoQtav0DDl9RnR2SDc9aQkkgXJAttnWk4ExHVJ7lZo0R9aIq+Ln4WbpB08N+/Yjy9e+3oruM3Y4S9oLdBTXcWxEc1CytOpaUhbSnUdJF03U2ojQpuO3bsdsrqXf01i2oePmBRN0864NIxQ1PbgVllcWVFdyKaXZf0GVSfEPMEEi3b6acn+0ViOl7qnN3NUobEph9hbUWY0oNLSopNibDL5jVQBI8za20n2lPZ2dwljek0vBFb5WnTUqSqHKSFtZ7eNKyczZve4GhBGoNyVDvpwnWd3NGjxZ/AQvw/Ad6FXOul+9u5Gh+vcOUajvgNIesRHOYh+zjXuZpnjsIRk80pT5Gx0Vm8yfXa9wPUcRu1Rt3BGIaix1fFS7dK2fwUjRd7aGyToAQbXMKFQpVZrMClxaTzT9UXlaQ0vNmV5m47AdyfIX21CN0GDd0uA/fzVRYXNyZXWsnU47lvYtqHbTQ9jZIsfNonHjKLBKs77pWDYrbUV3nautr47Smm1LUntciwN7k31voe1xbnu89oNrC8qXKawzUYvvH+vxVuuLiyL2Buy4opuO4sUKBFwSe9xhfCNGiyn6y67FQ+tPiWwh1rysRlI4SxpfQC2gsSbLHHWPJUWvS4spqnSmM+TMxHKMvnnB0UD6gkgdgPMmQYh8bY34e/rBE9qfF9+VSLS5yFfdX3StVPXcEmPIylaDceF3P5jUWsqavhqLVDIi0HfExU233VcuirQwl7KT0hTjajnSbjqCbDvlFwnYSkvxZ7XvRppC+jM6ppodSSTcLAtfv37jabgOBhys15iBArlLhcdSUvx58XmGMt7WyaOJAzHVJNu50uNpJlt5bic28F4to0p+Bi0vwuBlXDkNKD8V5F1DMhwHLluO2ih2KQSBtWt43xa7w4v3p9j5OF1IV+y479iD5m1r7a3nezdvLqmDWJTVWp0qEhCVRZ9OmpXDVfQhTizdkEWATxAgEJACbEFIzsB1nAbrkDeDucqjDC3VR1z6dKciuqsrpUgLu0skEGwUkKHYm4vEgiRsOY5x467yDstcVeX4DTqSnjWGqArKdRYCxBNyNe2xfgr2gKzS5TbtUxCuEuK7n6mippViLX4d1aKANwCANbbDjdMwvz8Sl1nGNRXS5qsjCqpDUhTLqekJWFpC0i2mYBaQNQLEWuaDuhozWI23cUe8YsKL8Va87akSED5kqBIUgH5gUqFiCkWvtLepZDtnqnumj4S3v4Npu8Gl8CV70ipYlZV5syU3uysDvlUVWuLi4ItoSvt+25NqfgOfu04XNRX1+8cLrlIDqI81u6hGUoglNwVJCgLlCyADlJ2zx7P3tPQNxG9BeEubZqGCqvk52VqngvqvZ4E6HKMqVXsSDqTlA227vUrcCu0G3N5GHkIkQpTDvzDqQ6kg2VbvYGxFx2OwVljuDTzWYwDxYDk+Vh5dLlRcyHYvC5d/QEAZHCE3zdOXOCTexvciFu3o/2o3gwKDXoj66XTlc7KjvwC0pWUApOVyykpV2IGpF9T321ni6jwK9A9/Rfd1RQta2pkV1KuFxwCFAjRSSrvcaX1sR3X0QutNNxaDQ0NoQjoiyl8d1m2igyvRbyR4gOoj0JuSUDHlCS0xdXsLu4t9zUbCcrPFY5iY142pilWymLIulVx8yHDoTYKB2HajXN3Ne5vDlZafizYvU01PdPw7HvZ3I43Yg6oXlPYLINhdbv2IGEqo/XnfgTZrqnZkd2Ut1h7tdbalpCkkWtkJSBcEggi1zvFrbter0BprD1IXTpSOEt2Uhp+OpRIORxtaSULsbhR1GllEbVsdYRDt8ZN3K439zUaRhLFESa+xTv0DspLiXWU62+M2kKCCm3i0FtVLtc/G8venP5pvkIjE2ndbUhpaG1vt57eFWqVoNiQsAg3sbWB2FsQQ6zg3iNQKs/SFxc78drOX0M+vBWoqWhBuOgKt2sk30Uze9KqT577uI6GxKixVp5ifTkBXD1ALzzKTmSDqStIKO5UAQVbZ+psZR4RLUu6glPc1z7PkTdfvLdl0Z15aH+ElaIWZyOvINCFNhRSoggHNa9jYi1tnFO3E4Np7TnuvDzMrpycB91aVKSO3BeJKm1DyBJB0HYADD27XHcrdzjyBXsLy1vwl5V8LJ05Ta5TnHbyKRqNCDfTbfW7/fTg3eM03Aiy0Qqvws3ISFBKlaals9nE/hYjzA027TajvJ5e5k2l70y0G6dhOlxYrkX4/QvLwnXSpTf0N9dBa+pB7jQ7Bu9/drWapQeawvW34T7CuK6xwhIalIGuQoUQrt5JWnXXvs8GsPu8/z7ry21r6Fo/WT/rbZb7/VtYcwRLlUGo56p4Y8XmP0iyQLCygRoe4Nx+7ZgLgxXSUstwI/MzFU6dS6DRv6UpLC2H19fCQuK+ladc7bqAFZhqrKpBUL+fcj1XYa5ViLKxZkizl9SpEgR1qXlADnHTZOYfrGwJtci52Kpu9ag17gRcUU+tofWjJIjofKupPdeYJuq2vSQCPUXsY9Yw5FxlRpcCAyxUfGiKvIEKeUB4VhJuhX1IAOlwbkbGE9Yslvxd8m76gsOu7x18Doye+aWl2HITk8YVdSVouNUhaVpJuLgAmuVvmxvg2fyG+TctSKvClIzsVGgsNJWpGhzoCipLiLEqylRItYZSSNoW7reBFpcB/C7USvUh9h3lZtGnqdTHSsf2kZZ0TZVj0kiw0QnW5rW65Rp9LcoPunlX5TSnUIaUnhOOjVN0AWCwbHOBqLk2N78ZBn85jPBu9Cje9N0uN4tIlQnVJmwn80WY3Y91R13VqbkOAKSoEkKOm1nG3s1mLS26XXonHfYTllVSgpD8OYkW1kxQAuO5/eKQCSb2NhsmqRhqBjLn59LwRCnSkfpYteS3HmJd1ujqIUNOygsJULWSk3O13SaHFagchP/oR9ClNNNNSPixX9NULNlgg9klavUeR2jdJ2x0bvcOYXrNU/nLpdEbmoXFTFdTIQt2O4i+ZRCDcJUCSCO1wAT22Hd6WI8ZOz3P5ueSYYR/ZLlOP8G2ng8YbJ8iAkXslQ7bfNP3pYywlA9zSqtFqmdGREiV8CUnvdwvoGVegIPEaUok3zWBGwa1R5+N4tSnyqihuah9S2mkvtofbv4cpFm1mwJDZIWR4dLnYZaWXxk+n0uBiOAxWYGN2KJXqcriuxUZJTHFy2IShZCk375SSR21IvsOU2r4Sdqkul/wA5s2ne8V8V2KxQZLUVuQCfvAKVkIJGZJIIJF7mwJNXT8GSqXWearOIajnzqdiuur4qGV2sVAuWdiq014TqQbXN7nY6m137RxXGpURa30NK5yVDaGdVvnfRYpcTYaqAv2JOhO3ZkmVk+kY8pcWRFdxuuqU5fV8WP8lh1DVQUgi1iTca6qvYVEfFNUaozf2cxl99py0upaQhKV5f/DWLJuQcoTcAg2ym+3zQWcOUuU/FdqNRmsPu9Drsp11GtxqlSiSDcWIUlVrEK7ja1g07AcCVxWoiGPipUmaxKcQpl2/zWAObMdUuE9/M67cJEnU2g0HeD8X3j7umzWs0iLKaKY8hR6v0Ol7qN1EAkdz3A2jU/AUql15yfAwmxS69CzR1P0uV+kQcx1QQFPNKFrt2uLGw7g3b7tU5rlZ+MuPS0JStcWQ1HfQpN+pegCkmx7WAuNbnqC03gplOz2GsEYsRSELyoRkdWpGUeJtTYIvca3SbjSx0tswqLjJi7fdH7Cl4S3fYccxHvLeXF8WRK3TwkpGoSjslN9Lp8gbW8gqsW+0ViPDk9uV/NxKfwUt9C1utdD7OY6OgC6Sk66ucMK1soGwUEJcxlPgNtSseyquiKpHOwmnUSmme4zJQpIcSjvqcwB7kak2ldxvAwRS4E+qS11uLFR0cLodShQstJAOWwtqLdQFrbEWcsd2B8S4SxG05WYrKEcdCc6JV0Zkm4spQsUnXQggjyJ1BKJDTTuHJ8CLSai/FfV4Vula0r7AE68UHSxNyfQEXCc9njefhyvQKlVMOUNjjrzJ5CRkUxOa7cMEjKVeQSTbyJBOpJUt4OKKpVH4FLpNIoLDHS1mQv4lhctLSACgX0Crm1tCPBtdvUgytRi37EUuQ00yulrQrpWiQhPVYkgXBGpsCnpPob7Zs9o/Ge+TETXLYcpzzMJbGWRVICG2luINyW2AlQLaT5rGqrmxABOzvxFUsR16fzUVmiMSn4/CdjvyAriKHcWUkoc0BuLgkC4JsTtGpyaXRqNysXgQn8+bkFNLSxIQb5ihJKkodBsRYEKta2hIVJlsTDdaiVmLS2JUqkzVsZeFzX6dKcoyhGfVTYAHhVYaD67XOAJUCLhepReUW/wAdKlT4eQrTIYIylxJBuki4vawNrkgC+zV3or5WUxWcL1yExkdyyktKbU0lBvqq4OTzTlIAJ0BBNgBzK9S8L4yiV52kop1OfT/SjUfrjuNLBUp1IPU2oCyikEptYjvbav3SpgxiBWHKpA914SzvoWnK6jTix1dlZkKsSCbJJFx9fUjoGIoH2Xbw5jerVutopCM0OLPWv7ulNyW0ONlK1N/qpWVhIyiwGuxRi7clVZ/Axju+iQqo8wlp2FNgOhSpkNSAoNPtjRaQm6QoAKBTcE+E/wBuqrGF5WLeQdpKIspcf4sKosBScwuS2tJBzWsQDcDU3AO1iNsoFVvulBVVuu4cYdoOGIsWLNWlphSWhxW3ToEG3b1GhB9RrY5pG53fTu0wvLr2NolIxXhWU0pcqk1FoKf5bIVKcQFkJWpIAAF0g9817HZk7yd39Ba3QVaqYcobEJHLqXwIqyhUd9I1W2U2ygkAi1gPQA22zJB3r75MUYN+xFexZKq+HuFwPjtJUv6DPluVAAag5iLEgnU3xJysiYqxFQcJV+DWdwT033fNyokRY8h1SG/7oz2djrJNi2SpAGtkgWJLXaDVKo1Sf+9PynUqdadQjPlPiQSLJNlWJUADYG4Nrnhu6wXFlT33ao6tcLOledKvCq2hX9BbS4Hre41Ysn3XheLLxHQadx5UJrl8kiRm6gDYpQo208RFwfMXvbae3xOzxGju5rzu6+BAdlS+V46UxUJ8TSkKWct0kEoIBOoJBBBJBvdi0jEFLqmHJ9Zr1ORCqMLPFqLUXqyrPgfZB+RaUpVlBUPK4NwMZwqtvfx5iOBjd2XFi0iE7zCI7qgvKk6JKk6Ksb6KNiDaxHfbT2BcRVSqNe+aDyVRRwFRavS/CpSddU5r2UnxJJ7gmxBNyuv3SrTIeKd6m8afVKlFi4xlSoTD6ksOsWSh5gm7eb50qymxB7EEEHQkbh1es1mssUavYsXTmZq0tNTXbuoZdUQE58qha5IFiQD20020LjPDeDZTrkWfhOo06bFlLS1I5UrS40VXADmoKQNQlJJ8ik6bC/LUbDmMmJ8CrN8qtrKtUqHxY+XTRTlg4yTfQErAsQEgWuTO6XWNbBW5ei4Ngo+0VOhVeocDmIlZpbXBUpNyS5wvAm903QCACvRSrKOxM1MlSorkWVnY8PxdFZdO/c/s0P8AnsmKBvUxHAxR9l4ry6vh7MtTTSrpdgrsRdheireJWUHUKFkjUKL65jR1p1xr9Hx8vWnpy3tb0tY/gPW22VrrdjiZXUbGUiTYuB6pPlP4NpcuEtFXWhD7D7uWO8lSgokhRFgXEGxJ6DYggE2DN4m4zCWA2n6zijDCGJVOkLXNa1zMpVcqKVjVSFG4SoXGmlzY7NafgmvRaXEr0+Wt9iU0lDUhLWZbKjYoGYDKRcEjUG5BNyBtS47pO8HFtL5D7PQn88dDE2VIdKFOISSE3TlJJ1UpQ0F7HXWz9I8Q0L3akUFzBLdzC9mmltN7wcG0nGVPqEVrLNixZ4lIZSrRXwnFJzp1BJyKFySFEg7WtR9rXdzRp8imVT7Swm+rkJ66S7wJCcmgCVALB7kaEWF9QRsaSdw25zGW6Cs7xsB+693uNcKQn36lS4sjJSKglloLKrLUrlc47qQrKlV1KSSb7Ibd3uK3g76aW467T3/s8+6h1S1vhpeU2VoACELHiGYAm1xfU7TzniJa3TaVh3nMp8ee0Di111vEeCMQvsrQjJx1R+pMdJSSbLGqQkapGgB1vbTYODfaEwvAwRh6vYtrbC+dQnM6hpDS2VkeD9VSFFK1JUg20soJJFwmd7DOHPdcDkMb16kSmGlOxX46W86XQkC+UgpUm3iSQCe4UASNlVP9nvG8DBGJMEQKiurvodXMgMcuIq+KlzOAxchF1KQDlzAA6pUNQV8WVnIi+n/03UJ234PwY+9+WL8EYywlL+xtRYmyn46ltcJQ6lG4AN7JJF721IJFrXG2GaZR6z9rfslWYj8VaOhCuXORNxf0Nkkag+elrk6EmFkVmsxfdcpn3JW6W6qOie7CcU1It4mZKU2Dbl7JCyLkkXBOmxpR8I7wYtZbarMSFFleFpa1rUh639iqxBSSnqBBtrqb3A0dP58zR0+mq0SnYc5nRGBazQWoDsWoTWFvutIW+0+tSG1g2zrSFE5SemygB9Se7wxziOK1gijYXpdDYnVSK1wmELXm4aL3ugkFSStWpNtANL7VCd31U4XF4K1yn09TTqgrhq7FtKikBQHcqsCB2B2vKJuwaitf9o6sh7w5OEs5WcosBrrpbt2Pe+ttu1NqDgmZ+t16hCuYpXGZTWKKLPdlofmylpadhzGEJRwlEBYUb5QLgdeZJFrkjXZvVXD9epeI3KNRqHUadFWhTvR/3da7HpNr8MgjKRcAAnS4GxIKVhfit/dELlIWlaXcmZecC1/O+l/3egtctsT5TTfxX2EZcvi6kp8hrcj6AAem2R9RsJ2D/MxF6q9aFKx/eANW3HYNxRw5WKKJTpUpGVa+ai5lZkjuVpOvl387G2l9g+uex7ullxX/ALL05uiSn8z8X4rjrTLpUCpsJKgrhnyAWQnySQbF8oiRWmvvVWz9fgT4vz79ux0/02+FValxWv6pn/WW66FJ0+hP7jbz/A82vsb8QNXUdUh8D/7mbML+yBK5WXFxRieDCQtHwnYrAVluBopC7Zh59we1iPMUxv7K2/ajMttYE3kUyr09hS3Y8NqU5T3m+3QjVSFm3kVpHfQ3NtcP4xoMD9L7oYydK1qtmT30uLWIIOh7D8NvhO9vBEXh8XE1E60+DIF5vzsfx76DYdeqszn/ANRlOpa0t+f7TCeFt2+8ulVqQ1jfAdUjLmpVH6Gkp4ywQskPNlbRV0XCVHKo6Wub7KjFFOoMmvNtUGJwHOO6t1GQtLbKVEZXGdQF3vmBCVJIIIIsT6l07e3u0qjvC97YaleJGTioR/w73t+F76X2+aruq3D75HXKzWcEUuoyvCufAmBT/kL8QHPe1tcwJGnnq8mpZh5CaC9VbbixZ5c06kOwHZ9ZlZ0ORWsiEZf1f+KiB9LbU1LfdiutypWfJmTmV8qVKPme1z5C+p7dtt57yf5P/wB6RZH8ze8JHxFZkUmvJLSsupDSJOoAuSQTm7AW1JGNN4W6ne1uaxQumY8wzVsPSpSChLrrQXFmNG4ORxOZp1JAJyk3IFykbHpRW8iY/o9VU/ow4wjSZVGqlFxH9t2OSffSmBITPKOXdITmZWkkhp0ZlApFwRqbElI2AccYo+yX2IrzPAm0t9OfIjpUhQukkDsCCk66EG4FtBgHCtKlVSK/S59PQ8jLnzutZkKQBpmOvYHudQCRcDbcO66c1jLdVEoNeyLxDhSEmPSKlkPFlQEkkRnjqVtpNwhRuUk3BAUoHD/iih7OnOqGT1Ub6DIsORPlT24rWfjr6EdeXKq/bMTYDsLkgAeYGzromDd49B9p/Au7WqMxXqO9Dn15qetpEyBKixm0NutqbKkONvIXIjggpKSHUEKNjZQ4aVytUYlfcs/Twkz5BjsKV3CFO6cPNokKJsCRcgXO229ziLV5EbFrTyMQwYTqaSuavPI5Jzg8w1nsA6W3W205iAsoLZOhG3nf4I6adOW1Djk8CKdJ0g7Zsb+0zB7fe7GjYSabxlQXUURh9KWpkBpWVp5ZKUpcjjQJXlBzN63CbhIBUvbLW5LeFi3dpWfcOLcJysV4eq8hL8CbHuthKwUguILuZuO5l6VNOgJIJSFEEKOt/a/3T4j3l7y6rQXpVRhYbqnKrkIS+nI4601ZL6ApC+E4DmFygpXZJubECr3fboN325GjcrFqC35SPFIlLyqeSBclQBKO2p7gjzItt7fUXJUT+ZqPraNHwo5+cTnvV9m6s152m48wRkp0J9phcijLS2tMV8gX5d5CiAjMDdF1tXFkLHgRIoW4Vpp192fUZS0SmlJdYfdzISk+IZUi1iD2uQPUm5N1J3jxZUBzlasxwGE/C7qT38KSdATbw6djodkHW/bOw5S6o/S3aTV1vsKUjOleZDmgsBft56nT6jZXuWP6Ey9ZrNVruK1IE1dhzAsXC9Bcw5AepaKc/kWqGtZS10KzA5ctrhQuO5077XjOG2qzFbpbtPw1Ni9S0pXlWnX0GUC+nl5277Kz2fJkX2h91Va3g0F2VS6jSJ78VUB/xK4KEOd0KNlKCwQASbEaG9thX+eN3DlZbpeKMPSm331/d5TDra0SEqClDItNgsEC+tyL+l7NVvcn3CJfS6tVyQZoFzBNBpdGfo1UwbCRS3/6xwmihrMfNWTpHoFG1/Xy2Rm8D2NN0uN3XJWDatNwpNWvPlQrmobjoCQHOGSChYSMoKVAakqQ4QNjihb4oHKt+5sQvwl+Ll5qlxVpSNbpWQUn8xY+hBB2IGsRRcRxefnxIr6F5kc/As0+2ryLiUXSr63B8yFW2Y7jQtOu1Om9E/0Mwxvr9nfFGEqo3KxbUMNYhXmS1IlQF8KUpB0Q49HcCVrygBHFbUs3tmASAQqIuF8b4cnse+cPU6qYdW6l/qkZuC72S62vRTToukFRF+wOm3pHibDTU+K41XokWvU7pycwjKptRFgCCSWyb6KBKTp1Httn7fBuDpeMqW21heXNwvW2M3CkNJK2JHqzIjjRVwbBSQVXsClY6DIsmppuom98NxCfEm+zd9jfdfTYGI8Mzl1thCYTsqEpCXXmgkm5cHQ6Qqx1soHS1yVAPh7zsJYyw4xhx3gUuvQkZ2o+QsIqCAFqQ9HZJyIfBFlIbICjdQSOs7AmAt12I8JRXPfMuEjmkqalNMOh1pxfktA1ABCDYkX0tlIBy1m8HA8/leVlU9H67Cmun4vmQoHS4tp2FgdCASFrTu4lepamyk7HHifRjgFYn1SBEqlGlsc7Fyu9XUxKRYnW9ilRGg8vIi+ojYaxg7iOe/S6o97uq9OSpKMviSm4JQtKrcRCiLggi1iQQoHZabsarjLkG4FZicdhhXChVRLoWplV/wBBKT4031yuKBsdCTcEEted5CvRMWtMoQxmRCqMfJl5dSjqrKbKCSoi5FylRNwQRYz276/3mEl509gsrhbj7DkXEdBci+8VsPtrVIYWw0hXDdtaykKGUg+qchI8wQTtX4KpEqLQWIuI62ib1JyZEFCkrGhBBJ7DQXJOtrq7m5Q98LhOvNvo8PUgKV6+ouPWwt56EAign4wrNB4dGdw8hb+TJFWtS1xZif8AZtv3ORd9MjgAB0FhYlNVabadUfVps+YYVNVLpcXmpTyMiEeLJl8tCSRZN+wNiPL6bIvHr1GxlP8AvVWyIYzNcJ1aVtK8JAcTY3SSNFJNtdQCRZgQsfu1l1il0vIw/KdQ07Fftx4+ZYSsrQQCptNwVW1y3IBtbZhbw/Yx3l1mjMT3cb4QnIW0l2PkjutO+EZS3IClJUki/iRcgg3BBveuts5jemBrO55k/D2Da9AnufZx7gSmEqypQsvocTa/DUhV+I0oW0JJSSCCRtcVB2fPdYxHFiTcNVFtaUyouTNHeUNM7ZVdaFA90rBSR2ULBOzwwpug/mqabd4r8p9bWR1qQ62pDagblGZICVt36hoLXuQDptSYyw7i2vT258B2C+whXUhC8mZVrBJsLHW/UQPIXGt1dTfs8RKXdR89iCAFRq0CfXm6pS64uEt+OlqqQ+EtKXFFZLdxnCXADmUFAdiQCCNrOPPaozTcWs1BcrrUlXHSX1Zk9JKQuzqgQArXQDUjUk1GIsO0bhOVmfElRVt/Cd4DqXeVUG73dbc6g0SADa5SXEGy0E2FYlN+1u8GBhye1Fp0WUpEPi1KU4mLFUqw/TIBWlsaAAjT5ipOuzFG5hzNKvyTmNSJheBiNpyA66iVTpS05e6EpWBbQmxQsDTuARbuLbUOOcE0bAcBzhS8kWa1ys9Mi6ei/S6bEm6F2UVEG1gdBfY3wYxiP2bseP7ucZYYi1GLVGk8KO66HYcxo5i24lY6U38nEqCgbgEElIZB9m93HmF8Q/a2iLpcVeeVRJvPmU0lOQ3ZfITZPDUCkKNi4CEqRfqHYdH98SlensSzIPEx7iWjysJOuYcxHSZUWbFyIlRZTWRfV4XRYkFCvlWk5VaEbaN9lObgiBu+xC1S4kpGJfiqYlJf621L6W23EE3DQPZwXBOYEpUANkdioYtxG7ScOVmrVeb9nmpUWAxUU8V2K0txJU0JGofaCkZmlFVglSgEpBI2aO5egwML1mJPns5H+pGbMepByk3TYi5UkX1AtpsSy8VcS+o1aU8H3BrCFCxvFxRLrO8GnRavUX5Sn5DvHLU2K+SApxKlEKNgDZBKhoNNAdiyl7uq99o3MUNS4tXpz+WOhK5S0yG2tQ2ClZyrIvY6m1tDte4kmSmqo+01n+6urjtfrJaDhIQNCqwPYeQsBpa3fDdH98z3GpTL7C0ZVq6CjiJ1NxcFJsb2ToT30B1ybeo3598TEbqNjMfxBjefu4o29WlsUGVT/cNRhdXMLgCRmRbTKppQOptdVjqDrsP4H9lHG9BrNBlYoonvSgvyE8vVI7odYT3s2SLKb1vo4mxJNiSLjYO7XBm6qfP9w1mtzZspCFKiodlcB+OrzLK0BOYeYSoEXvcGwt2Rhmvbvq9Li/axdUpGbixVymm0SG02sULKAMx/xAk+trAa+j1DvyYevUvZOmPqbApeHGIDrWTgI8aLdKrXN+2h7aW76ee2Ut4c134/CyLRk6Ml0rSkW0/jy8vPZ674cUQJVLb+KtC8nX+rlt+25NvxI7A98n4vnOyuJ8XJ1+Pwq/zP+t+/psxa+4xhIB4igxa9Fcadq3K/MhSkf8NTf6f8NqnC2GOFP+K9n4GTmFfNlJADiDcnvbvqde9tWbTMA0Gf7t+0fvSLx19DsNjjqUnU34eRRI7XIBsPIDUGkXBmA4spyLS3UVeE+0pHPsLOeKrQpC0m6MpVexCgTa4NxbbqxNJKvGA1A3jNUbEVNqm8anzZ0KlvpRScc0NQRUoKrn4K1pumRYqvwH0k6qyG+o0di7CMXFtBYxvu5xDFlRavkfqztOS5FYkO36X1JSSuKpSsyVIWgjObBayTbJVHwpi3BFUq0CLVs6EZos1pV1JcSTezzei7HxJVYpPcaXs1d1ePq9hJ1h2A7KhSkO5Vuw5CVMSL3GZQN1Mu2sFXBQ4LAlQNwwlhSd9s63xHgOqVKfS8PLreGqjmTiOktdLuXVReCEHpUFC4W2FHMCoXuSLvEz25afgNjFuDci6iw0hLE91oIdeY0u24pIIUoXuFE2JuQbGwjyd+2A6piOXRqozCwnijxQ6llXHpcxSreJTeddPXplNipgka5QobD2LGK9gOLUsSYow9wOd4UiZTpjTTsOoNOWzaIuw+0saFTd0qN7EG+xVs3jmWA5ixnSIHCcqmI2apQX38yWqzFY5yO9exySYpUhStEmy2lpUPNC7GxJg7EG6+BP8AelerlOqi2GunpcRluOo5Vi9hrpcWuCQe+zboWGtw+8Hd/IOEqJ7vQ4199oyZDjrDagfkSVFbNjYp4ZAAykWNtkLjvcTFw403iOjVZFRoMpSeE7HstbKiLhty1lXFu9gbEXGpO1n4XEGfKd97O/8Anuym4GA2mITCE9Co6R1J1sb9rG5IAuCO/wBVZVhWapAbr3FWuat3ir+FwlZ/IpygBJvqCPx+uxpTqfxWuV93UubFYQrNmu1Ib1sPFlWlQ9QSD+FtiCPRXazF5V2nPwn0I6J6EngSED5HCnoCvW/4m+m1MbRKEbou0M4jqkqI1WafKRKfTnzuo63vPOnKMro/vDU31JI2vKjiGVhyByEVpefweEqSlX+Xca7GcDEsrCTvuGVVpS6chaXWmnU50s2XfQG9gdbkWB0vqb7Q95GLaDWWm3eUirff6OK0kNOpTpa9hYjvoQb6n8E21LIfUTvpGcv6gAxjrG9Li/dZfWvNn4XUlSbelgfqfLarrzFZr0CBVKo8+uVnWla3VZvT8bAeVj9LbGWD6S7P4fCp6H0fOtbuVSfzFyO/mCD202uKjh6LA4jrsvhsZ8nSpCkpV2AuPXsL9z2vtdH7p3wJI9Vieo2FJVZ5VhqstMNykdC+EoqSr6i4vsPb5d11LxlFYqjsT71Cd46ekKV27eRsfOxB+u0B7GNegNSKpFpK5sVjrQ7As+nL3va+a58gEn8dL7BVO9sFrE9Blz6Nh6VXoUJSmpjUDK7IZUk2VdsErSRre6QBbUixt5upt0zu0xjwwOtr3Mw186Ede31vAl1SBRnJ9L4HNMJUtCXVZUqsCbE9v22/EbZvwn7S2Ep+N4kWjYn5Via7kVDnx8iUr73DgspJt8pBSfI22aO+jeDS6XQeE7XEU5b/AEJXory00OhH+fl9XazK4K8Qh3Z732sUUviymV06UjofhurzoSoaHKf4P02ZLVXalNf3/wBT+O+2LtzsGjcV+s0vELFU5pSlyOF0rSs27gW0Go7ny12N8a782t17XFrMTnYSMufhO5XUp/X172t2ve/n5bW7hkjcx2xsY/wQ7WWnKphfIio/O1Id+A521OhUDpa4t9b2tsk0ezZi2VWXMUYj3p0vDzDalOpiwutCVeheWpJA76AWGnfXY83S+0fgPer9wo1WQubkz8u70SFIv+oqylWvYkA6+Z2+t+G5al7y6NzVLd5WrsIUuO6l1SEOK75V5TqDpqQSNPTa3Z3nMv8Aa3lCTDy2morcVquRauhhCU8wwsKSq2l/4A2vlSpTTrfCyZF9akqXlV6XBsbH62Pby2S+5qv1SBAcwviik8lV6crI+nw5tLBabgZ0EC4UCR5XuDZg1OrVRprixYjD+TLnStZ6k37pUkFSSP8ACQfPL32IyKstVwZZVqDS3ayw1xmH3+nMldkLUnTuUnKr8R38wO5/a5QKXF4cVrjxXF5ltZUFXUNdLam1r6AEeh2Re9DHztLxbRaz1yoXFSh2Oxk5hlRUBnKSoBSR3JBuBfQX20dQqrAr1LiSuiUwtGdOdHVr+OoPrsIJK53NkxKVPHkBqe5heViFDFRQpKeFK60PeVkr8jc6A66g27DY0wlRefpfCd6HEf8Ai5vxH+mh+vntNx5uNwRvBqjder2HlsTUI/rUdeRTiB5Od0rHnc6+V++1jRU4Nwa7Hw5S5fAf6ckKUrNmTbUtlfcaapuSBtTcyNO7Y+ZZwcJNOtfFZ/8ANna9pFMqlGdcaa+9RV+KO71JVbtqdQfwO1vQJkV34XR1/J/w9Ni5im/C5qK1nybH+8QiVfIMgNxpU+LwmnpTCF5k5EOlKk/gRrsid4FB9ozC+KG5WEsWfaHC6/0sN9hCpUf9YKSmynkEDRSOoE6gjUO3GOM5WF6X70gUlio8DrXH4vCWpPnlVYgKt2zWHkSO4mUSswMZQGKpAZ+A/wBfxcqlNq8wSklNx2NiRtVKAhzD72UyioOGMESqXElVSh0hC0IT+lQl3grsM2RawFIF79Jtb0vfZU72txnsl7xpT7tZZw1SMQrTlXV6XKbhT9LgFZT0PAd7OJUP89nbiPBkCe0570iImxV9eR35VW7gghQI9QQdl5hndhubgT5bVL3cUGLUYuXmOFCbStSb6OGw6gf1iL3OvfWS+w8cQj3cRF4Z9lv7G5+Vl/augrz5J9GlNJkZfILSoKGmg0Kge109jT06gbwdwWKJ9e3IxIWKMOylceuYeq7Rhz4dwNUKbQVuItpmGZAI7gEEbRpdJoMX4UWnMQUL8ORAQn8Ae35bUGLcMtNSmKpS3ethedC2vGlX087W76/S1tNrWt3kw8LXqWQepk7H32o3v1Si4oi4TqMJEXNx4uUcdlQI0StaQladDZVrgWJHmBLE+4GhYxe94YiwpWJT7C0u8Cenjx/qcilZSSNDoQQbXA22lJqTrUBt34D6PmUhoJUr9lgT+Gv79gHFtQ4sV92lu5/9q0jxp/LvYedr7Vq0wX7TB2a8+8QEwBu53VUug81RsB0GiVFhpSUx2kZGkoC818i0pCD3uRrfzN9sX+02nG+MsW+9IGCMSxaXFWqLHa92urQ4m+judCSkg+VyCkG5AvtrqTUeL+idyf8Amv2f8CPTa3jYmi0uB9/disNr8HFQEpVpfQnQ3F9Bra57a7NV1BDn3F/rXZvUwdV2Ysrdf+m5Wr07Kh1pd2nU27rANtcuvkDl1B12Gd3+5evby683AoMvmkLQp/n1o6G0g/MbEEkkdIJOt76Hb0Yo+K8G4tle5uUpdbfQhSuFy7bqk9zoSAdLeG/oBrsRK3QyuVYr26pmkSoqFff6Ty5hS21ZLHIT0rN7KKTl0tYnTY++atNjWrkiedWKt0MXdzK9116IwiawhLquAsLzJ7Fdk+ZJsNBc3OUdgzaP7MVU3tbm3MUYDxDgZiaxmd90VaOWuI0ki5ElskNuWBUCpBF7AlIuSZ4xwxu0w5vkcd3oYOXNW+lpa58qQWFqzkpLTjagGypFul3O24AUAhwWOzoxB7He77GWF5crdzvClYXWvrdaU6HWEp/2clBObKfDmBUk6GyhoakFoy649TH26Herva3QNP8AuurSmGOrjx5XxWkqSCk5nmwtHkAVElJHckaB0U3ftg3EcBuLi3DDGF5VUSmOuVHWF0GrLVYdbfhZdNvEkg6G47Wh7o/ZZ9zb35eA8btIRCXTeajzGEZ2HMzmVLraxdJQU+ba7+SktmwLw3LewnRt2mMqtXqzVve9EW6l2BTeLxY6U9yopWkqTftlCrAgkXvtx8ZbEA8J+xs1i3m69WWZVLoMrMqPF4/MMSNe/DUVZWja4GhsrQpFhtnv2g8Qz4E9/AeCGUSl0h3lZ7sVYUhVteGk9hosXGt9RcEAHWntP+0DKozre6/d97xpzFRadjyKzSWgtdPSkAWQ2UnMASM1gCB2I77Zxj4PoLsB/wDnLok2FKm5uFi3Cq+AiZfu6+2EqbDt7KKltXGtzYE7TWw3cyjpMzRIM+l83XqXx1wmFo5yKrMmRT3QbLKkKFw2dFBWoOa+gAJ1p7NHtHtVmg/zQY8qzHKuf+cGU/bKyryZUSAAk6WVp9RpcpLE+G4HPuRapixb9RhdEKs8qI77zCr5QrKShSgkgm10qIvZNyAPVehtUvh8+0whjOrJVKcgKVm7pW434T3sSAk6Ai+0W1/Ik1n4aa5rU+VFny6W1LlIW+rhPx2pGVSVCxzJSelf01v3IOxDSpEDmmMLz6e/K5pSXWuKpDrCrAFJKVeFwaEKBBGmuyLw7vDi1mgttSnoU2t0uPy6pEdWbjMEEArRYKQfwBBsRcG19CbhcJUvG9LYxRKZqkKV0pdhPyA6luw/sVA+G+hBuRc2NrbUVm24hcQ+kbtoDtL5+BW5VIlZE5GtH0pXaw6VnX0NiCR57KWg12fiPHlW3aT2mIr8VpK1ZGihDl7hLjOZIISbXKDcAnQkWJZ+PMB1RqK+1FxjyudPws7WdKtO2U9RJ+moPrslfZylVmVjerRcW1FFRlUuUtLTqEFOVBsLakqvoL3I0tYeQS1z7Ki0pYeIpt7VF3vwMWy8LtVDgP05OdpOXMxIaXfKU3F0Xy2KEnKSLlI0sMUCFKnz+alPMIfY+E661KLEplV+oBQJzJNrFJuD59xtqr2oKZKan0XFtL/TxVqYkfCKkPMLFrLASRYKsRcjubkC+y53ibjYH2I+2UqnIYfQhMhbsVZQ6ykE2VbzFjYpFxqLAjstU3fTfBnyXMXcydPixWItBqMpcpH/AHKQ0EKe1JJbUjuoJtf0BJAOg2K6Ni91rgOz6dwJTC0IXKjyChSk+qmzbMQbE2Fxe4SCBssMNwKy1PiNUt7jtysv3J1oKS4o31TfQk9+kn8Li+zgpm5ms16Lz+N657oioQlbrTSsj6de2ZYNz5Xt5aKFri1ACNL10LjMZkTfFvaagMUt2tyn6LKR91nom52FWtZpTgJWw4flukA6AOWGv9U8dRazWW2q9L94860mO6qYtPNMqA8Cidbi2YKuQQk9jfbOc3Em6XBFefoMXeFiGbTn80eRKjsNvqj3WcwfbAQHmxfMEpAcA1uq9tiTFkqqbuWqTWZVcomK8PSlJdptXp0dzNkz3LbjC7Lb6dNSbknQDTbQQ7oXYqfEbclqByH9KRGH20LSmPNYQtDrahe3qF9tCk6gHQd9v2j16VKlchS/e8WU+vhImJdyMZtLJcLnRYnyVlUNQFG4Al4H3o4NgRfdbuE0crXmuYjqyJVFqHk4jVQIcSLKIJuCoEag7Nej0HdzXsOS6pRqtFoNaYaU6pqV1tONW0Djei1A2sVIJN/I9trzi+2Ajs7FHvT/ALZMrpcpGRqYqVFbUhxI7EFNwUkdikkWGnmNrOXTGp7TDtBlrYlI+KwthaJDCteyFAnLfW6QNPmSe4kpVAnwG58rPSJT6Uoz51yKdI9DxgFJQL9lAmw7puCNql/EEDAcrmsW4CfYmsZXYU2K1nanJANgVsZgo6ABwpOlgbdtqSMz9qtD98wG6piOJyUqFlQ7KjoyoyjTK8kXBSRpeySLeelh+l1Xc3FlPwK9jLgP5lNLjyHQpLar2yKy90k9lEaaWB82FV/aAwRjfC7dUw5Q5UWr5UoXFqkAoXkIIF1gFDqbC4uQq1tBe+y0xAYuI6C/FdwnQV1GUlS2lcqM+YgXzgg5gRoU217KI0O3blkjyhBV8ObqsRymGoEtCKvCWnJCVIKI85FgQhKwPhrt2JACtQR3IiYj3btNcOqYXelRX22lJTxVIUvyzRnEKspSLi4IUpJsCDfumcO1+s4Dd5qfSUVFEJalcmjO1wUnUBPiUG02vl1AFxYC527yfbRw5WcURKXK3e1thhb6YqmJDXU9rfMwttRKXAkE2JSCAoE2BOwV9yfthRUJ1e5Vxp2JKlZMqsiVFDvb5VEDt9QD3vtWYbxRAi1Sm1l2k4ypFRir4seVwuK1roULCOpSSDYpULXFyRYWKl79aC1VG6NAiUhDEqOp+HKkZ0pyjRQUnKFgtkdQsbAg6g6c4lfrM/hz6zT4UqiSlq+/0Oa0+hPncG+Qg9yk5VD0N7bHRZQvO0quUuVWftHRsJsLpy8vvGBl4C0rNypxCV2CbnTLZIBNrjS1ZjTHWCKDPbqlLqMqKw+lCVtOtBp/TQtjMMqlDySVXUBooG21viCh0aK170i4mRFQv4HFlXS05cE5OIElKVG1jqb3toSBsJU1GF69Rn4uKGWEPwnU5ZCVhcWYkEeRJSPQqBB8iBqNrmSDBLfliDAeI6XQqpzdRi1HpdgVGPdPobK0Soki90GxA1uQNrzd0nDlZgN81x4tXQ0l9h9CeLxEpCfiNrGp73yXuARYG2pJA3h4XwbFl4N+z3PUh9pPMUmfFzsdIUCA2u4NiBldaWlQOXW1iRHDU+jOu/0DToqGHEKWw7AXkfTqSpqSwu3xBoM2uaxsSb7cDIhxuvc4uMp/vlnJNR0JU00OA4kI7j/Eb6EAg3BAvsR4ywzQYvEnwKShcKcpLTsdbR4DL5OhC72YzHSwslXoDe6FVVN4OEsUN4ooNRf4C5TvCmoT0d+tiSy4S2pJ7JvYiw1BNy+aZXt43IfajC9JizfeKfjwnc3AcQpHibWASG/1kKQq9tDqdiiQYnqocR7r+PjfAeCIuRjN75ofFcj5sqQoOMpSk2uL2KQpJNrkXsP3DW/mvbxqo37mw8/SH2MufNw3WnFKPY9tB30tp5X20dWN2DTWF25TWHkVGnVGOpEqmolFK4qFN5VGNcHTTRsFIB1AvchC4sp2CN31UiUujPLXFqmXhZ7qdhur7Aka2tqFKt2IIPfYmZC+RxLqq7yHaDzEqfh6DFzryrkJQh1jiqsArKtJSMybpI6SLjv32GZ8h3EcBuve9qOuEt3Ny62lsLjrIJUM4USpOUEA5iQCoWsbbfy8N1n7W02LQa4hcJ/pqiX4XONNwyLLLjZ7pN8oOgBUkkjttfVDc5VGp79BoLMJdL6OYW1xFNJaIBAyOaA5rEm5yixzaEBOx1TyMvZtT3M8Y8q7VenuSouGKX7xY+6yF8XI7wl2PDKgCFE5goheQG9zc2sdbvd1sWs4X4s+k+6Kjwk54rvxWnlKNk5QLjLlN8oJF+xI2MpPs116gyolZdl05hbCuFIdiyFJXkP6IKGpWgmxHmkkDMQdRjecK9RqWijUHPnQ6vgcK/UoDKAMoIzAanQ9rkpBJ2lGV13LBnb90DWcGYorAmUuKPs3UaRMUqjSkrKESUW+Iw7lupLaiQQQCUlKCUkAgl1e3Z48o1UpuN6ziFib7uaS67HqUNtUhKhfs+m6HWyDcKsSbaqPcCVLxDjLDmF34GLZcqtoYQlEVSY6XZkNdunhquC8kaqKSSq9iki4Bst2+8+vcX7L16kv4hpz6vu7qY6loS0tw52XEKAWhSb317diLjY0HmNKT7SMrkG4EDDEWUwxlSqRD4iVqtZKjZNwoDzA7ettqp/ehS5Ur3pAwxC46E/FSiO06lxA7hTdkrUCBaxBKc17HtscYF9nLCWKHXKpg3eFVIUVDuZdLdQ3np7qtbAkXGvYm1x3B7g1k+xfgOqfFxRLmyqijqad51xhalA3uhbZTlIsLpNwfMAabBL7YnZraUO0g5iuwrRPZu3gz3GvdM3BVRlZWH1UuQpMJxWuqW13Q0T5pARcdwbaWGJPYjxG7QX2sEbzaDV6c51clVGC0tSToSHklaF6WABQLevqD7wN1ErDm8GBQcBvVGKw+tDTrrrodQ3fQdatbrVfQnJ3JAOu1VU8R7xt1VZ5DGWJuVi50tIqUJ1SEtqVYhDzDngVqALkpVcFJNwAZbOMxmtu6uRIuMt0W9rdLwJUrdZUa3h5HwpXutr3iwlB0z2jrLgQAbEAAix7Cx2DcJ40+xu8H3zgiuIfiylpTUsOTZ4jzWWjY8RtLiUKOQHMAQlRT6mxLeiY5xvzUSqUbFkGK+teZp/I5DalKNgCnIopJ7g5Okm4IBI2KoXtAT5UVuBvQ3Q0HF8VCER3XWorM9Kc2hzoUkLSSPUdR72JuRcSznb90Iq9AiyqWxXveMpCJWVTrTrXwpV/Cs2FkuJIvr5ldiL7JXek3u+nu+64v9CYryZmuA7k55F9SGXLZrgC6m+5sFCxuXFEx97PrspjC9BZ+y8KtrVHRS3XXGmorqha7DbnW0NQCkWTa9hqSbarUegu0t/CWKGcPVthGZDSnVFC0+Q73CVEdwLXOlux2qp2tFkc7854mRt3cOqRZTjsWnLlLfVwpScpTlWknVvWyhmNstgsdrXIAZ8bCtUlf09VKI/9yzP8LxJUgDXS1wdPMW/Zs0cGbusJUufxXeVRK4v9k6E8ZI8u5Nx6X1IOvc7OCa5S+FyvwOAtrraVZXl6fTyItsnqNOlz7zMfqWu3eCD1Bbd5V8OYjwkxPo2J6WuKvM061zSczb/Ytqt2JUCBp38tLkZ3l70PsRAfa4T9RyLyfCRmWm5sTaxNxfUHQkel9hCXugwvgjE+IcZUGooZYrWZ2VAdyqaedtcuJJAWleW48RSSQSBckiTdUdqnxaNLW+/1IUl1rIrpNiCPUEWJJvZPmNqtqG0/v1MTU2E4sAOPmKjEasR/0lPoPvTmqjHXnjx2iviRyLLQttCVBxFzqCDYnuCdtU+yv7Ru7TkIGA6y0vClXWjgNZ7uw1Oi5y5tFs3tmyuDKCSAewEjcjjTBDUVyLiiJytXhLz8KU0lSnk986NB27FJubWsSBYMt7CW4feq05P930ib4muYaTkdSr/0oghYI9bg6d7a7Oae5GWMP1GvUoKyvr1G0qk0uqUZyL0deZfwulSV9s6bafTTQ+Y2B5O6WLVOI7KlymP7yOn1602/9BNvodrPB+H2sLwG+QxDUX2M+RpqY6M2mgbCiMpUB2vZRAFxcE7X2I8ZxaXA5rir6FZHULSErbV55gCUm3roCLEaW2IWX2YicY5iAqO5OLg2qP1mK8uUuUnIt3RSlWA7K0P5G5FyLkdhR7BH9PN4jqlWff4CFIajo6Wm0kagpFgTp4iM3ax0B2Y2I8de+XeFAicNh/r6M2XNcagm9tfQj89qH7Oz5/3qVLWvJmzJ/Vv5nsB5nKSDpa3pn2Xtuwkp9TfYNiE4EjOT2p7vFi51oyJ/3VAf8/P6bfz8ThcPi50LX0qSv9x7dxof4G177o4UByK01wF5c6FIyO5vy07+djceY8im94OEcUNRXJ7WIc/A+KtLS15m+xJAVe6bjQXuPMC1yI1OzQI07O/lG9T2ovCcdaZQvgI6usZ9fS+pGhvbtsn94e/KVhd1xqBg6r1Fhj9K6wjqbSSAVJSbZgAbmxJA8u1xarb/APC9GwREn82ibiVDqYrsVrOh3i2OZCkGygCm4Kr5TfvcAkU+0uPMZV6ktYSdWxzuVqPS6klpSkum12c4shxChcDNYjtr3GiuhT5m/oOlIz7rBxBPeX7SuKJXDawlidcVC+l+E/F621WvnQo2sLaZVp09T22V8DeDvBnynGq9iGqVFEpHXwpmRTlz5AjKFjW1gR9CNdtg4u9kKVEi03FG8Hdv7uqLikpYlQJXwHMwuWlpbUU3PklQsT2GpGyE3lNYIpfP0HCVOYYr1OUpb8LgDjtq0zDKBfPY6pFwQq/Ygkx0lSjgTbGjqT7VlE/Li17Dkf8A7eLrvhj+68VNBqU2vybYmtdzbwpcKRcWB89hpyG7AabiwKdKpaJqlcKnSkBPGWAbuRnBZDthoQRmGuqgQNq52DPlReaadQ2/N8cKbHypeTfugm9yNTpY9zYdtiHD5x5hKgvs0aWitwsvMVHCtUhpnw5TA1UtDRupKh3JRYjQ3HmvsA9S/bVfUoIVKdqkpzn3uAvOlaUutHxa+RPiFrEDUHY33S4Oxb7+c911abS0IVmXKhrKc1s1glQIzpubm9yDcWB125UeXg3eWP8AsvLbwvW5rHVRKzIK4c5ZCQnlJq/A53ARIsok6OADZo7lcN17CLUuLWYj7C8y0utPtKYdbWLJBUg6EkJHUkqCkkKClDKdsXr/AFA6LRNYnDfGYj1F1q05Pz+8f1D3v43wvAYi+/Od4CUoWie0H8yQBcBRso9ri5JHa+x3TvaRwvXoHuHHmGM8J/8AS5WhIj5hqCWVAKSoHUKQQdBrfQZ/nOu/2TvQv5NP4/Darded/wDdP+H+fp/lt8y0f8Q6+htwcn9j6nivqnRtyzRs3AWCKz/TO7T3XN8X9HLsl3U3PDNhqf1TY3OhUSbruh1CfFrL9G5RbCJS1NOsLayLSvXUduodj6+my6h1yVAlc008tC/myqKf4/01ts2sBVL7eT4k+qOoXUWFp5eUu+ZxIFuG7awUQOyiLgADUaj1ek6yeq4rs4P4+DHq9XZf8/2ndrDfubhxZ8RiUw+haFtOtZ0qT599fQHt+8XNF4ti0ug02LPdyLojqZFJlIdWl2CoJy8NCgblGQqAQbgC1rAWNtiSFF91t1To48VamnUeFSUkA6j008vXv22ztXZDsqU5xXetDudCV/LfWwv3BHaxOnfz2Y6h1L/RawqfPoRh9Xdpl8DiaawpT8b+0C7KFLxZFpaKfm478povrzr16GgpINyOpWYAaaKvpkL2h91XtS0veDA3aQKJKry63PRS4FXpLTi6cl1wgDmXEpPLpAIUpK7KASo2UAFFq7nt6ru77FER334unIm5Y65HCStLdyLBaLfETcapSUqtchQI21furwNQaXi2pb1Ystx5E6KpDqkyi611WWp3OCBJTYZUqcSHmxmSb3Ntr+Hr/wDU9OL7Rz8z0HTaU1NIvccxAb+9weDfZk3QYelYSlzX6i+hFEq/FUC1VliK4tyUpP8AZOFbXyWFl2tcA7YBfpv86FLq1eaelRaph5S15uEFMVKKBmDSl92pA1SkLGReicwNrei3tYb26DvawHRqZgOJKrD6HZUyRCQ18VtCG8trZTmJSpSrA3ASoEXIG2O90zdBwvhLFGKPdy+PV1uxYcyQjhfeC2G24i3h4FqcWTZQBPYg2NvS7VBmtXVtnD2HvaXw5ur3n1fdzvBq7zG73HjCqdPd60KgVGwS3KzJOZtJ1aWoDpPDUcoQo7OP2l6jFwG79kouIeaq6JmSBMkNBSZSSyHG38ybAhxtWriTotS7pNjfGmL8CxYtZYr0WnZGJrqF1eA0oJdpsgqtnSEkgsuKScqwVICsybi4A1VRcF7ud5eEqThLFFcmzaWhpHLyErLUiCtK7pSr5sgN0mwsRqFW2i5uOIcVBvcyzjbGO8bFEB+LXmZUWbTl9Soa1NJeSB4soNymxHcmw7WsQfjdTvO3jYDqjbtBxDNivvryJ6z8RQGhKVXSsgaZSCFDQg6bXW8/D32I3gz8G0vENbXFRmfgKlLStTdz1pJsFFB7JV3ISQQbX2CJFKlSpTc/3jxIqFIVKShASplVxf6FJOoVYDWxsRrWtuOYC2hG4xN67pfbAo0rgUve/T2KRKzphOz49+TzEXzqTqW21i/YqAJGiQSC6sWYcpcqK3KgZJtOmo+A/HdCstx26bp/C3SQLi1iBgnDAitSm6z0LWhpLTq9Fd9EOHulQJGUq0y21va4P90O+7FGEqo5S3WWJWHn3+EqAu7TXldoi5DD/mkglCzqLknLFiBhkTN1PTRWN9cJt5sevYSn8Ks8rNi1FeSLMlNF1p7Uq4Ej1WFWKXQQu4v3uSum/aIan1SJhzehh5CKcxlYXPhJ4siLqQHLkAvNjMSUkZwBcEnQ6kxRScOY8oL8V1rmqXNaydS8qm1fqKKfCoG3UNQQCNsR70sBz8L15+lz2X15FfAfdSj4yNSCFJsCbEA2AJNzbUbJ78HMQu1T3J2rI9cW4EpfKxJ9LxD8OUhEhiVFupEiOeoLSpFlFv5iLHz1BNj80Nc9qe3FxQ0zUYtRaS0uR0OocSRpqBqDa9lD6g3Fhn1vF1U/m5b3fT2s8WFNTNgPpfKH4LoIzFBsekjMCnQdVxYk3JMJYrrM+lsYcdqKOOhauSfddyJVoTy6yRZN9VJWbWVoSL3BFtXfFxpq3TYPc03Q6U1Ant4c40V9heXl0OqyKyG2UdROgzJ1vpoB22J6vu9iwHeQqlJ4C19eXMPx/A+txf8AHttk+o47xk06x7+iPsLYzoSpaShSljQm9iF28yCR2PmLt/d/vHoOLWolLqmIVrqLDSVtcXP4LAdJtbQHVJsRroLbN13oxxFLKHo+4cwor+6fDlelInyqd96i/opGqXW/qlYsoeXc28iCNNl/jljerQZTbX28mrpDGTl2lu5UpUD4FixF/lBBF7nsbEN5uU7A/qstD7PyIV1ZU/j30/HaDVm4tU4jUrgIbWjItp22VXrqT+FgfPtsxYqFeJfTa2ypsMcj8QBxPvHrNZwvEntRJT62EfFQ1+lzXsSkDRZAAUEi1we/lsP1aou1TkJ9Lqy2FzV/dX8hyuKtq0rMDYkCxSQSCewIBFBjiI1u0d+9e9/da1O5+A7nypOqjrdIWLgZVpAUCADck7UbeK3fcMuByjFRpfFTknxejh3FxdKrhKgR4FEXsAlQtri2aYFgZ6avRV27blP7wPxbjN2fXm2q98enZ+AvPdL8WQElK0j5kgapKT3AUQD2JLutp1BdlNu1njrRxVse8Y8pGdtPUEuqzXSUgWIUCmw00IO19Eo2HN43EarLVORVJSU5pEpo8CUsAWLgTZxt3MALpuLk6kEbWlaomF8BtS4EDCc2gyoS0tVKLNdMqO2pZASUuXzqacScyVG1jpe4IDa4WaiVnELXMS16g7y6FAx49FlMUh1hrn+FwlSoRJUlDzJJQ5YKLiVAgKBUCCTfbYW9VDVGoMHFuA8TIhVThJfgKgPqQmoIFrpTqUOGwy8Ny5GgCwLIPmxU6y67K+zjtR48qnOoRTlO3SvgKWVpbWqxukFRy3Fhc6km2zJwVvixvhKqU2A01KfhOO5H6cnqUnMR8VkapWkgglJFwQggaDarjPqEWM7HWDceT8Ruc1gPkp05PNIVHjoYYlXy3Xds8ALJyg5bEk6i5AK2KsW4cxk3Rp9JlUuUxnW7HlNfpmrWKhexKb9lA2B0Nj21TXd5mA4ruHpVUxvFYp1UYUwxKlfCdgyLgltQuFNkp1UbGxSMyClQAzOvF2I8UYyn0uqYshV6LS5j8dPwgl1tOfR1FulSSgalIBIykgg32UasL5NFLOn1oTa5yZbYeer1UxQ/VK88tiLFkLQ0vhZeIgX1Kr2VoLdrnz87sGdUOfgP+62ZS1sNeGKjMrKBqQkdVja5AvbuLeSrxHi2qQIsujYS4819ClPusNJ4qkpvdRKQcxSCQDYEgEdtbSISvtHu+q2I/cdUhVuLmkQJUCYV8GYkDIypsWK2lKFwpBLib2tcApyvp31ducYWY66KzUPkDAje9mPGUB3FHv6l8rW6dK+71Rhf6eKrul3KRmKST4hcWtcDTY79orF8BqqRPdfRkRndyfqnQAgaK9fP92yz9m/evS59Zq1Zdp0KLi+K0hNcaW0jLVo9ul5WSw44F7OgAqAyrGYCwzvsxU1VK9LnxciOa/RNK8HlYhRNreenbTXQjb0darUmBHk0/aOIN4xxW07Afa5vOhfV0fhc2vqNdD6emyhRJ981liltfHzup6coX09+pJFiNCTrYgWvt3rAnu8d3isIWwhWdpS+pxHqL9ydb2189qXBlJdqk9yqRXYrGTqRx1nLmGtgbgZvQEj8RtXMdWse56R7qtwuCMebpabPap70KaxmVkYkOGOpabgKZCiS2CLEBJKb+o2Fsa+y775lS6zAraIVX4SmnVKaCEzEEBJbcy2BUR2Uex9dLXHsfY/nz6NLozWJovKoX1xUSBKTFfPUoAk52wQcwSu99SLi4DJ9oTHlB3VYDl4yrLsWbkUljhLQOFIWogBs6gJv+tdJGljew2Z+OIBnsV9qzCmNtwG8Hi8rPraKi/FSppiRIaySEtAghtwWCibk3NyCNRfsEJiDBeLcOVT+mWZUVcJfwl5OptI16VpAUU6DqsQSBe226MNY13X7xorEWg1uo0RcVCUJp090z4bd9ciHDaQ1qbC5cFgQNBcVe9PD9BlUZ/i/HfYXkWprrWy7bTXy0J1ICgDqCDc17nwZYWWIfMTJcfAOHMUcN3FGSkLlKSlqr68JK76pfAJKLgaLsUDzABBBxV8BV7Ae7mXu5r0RdbpCMrsWOxd2Pwl2+IwRfh2UAoFFrEdzcbfrblZdozlGqlOi1GEjMliVH6HW9NG3En01IFgLEWJsNi+lTYG7TDjc+sxJs2iMdXCS7mdbaNipbPlp4gnS/Y6m+xKzu4jfxvEReHaFS8ONN1TBFWryKjCTmd4UcOrSm9iHEJSEuov3KSlSR3B1BN8BfYjFDU+su4NlMV5CFe9KRFfdSiUm+cuCMehZ7KypSDe+UXNtniijYXxlFiYywlUGJTD6M0erU1QQ/wDgogXKge6Fg2I1Fu6I3y4Q3oYcnt43wlUUYliwutXCitsVFtHey0IAS+PEekAjQBBuTtoV1nGCYmNbW3xgyna3u4Xo0pygxd0/ARFX93ddiucVlJJ0IUgEJ8im4IIsL2GxXhH2lvdcpylxcGoWh9Ck8KP05vK2YpIBAta9/MEDTYTp+/6XjKjMT6XVuSxDFzZ8zSXWnlDvnBBWk5tLi4PpfXYnwfvKn4jnvxd6G72kLm9KI89cXlVZx2IkNXski9ri2t7jsBWEJ7jHcVlzKHFOBIuLeJiOBEXCzrzKi5Qhbd9M6SnpVcaGwSbd066rDF+HuQpbfCZ/QfPk6cx0/wBbDZ84wxlRmoDFGi0OqUiataVp46w6jKTayHBcKHeyQe9iAfJr7mNyFGrNL5/FtOYm5/0Tui069urUHQXI+vc3ucyxO9YMHiZeoPdcJMR4PbxRAacdpct//wBJJQV5fraxtcdwdCO477X8XA+I6pAfrLtJfi05bvFfdSjL53vl8tO9hYD08tk7wkbtNy33+VEixWP0TTSGgrMryGUak39ASNTtmDfPvnrOLYDlLwu1Fg06qL4SFx3Qtb2gBQSLFBGpKR3OXW2zWz4EdrRahHTvYxDFwlFYan4e3k4eisZl8/SVlbStLgrWgHptqAogG9vQjPbEag4txb9rcGxMa4rrcr/vsBp1qUpVrErDGRI+qtQRoT6vXd7uC9qCVihil7wcWIfpzDql8w1NLqZSNQLDIlSLjUg9rkWN9tz4S3UtUGBEdw5EhRZsVGRK1NDL9RdIBF/Ow767YdGmHyf8RerR9xN7n/E8wWKPvQoNeiO/zRYlpdQ/sHapAcQlSie+ewSo6XPVcefcXMscez57XO9+LA4uE4tOioQpSUOzS0hxXy+ELCdCbk277erNP5avRfdeIqS2xNQn4rC7LQr+8hVupN/oCPMDa5h0+LBZEZnoQj5dtemhK/QndmsTzF9mrdBvB3Xuy6DjzCdRpdRXmzcVrMhSe90uC6HAfUHS9jbtscbzdyuKMZNOOutU5dOX/ayuIrh/7gSbkeupsTbzB3hiisUag0Z+fP4HDYQpeVVvIX7bYB3k+2f9rcRuUHdpwIUVDrsV+atSFcSxy2S2rQ66A31toNoNCs2ZfT6ZA++Zv3xbncZbqqN9o6XLpD8VCvhO02aHcuUjtohaVg5bpKQR3vtd7iPbi3g4cpbcDG8ReKKcjo4rruSY2gXuAuxS7YaAOC5/X2WW8VNU+0cug1mWuosTXVPo6SpaVrJJsADkHoALDsNAAKFnA+MosB9qg0mVN4HypYzLSn6gdRtbUgfTTa21YS2hbfYnpJg7GW7TfTFj4jwbVke8WEJzxVq4Upm/dDjNwq17i9ikkXBNtjGqQGpVGfa5tDE5hCuld0KUkD17H6dx6kbeXe69jHmEsZQKpPiSoK0Oo6uXcQttOvqm6R5am3loe/oS7jJqVhJt3EcSVNRwk5nWHcj7ardwSD1d9DcG1jfvsC2sLMe2pqn2rPP32kMdYjpePG/c1blIQh3OtCFdKVpPkTcpIN72t3JN9tveyrvna3g4DicWoLfmwkJafzpCVZx3vl0P42BP+WX96ns/Uas15/GUDGS63ClLTxWp8Xl5jPckKCQW1+pUgpFz4R326bsI8DdLXmJ9BlrYz/CldZyq/wAQNr6du5t9RsBrEQYjP0rNTu+Z6VzsUyotL5WU8uEtaE8rKUnK0pR8sx6b/wB0nXtrfbMu82Q7KdfqjWGZq36cr4vKrK2s19HCm4U3p8yDp5ggXMLF3tGu0Gl8hzcXJUWuth1Z4TibXIFxYKGpHn6DaD7NmPqo1jyXVJWdFLmp68yyphKjbK2Qq6CRrZI1tcjZYndEMt8wj3Ye0Pi2g16BQd6GGajCp01CXYtUdXmUlJHTmUBZaD5K7jQEG9xtWgVhp2KxKiy0PsPoStDqFBSVJP1Gh2ROOKhuHgRXIs+XREMLUl33XPQtUJxfcZAm6oyjqczdhe5KTrslGN9krBuI3P5qnn4tLQtXMQJ8puU1oR+jWlRC0WzAKICgBck9hBt7PuNIy4m56/yEpriuxFoWv+1R1J/3h5fjr9dqWkJaozvFgNIQhasy8qMub66dz+Owpgnfjg3FFBYnyqtFirXl4qFujK2r0Ub9IPkTYeVydiI05qU63VKNVnGP/SS88eQn0Um5FvRSbEfXts6jqy5Ejdul/WKg7KpbnKvOIXkV4Pw2xlvsmYto2PImMqNUFszWOtLrUhxpCk+SCE6A+oJIJt31G2rZlR5VrhcZGfJ1pzdSfqO1x9bbIHfVQaXPpbk9qWwwhf6XOnpza2OhGp7dxp2PlsO6veIrqCfiUbHtZ4ti0bhOy4UWVlRmXIaCkKUe5snpIPqbd+w2JMKe0w7WYvFxR7kYRnyLkU2fl/DOy4LJNvQi/kbdsmV7DrrTXC4y1sdWVaOtOvodCfw0IF9dDsuKxhlqA6+61LXnf8fCuheUWIva2byOpIBt9TsBMr7lkudfc9L3sRwKpAbdpb3NMSsymnULbUhXlcFOh9O99Pwut8VxKy07xWmeOj/H4fxB10/j12wTu/3tYy3QVluVhyoPv05bv3ymylFTDyRcXCbHKoanMmxNhc2FtvQndtjPCW9rC7deoMtha+nmGFfpY6v1FoNja4NlEajsdm6rFaCfc3MCaa3WZUthr3SxkzK6M4yqT6A/Kb2tcWtfUnTYvxR7MEXFGHH6pS629CfnNK5qjT3S7AmXN/hrHWy4PIp0J1sNLdZ27blao261LqkKKvxyISyrh6+huSP2W89O7XomIYuF6XyE+ouTUZEoaWtofE08agkC/rcDvs1/9psaGxGQIRzELum3V7qtyO6qfVPeCJspbqnao7zHMP8AHJCW4qTck2NgEGxvmIPntneu+1Hva9mne05KlYhRV6DiHLKhTEZ34riP9g5HJQpCm+wAyqIyklQBIc+9JrC+8HeC5VKXEXSFsIShMqKkx3Zyh4nnB4H0nsARcC+oudrWo7qt32LaD7mrNEYqlOe/TwJjQW12OVxBIuhQPmDcHz0ttUH/AHRizVmo7ccT5w/7Q+6/2oIvCxRRGGJXTy8qLPCpEVROq2XAEO8M2GdhzMlXYkgkbMuH7NzWLcGsUZ2XTpsWK0pNLqkK0WQywoAFtC2QlJSoAXQUhANhlIAOyI3Z+yZgjd9VH57Vbm1qlsO81Dps9LaVQV5rjK42kLWRa11G5Fr63JdFaxfjyA0w1hdliLS0ZkPu6pkaDQN5TZA73Nr/AEG1u58Rs6hNgKmEGBahul3LRW90DrzFIqOXM01PWc8x8jxOP2slRvcXVYgixtfYKxJvh+y9ZcitVb4C5XKuyor5YQ86tenBSTkWlJBTnSNSDcWAUV1Pp0CqYj9/NVCctcV9LsrOgymnF3ukrvdYUCL3zEApBAFiSOYopzuLcb02LzbHAY6or6etqRIUU5yogHqCUpTcgKAKrabSRul1cMuVi6xbRsUNb36lQWsQzX6dVHUVSApeRWVWqVNNqAAuNb3TmAUNTrtaR8dYyoLT9LlRH1scX4sp2Oh1hVrAB5HbQ2IWClY16+9nVV8LYcdxHAaxbSWGM7S2kSuXzpTrpdST0jTRRsBYC4NhslMcScR/aOXRsOU+bNpbCMspUWEZSWUkkKLlknLZOoUbDzJGlxZ2tA91t22VdT3bSsZT2HXcHUHErD/W07Q65ydRyJ8WQJOSWkXHS5ZxNzYLGmwjXtysBqU3AqlWxDCYXnSwmRCTmT2TZRBuFD/cB9Ae2ztx2EcL0viVTDlOQ+3NjpXVKNVobS1KUDfixpDaT0i5JStBKSQc4OhYj9D3VYydl4cn4e/pCLkzRZjQzJSo9Ljb1yctxoSooNiBrfYrWRgJPMuj7lncOYj5qg4s++wnfu6ZUIpWzcC6CHQQsH0uT2tcgbegtEo2O8GYEj1mjbuHqo/Ka4v9CJQtKV/3m0qKtb6G1gBbTtstN9eGotBntwJ8SLFmsKUuAqajpnNJ6vhv6KQsA+Ekg6i1lbav3YT3fslTZXXnXHSrod4qFJ79yAb+ug/O21Ad0uw2rMBe0Lj7e/XoDH2ownXsKUSV8LnGkCRw1aaPISFhtNzYnUi40HcN/wBnfDjUXC8SfwkSuO0lebilWbNZWh0Va37PXSwfW+Gn4NxvQZdGr1Jcf55XCdy3S6z/AH0kdSSB2UNqarYA+zm7TlaMy+tbDGdp1pWV9OnSc2huPS+2b1EbwEi1p9TvBw5S8R1RtqqS15KWvmOAmQFJVa2ixcHKD66EHzvcIn2td8dGgT2MJQKJNfhNoyTFsKQh3OrKA02HAEOJte91ApOUgkXASeJ8bbwcJYoiYydxDKlVSnLS6heco4iQQFIUBYFJFkqFrgE/k/KdhncF7UuHIGPItJlUGt9PO+7pSkIbldznj6tLuQLEoCgBoRe+06KvYmww/ZKLmZjxDhasynWJ+Eqi+hC18Vh1bXCfZUnwheS6FkWBCiCR1DMRptK3m4x3q43wREwvijmvelLW0qPVIVkqmNAHM2tKctlqBBC0aEhQKQCVBrYswhXt2lUbiwPd1Xpy0KS1IaWUKTaxAU3chKjbyPra+u0mm8KqcOViOWwh/pWmLpn/AOYvcXv67Ndjc0uh2iZjpm6CqT4HP8LjudWb5Ft/he4OmttLjsDa2zhwXLdlYIl4DxvSZTHKu54EhDQSpSgLpNgLKF+yibG9voH7h7BtBrLrc/lEI+RXRmSr8QLA3+o/4m2327p2sW7ueFhKX7kxLTviwJSbcJxQ/sXLpN21WykEXF7giw2OKlWQ7xY4CoO7TGWHJdBqjVOqNORlaXzUctSor6bAZ0pJSdVXSsAEWHloC6jYen0vDkujRcHUjGsWFnyriykKkNo1y5kqstK7E9TZCSL20uNkf7odpeN6S7vLqH2eq/Jpj8KVAPClNEkEocCghaLWN0O3SNTlvYP/AAPgmjUufLqmF8eymJS1Zo8iK7n4KtFBBK0kLQcwOVwEgE5VA3IjEGTDPBGFPdeHGJ9BqM2ExK6VQJvCWj/0mFoOljoEkZgR3sb7frmGKz97gNO8NjIpa4EpIUlN9eI3ay0HW5UDcHUEdyJt4rxbWaXUqNvL3exYUrNwl1miO5osyxJzPseFJIAJsQT+sbA7X+7+XKntN81LiyuCpSUtKmrWpKDewus50XF0gEkaWAHYVxIzFtiOh4ji1lx11ljrVndVHaPxLkgFXTYuADVRBKhY5idrF7dNFxHQW+aqz7/AVnQuL0LbWm/Y6KuPIEEH0tsVY3xLAw46/AlMzYr7HxUtKRmVlN+1lAK+ouR52HkOUvHztUqjbVGeWjOhPF4+eGpSL2JQpSUpvoSQoEfU2J2oRLh5VS93dLlT+FWcZLXVGGuLHjymlMSHmkjqCSNFkW1IuBobdtpi8GxWoDFUoNPlRVry55EVKUutrGtlhSShQv8ArJJuDYgk2u8exq81F5qvRELpbC0yI9RQgpSyrzS443cMm3ZRBbNhoOxCadv7+zk/3DAwm/iinVGPxUyJS0ryqKgOHnJKVKJBAIUAbC6b2JqBO+6R8Z0/DjUpuViPDzD83MjO7AaXFXnSDkcATdLbvfXpBva6r2C6xxu8wvVIsuqUvB1XhVt9HxZ8BjhMVLW4EtLKkhTgzEkjKSdRY7NDEPNVlpuVRqfNfYXmzwHVuJmR06XyJkWWojzSFWI7KBBudYHXS8OUb+nolXfhVTJFXKSnmER8ysqQvutCQTY5ibG2ug2sJxE44FwBRsOeyqxFlNVGExUadxXVvoMhbLr1rlOcElQJNlEEjvrYkqjd3S6pAxHLwRFpLFeiymP/ADo8BxhSlgWs942nHLWFi3nta5tps8PaPxo1uq3fQKC1EqM2nVtaoE2LFirlJca4RKnA2k5wsEBV2wFaXF7W2Q26jEECLKgT3d482LRFtJYgSnXcy46yf0T3ESFKAIsA7cg3Gh78yn2IuxceoXNYDwviOly6NVKStdUpbrvARClFiU3l1+GcxOdKQCptIIUAbt622X1MgV6jRZcrEbSELiyFLi1JppLT6UgWC3kJC215hYEhJBN7JbNiG1X6FPdrL9UqlQpdXlP5vvrCDHVMQFnIJCU3QVC9kvICVjS5IsNhRigYo96T+FSajUadkVzDEpbcx3IQklJRfOU66O2BIAJBIumw9Qw3Y5i6m4wpdepb8/jLYfWpSn2ml8BClaXuNUqTqbEEAX1JF9vndFjiqYSxRLgUt7gUuUvjrTxwlhS7akgnJe9iVADQ6m+pekBygwKN7rdp7/JSuhM9DQ4sF06ZXmXE5XUHUXISq3YqFyM1b590nKyvf2HJcJC0Z1OwEK6HmlWIdZNyUkdy2q5HkogW2spnH1Nm0ic1Kge9K9jdiFFWjisLVZGZNje9tFD0Nr+fnfZdz93m6DeXXp9UlVxiqSmF8w1KiykqVHURlC0lKhf6pNxZSgRrbbJUrF+N8W4ciYXrLz9O4C1OtSofESuQ0klKStvMA5Y6FIUkGy9BcbMPdryG6+lv1mqNMNxV/peSUUNf+S4kEZz3Sq1laBRBBLAEBu8poKJuxa3fUtvFFGxO/wA6xlyurShaHmr3sqwstBF73Fxf9svC2+igxcRx8OYteYpy6j8WBUcg5d5RIHDUtKQEXJFgdCLjQg7IyNvLqmEqXPqkXmlxVr5hMd1WZDyFH5U5ikptrcG4FyD5FT7x94NBxvVPc0+IulrlLyNdCkJ4qz5Z0hSVa5gDqbG4NiSnrNOLqynqc3n7m7N4OFPfNLfaaeyIWjodYWFcNRGi0W7oPmm9u3pqrsK7mItBiy5Ve3u07JKzqlQHbJUldrgoUs5k3AsegEi+vrlvAHtJY33BSnKDPrkrFFIR1+7qo6VqS0SRdl43WlQsO5IIHbtZ54igboPbNwHHn4JrcWLieiKTKaQ+m8mGv5m32kkKW0fVJsbAgggHbE07X6CzZZyh+fxKc1cfEM6+57MjVGfgV6JnlLzNc/An5VpUrQLAKsupOlwQRe5Gwnuh5WVXpcCLiFGIaWhKkwp61t84ykosEv5elSgL2WAARoQLXNJC9jWLysRqs1xhEXpXlhO583cKSHFgqy9ukglJHcX1Z2BPZt3X7qpXvTDlPqMKc+lKHZHHWriIAHckm9zckDpPew8/SIN3lMu3q1FXj7MjUqtV7dpXpfv7D0WvUuapTTEiPmamRVK6koUpJBAJFrdQJIINwAKqve0vFoLTlBny6ihD+flXZl87N7jIohN7pPYkXsNCoA7NdmhtSnXPuiJX979X6W/gj6bJje3Ew5hzFsCs1TDEKooRl462l/eGWtRmLar5wCoWIIIvrcHRbU5GICvUjXPhF/vLzcPvDoOF+fn4jp9blSlzVLXCqnCmxXEE3Q7FfyocSlQ1yrUoA3AJsLD++fCru+TFD+LcL1ZyiIfgIgOw32ETI7yQXLokJWAVtHMLpBFranaLKxPAoNZiSsL4nirwu+pP3V2OHUR835gpbNwCkgWVYixOzmw5TOflOT4DWSKtPWhKPCk+Wg1FvUE+pPkxXYu2aOq1P0dO6IPcl7KFZiwH6Xi3GL/KrWr7rCfzQ3LEZXAh0HIvU37A2BIVYEaEoO6PCW76A27S8PIWjOpLrvCKFZtRrYkajvY28yD32YVGolLitcLioYz+D5k+dikjsfW9x9L6bTprzsWA3FdlsPrWvhIWtCmHU+gvYpWPoR+F9ipXu9zyN+tv1Ps/2gDNiUGfhxzn6dCyMdbXMNIXlt2sr/XuPIjsfrCG63AeN4reI/d0VcrIlfQsozJToANQkgdrLHbQ6AbQKuzP+0blBqmE34SFo4udafushJJ+I282SnyGl7A6HzG0CBF+xrUt3BtQq9IbQ6pS+EjjoS73VdOuVZ1zJAFzqQb6gtXaZGmLrzmGVY3Vbr2muK7TkU59CfGlroVbvdPbQaEgiw8tk1i+q0ugtN/ZzE0WVFR0crPlKdazajKgqBWkk9kkgXtqPK/xBvDaqlGc5rE6335SFr4qEZEKTe6rC5R5kaaj8rbA9dXuggUZvmnZUpaMq5ScnFS2pQF9CTdNiSUg2t5aW2XL7uBHqN5cE8xXVlvBuMnalg3EdWqNIq/9ahyqbUuKl5i4KroXYOWVoUnWyhYgkLA9hmmVTCU/kGqsuVKz5kdfCTKYz6OJbUko4gBF03FwDoQLiXvFwxhfGU+BAwG1yUX9Ol+KkvsR19OS6LhdlFVikFJAzDTQER3qYK3q1SA20MMykPUvMtTsB0yGpSkmwAGiwAkA5Cm4JULK0JHZV3FwfU1nfT7e2+OfiO1/FGHJVL4uI6G/x4ScqlpulSVXJAzmwGij0m5FgLnQ7BM/E9L4TjuHGn2PmiympGXsgnLdNkuADSwGh877LDAO+feNS4Ev+tLqlPTkUxIaOd5o+Rza90qAvpdKh6jZ1UKj4Sd4e8vG+HqdhqovIzP8BIYS4rTqUgHJnIASTa5Gg7W2QwNONvzM1tHpqRlPfxOmBqd7QO8ELgYoxtOYoTCw6w00s8Z5o6ht1z5kJJICFXUL2KrWs8HpUCjUtiLPxCt/kvBFdkZlqsCdb3sB6CwHYbBLGM2sbtOYX3fVaFwJTSvD427EagEEfgogg2sbX0hbysC1TdVu5cxlPiP1R/ipRKkLWVpZUrQBWpUhBUQSo3SDYXGgLa02WpuaLtojY43/AD8CAW8z2jMZNV77L4Xp6KcwjKpTqkdeUiyVjLcG+uhBJGnoSV7vPaIxvhyvNysUS0VenPtJYkNZUIdUq/jQu3jBJsCCCDbQAFOf6tiqA7PiSpUuFFXnShUiQv4DKlkaOLSCW0E26rEJGvbbYLUbdpgjC8CvVmnsU59iOh2Q1I8PgvnTYlLiNRZaStJ732MtQUTa7NejTai5zHfQvc2KKCxiig/HiyuteePlfbVc6OC57fXUaanYU3uRoFGwu5KlMsP9aUNKVnQnXsFEapSTYE3BHY3BNkTiv2+IuHIHuvdzRGH5SFcuvM0EoTYHUKF0rQT5DXUaAg7AM72ht5e9+luNVTlYS8nTHaQUoUrKey9ClOYeYvrYkgCxSfCZn0Lu+8cCLLe7hHDlexbTWqXXPdHPNJdUh1Y4sdYWMuU3GYkqICgbdIPpZz7s42DcEwUO17EAxJKY8T8zLnyjUdSQBYfQX0F79zlbHkXEden81KpMpD6EIioRwipScrYSBc620uO4N9Ce5g4UmYtwbVIlUr1Pqi6WhauOhcdxCVIvYkKUnKbHUA6GxFxe+xa92ybaWpQnM3Vif2nJWI3W8Gu1ZeRCmlMR1uhSVKQboBvcnyH1/LbrjPcJA301Sm75N3z39KRUqi1em5wlTmXqCDm14iCSpBKilSVaKva1RhSnezxvQoLcXEdRhI8Ko8hCMqkq11QoEFtQNwU6EEWsdptHo+/j2c69LxHu5lxcWYUfYU1UotRVm5pgBPAdS8nVD7fbMBlUlSgcxAIX35PMirqFeo/TPBg7i/2Wq9ijCXvlqnPoYpcxKZCHeGmRBfSSr47NgotEkAKJCtQQSAQfqu7nqpFpcSVwWGH6XlkRZEVYS/HfT2dbVlsD6gGykkhQIJuM4u9qTehPnz4tUZ90Rai1wuE0rOpKCQVJzEC6QRdJ7218yAzd3+P4uPMLv0t2oo94sNKWjO1l4jQ+ca6kAqBA7aG1tlbtQF4mXr79rgVn1Mlb0I+EpWN1yvsx7kq6Fr9/URqOUNSs9ssyG25ZBDiQtSmgUkKBsHAC6dBYWRwsJQIDVQ5pDDSUsKXfNwvIDNdQsSekk2N7E67C2I67Fo1Z+znFYlLQjNFalWkMKQsXLaFEFbV7ZtCEjzBuDsT4UrUCvUvixeh+LlTwkrCktosQm1h4bC1ySb3ufLbyX8Yh7tGtijgHmV6sGt0gfH9Z+vI+L+mX0fJ/x/i20V6Q001/j/3dpclP9rxuvq6P+Xp+V9uC2/8AyEbfNEnjyJUOr/8AC/8AL2vcD4k+y9Ubd60MPupzcJeXKoHpWCfCsHUaai4NwbbU8pHF/RfwraQ03wuH8Ho6c/zZvX8vw20NPeaHDr8SU8GG2aQxDV+aoMuqeP4XFdyIypcyjNcfWwGmvnodNkMyvhfFde4Gfx57JTl7kadr6nUf83O4x/2Xbdi/PHy5MvT56dtdLAX1+nfbLePcWVSLw4DWHn34T6eFIfYacXy9gNSUggC+mYgix7HsfUdS0V3VdTVWvyP8TZXSPrLFUT9xtC9/Oz58WXFf915eK0iUEPpSVWDuXzQbBIUAbEgEC5Ozx3N+0lXoHs+v4IgVbD02r8DgO87bi9Rb5jjMuAh0ltSkBRJSsWF73G2UqVHgO0uf9qOOwwhDqWnXfG2o2Ock/wBlYXsbEm9rg22KN2GDKXzX23gYh94059rlXYTrWR1KB2LemVfcqKSb9Olzpt9D6RohoKRSPie401A0tIrHxH/hVhrB3/aPdfE91sIfblO0tEziw4r9yHExgq62YykHRC1OBFwkEoCTsvt9eJ6zAxRiWfhKJCRQcZZps9CmkcCPIcT96jSEWIyKdSp1LlgMzg69bGPvOx3ijDk+BPw5UYXA5dbXHS0WncqVWVHfTbpUDlum/qbJNxsM1/enFdgc01VuamrzcVhUXI7HdAGYdylbS7nKQQpJ0I02b1F/a5EBfqjQ2ciL2XjFqU7zWI+AuqQmlReaaR+kh6ksqVmOYApsgquNVAKFyDYUHe/KitQKNVKcttCH80WpQlBKsqyLtuIUgpUR0JNiAQLgDQ7F9FVgPe1RvdeI+VolRi5sk9ppOd5pQPSpPSFWFyUhQJKQQk99gaobjMb0uBLrOEmUYvw8wvOuqYfd5rl/JPMxxd+OsBWqigJFlXIAJHV3JcPcLVq0tAIMk46faxHihbVUe/pRDSeVkO2TmUeoNkk5cpFrG/mk9jchMJEpp1/ixFozrUhaF9PDVeykEXuBfvY6nyN77GddpTuKMJU2vNfAq8JpLSs9kJVl1Fj21F+kixCdCAdqibK5+VxYrPDffaRzjGv6VPSFeZF0gWNtR66HYxQCF37jONLo1Ui8SVAloW+wjJyapSWlOIIHSklQBFjoNQD3IN9jBzCvNUZt2BLWhiqZmuY5fqZdTmBS+NFXOoVYEXylIINwFUfCNZxHP4UVl9HVk4qEZct9FW8tBofLtpqNn7g7BNGwvRm2nXlr4/W7nX4bXCb+tr6EXGo7DQAttCDbE9Tr0p8cZM+N02K8ZYD4fP1D3jFXlakNPrzcRI/veoHZVjbW5JJIYm+HBUXG+F2MUUZ5yVwEqfiqyDOnUFbDiRcLHaxFlCwINrnZe1vEeDaNK+/1ZhhHi+KrKpPrawA0H7B+3Yj3WbzKDz7lB94olUud+l4Sgvgun5ra9+3YA6i+pGyRf5mA62XeeIj5dAd4XNNU59GfxrQjN09738PbsbAdtvvDVIlcX70z+rkz/jr+H7f8tnhvHokXC89+fK64S/i50WyqTe5KT6H8yCDfvt9MYew5KiwJ9LlxaixVGlPxXdUcZQ1Ukg2s4m4BSCdNdNNpVNwyJWtXI3/iLx6ZAdacitREc71Po4Si0mQ0lBuFpsQtYv4gCrKkakAAxID0BqV70dp/JTWF/CX8qbXta2igdL6A2IvbU7MqTg/3o18JpDHWpTTuTqbWL2IPfS9hYg6nQgkFc40ptUo39ixkzoQ6hd1KZUb69tUG17i5HYg6bWI8eJohk1WPyIVO7z5/KttO05bEpzpX15kf40qOtiddLkepvtf0isO1SBxZWfOteRaMy8qdPK1rXvfQW/eNlVSnXYsByLVJedhaVKjuostCVj5b9gLXt2I7WPcGGDMYUuVVG6C1LQ4t9KlNdOZTargELTa5SdOrW19O+1EsbOMzG19S02YSFNTgRXaW5FnxEVGK8nwSFHM2rU50LTZaSLk6G17C1rjYDfwF9l3ZdZw5LRS/hfeI8pIfYeQbAtqTbRtYIBHbUKBQQCGJhtmLi3GTmCGpcWLUeEp2PHddCeaXoVNpX2zW7X7nyFgdrXF2HKpAa5qe6iUxCayrWnIiUlog/DkIOmYKtlUElKgQbjtsVG8pu9FGocZY+PxExgjAVUx5KltYXqNOhP05SX1tLdUl1tq5BcbWu4NiAMrgtY+K+u2mcW7uZ8/DjH84ND4C36byHvRp1XAVrdJLlyoNqJBUl0LSFAKAQTfZO7scBSuffxlu+loYxLS8zsBDrq4qpEfupKARkUsAqum4tbQLQSnbRCKzWcUUFuLP4EJa2uFKjx0cJDlidFoHSPXQCx7WBABtrP6m9qdfToq/1JlTHm6blZ7FLnxGF54qmOYzdcdfyrStI7E2GpyK008wY0rBUXeXRqbPr1Jfwvjmifd/ekd1EePVkBACXHSnpaloTbqISHEqAKrgEl9bpsqjVRj+3QjN8J1eZCkeaLDWxv8AkSPoC1N1uCIDU+BhyfUZSGHI/FpfHWHXWVHu0cw+I2B05SoGxIBB2DvdOGEQ0PVqdU2BwZmI1LFv84zm77eWzFxKtHCSlFUpbK0uJGXguXSEjNYCzgIVYAg+hTW6fRqW1UoEDDzFIqKGsyGncyVtptbRZAUSLaXN8pAJVYnY69o7dbFwvAkYooL3JP0tXXAffLXLpUvqMdywW00o9Q6igg6pJBspqPvExlXmoGI2paMQyqchTTTT7SOYU1e64zwSAHLA2SoEgjy0A2qRuPM2bK1f3KjCWHfc1eiVmfwKdiiKnmoEiqL4sOcm4zIzi2XQjqSpI1BIsLpL8K75aDWftDRvdMrC9RqLSo7rUJAmQHrJ7AZPhuBRUUuZSlQsSTYHbliXd7Kxu7TYFBZmsYXxD9/Y6OunyCTmQwsApCkqNsp6hYBQ89vrFO7bBu5bDjbsV7j1FedWZScqnFElQ7dtSb2BvqdfOy2IrbJR2VMBZaboZc92V70xHwF1FhGXipaDSsttQFJuQCRqi+S50AIB2gbzxFaa4sXP+qnN4U+ova2ug/59p+7MNSsLuYji1DPFleNp22ZKxcGx1SUkagggm4ukWBIHjSpxZVUca97MIYzqShKmun0tmHpre99PMdtj/EUzueL6o0d2U04671o6unP4b6m2un5GxN/U7USXXaXKbgNVFcXP0SkISFJeaPeyTYE+YF0k2sFi9tiiU7PntcL4GdtXUpHTmTY/lb6+oO3WXQcJT6DEnu4hm06o05akLaU0H0ai+hTYhJABKSQT3B1sRZhwJI3MR5+Dd4yItLqznAqjWeFNjyFKRIaGvCXmstC0+aVi4PzEEEszHe/3EdZn+62qct+dQVLaWpalKVwlBJeSRol1pQ0KT1Ai48tkYzjh2g8TkGWJS4ruZqQwjiozDuR2I8tCL20IItckwViGg152fWa9ySIs2Q6tS2l8J2Otazax7EeqTb1HYXuHfPPqBPhZvl8/7rlRftHhJp6EhaFNSoSFZeXd7hTZuCm/pcAjQgi42oZuON41GlQKzVOalUvpY5rMUKi3IUPiNgLZBIBHUUk2uFC21XV2JTUWpRcB4hRUfEjhKyKza6Z06ApJ1CgND532gYVom8HDjTDtUZXwJSciUyMykqTqSlROqSfMKANr27X2PjjMN3N/EYUXGuKGpXFrNJ5KatpS+faazR5CR862UWAc01casD1Atm5I7KrOI8WtS4tUapdXio6uFDkJT0+ih+sQk62sdbE6gUEyrO+5nIsCnPr8SX4qF5lxXbaKSB1ISANFA26QbDuYEeV7mozlU+9RaitKWuE60tK03zWWyuwunyI7gWBvcbUzJKeO2OnBE/dzu+oL9ZgYelYQeWriymkrKEuLHZS0AZFXAsVFJ08wLWKaTjbBuPIDlewlVosp9C8kppp3xKA16bApNh52PfvtlaDvPxRVIDEDEbKJXKr+Ep27S1WOqCQPFbzIJvrYi42u8NzIsqvRJWHGmH4r7qUyKdmRHmpTYaJH6J+2pGUoXbUJIBGxKXes+5kv07+YGOmsbtMJYy4/CpMWLKmrz8/HQErS6SOtKgDqSBe4sexBHaJhalV7dzWW6DjzlZUJvJysxCBmU12AOgKbdspuL9iBYn+i4edgcOfS6hNQwtaVtLzlDrKvRXmFAk9wCD3AIO1NvtxhvBnxYlLqjMKt0taVclK4QRNZdsQW1EWzp8xe5J7i4BLBsLe5WmwJ+mYXVjD+6rFuKHGsR4hYp1LZj9M2A+lCmVlQIKrG6b9j02+oNztYTd7tGwHhf3Xuvl87UWPgc07UczDjQWQVuZgVKukXCrXuoamxIyJhasNe/m4uLcPLnRf7BSEHjxV3ABCh1AHwqSQQQTcEbNHHG7WLKpbGLcL099+l5EcVbXUpKsyicyR4TbW9gSQQR2IH29vkIyFTOZUYok4txlKfxRjzENLlSvAxC5/K0yo9gg5SLEd1HU3Og2EqBu+xG7WefqnJck+pLuSO6FtNqH1GotckKAJJB7diUO0vBFZo3vSK0unVThJYlcK/AlIvcFbZ8DiSScwGtrKuQDsKUOBVKW1xaW0t/wASOEhZSrKdAR3H4jsfysZS05l3AIxPXfDlJlQIrbU+ItEpCMi0Oq4qdB8q/ER6XAI2Y1Cdabi7LefjtpriNPM+Dozp8Ktobe86BFac/j92ydYCNHSuV4jAxNX4EqA41xlxZTHW06nxNq9QfT18vXZXYk34Yjo0BzmoiH32P7VhRTmt52se/wC4+WwdiDevRnZTn3vo+dK/l/P67A2IMd4clNcL3gwtC/ElCxm/fb/PZ0PAbNsRPtT+2Ziis0Z/C9Ge4HvHM0pbTq0LbT5nSxSoeRB9DcG2wbuT3i4NxHS4kXerEhVeorysNVSU0OK4kWCQ+tFlqP8AeWFm9rKFgNqLfXuji++XMeUGWxW6c5m4sVKsr8dXmSMpSq1jfva/nsoo+HOalOe63X2PD8J3ozajUa279rWItpbattg2ymdnM9MsJ7l8G1SA3PpeE6PFirQlSEoWFp11vcjN53sSRrpsdN4dwlRuG07SacvJ/wDC4y6emXX/AF2Qvs77wMR4XwbEo2LZbHAYRwmlu3S+lI73Vcg+vmST3tfZ1xMXYNrP/nLxDCff+drijN/5J1/zG2OLnaDOtx6Eg4jw7hye1xaMywjxZ2sxUn8gQbft2CsQM1TkHIHulCMnhyr8VvT1uO2o/DYznPyua/ouWwhfz/CzJ/YdfzBG3GW+1wvv8RCF/OlpHTp6A6/l5D9u1+6380Tu1wVssszriSG7/VWnkI+TJmH8D07jZUYzTPw4047Kpz615OlSUFSMtxre1z9O4Oz23t4lozXAlQKG+++h1CVOri5mvqFf6EkWJ/G93hnDeHMR0ZvlafwIU1HxYvFKmM/YkJNwDcaGwP02WtsOeBKv1LCggTKFFm1nFsVt12Ij7q6rwKy5uxHSdAfr27Dvtszcruc984XbrNGxN7rmraSh1KI45dWnZSAASO3e/btpspsbbjnaDK5ql059CM6loVnHw027BVhcW9b9tSbXLL9mSu1SlwH8Oe+1vsMdXKr6Vt9/AbXH1BuBoABoNqpcPTcTOt1iO3AxIM7c5Xmq9Laxu8tjjry8eOtK0uegB9PMJIBHYA2vtZ0v2cd3zvxXatNqKOrip5otKbv5EtgFJ9Lj1udiar1nC7tefo2Mq5yq1o+6uyF8DN36cwsm/wDdNgdDa1wAmg4ur2CMUPwIGJ0VulodypjyGCtaU6DIlZJFh5WIA7gi5BE9e4wNb7jGFQtw+F8ORZfuFmUvjtKzwn5CXUqT6DNqvTuNSfrshn9/Fe3N4olxd31WfhRWHckqgys3CzA/KhXgIsdAQR2IsQdtXPVn7R0Zh2g1bklr/S5mgtOa1iDr028u42Sdb3BSp+LX8USqtSKu++lDTrFUi5MyQT2cSFdWvmANO41JLXTavIjfjLrd77VrW8b7hi2IxS5S1dDrWdTXna/fLe2pv+AHYwvaGouN5+76XVMBve9EPsKVwmrOoe07pAI67DSxvewsbbDFZ3CT6M775o1O93MePI1d1LfraytU/wCE2HnbS5bhmqz4EXlYsvryJS61FdKfxUELA8rX0N7emz1VjqORAWeBBmUt228rfdulpctpqIt9h9r+q1eAZEOQkhRGdFutAsrUC4B8QOu3SBvSi72p7E9rDCMKLzZ5DEWeJECQnQWZ4qAps3OiSbWJAvodm1v4q1ZoNG98tNIm0vi531NNFp+Os/MQm4v3uQACLCxOozfPrMDkHJ7UtaEP/FU600Eu5NDcjS9vNQ1IFr312PYUImshS2uNrHO8LAcB2JS69uypcVaE8WVVosdcdjgeq8oyKcv8xPYKuRte7qsVYIgY3Yn4c3hMURa+lpMjM0h5P6illOQK7aKAB9fPZH4RrWKIsCfF+0L7+fM7DkeJLiMvgykkHTQoIIsLa2uQ7CGJ8Rxa847hLELFIXNdUhcVpQRHcuq+TgKBbVY9hYkHta+yyePqMjT1BPKenEDfjhzEbT9BpdRYfqjHgaz5OJa2gNyhV76WNz6eW0Gr484rXKymutebhKUsJ6rWATewCie9z/yzPuw3Y435/wC2TuN4TD60/eoXu4IacSLlOoNwsEk5im5GWxNgNtDUWe0603FqjTE1/wDWdR1KT2ub+Y9dD30PfZsWt6ifeoofwMyV7SG8bHkqVLcdlsUilxUoQ0pCCl1nU2UXAQAT4fK4Ot9LfHsz7wt6rsWW1AxNNWinLzKYn3fS4juOhzrSnuAtJuT2vYbPneUMZUGqOO0bCdIr1LQ0p33dPgNvrzAg8SJISoWI6szZJWdLWsbh1G3zfaOqRJX2DZoK2FLQubHhcVOYGxZeYUAoWKSCUkWB1BNzsX7ljx2WruMZtL9oLBsX/wA7MuKxK6eK006czau/fMLDzF7/AFN77TcQb28USqDLawHu9lV7PHU61wn20uqSe1lXCFXGosdT2F7Aq7EG5ql4jrLdZaZpzDGdWRqLxVoUlRBIsVDKLA2SCkAnsQLbG+A6rS8ONe66XUELixV/eoUhLjDsVVtFAhJSnTTMRYgeI99hhfLIitdaMP0zn9oAYdxXPoOEqlWcb4YrdExLkW/HVHYeTlkLNm2XklJASOkdrWzG2mt57LtSqm9p1+A1T5s2FQepFRdQnLnUsgN50kLCulRIKQntoBqXU1VqNjKLyDTq1ykIStPAdQ7xE2HYIJyGygQpJKQT1AaXuMD4lwvuli1LlXkMc67zTrUpoIdUs9CStwAZj2SMyjfUDuLH3Rmixj4EYgjjeuUZ2vOUF2tyqRW6QhCEZ3W0peT3KCSCAfIKAUB3I8tpeGMM43xPKcxbuvxPRPekVKUVGOuLmW8wL2bfbSorzAm4W2kE9goXsMMe0PWJzu8udjfC9Vrcp+vOpVwp7DTsVxq6lDlZLYadTlJKVNONXCj1KcGpqN23tC71cJT257VOqjj9LRmXMpbDilNp9VoRYpGljZQAAOmhG1CN0dGJ6C0fE28HCVZ5Ws4IpbNXW+uVFlQHXUtKUVWKOkXKiNV3AVdRJz6na9xPindNvGyUbHlJqOF8Q5lIj1Gl9SmVq0KkyGkpKL9ylwJCrXF7Cyz3X+3JhfHkBil7xsPRcUI6fj01A5xvTpVwLhY0+ZIQAb6qJtsS1yZg7eDVG6purxPKm9OdcWVHW0+31gcPjpTlJNrBLibkptmJBIH9sMp3fEVO+Ld/jfDmHG/tHieViuFS5GWPKlNOsLbvoFhRJSSe5GYEWIykajR/sr7z2sW7r4ECqU5cWqUtKWFcX+0SNL3IBPYdxftqb7LumV+VWZT+F5+JpTC1pXFXCdQ2tp5I0U0GVkWUk6lBUR4rJSbnYYwfj2g7pa98LJKpD6uEuVTnzlZykgpejvEOMkE28SkkgEWAJEgznmlJtPalbxok92oRWEIaWlLTt1fFVa9x8qSkaHUX9Oxnbz94NGw5F5WVLhQVr6E8V9CEK9BdRCdfIX1uANSBssMRbx8OT6zEqmDcQwpVRRm5qlzWlsSlIt+kZvcLAOpAJAGuul8ve0C7iPHleb4tRWinIy8eLwithzXS5NwQLXBBTYm5CrCyFyM9mIjYpLRruQ91W/PEc/d9iOnLpdaYaVIYqkJJTxGrgEOpT1KBygBwBRHY2BAKZr26ber7LWLXMUbtKsxiWnP9Mymrf/rCT52SAhRAFwq2YHsCLbSvZ3flYNxu/VOUlSmGGkIWl9opU2gG90KF7gd+1wLEEHU6VqE53ehAblUGkwqjCX82QJX3sRr+dxe34dtna69qxtG2rhpnym40lVSB9sq9Tl07nUp5dEy/w8x8yUgd9Bft2Oum02n1yg0aV70xa9n8S0ZWs6m/PW1zYemhtpYnTbQ1Uo2HIu7mfS69hmE9F5dSJUCUgKaeSBqdQUn6gi/oR3HmjvO3jQIvHo2HIkpinRVqaY61KSy1fRsHMSlA0skqIAuACNdjSu5ZpvFvtu7vsGtcrQf6Um5ehLCCpObQBChYZO5NzfQaDy2IN1+Pd6u9riV73tFfw9NQlpEeBKDrSVa5kLcsVsuDTxoRrprc7ef1Kw3KxG6ifAdW/nWnirQ0VKT6kWBCrfS/1ttuHd7hKjYSoNJr2EqhVMKVtaUfHXHytPWB+GtLgyvtEE9KyQBcix124PiRy001hzB9Ui0ZhqfW8jCOngT1Mu5UnTIpKri47BQsT3v5bT5NNdgT+QqlJpa8iPu77FosxKLfosqgEvIsSoAKJGhA9UfD3kYSxRVGMG48rlOwbitakop02Osu0OpLIN2VMOKBaDg6VNEuNi90WIB2bkCnYSgQI9BrMT3JVIv/AHBdScYfZv8A2kZxZyyYxJukWUlINrIII26Ric5SIs937rSX5S0ZczrTpStSf1FoXdDgNrFJN/MKSRtVL3efaP7hhJqCuqI+KhDrRSrKLnKooOZSRqmxBUn0Xa+1FUJ0XC9UcdxRixGF2JSF8vUkOuRY8rLY3cUmzYcA1NiAQCSDYbFuD8VYXgVTn6piFcWo5s7U11eZMhFvGXACw6ggXBASbaWuCrak7EXdXqGN6XXmML75MMIpy0IyxZsq0yO3cC64swWcyXGrbiUlIABSkEE/beGKDWWuFS8b0uKvPmaXTpSlIy3B4nDXay9bktm/e5WNNm9vOxJ9qGojvN4XrdO6JHLurKlp1sHPJbdz2cQCBrfMNAI1DCmHJUVyqUvCcViVkySHUtNtLz9gVKbSltRGhSoobKgLE3NjU+MsBK9dQr2DWmKXArjE1/J8JaL/ABE/qApuoGxuUEqv5A3ttQ4aoMD/ANiOVg2FTpq1rzP0T4SZCeJrdLeZu+YWUlSEEkEXN77EJVWXYvC4MVb+dLSkSlZkPJvqi6iE5tNLm1za5vcQn8LxaXKfarNOlU6LKTxeapcp1pcdRJI4ySoJXfQZk2Che5ToSPO6EIxCMVqVXuJQYFbi8dCvhQ6k0GFvK10ZWbtFy2gSFa/3NpmDI2PHcUMUas0mLyTC+OqUhfUm17IcaNltuaDvdKhqBoFbK3FO6p2swPf1B3hVT7k6lp37xwJrKbgBJS4ktvJOnS4kWFrXsFbN7DKcUYD3Xt4orOJ1vvxY/H5eqNB1hTHkgG+dCleXDWEkqGhvY2Eg+U7b7XYtUrNN/T56D8VCmlIWnOtsiy0nXUHubD67LXEUfAdZitwJ+HosqiV7M1I4UfoUvQK4iB1oUNCo2ChcEm2u1vUKtS5TT+I2mpvO1H47rSl5syibEtLuCQBewOZSbmyiNBQxqvRmp/ClZ2GKj0OoXH6m3U2CHMpAClX0KtCe19deLTgk/qHu2gbvmvslzc2VS+Ep2lqkSOPmaV3b4lg4lQFrKJIUL3uSSbSVg6l9E+BSX35qOtpXPmG+nW2QKzBFiL2GYA2Hnc7flYo2N3aX75pb0KUvDzqluxfnyWTqDawzp1AUCDqCoeIfjmOML4jozEpp3icPolQHbIdbvcHQgqACtQRdJ9QRcVzOaUeIpDTVLcdaeqiJuRTEqkypmaRFWR1AcROZSDbMCSQSBpYglR1tmVPozkqK8iooYd/ROsZHWVC4soXsbd+4vbsCBs35CKDP4bVGpM1DCF8J139KwlAN7KSb2F+yQQQR9b7VWIvsvFdcn0Z3kkZUxZ8VpS1ta2tZLlykG+qTcEi4Om1q7BvxFO+C+yAhoE91qmtfZ59cVC2nWpTVlojqTdXWgkZkk2vZSVDuCb2LpwtuJa3q4IbxRFdYYmsfdZUXVTUjKbFlwjW9tQSLjTQi2ycpu+qjYIxkxS69EYq9BqLTrqnYq0JlRVlwBDiEqIujpIJBBFgQFX05bp95/wDNpv8AZ+MsJYhr0rC9eQmBIgLaKmFWXmuCq2cpGbKSAQDYHS50syjiXO8/dD7hgMcKJKYi074uXOOElQBTkKraA3IB7AqHrbZAV+dKx5i2k0uLyULkpSYspc9pK2qhF8RjOCxuoZRY301sb99Xbyd/UCqe8sOOtP05h/KpE9bBdiuNKvl41wR2vexFr301OynwHhHkMb0WLFqFLqiH5HFyyoqVP5ciutC0ghSe1ydQNbmw2Wb3LoIl8SbupVe3ly8BwKGio81FQpqVqpdPdKDkWlzRWW5T0kkKA1BuRt84g3d7wdxkpv3pTuVmoyLi1eApSVtqNrZiNU37Am41IvqBtpHC+IWqD7QVWw59mELY5WKrp60pWUG4SdSUki+W9xrYADZ1bzZmF59B5qfT2JT6GlI5WUhK1OIUklTZSodQ01FiNLkG1wu6/wC6H2K0Ru5Lfl9sqMx9t3slXyZkSOEtCpif1xplW4T5AXPe2ttjiob9t3LUpuBKxDwEZ+ErOsZU6DzuO5I/H8rbJ6FWcOOtS4GHKfTqdFWtS0QNEeHNfIBp2vZItqRoNQE1ijC+8GvVliBRojE2nVRX3ebn6Uruo2NgQk2GpFrm9wDtCb14BmFqujV2uXBxmbHZ39YDpcpyA1UedWtCcqGnQ0tSr6ZSSMqzoLE38hqbHLW9DfVzWI25UWk1vknMzTqJ6W05dTcA3ANx0kEJPncG5K+qLeI931eYaxHwFvwVI8CznjqOuoUArUaEdiCRrpcpxBHozrsSve7n1xauhEhpLV1MKULB7IbgeWYptcEqvYHWWH+6H0OiGkUiR5S6pyrE+l1F+l80nJ99TmjvKsQltYsSlQJBCwDYEAgWB21Fuv3u8rQabS8Uckw/kWlE2HNQuK8nyyOJsm4vbKsgnyB7jLuK6VhfhMSqDUapCzoTzVInocQnISoGyVEhQuNE3ItYjTsO1amT4DTFUiy1xWF/M0sqy211SblSR9dfIXuRsHY45EHrdC2rTGZ6hUSuQJ8Vt2A9n/Vdas6hy1tFpuCPqdf9NiBdRa5X4rS0I6evJmaT6A9+5Fwb/wDLz63c78cR4NlRHYFOizZTGVa0tNBCnk2uQEqTlVcC1zbUWJTYEahxf7UTUDBrdewvhnla2tpSX4qlDIldhcIIUM7ffS4Otu4I2Zr1B2+Uwv8ASb0+I2a3XIrTX660ISvO0vwpPdBB6VpI73JH4HXZF4ggysW0aXi3AdcfizYq1JW7HdyJeynqYfZV0LGtrKsQb2IN9lHWfakxvihqmV7EeE+VQxmakSqM/wBWbN5pUBawt6kjufPagqXtFVmK7LdwbLYWxUWkpntcDK65bTiqbOugJCiixI1voCFbbyxhv9NsVMk8wOxbibFFZrNao3F5Jc13PIj5loaTKSbZwFG7SzYXtb8xrsX7tE4txlKiUuqRJWdlSWuYyZZCu1hfS+mg73GlyNpvs3YQoO9/FFWaxlkfWt1ciP8AFGVKCb3F7rCUmybkEJHrfTbELdzAwk037h5XOhKUoTIR0uJ9MwN0KA9DYj07bVqqL8ymo1Z069tBz+YocP7saNhd1tqLSeAj5s7RQryuCNCD5agm/bYoq1AoMqV/VH2OjodRZSXFJ7WtY5hb6XBFxfQEmKKtWXeU96U9cKosIVlz5FIcaHhIOt9LdiR56Hb7w7ij4TlLnxGX2H+pTTqPQa5Te/n3Bv6gjQPY2rPPuzO3lERinDNGiynJ7USKuqIzJYlZPDfve4zAK0BSQDcX7i5zBvcom8HEcX3XKp9RflRZSUpix0FTTmh/RqICVX8rkehAIIHodiXDNBrLTn3R9uVk+7rfaOb8nACD6i9x3B9NlpTsEV6VjKA7FyIioV8drhZlKVbRwEHSwtfQg+diNlF0oa4OY/obe1Z5wQ9kP2f5W7mguYtxbnRUX08V2O7fIlYvlbsbWA8yO5ubC9gAb4fayqlGx5Lo0CWhyFFd5dbWcZZCvnVbVC0C4Tr5hQ2eHtV77WtzeCG2qXkfmylJYjtfNmJHUQCDYC6jbWwVbUAjJ9S3q7r8ZYXj0veDu3pFRf4SckzJwJStNbPtZVXvZQJJH965sNOwKfGeg0aF3NzQsxNWPZk31QFuxcPRcB4lXmUqbS2A01IkXvmfjW4TpWQCVAJXckBwEkbUNJxPvuwHRolGpbNLxRheKhSJVInpORKF3+KxmuphtVvEklI7FKxqI27HC26qtT3Psl70blMIychPlCUhxB1UgZgc6AoiwJuCL3FhbTu7agUbkHIvu9Dz8XNla8Lsf/AQQtIItZJsCL2JuSc+/UrUdkvqeodl9gEyrVhuRntOOtbsqjCqL7vQ1FWcja9NWXGSAoXJJC0CwuTpptArdRgYXpbdBgRH0Lfy5MzvU2pIuXCbaBRABA8r2F9RpbHaML0avPxYtJ5V/hJXxcgy6+eYWJGS1wRcW7gCxzLvQx/S58WXRuFS5qGFcWLIW18VntqhaSCk97gkpIuCm+uy9L958D1C6a76gZl5uaxNS3cUMO4jafWxKytKUu60pUnu2qxuEG90nyJtcXG2y4GGMJVmlt8hwFxVpyOtdGRxPl0lOhIzDS1we5sLeZtKqDrTrkpp79VaVoUUqzAi34j876eu2qNz3tKUZ2A3Qay0xFmsNZHWn+lDjV9VJVokJN9Ra6Sde9y/nb4zN6rpnz3Ejll7haDQaz75w5TosV9/qySGvgPKteyy3YjQWSvUpGhCgQBfwsYtYcgT6NWeao9R4SssWQtuVFcRcjiMuJAUpIJtoQsA2KSDtWT972HIFBYge9or8WatCoqXZAStKjoktr7hXEuBbTQEag7LOpSKpjz361AqLDE3DyFSpqFtF19uOQcsngIsp1oEKSVNAkHQJJGVYLFX3M+jTam9sKDExvqprWI6pxaNUITFRQ7n92rSphSmrpTmYOUpc6iLpFlAEWSRcpHd3OIazS5TkBp5/Ojw8J3qbV528x9bXGpPqdqaeivYNxa5KxRVor6EOqdU7FdEhLKSLh1JyE8MixSsNrQpIKVpBJAN6ziHCWLZTlTnxGItX4CFx6zS3ylFSasBaS2VELOQaOZuKmwBWtFgFbdN3RxPRnpG6gDPPzKXFlWiyqy3PlZ1vrTxYtZhutrSlepAfbFwTdWikgHWxGlw1tyW8drFtUbw5XmUP5ErQiQxFzPtp4g10sSO6iASm+oFwQERLwU1VMR/9k6i4tb7SpD8N1/JmSNFFtQBJI0UE5XLkG9gdGD7LkjCWEt7TdB3oYeWiFV3UxWJS8ieGtZTkXm1AvewIuQVAAg6FptJXdT2bhkHgzQXTr2xS4yMYjxr9ElUue41KZzozq4S+EtKZCRcZhcA6ixsRptTPf7Lg5P90/wB/F9tnT91cWvbvqlu5r1QfW/S88zD1SfaC31Md+CpWhUpFlIOqV5cug1BxlJTwpT8V3+wdW14FoS5lNiQlQCgPO9hoQbkEHb5J/EX8Ov0m3fXyh9H8fsZ4zqvSm0b70+3/wASoVD4srhfP8nUE9Xbzt/x2ltQpTXE4vRk+ZX6vr3H+YP+e3w/KgQGlz5WTgfqKWMyren1/LyOxd7OVMoO+7ehTaXFq2SnUGQio1RD6AnjKSsFhpBV0uZ12uL3ISoW1uM/pfS9T1N9tY4+T8CJaLp9urswg4+T+IwolWr1BpbcB2IjI+xlW0783WLfhqexH4jXXMMzFu8DdpjaJjLFuA/tRgqV/RtSRHnutP01Lro+IHGF8RtQCCUKcBbVYi4BA23N7T0ulycRxIFGZhc1CiuomLa6EuOqKVJBGtlAA6XNr2uLbZT3x4ZdpcCiu1llbHvtKoqZ7TqkpbV3HGQdC2M1jmUkBSh1JNht9e6fo1oXZ7I4zPbaChaiR+IG1Whbh8ef9nIu+ivUir1F3LFaxHS2JvMNaqQ4hUNLCVDpyqQpIcB1BWLDYSeoLuB6XUqBh3E1IqFRpb6uO1Rp/NoetmvwCEh3ODdKmXGkuJOYWJIuYUv2OMR1mexKgS6Q+x08ut2Zn5dPcAEpCiQT8w07Ek6m93n+zHFw5jKBKxvVkIqj8JUh1cW/AqDTICeMoKzfFbBQFKSrqABKU2N9YIVmlZ5LFpV5lUx5Waa1P4+d+OljpRlXkuokG5F7KJGoBGgPYbd96USjYSgRKXFpzHHy53VpR1Zew9La6+Q89CNjimYZdanse664iVyvQib4kqSbWJB11SUi3e2l/UNr+AsR4jxlLan1BD60dS0IulPlYAfh+dhrrtm6hcZnidfYy3FTAuh0+U7QX5XBWuLmyuq/2fcAn1Av+INr/T4oDGPMJVT3zheXNhP/APnxCfWjiIuCQSkjpP176+fdj4P/AKB99YcaZRKQtHCdQtGZP4qSPLUep/K42lUGhtfDpfFY+9KVyqdcyVjL4RfQEmwGv4aHZNUi6ahl9QBNenz2pdLr2dDz7XH5h1AUjPa6uIoaJBubqsANLkA3A7gdiBKlT4FepM1iqU7M1yq0nL3HTbRSUlJSQLW1BFwQdnLB3RT6zjeiu8ZbCIsjO7wFlKctiSkkHRNu4NyR28xsycYbu8EUuVE9wxHESmEqaSt13Pw0n5ApV7AgaAmwF9LdtT6ntVjPubteu2U5b3E23UMbyorEDjIRFY6GpSrJmcApAS04sEcVKSLpUq6gNCSLWosQYlrOHGm2otQfmozJ5hEh35fIFIHaxHYWIsSDsaYplNYcdQ1yiEZ1p+E6g+fkCb6+dlXBFzrfSE/h6BVIrbs9phaMiuFnR4VfTUWB9AQPO19s/wCqDPkxFdSLLtxi/rMGjSvitZF/KjioKlZLXIXmGhCu1ibDz8h84Or0DC9UYddiIR8VOdaVZVJTe5t/zB7W8zsRUGnwOafadqLC2IrvC5V1OZcf0soWUEki4Jt21GuvHFeH5XwJWHMPRX1oycXqyq0765bL8QsrQkaWBFzZnGeZtNqakXaY9sVR3d4OA59Gi5JU1hpcqBkdCUykEXskpJTcgG1iLX7AEAKrdtiqs0vCVWwbS8i6c/nd5WVZS4botlcSfEhSHLdaba6HzGx7u/qLTVBiNNM8lW6cvNyuYO8xHtZwNL+Yp8QBAVYW1Gu0esYEpcCvVLEdL48VdRRxXWs2VGZQ6tT3SbXyk3+tjsbTKeR8RQaivTocj3LLBWLPcMVx2svIfQ+vKqPolTa7C5RcnpJ6gLHuSDa4FVW5bWI6y5KixHMnUlCEIKsySfNIvfS1u/n62AJIxlQaXVJDUrPkQlXjRmS353vrc27iw7nXvaFRt9XCo0uBAz8dfS1nTlXl7JN/S1r6i+uh8j2U7/mYuod7n31+P9Icv4cdgRX+FSVoyIzq6cqE3JAKu3n83r+Oy3w9wsL7wW69KiP9C19SV/o06G5B0uD5aGxvroDY0PeJXouKIFUqlRW4tauVdSvIlKkKPhUmwSpJOhuDp9NNprtMai1mXFlRMiIrvRxfmY7pINiSLHvrY+p0CVlHZ5BlhoyEDsckytkV/i43fxRK460MPqU1y7oStKATlcSLg3F7nUfW2uzG/n1wli2qMRZ9WX8DIl3mmgpSbaEGwCvIWt0+ZBOoXeJ8GVSfAcrOCKtnfyfFgeHidzdslVsw7DQXOmh0NLgrDdU3jQHPelOXKXFVwlSI8Uc5DWL3uBZxSSRqkAlJuSCNAVQ/tZ6LTVX6dMVzVm7GjQMR4jluwKtF90PsNKRyV1JzEalSVeBwqJuASPO5BBLHqOAK9RneLFl81FX1IdaunKm3mO1/wGl7eVyltwtCdwHAc4tRXNYWroWtBzpSTfIQexsAARe4IuAbgaMTiVpqL+lQvw/4Vfs/j8NtnRKrp5+5g9Qseywi32Iv5LsDmm2qz19aev5U2sb28x663t62sbneBWJ8/wB0tUb/ALk0pSVpUUpzHTvYegIsdBbXYExgt2s4tYiwMiELzKXkVmToPUHzNgNNbj8dq3HGL5VGd5CBnYRFTkkKyjpsAT538/Ievptn6tttkFoSiPlpHnY6r29WvRN3ON8WPxVsI4TDspHF6T5LcuDlJQO5KSbXKSAdheV7POKKDVK1FwbienP1dh3MiBrFdzhWb4eboKiLkJJsb6KUlQJMaPhag7xotF3g4cqyOdhOpRPaWxnS9lBDoWB4knwhxGYg6FNybfO8PeFhzd9WW3cOO87x0p+7yHy6llQJPDQsqJKLqJCSTlCiLgEAB9jj3PoAsPaGJ9YexFWaXRn4FGiP86hCZ9UhR+tSVpvmkhg9SlA6qSgEjUgG1gN4vww1vGo3Pu1yUiUwtCOY60R3kkg5AewUQRZKik2F8pIIB7uyxs1jzFDFe+xDFLlRenn4rrS1qWop+G42tOVSHALAFQNwm2YjQ5p+HqC7Wa1RsENRW0LaWiZSakkLYbSom7KlgcQNgg5FuJUlJ1JAJOxl0YHmfcsqfLQCwjhJrdfhduA08tbE1HFTnUFJzG/YpOp+hFx6nyW28JuA7Ffd90oz5lKzIWE9N+xGg/PS3bZpyKNiilxfcMqkvxeSWtpcJ1YXw03uEaEptbsQbEWIsCBsoMQO16K6/FqjWSL1ZkLRn4areMX6kg2sdfPvpfaW9xEVnfxFlGDrs9tprOwtHg7p6h20019e+nkT3ranVJTspye191m5lNSuBZpaVdgojROU6WIA1J9Tsy8F0TDk/m3ap8dDC/gO5SjKq1wFKSb2vb999OwLvHoMr3pxXYj/AAPBx8mVSU63zKAAzG19ALg3sb3N0xGtsGq4zVOFzVU5Vb/yykNIQ/r2BWmxIP1BF7kXtpDp8+U1AcitRFrfy9HbI8xcXbWnQKA1IJBIJJBFydpU6iSnWm2vjSkMdDTq0BS2+xt0jqF+5se9yBsS4MclQKD70aZRNYYT99TwOttIuoOgXJAAvqoKAsdbdrkboFklTEpXCoL9eaiLYlMK4qeFdSFJFri+umguPPUjW+x83iie7Agcq6/Npz6OmLKRndirGhbva+nTb1BtYHYWbEB2e3WcOVBFOXN/SscI8q8ojW4BIbc8iQFJNgem5OxZhdDtZxHE96MscktrI67F6UKd0yocubhY1soDXUAjQbSIZEkWVQmmp/vSBLfizUJSp2L4eIm2vDVc2tYdJBANuwNx+YjXiOU1AlNS1yoXFSwtOTOtlagbApCSqxCSTb6WBvt1xNMxRzU9qjcrKYpzqWpDTqcz7Kb/AKVNiFFOpB1UE6EgaHaDXYTsWVA/pZEV+UhC0u/2Sk+TbgsRcAmxINr9xe5iFnGVhKqOuucryq4r+bipz5kpUAPEDpf0ULG+l76GiqEV2BS24sCJxpqFZXUuqHUmxOcK1uoEXy2tbMfLY8Vi6LhyA406ytdRW1kWvhIWwpJvp5k3HaxuNPrsDqhfaPiSnYjcrIvirRHdyO5LnsLEmx7EAkDuDptVd0oY4tymOXZ9GcoNedfffQ1niuyFZ1OJSNW7kZgsWNgSQR2AII2JN4WHaXXsJS57UtxjgJ5pCfDlsPGL+JN9MwJAva99s8po/uGst1TDlWlL+KlfCdXnUlQ1GgOpGuthbUetzHGu9WqUvAfuultcB9yR1q4WdpKzmUopSsFIuQOkggZiLHXZnIaZtlHnvlLgijNSqy/P61v51KU60rM6lWgzlBuFoJPVYX1vcbGdJx9ijBE99p3PNpcpXLuoUjpSk30PbTUCx1F9vjAUfn4sfFFGp/u6atCHZFN/sHtM3EjkqzJULG7dyQNUlQBSK3G29TBEWLUov9IolSk58iEDM46EH4akHpWRqApBSoEagjTY1bqolSG3SJV8N4ciuuVRp1bEWqZkMTE3S0lYueG5YFKVjXQkEi/02/cPxuVgcq7yq5S1fLI4C3L9QUkgFOY6EHQHUEk6mn3e1RqqUupRao8+/TpTSeYYzhLrOmigNRmBGih2tpcXG3Sk4XoNZqjbVGxj96oi0vpadsjmmDoQUgkZrAXt53NrC2yuN7cR3bwMz07rMml4opfvmBRG3+nqlUaY3NYV+SbLv9Cm+yGxZi+A19wazsLz5OpGVWb63AI/Pbzwpu9bG+HKo/WcL4nrdEf6loSxNcQpN/JRSQFgDS5FyNiale03vQn1Rufi2re+0dPFXIjoz5R/eSAq9tAbn69tRFP5pcWq3E2MzhRqqNcWU9nz/Ir8x5bTFbrsJfpZ8RedHV0LOX/P/MHz7bD1H3sYDn4NbxRAqyENoQnnIrt88dV9QbDUD9bt5E37EuH601WYHCi1FEphf6Jefwp72v8Ax+/W4MhoH4moGEqW05yET/GjTL59/XT12S9eorXNc1S+Gjq8Hhy/x67OavJlRZT8X/F40eLYXpkD3y65AdiZH/1U+LTzF++nl32Xv8pAr3QJmwa87RuF72fQxl+LkdGXL2I76eltNi7A2DYEVpue1UH1rzfIs/v89fPX89hvl6pS8Rz8OSoj/jUqPmSU5k6CxH/UHuD3tX06ZWcOYj4TrK2GFq8GbLm+t9U66a+ne2wq1VJApVPU1Tgzea7S2uV4qFrRlTkfQVZrfUG/bQd+215j3G1Gdw575i1GLFfY68mmX8Ce34XH7NkLJclfDqkCXnfyJzoX09vK40v+f57UuOJUCqUZ/wB6S+VQtGfP4cqx2/HTsPy2vYm8RS7TrawjnwjvEwliP+hqyyhh9xOVDqXc7DyfRQ8QP5kfhfZZbxm6zu+xHxcJVHgQZS+L8J34SdfTUedtb21/LJWIt7ErDn3CBUePwFZUrTdKk27Efq/l+wdtptG30VneXF+zmLWn35rHVDqUBS+a0FglxsGzw10sAQL2B1uDsbPOLPpK0fInodhLGUDFGEm3azUULfQlObIsLSr9hI+hsfrYHTbMe9estYcdl1nCVWfirYR0LakOIdSq9hY6LSALXBJtqASLArnB9ZxHuWiuVmVnqNIlK+9JQs9Szoem5soDuCLnzFtT9Y0xHQceUtyVQasiVx0qWtKFlL7ajbxA2UNSQbgg3v5jbPt8nDAcTLtoxd+0sdzPtBVmvYo9w7y3ajXoVRWlqO6lDSlxVdiqxCcwsAo6k9OgJO2uMH4dpdGlOT4vx0P5VtLUgoUpJ1FwexGoIAH4abYS3U0DhYyprrrKH18XNkT09Vu9v4/dbb0DpC+LS4jvj+Enx3Sr9h1/jz7nWprQ8ybwEPjC+A61+l8H/q23Z+VKlfCa+T5/l2oESXf9jnQja6p0zhNfFa/j+Px2e2+MAHn7SpVUgSuVadWhhfyeJGb6pIIt+V9oVbw5Qao7/TLPAlIXnafiryOtqPYpOht/d7fTaS7I+LxeN/i/6/8AL89pq5PPtN8Xr8Kc/wDH+u3BFnbt0U2K3GoEB+jYoiNykPtcJqUiyUSkduoEWC/UfT89so79sUwK9hdvCUCksIfhPpaalZAlTbSDYN9gE3AtqTpoNtm7y6U1VKDLiu9HwlZV5Ort+76212wXvEpPClf1tD/WpK05SnpH46n91ibbLMnnNPREYMC8LvyuVcaalvofYWnJ19KVeRB/bqP9dqrEdJn1SvNtVmIhhcp1LSnUeGRmXbUdrknuAD63Ozc3N4NpeKJUuBFZ462GuuOpObLmzHse4Fjr5WvbtsAbwsByqXVH2qXzWeK71sKurpuLZfmFj2BJsLW87kSvmG74YlJuvdJTPdeEoEB17+ySlCVKzZfID6D0ANr9vI7HqcNuuuuNfo1/IvP9B6W/HzB9dln7MNclYt3aU12e0jmmI6GncyfFbTvYdu2voDpfZgYixVAwvAflT6ij7qrP0+Fv8R29O3p32s6cTHspbfiUmM3mqDS3/fLqH2/1H7/6fjoNL7Ce7KjUbEbT9U4T/u591auiYFJbdFhqk9KdPmN19gdLWQu/Hfe7i2LwotQ+BmzZmlqTxLHsUkAhIB9Tr6g7fmHParwHhfdU5QaXRKjCxLFjpaaVkTkkOnu6VJskjW+VSQbjsfMaBhNXTUMleDN0ULBnPwG4EBpfwEZUcVHVlHooE3/K4/eNv6vezK7Wf6ZpbUpio8LLnadLXE0vkzC9xcXspJHmBstvY2314cr9BbrON8ZRVyoqfvUppotJzXIBcbTcHQi6gAbXJABO27sGY/wRiNrkMOYmpdRlZM6ENSEKU4m3cWvcetrkeYGxE3ZlqtO1J3Tzwwpu6r2HN90CqYjaqMKVSJqc7Ss0f3gkdgpxo/E0sRe5IABA1A1/jvAeF94OHOLS2n6dV1oSuOvoSpSxrlCtUEk6EEAkeXlsGb5972CGsWv0GqS36JXoPQ7Fnw8zSknwrTlCiUq+VabgHQgdtozO/jCVGwvyvuSbUVvx/hMR0ZuMs9mlAHKCbgBRuNb6eRHmrUN4zENgz2JN4LuMnK9i1mFCpdRnuypVBS66whS1KOZTWUltK19ylBtmN7JFwWriL2OKXKgS6zu5q1Up1bitKUqkuulD7ff9G4oAOXGgSo5VAAFXfa/qO9De+MBvz4tDyQsmb74pErgp8kh9F0ZgLWS4QSQQCbAbEW7jeLvQr1GiT5VPYWhaEIamoWUtPeoFistkd8p0PkNhE7YcVlvRmVsBbmd+e6rFv86uEsB1Sov8XJPjxVtMTHkE2KlR1KBGt1EA9ROgJ21rScNYXxvKb3je736XVH0J59rkuTmJ8wmQ2QOJY3AXoq2hKgdKesVDfdRnZderOGFyqWwlTq/dtneMwRdRLYCV6EaFCgQb3bI12scKb3KM7AYrMWuRZtOW1mjrWscVnTqaClEAkfqE3toCbW2H90NgQDr+6GLvLnz6pgh5E2oxcvHalX6ljVIWVdSTawCjpbQHTTnH3GUuvCW1iiiRaJV6i1lkQ5T6WuY1skIcNkqXbQXNyLDMQLbd8Rb58IxsWfbLAlWguSkZmJUVhSmJWYE36F5QsHyuTrcWItatxdvWrOPOJT3YkKdSJTXFTxWMyXLI1DyEkhDg16kBIJAJAtYSBKOZ+4a3W0al0uRg3GWGX6RNYW77rntOhh9tQbBSErTdGYAapN0qANhbXYIxBgDEfFflNS/vS19XORy1xHRoOIkEoJVa1wRqe4NtjPCdHqkrCUuBhzEK6jkUp3kKo04/ycjL2Q8gFxJKScp1FrA2F7U0LHcWvUapbvq9UV0jEMJrhIRNdyJS6ntaRqmx0sSQk3IJB0JgqtBGdfZ63aYj5qf9ssMP05aHVOxZC15VJuBcJyqKshJ0vcWBAIGh0JSIVBoPEpbtQYhVF/qRx7MKeV6C9kqJ+hvtiake1lvz3X1mfgPehTmOBFWpqHUpUItSm03JZKnmipDrakFJCrGwT4gbgTB7Z+8HGVGq2A6pEoM1/wAMWUlrK62q40W0rM0+3lNwpJzjS4JJAtjbIxCr2iN4OKOLPoNLiVGFKQhfHyZVKbygm+QmziVaWsb2N9BrtmLdjGoNL4FUxHh6LNX1KdYyLyvXso8O50Iy6Dw6fXR4UjcXjf7hiivYsX96Wlb8OevPCkLJGiVEhTDgGiQTkOotftKx5hDFuHKDIdi7uEYlpf8AWGpsBRfSzZN1IcFitKSpJspIIBuLmx2oZw2q06wt7WHIHDdwlh6KuExmW06uKhK2Vgm/6MABQ9QAde+zAw97RdZxR/Q3uSkfok/CfabU1KR2spKxlub6psR57Zq3c0usu1luVQadwGJWV3l5Tq3UKVfqCVjyFyBexHYgEWD1c3LVms8OqYcpPJSl/wBYitPoWhz1LdjodfDrsgC28zZU0sgHEn41r275ppiU7uiw9zS15Vx1wxkSvzGgBSCNQRp302YO7vFrs/DnuuvYYXVMPQupqOnLIn0fTVccEAutAGxbAzJGgzXtsG4U3Su805ArLspGfNkQ6kdP9wj8Re+uo0A7bMWm4bdixXKM6yiLNi9ceQi6VfRaSLeWmh07emzFbNmBtpRhK6TiWLS6XPwvvVpNIqmDa9l9zV5LGenStelpaj1R5CVAEJcCRfVCzYgKyn7r8OYciuSqW9S6jSFylqaioQpfBVe9lJSrpPbqAsbXsDs9sNS+Q5uByiJSJuZNRpbtlx5n98IcukOfS9lG2l7HYOrG6ag/aiJiiBRFzaItakOohuraVHUbiykJOZNjoekgW1uLnY5iBRlOIOYck1nCU9uLQcPMVfDz/WmFIu+qOkpGflZJT0E6EtLBCrp1TYE8lYgqn2jclQGslOf8PA+ErLexRY/ONMzRAIFyCQRsfYpw1KoMqJ7hqDzDHStqYrKpGupbfSDYmwv2Te9wQewLWXqpFqj7sp6kPom5eKlOV+O8r5SUGy2nO3UDcdrmwOwXlkE44hquHItU5WfiGqUubKT/AGVmkuZuwtoU3vr3B7EaAbRqxUK9Fgcg1VkPyoqs8dqQpCUyE9/g5rZVC/6O6ge4HoJu4er1Ual0us4ehVGicVLsLJmlOxbk5nU2u4m4JTpnsBe+pBHanhWg4yoMClu4hqi1wnUpYmQEuSFZEDJkcIKrgXupRCspF7DXaqLukWe4aRMT0b39TXYFRlUt7mOXntIkFjNayshCyEHzskki9xY3IJZvF3m0bGTv80sqrI+5cCpIdj2ju5ULVlbW2sFDqBbqCQBroQRcB2H8F0Gl0Fx3Hj1LqKJSeE1Nnx3YSZCNEpCnEksKdGtiWilQtqLED9pGFqDg2qN1TDjKItRWpS2ESoqpTUhIFgEvoUFIXa5FjY3sEkEjaT4yR5Swp82ltOt0ajS221oWn4S7tZlXJKgM2XVJ0Uga2somwOxUKa67+liRZWRPU0+jpc9SkjQEemot+G1RiPDVLxG05KlREU6VUWk8VEW7TufLqtIypKurztmPcpIudgeGjeDQf6LdrnveKj+pStUSEoFvhrsAFnTyuSfLQELX29pC+M4/E6x9iZjyk47pbVLb4sRCMjSmF5lh1OS1slldYSRfpFx9D22S0un0HDmI257rP9FzVceLKadWhcF82ACTe6mzm1T9T9AOtJxZWZ9UbpbtWp1LlOKUjPUo5U152DgAzAE6ZiDl7kHtt+1jdRvVlSpdLr0SLNirzL5WKoKQ8jzcbJsF2GpsEEW0CgRamk1S6pNw/uItXqUtHEh13ejVKzKie6//AGXO8vKlR1hDriOxJIPURbsu+g7jS/fFuHMUSq9SZ/GXCf6VSM10tTmiLBfYdVwPoDY/jR403b4jait/9mKoiFkye8YV5HLpuBw3v7QaE9WoHkbgDafhefvLn4X+yU+nzZsWkKTyS5DC1LbRcDKDYHKb2He47gbGsftDeIC4Kv6i+5/I3WYDxk7XeLyUqqIhtIfiqWEzIqgDkUkixKCVKIUCQSo2JIIFTu1wNPoMVz3o8t/IvhLzoyqVlJA8rZh3BA0+nmX0eh4o+Hih3DDiJVLUpDrUyKppbjROuRdrjTUggA9JNwRtCcxG67WWPgo5VtaUvpWrqSk+ZFwdO5CcxA1tYEijax7kC1+4jZqHu8a/cC8UzpVLny+VqyERX0p4qGvGyoC3Ug6a63sCDrfXQBEAYjoMpuvYSqMVa4quaS6w0WlNr1uUFBGhBIKbDzFjc7GeMcD0tqqVJ2qVFeRDSH4TvNdSUkC4zLBukkHpOgN/w2q6ZT+apb7tBelcDqzO5Mio74bORWYHIpJJTexBsFG9tnU3KvlNSvcqDdP6hbw6pXsbt7wZ+RyvIU1HmxWPhJkITYWCFWsogX7EXB0GzA3tqn48gMT4HvSFFi5n8nCC8qwCbdBJUryIFjYX7WOywp0CstVTlapyudaEyGFK6ONYk3bULpUe3SDcG97bW2OMcyoDURqK8vlZWeO+7Hs7w3U+JKkDTMAcxSLEgXBI12sYTMDcR092vRXGnXs8pCUutLQsZsoF0XSbKynVIWAoA2BIAO0jB9YgUaU3KrLz8LxcdfCOXOUFN15SLjLpmTmt37HTlTqjAiutwObRKbX8WPIR1IzHRQBOqCRcFNu/cXGt0zgyLPacddrjDD/jTHd+ElzTwBYucxuLXTY9tL7B3SfuhHOw5hfHk9uqVSnRX6jxUohSOazJkakhCV2HWdLINwSdPTbtAokWVPcoNLiLQv8ArCqdUYvQl1GhcCgAAvUAKFiRYKGgIXeMMP4ygNP+5nePFhZnUc1dp9lOlgFIuV66i4AFrEC+rf3Eb9ft5Abw5PaY+0tITlUl2ynXGvJ4C9zfsSL2IN7HapeFqrVoMYpwTFx5/Q0qiPwqvCVn5DxKeSlBu5GCf0hAUcyUgOW1yrFjspq/RPslVG+K0+/FWrLwlqztOKTc5M/YeYKQEOAp1B7nW2OcLNYyabaqnu5D6HUOoRIlcqrOCFXbeT1IXbUXvc27HUVmO41BqmF3KNWXc7/L5neadbW+q3YhdzmUPJRJIOl7bSHzKWhEbAmT363S/fLcqBEWiahPwmlMBDvFIPSMuilZbgEC5HrYbW2IqziiVS3IrVPffmv9PAitOKSlXewAvciwva1z22hycY4Io1UfgSpcqVwFqyNOscJ9ldsudlxJKWlka2FgoX0t2vKFiWlz8URHaXUZsph9KUO81FCFMqABuVINgq51URYm1tLEUMH290nR3qphLdVAlVTDDDC5Sk8dKrpVxbHKoaEDtqCRqNDfTZS1dmVwn58WIhaM+ZbWTLm/C2gNx5W089tN70G6Di1pjCTsvmpTHx2uXX1KtcC9u/iINr6kX2UUhcCA041VGvuspSGsiEdSb2ANvUHXSxttZE3e4F13e4JUVGN8B1Sk4jwlVn4UqVldTwln4a7BVjqLgA2Kja9iCQDroHDHtm7xsL8SBvBiQqpFW0paXYrSkPp87rbBGZAHYpBINu4uQp/aOErd87hqBS+hcpD7qP1lIQEj8DbOARbQ38+yUqWIMR4olRJ8VngLi5c/zIUom/SLGwIAuD2Pn22oVauYuq0qM3ImycK+1BiPHmKJFLb9y1fD3U7DdTUi06lR0IIIGUmwOoI01V2G15Q/aewlS6pPo2KKTNpy4ruVLvSpOgzEKIIynyBvY27jzybhOkNRZ7kqAyhC15nciV5VNqJF7diNToR2HmNpFC/87L7VZ478V91XUmyXWVEm1tMqx2ASQD6HTbPbUOXwpmHfVX6AnoFRN9uDcZQGPcNbRK68nCXdDraz5KSrUk+WhuBodj5ifApdLfqngYy8VSFKzZbXOg8r+du+2ZPZmwY06770dZ48XqayrTlVkva/bzPqCNB6kbHntMbxouCMOfZyA6jmqjljx1uqy8NStAokA2AF7kDXy7222NOTty8HpdPueY+9orGWI96G8Z92LTuapELNHi5FdLjoJ4itRpawSLXFgdNdkZMok/n+V4PQhaU5f1VKPpp37/Xv57aJgUivSsJS58DJFydD8iG+HURZSTl+INFoSuwOYgC50UAQAnq3ArM+qc1P/TrVmWpCglLmmljoL+f8HZjuLjdPWVBFQCP/AHCYPgUFptp2Ix96yrzqX8/90/Kr0+th2vdqYgqMrBtU9/QM/wABK0SmtF8SOdCRkvexPfUdwQm4us9ym8lrDjrFLxHnlUt9KI7shpoLXHWdEqKDopB8x30BB02fNY3ctY8afiusoWhfxWnY63E9rEKTYBXkSQAbdiPXA1PnccTB13/8wcTP+8LevAagVZqVVm0c8pSIs1DRlcFayhNlpzBRsL6XzD0Iudl/RN0TuKMOVJqfVqc/zqVu02pQllTSld7KQpIU2f7p0BIAJsTsdVv2RazKxHy1Bx5FlUuUrI7zTWZ2GsEWSrKQHEm4KVEAgWBBPUbDGHs3Y33N0vi4Nx6ibzSeK7DT0KZfSOpYB0LatQDa6TYEkWI0NLUETj3NDTWKqbKzzEtG3KYy91y4sXIxUaQ7myZ+l5q3cdiU6kEWNrgEC+o83Ei817ri1xhFblZeVjuoCUOOi9k31ydR0PY+fcWcVArTsV1yLKq3Hq77WdqK+pDSpGX9I0ggW5hAAsm5Cgbi41NfJjbkt40CXFnvLi1RHUtSmC1KjrsCh5CxdKk2/LuCO42vubdzDLc9bfqDiDdS3V788B7tOFXqTCqmF6itMp2BIWFOw1uEBDiD2aWq9ulViFEEG4sKYSxbPw5Pg1RqoPrmwkoYiyJD7rUhtrPm4SnEKBUi5UdLakXFr3bFJ3/Y33fYcgYclS0VGLTnUoYf4QW08xaxSUm4sdOkk2tfQi5XtLk4SxviOW1iN5GHUSlqkNLjxTlSknshFx+I7i+gFhpdMt7m0uzA2SwnVifRp9N9zU/iU5hpKWoq44WptJSnO1lFkqQFBRBCQCD4R22J6Du3rNUnt4tgUlHuuVmkKi8uHWm+6iHo56lIUdDYAX1BB2Ho6osWqe5sOMsVh+K6nLNgJcWw5oFCyDdQVc6pJNiLAka7OnAdRoNZacgVnG6KdNfaycJpS0LS/c2XwVgcRJFwoNkrvqEqtsbbthx5SgZ3JwMR8eLQaSxClQvjsJadLvBTcpBFuoJvYAhIIuoZgLAHrXsz7vp+6+pwGqi4xiGV8WK1KWj4iyg5hnSkFSVqzApIIIAuPPYAwLExHjLHn9DVFaJtImcvIdYkFC2VoXoEKFioKKcwBJBChceR3tuO3ZxefptUr0ticxQV/AfypV948gbeQBJIOguCABYAmOIFjtef2C8LY33c7gqLFxbLq+IaexCQ1IXKkZ5tLUW0pLzEi5WpnVQIcJKRbXILDIuGK7vBlT6tgOvVb3vhCkSF+7l1JAdmsxTm4DjcnUrasAoAk9ykEAW20z7aHtdUGgYcqe6HBstz3pVELgVKrNLCWqa0oC4Qs2Qp1YJSLqSE9VyCADiSTWMZYN3fT3cG1anVt99CU5HY5UlxpRzOAoRZSF6kgEDW5N9SQavT1aqk02DIPEGyd+spYODF7vCr2I6zjdvBEWI+tC5SY7DTXVxnbC9iLnKOoHtbKq4FjfamGRQfZu3Nt1mfQ6jnQhrn5sKOJDralkDiPA+JBURe5FrW9NgH2Y9zUqjRWN42PGkPPsMKXFjru6uKnVS8q9C4lRsbkWBFhcamBjz2jKXVN43FlMv0thhpcJC5Cy7Tp0dRyrbkJbBUEqtYqAUUnKbJII2X02jp0lYqpGAJFOkShMJxD9h52qRW5/vbneaSt2O/qnNm1vY3IFyTlJuO2wJ7X2J4v83OCOQ8a6o7Hm9BSjIIrqTmFxa6wBcHW/cGwJRS6rQcL4XpMWKzKQhGZUBfFRKSpghBsFp6XkgaJcBBUEnMlKgRtX70qzFpeA/tHVKHTqpwJSHWFutdOYqt13B0GbRVrgDS/Y0o1Cd81D3E9PZtuKxQ7j942KIEB+A7ixcrkmuEtp+y1cubZShSbLIHhuTmTYZg4LWsZbNUxbPYr0qrOTYMVapEKVxVp4Loy5hYEZSUHKVDuLXPYbfUHfpVHeUddodLZ46cvwopdRlH6r98tiNAQBqLEd9q043qkpqtNSnWJVLW70yGGuBKZUAkltxJFlJ0HcX8wU3sdJn2x0mcqPClQK0+7ggoera83Fw/MfDSaowe/KuK0S+nySrRR0zm+UFdEq/Kz5dUapz+dbTv3d9OV1K0g/CUBeywRbzFxbb9w3gKfvBwbwmqehfA+LHU70rS6k3AHm24NCLkA3GVRvfYKpe8Z2qVn7EYyye/oshcJFUauh1610pRJBvmWCAniaLBACs1rgd9W9M/Mxep6DvL3E9ifmGZjsrG7nubOjmlrR1eFPkLHy721vpcabG7tF+LzVU4KKpFd4rXwsinNb2UALG4t1C37tquTHdoMB+e1nYqMWUlClLaGbv1FQB/VJJOot6bE1Ml1mqVRifKdQ+xkzcJDWbKk6gJ7kajS9rG9vLbLrXywZ5hAyttaGGBH4E/FD9egc0xw4uWRFkW8RFwsedx1AHsQb27Wh1LFGHJ7s+fzbGeKpSHWvCtNuyyO9j3CtfP62BqVv5wvQZWKIEplHNRXUsMSEJV4wCcqwL2J7jztoQLa5uxHUK9iifLqlLdR96UvPHU6U8TQqslSrJtbsCQNe402M2le2z9p6RdJ3axH3iWnRcW16JKpdRRKpz6f1MuVYX2sRf0II0Op7i+0jGUKVS6W3FoLudaP6wlfUlKSTqb2IAvc9xYWv22Uu7HGcqlxW4DudbGZOZpV86bE3KT+IOn+lrwMf4gnxay3XnXpTDDaciZUXpWyldvEg6LRm0Ug9vI3tsumhK3+Q4gqunbb844jLomE5TrTdZ4sVaP0WZrJl9bE2FyCT3tbXQeTIpuHfuv+51J8SVa6i1tCDfQnW3fttj+PvIxZgOqN1mjYhRNYW6p1bXVyshChaykKubW0Cu4P7DobDXtFYIxbRuFwpVLqK+lUCUj1Oqm1jpWk307EHuPWdRo2V9/xFuo6Z1s3j1JlUwtAn4jYqkB5dOlMdClML6HFa2JSNCR5KGotY6AWJceTapKwvAdad61o4D6uF83krzOXQj0Ghub7daHAa91uSorT+da1L6/lzDtf8ibaHXv5CJjGuxYFGco1LlsPzZTuaO078r6RmKAQSCQm58vQ+pfor2gRFdz8QWqO56BiPC/vSBEX7xRmX5q4idb38rg9jp2H5qCqYSn0HicVrItC1LadQvqTY97g6g98pBHqB2O7931Gai4NiSp8RCH5UdKncngzW7jTQ31KT28rg7Z79pGRhx3iQKNUWGKoxmdTmQVJUoXskkdgTpe3nb0GzNum4yIWml7XwkR0Npqe6x70lt519PR0KUr1HexF79rD6DZ7YMwu7XmnOflrWuK0lGdS+rIlNkkC1lJtYEAg21B0IKZ3WYmgRZUujYoobFRYqiFIYUmy0JfSDbz6VA+llAi9iCRttbd9gWLFw5E+6LQ/k6M6SrKm3r5jvbsALfQlZdK2ofEc1v/AE4AiypWCnYrT7sB2UxNz8X4rQXHe8rEGykHtckEEAiwI1HqROo2A8b8/jeJKpaKvljuzIt0tKy3CXFqSOqwNsyiCBa+gB20a7h9pr4v+4vOjpV6g/v/AOG3Or4Bw5i2luUusxELYX1I6ApTavJYBBBINtCCCNCCNn10G0yul6rajbbORA+BhqVQePF+0M2osSssiFzSm1qUm40CkXzAjQKBIBUAfLa2Et3hfCe/v5P73p+zuLdtkhWsZ4t3aVljC7rKH4tIdTwlIzq6QvOHWQpRWEnsWwokHOkE6Xe+Gq7QcZYcYxRRuBwJq1NO8JWZLMhOjjZt2IV8p1/ZtWte1kS/V6NxF6ejPyghpqfPrMrJkYa6V6+Quo/gbaf6W2TGOJsqqRZc+VnRzql5P1VKJ6Ug+vYA6X2bmKJUCg4X+/u5ETXUx/D4tcyh+zTY2mYX3VNYcgT6NiFD8V9pKZ8B1r4rabD4hZKrFIVqFAAdrnUEZNi9x8mW6f0/6hhn1M+bgsKY8wlS58DCTK63VJvxZlJalJUrKbHihlagVJSTlKm7kG58ztd4o3Ku435us16kwqXXqWpL9RhO587zQAUeKnoWSB8ygCU2BWCATd71/Z0xRQXWN6GCMbvoRS2uaalU2OUzIbFh8ZtFyiQ0nTOhBuRci/bZEb1N/G+6VKpv23qFLxCxSHX2KdXqQgfemDbM2VAlabgJUEEkJvcAi9iLTg7hPZIvbXaY8N2Ps94jxlihj+aDE1RoMKU1wJqZsoyE011lH6SM+jrdaX3TxBmBuFE2SBqpr2QKpVYsSqYx3p1B/FEJrl01uBFQw+8wL/DfPic1OqrgnzPe+JfY59oCl7vt6CJU+uSqdQauhLWdTRUiOsnwyG7EKbPYOIIUgi+oJG3p8/vRoAoy6pS3ffXDQHXWqa6h9aWuxdABBUkHvYXA1IG2iD4xXUWWZ8fUyhjCjysL4jfwvPrfO1SEhLXFUr9MkAEWCidQki47DsNLbIHfFLdiu8Lx9Ks+XxZb9j+BBtfv27bN/ehiWBiPG9axRwl8N59SmlKslTbQ0F9fQXOtte+2c94b0qqT3HXZa0cTwdZ8IJsD+N7gH07nZB/ukVfdBejKd4vuuU1ysWavKqQu/CTfsFkAlAPbMBcEjte4bOHqBA4X3WrI48JaWnYsh1D+ZIPYKTr3GhB17G2hI5hHGbuA2mGp+E4tXisdHQ02l9KLi7dj0uXvpnyAk24g8j/EuG91VU4eN4stiFTpSMj8VS3EJZd0ylJJzI8OUXN0mwBIsdo+2HztgbirCUXmnGmqdClcdOTix0FhTl+wfSE3uL3CxrYC4JsQuqjTIuEuB97fYQtClpRIWEvqToSA62qxUBY6AEjuD32OMZT5TsDhUuoIfQx1L5x3I+yn5VE2CS0bGyxcHTTW+woK47A+FijDzErJlQhErqW2oX8KxcKT2AN9QABbW90liIbYd3S0uvYIn4twRiGkVdD7S5C4C1t5teo8MpAyKT3UhxABAvYEAgJwAtpql1bivI4CPhPpX/YqOgKj8ovoFAEAjX02kSnMG1mK3FwvRFwpq1JdStHR1AXIJFwR31udSCCCTdZiRPaxHPixYkqLKYQpMpLWZKsuhJsfEkjUkaW76C+x2bIkIMQvplRiuyp7VUiSlvrd4rD/AIlPd02USb39SNFH07j4NHqlUxGxAxGy+iFFaXyS5CT8ZF73BFgTYAC2ovYjXWwpNTlQMOONcKLKpy8r7T7XU6yolRIUB5EEgXOlrXAG1tOmV512I07Vn36dCjpfiupXmQ4k+SV6ehsFWIIsdLHai+UsTtlRiXC8V1pifQa2xk8OfVadL9LqbXQr+8dCNbXG1VAwvXqXFclOssLlI/8APNedKk2FunQqBPmBcDW47Bu7vY/28gc1K5VbD/RzHACX06+FwG1wRrYkgkAi1iQQYx3TO4DpblZivIrdLyodd5VgtLjtA9WZhRIAFrkBRAGt7bXKQe6KHD2BZ8BpuqOxMkpvrQhK/E0dTlNtbg6pvY9xqNqqpL984ofqjTK1o4SUyGk2QpVtepNiCR3Cgb2GuzloGIoErlIrXx4WXoWvxspvrluCLC46SCPK42rqvuui1SqS6zRqiunSn8qszF0tZrdwBcgm2vcEm/qNh5nERH4kxhVKo63RqXx6dFYUl1DWTIptX6/mbkaeml/x+axg9rHjvIOusUuvMdSJTtkwKppm+IQSGHR2DgGRR0UAbEH++PDVLdo0ThS1sVunZVr6OlxJKQCh5PZNk6pIHe3mRtFw3FgQIDcqs8Rh9DSlNP8AhzXAORSvCpJHqe577cWldgWDcKnSoHEpeI6c/ClQmuE6l1GV9N9dVDRXqlYvcW76HYYw45yGI34rrL81hhCkIla50tE6BRT6X7n63v5sRrEcWfA5Wsy0Pxepppa7Z2UjvlV6AXISdD2BGwhWcPe4ZXvSK84/CldDVRaYK2HFeaSQCQu3dCte9rgX2ms8yWEUdYltSnfuuTJ+qn/TaJWHnYEX4Xz5Ufx/rtTsP8KqMcXozu5My/4/67EuLWvurfF6Or5+na+NvEz9/wAylo+KqpAdca8bC05FNL8P5en+Q2c+7Heri3DjrDVLqPvGnZ0pUxK6H276gZgSlQ+oIOmoN7bZ7W98X4WxRheoOxZTfFeyIXl6toIhEs/M9Zd0+7TBu9XBHvms1tEWa+nO1IiyMzsVOmi0kWtcXsQNLa7UWCdzGKPtRL5pqnVenU6Rl5qLICkqSOy0kXCSdLXNwbi+hvizB/tBV7dBAXF5TnYuTInOvOnJfw5TfT8CP9dmJhH+Ucn0astu+5EQkdKMyruoUixzIWrRYQTaxuspNrAC+wipaNpYsPva2o0XDkqk4owRLfRV4S1Ifh5gl/hdXYm4UL6ag2ubEbZaxPvJr1entyp7vA4f6VCmgn/L/Tvs1vaF3pUvFGKHMUSqfUaDKqMNK1RZXUlxQzEuMKIGdBuk3ANidTc22zLiLHfNOufdM/6ruUZf8htGzdA2W4MfmEt6/CgcKU8hf+Lq9Pz/AI/PYH3p74WpUVyBS3uhfjSjqSrT6k2AP4+uh02Ry6rWZ73Ci8defp6b+e05vAeLXWualUmawj/autLSlP8AiNum31t5bWFe33AvbKhyK7WZXwmc76/+uxlu4w9KgVRufKiLYfir4qc90dSfMHvbUai9tibCW7+fRorkqfE6/wAlpV+Fu4PlsSvUmvOxX5/u+bwIv6VaWHFcH8QASkW1va1te2wryWXYsStt2x3wsdYcxRhdz39T2Jq0JyPxZUcO5k5LgEnRdwnS4uOx07ozEGGN3NZn+9MEQ5uHpub4rTCi7DcUe+Ztdy3fS5QQAbnLpYlO6mM1Knuc1nlU5/LmUhfSq3fzGtvpfYhq1awHgN1+LS2kPykZlfrZVE+Z7/he2vn22y03VNtEU7hY8RO1NzFuA58SsxYiFvxV8VpakFbSlC/caXHe4uCLdx32eu7v24v6pS8b4IYyIRkdVDlLStxWgugOWSPXKVG3bMq9wmatvfr1ZqjlL5SEiEtf6JTQUlX4gaE389qCXWsJO1TlcR0RhHT0KiyDH6tO4OZOvnoNRtoUuVHIjSUC1fOejmBN6e7TeM641gjFkV+ahPFXAkfAlNpsDqy5+kSL2OQqHqRscoQ060390Qw/8/CWVIV9QCOn8Lkelhpt5eUedS6XiOm1TC9QqkWbFdTyspSkKT3/ANog29NDa59dNtJU32nd6sVptqsxKc+hDScyn45Yd0+YKSbkEd7g6/lsfuwNnTj7Samt+ka/xdG3B2S7F/Rfwr+Pw2ytTPa9xb9o2IHuSLNgrXldQtQzN+tlpsdPInS/e22nqJWKNiigt1lrmmM6Eqyu28VtbEXBF9BqD9NiixYhZp3qbmRp0yVK4jTrqH0dXjT1/n6gfhf1vsrq9h7d9wn2sb4Tpz8Vbqc764qM2pGv49rAZSSbBQPcU3x785WHMRsUbC/AXNz5FJyBaUpvYk27EeV7f6iL/PC7jyjP0b3TF51tPx4srOliUg6EIWPCo+SSQb+emvZha9NZ7EsML7iN1VeqjmJ90uLJtOlM5Uu+7qopXDUPlWysqSNL6kEakg67Bm8PdTiOLPf5p2LW1+NLsV1uPM73sWVqyLsB5LBIN7X02+MMUl3CUpFU3X0mbKQw6lc+O0+FTaapRJKnAshSmrjKCkHQ2IGp2YO9LczP3tUGJPi1vkq2jqVHkJyw5XYddrKaX9dUm+oGhF2/aMbBU43GJPCW+feXuvanYcw5wM6EKRyE+KWlJUfxAW2rzJAt2/HYGxfXMZVSst4yi4hfi1HiqSiKh0oQnvZFsxOtwSSSDYEAXJ2O6vhzFFLiuYc3jUmVNRFa6Eu9M2L1nWNItdSNAQlWZskWsO+wpO3UVSBA+1FGxlS8Q0HpRIafUWJUPMbAPME5kKvYZ0FSSfQADamfiaiKplXIiT6pFcqnCi81nTx2kJHi7kgafQkAD6kjYDxFhWe1K5qLEzsLV0ZLZUqv2Nu30J0J7HY4bp0Xmm3YFR53pyNIQsZkpuNLjv27edr22uDRsRxWm+apK0MZ8nMIaK1Nq7g2SLgX7qP1vbuK52whXdPjcDhZ2l4jiSqzLbYhTV8B+OmRkzIXYcVCgDmUmwIGU3Hns/sVYcxHuvnv4SardRRFXmqVLlNO9fCKznSn5krTqnv5pOl7ADpe6WvUvkKpPiRaxFXl5eVCkZ+kG5CkqSCFfQEnTQHy1piKuUveXubgV5qnv+/sKZXUyo7RdXwEjK8haR1qBQAcpAIKAbG+tqz5ZjITAmUsfwcUbxqpBqlLrlexfUVxcjSpSlqfbQm+RKgpRC1gDukqJAtrpZ+YLxHAoOCIH2twnwFxUcuieuO7HdjpTYWWtvU3PZLiVgW8rXApiZ2l0bgSnWkUuLVEc1CmtLCmkr1J1FlJVcX0Fje19o1A9prHlBafoOKOBiVCGlcKswMjU1tIGhWnKpl4WFznQPQk7HsnJNcbmpLVUdclQMWTUI6cjUxoLRlKbAcVCQlQOlweo6DXXYjxLgOVysuBg2IuiV5aeLHdgSkJYeVe9yi4OQnQixtmJ080XuW3wypU9EqVUUU7jr+ElqEhMVxPeziELKmFi9iEEp0NkjUbazrVFaxbhiJKixIq5rGV+G+06MzKx+qojsfCRcXBOyx8oXfsg9AnbyoOCH6ZijkmKiiOpLU2K6pRZVYhK1AoCk2VY5gFJtplJ74+xhS5+MZ8t2qYUqOF8UMLVx8S4QjmZTpzoPUqXARZ1twkXLjaQSTcoIuBvfDb8qVAYdqjPAfR0qzf2avPvcj9p/Eix2X2/wAaadpTfuveDSMNTVryIlSkJV1f3tf3nt32sB4yivhvUwphOl4y3fT/ALZNRKJi+lsOqTPTS3UuqSnN1qQlVxmGpLdkrAFigAX2bTxoOLa9TfslQ0f0uhTsflY/3KcpIvlcRm+7S0jMCoaqFwVGwyEi9w+LYDqMUT6i/UZT6E/0pCmofYkIHbMgiy097XJIB0se7T3ZVdqlutu4ow9wH8iUc61D9PNRF1G48zcjt2ttEKfIZixVurrzTTjuCKi/hTEqEJTIYn8Xl5lxYgcTqZc0uLLU2op0Tc5gOYL3R70J+I5bW9WrRZWfImO/KaEhrMBYoWu4kIJHZQJA9FA221bUX3cR56phKtUuocqjpQw6FOpseykHQg9ik5bXOoOyG3nYsr3vmJKw5T5sGo8upqbCkQ3Gk5jawJOi0kZglaCQki19b7WAaCVhBPfZ7NrU+jRGqW7NY5VC2Fx+Kl1Udg2UstuJy8RvpvlULjuBe4CroW4j7JQG6pQat7+hLXmWmPw1vtq80LZuCtJ/WTmIvqgaguSErfTS2vf1BxPiFbCM2ejSGm3Usp7gtvpQpdrC3UlQOlzc3I9TUz6pi1+e7ExD99Wl2R91jZVZb9SeXKFXGovlV2uQddpaXzLClx8JSqD7mlUnF8KK+lSZEVcVxKI7pRqVJUCjLpcKsQCBcpNrTN3rdUwRK5X3g/7rmrTyTqFZE5jccMoSSkKPfNr5jML22NqgxRnYDDrtRqjD+TLnYf4S03+bw628gQBfuNktifdJVKXWZeI6pjyqSqJNUnO6hDb7SU/7R6OkIWCCE3dbJtlF7XO0GLXjepCx3inwGmn/AOj0cd/qW7kGfN+NvptUVmn0F2K5Ar0tEVa0K6VyiwtSbeJKkKSsW9QQQbajTYcqm82qYIw4x70wbNra4qUZKpTVomtSmD2UtGZDwXYEEgG2hKib7Ae9bezu0xlhz3XFq0WFVMqJDDUp0sKbdsFBBUqym7juCcpFgTqbK2jYMzy9lGp07b1Y/wBiYV4w38UbdzRmOfe+37CFJaYdi1FlqqN3UkJQpa1BD9swspRQ4ALkuHXY7wHvNw5vaoP2jwlLXx4XTNp02zU2D9H2ybgeixdCvIm+2Q8NYai4tqjlLn4ei06atjI7NdhBKMhvnzgDrJsQlQOo0ubXDJrlXo277lGqXW4SKjTv0TsV37xHQE2DYI6yg69KioAaG4sdg1apHTcJu6fqjVVDucmaEfjNSmm3eMhD+dK2lfKrXyV/zt9Dtawag1FlcXm+VffRkVmT0qX5Gx0J9dQSO59M7Q8L7r973AarNQxJheoTcq/tLg2qOw+G76yYZuw6CfnDZUL9wLkNlzcPv9gYYco2HN+eHcV5GlJiyq9SeBKUnyQ5JikpUkCwuWs3qrttoIN4yJoV6+vUDiKP2mN8TVLdboLVORKqi1/+yuQUO9JAUfElRtc9JCrgKFvUZwVhTCUqlt1Ssy5r77+Z1qe6hauGsnwHNnTmBuCkpUe/4AJd9k/fxQd4zeLd+XKym86WlTaDUcsdtBsEtJWU527+ikAEnxXIs4Yu6LeDu5nuVSgy2H8L1RKV/fHUZ+KRqkpKcilCwHj6gdQCBtV1xC9zd6lJQ8U4toOKHKW1us+0NLzcVU2kxS+ptGewcVEDvFUQM11MlRSU3CNdCU4+wlAxQ47AiUiLiGUhOZpU16A/KSLZc7LySlbo0AU4lDiR3UBqfqjYj+yUr7RuxKWxFQ6lp+VFlBcdtXktzNm4KhroCARYaWFo29gfzqyoDXvyLC4Hwn48rK+w8jvmQpzMkIB7pUTlJJBAIJlDiUaElZ3p/aOA/RpW7fEL85jolMRZraV8InuptaiFJJGqk3Hn0gi/7hBqg0aguO/YOosMSkraVFkT0LQrKSSEFWqFC2qVhJBBAUqwOwvhvePu+wlw6DWeSf4H3d+A06tDqkgAhyLfsoAEgpNiBa6TptWUPenhJqvPysG4hYreTww6ugsSnGkK9FKSsLFwkqsRfsQSAZO1pUQ1l1qLPd9zRcPP17O7xUwJUpHMRVjQLQ4FFSQB3SCb+Q1IFzXaHKpcViVPrcL3dKa+K060hS8w0IDp8RHqlAOh02Da57Qm77GXIO0uk+4cVwpCY8iLKjlClNAEnhvlISuwAVkXkcTpYG4BnxqfijeC65WcEM06avIlchiQ6tKFK10yqBAJTqPDfS57bUNclmn8zJ3fRePKiy4s2oxUr4Ts9ZdzWF8iVklaFf7iQe9z2H1QN6VUxG1wqzUURWGHVcJ2jSEP8O46QtCkpUoE9lIIJHYqsdk3i/d1AgYjfalU73W/kzcKK6czKzfMVIJJSkkaKFiDmsbC2xRhFWF8R0ZzC8/I/Kip+5ymrIfT2Kb9swNuxsDpbtshbX2vsiVuyrkS4xBvRxlS5Uv3DiZdRYYX0qzpS+39FJIBIPYgpBB8za5DYeKN9zteYr32sRFhIdTkYdQWlud+y1XQtJ0AAOYXUABpt+im+9JXIVmW/Cm58uV1RyvJSe3EsQn6EgfjprQYz3lNNUH7EQIk2o1eFlStC2kolJVYW0JKXb3Fx2IN9L7TQht5M6hlt5MatN3n1R2sy6NKlvwn+EhSmlKyx5CFeZQSUDUHVIABFykEhWwlV41Gr0p+K0zkfYdS6nqzrbVa90k3Utu+hSCFAC/kVAZo7tUxQ7AqlGiPofRHXxYubMuKoHsQbnqCuk2I6TcaDaBEkT/ta477vffz5WkJYtnUkC/hOqlDW1iCLeY2R1K3UWfpxHU1vS+6qHePHYtGi0nGXNri8BKmlLQ1zTClXBCynMFWN7ZQL29O+1nSMMVTEbTlZwHwMPVRbXXKi35V5RBBzsFQUL3JBvc9lXAII7VaHWcW0GW1hd7PUWEZ+BIgF9pSkm5aksJssJIvYp1HcHz2HMD73ML151jCWI3l4KxQx8JjjulMOQoC+VuULXBv+ieFxY2Uq22xprGuTJ4PzHtPczp5e4aK3SY3gUufKqmIaRVEMfeHYrTQQ/FV+vcWukEEhRTp2KkjQiUfCcWfFlu1SJk5pKmpEiK6ckjsepIIGYdtRceguQSCh7zncOYj5WvYemxapF+El1pRXHmI+ctqNyFgC5SCbgfiBErmHpU/FDmKKNUUQuaVxY7SneEpN9dUJUAfMXGvc2v3OUhw8FFbvqNAabpbVWmoYzpUiQ0pKn2Unt3tdANjY2Itob67VdVwJFpfEan1zEsr4WfisfFTkJzXTrdWoBta4tcEEX2aeIKfjysxW+apNEWxl4XFVdHkQLKCLqSSAOoAhWtz2KyfpNZwlVOQr0udFivq+7wJvxUMr7/CfSSpJ10SFlNraeWwu3Lg7pHRiOjcg37+xPFq/JIS1HmI4rUjIrsJCD8TKQRckKSRqbDQUK8NYXnyuai0nIuEvmEoS6epA7qbcSQtJA9CCkAWIFrG2HcPfaie5AdZQtaE8VDUiOUPpSSdQk+Ju3mCR62NtpuIqfQYDTcBrJFfY6FLaUM7K/LMLWF/LsfQnttXZCIYBqxBiie037rrdbmwoshrI07M460624Si4QCFEAAkm+gvqNpkXeDQZVen0Z3d7x334v8AZXjvpkJvmbU0UgpunUAEg/sJ41LD891px1rjoQ/mQt1popWlB73SCM47qItqfMbR2N21UpcVuvO4mYr1IR/VavAd46mcp6WZMc2cZIN7EXAFiFm4tOZV03HJgjQsBcWvP1nm2JS1ylLdi8VCX2bkZgUkjUXF0EAkHz83ZTMIxYrrHK0lEWbkyI4STly37EHSxsem4F72AN7jrNcpdUlMQHWYs2qIU0hCnU5XcgsAULUcygBdViVAC4vbQamwPgKLRqMw60y5nyfol3UltV/IG/7PLy277pUttiYn0drctFl4yr1O96IldSsrXUnyACAbpFyLAEg6XBOyQqte/nQ3l4eqlGa4kV+osIkNIX1ZuKDdV7ZhawKVC46jqDto72h3+aozeHJ8Rt/nXUoTmSVZVdwrTWw7nTQAk6bJ7AGDKDRsZUmU1RFxX0L+8O8fpz2txEqHlrfKQQPIDvsUDaIOXHtXUd3FGI4EWjU5c6bh2jLlLjx1FTqUPO2z8Eg8RPwLKygqHl67ZwwsZ7tZbi8pkQ58KQw+1lUlR76aKFvK9tLfUbaq3z4eqju8ZvG8XgVGKiG1AfioirU62hIWSsFPfxG6gQQABY3vsqXabPax5Ai8ZcqEhCVxX1rKnUtElOUKPUUjUC5uOxtcDZe8HYYnrE/SJH4nzS6K60658FH6qcyxl797adx2tYg+W3TDOGZU+e3S4ETOt9fXnWtSm76FdxroL2BA1Pcd9i6FQXeK+1KeWtC/1Ejp1PfsLW17XHqb22ZG4XA3KuuT5WR9H/dXfmS1e6UXvrpYa+QHprmaWjNmWnkRz90c27ykxcG4S5qU0hC2GOv8uw1vY27+Q2xTvDqte38b2uFS3VrhMOrYaWlZy5UkZ1WJGexskWuT5aAnbT/tNbz2sB4D9zQInHm1T7qhCVhK0qV3UPPRN1W1va1tdq/2Q6NhyvUtuU0zFlLzJWvslfpZSSARqNFWB0Audtj/AOsaQmkbwJ/bi/ZVpeEmpbs/4/vRrJPQrxPJ7dTY6VWGhte4731Gxhj32at0tGo3xcPQn4qPi51tBL7au+ZChoQdRcDW9j3ttpsYLpbXDle7snzZM/Qrsbi1rG/e35g7IP2qnsUQMGz4uDaTVH30IVlS18Vab6dPz2/IkW07i0muLnuu3JmM6DBwRQd40/BruIWPdb+VMJcrp4KzpwuJmuk21tcDUCyTa+mN0tSr1BxG3Rna4iqQmMvChOqQqUm+vwXlC6wO4CjYWtmFr7ZI3Z7lsW7wZT8WsxJVOYQ71z0RSpLl+6ykqBRY6G9yD5X21tu69liqYcit1SLjGoSkQsq2kO+FNhcgKCQALXumx+oPYo3aYb8g8x3UVIrBwcn5jnmUnCWLaz70pcTlaowlPFkKY4Tqu3isCFG1gdSDpcnTZKe0BhPfI1iNiqQIlIfixWFcvNgdEhxX+zcTohQItZQAV3SRbUtpLkr4fK1bjymMqc62gh9KexBIve3ceWmhF9vzG77tLw45Pn/en2E52lof6FaeEgi4v5EAgeYGg2ZT9L3BJaUfdXPLjGz1Udqj9ZlREIqiJHFkNZFNcRROcjU3StF1AG2the2h2k4lpGI3YtF3g4Nl8Bb6EofTwh02ICswIKbX6Tcdte+ov95aZWKMb1aVAok1hC1qVwktZ15k2SohIuVjtYpF7C9jewtd0NJlVmjVbC7rq8+VUiLmRlyq9AoWPi/eBcA7MeLT1CL3VBcSOxSKDiOA/S8b4hRFflZFJTFSFJZXYKK0BV1Dt2N7a9wQdhipYPiu8pFi4np1U5X71FdSjokIJILagept0aXIIAJJKRewLWKfAgNNyqphj3pUUOqaSl1K0u8VFvhpcTpmAUCm4srUAixO1G+9QcRxX6pS3kIpyMv3hDXx4aj0nOEgXAUCCk2BtoRtQ+MbVOJZbtZU+l1lugu4ZfpbFb62KvIaUlpxI0OVYul6xudAkggAgDXbVWEfZw9kfE7suBjbf8+jF1RSlLSXZsWAhv0HBWDnWUgAkrJUBdOXsFOmJVJ+6qmwMJVDmkLdS07F6H0zEoCknIm1mZCFFBQsWDgSUmxIGy6Zw370nuRZVJffzpUl/oDuVegV0GyiQb3AufIA+Za7M/dCY3LHbjqkbud0EWu4cwHien4hqkXM0t1MgOr6UnKFOoUbpAIAJIJBsRcAEd3Oe0dijDm6rEO7n7Q5Kotpa4FSWhedSHSVLzDVKnTqlKkFJSMt0kC4AoWJoE+A5hxpmExV4TqoquXWEqea7JNxY2tqAfJRuAbja6rGF4sXBD8WKyw/WH+tXCaCFJWbgK0IIIGhUDY27HY2ZAGIES6lKdlPymq4jlVtZXWJCsqlNEKvZdrOJ7nW6r3tYXJffsr7iKzWaXPxbi2o0v3IwhLsCBIQWlqQBclS0kBNiAlF0mxFwrWwg+zh7PU+qRXK9jeJnpHUtqFUmEqTIsPEqwGUA3IuL+d9pW+zeHPi8TC+A3noVBba4T6/9okI6rKHyaWGpNjfUW2CT5TmaHW/rGFZn7tKFvL3D1BdRpcKrqhVSO1lW7kDhRn/APEUFgEgEAhSjqbWy9vJbdxRS3KpFp9LlPynVOz46mlIQ8tX9rYWWy6beNJuLpuVABIb/saSHXYuM9y0qnPxYOIYqpUNEhrM0l3t2uQTcpIUCCbG5uDcQYwNjz4/vT4EWK6trLl4qUqCiFNqUSFC1lFNhoMo0AI2q528yi3j5h1uXhxXcJYepcpmaxky5EyHy6tnRIN1EAq873FjpoexPN7suBQcBuO8oxKcQ6lLsLxNPJUQklAB6T4bkAggAEG5IGKK07Ao1N+Fyq0Zs7WTxKsLEXPb10/DZRe0LvDxQ7QW6XAa8buRb6F5utLp09QCMpBJNiLdrEZNVW7UdwREVb7C6SjqWK930p1yLFiLp0pHVwmlJUltd/QE+R8hqO9++wbPxpA5/kGqihHvFORpTqehSgDYE26SL209fIXsJYapEqe7z/Xnzpaf/WSr6WuBr5Amx8tu+Kt01ZaoLdZgVZC5XFWnk3VhpWYEgpTnsM5IOhtfte+m2viEAaM3c97RNe3Nz5dLqlOzxX/0sCVmXFVc3SpKwCtkGybWCkC98lys7C28HEtBxvih/FGF4k2FNW+mRFXIdQvrFgUlXbyAub5r3Nr6iEGFJxlA+zlUz0vGUJCuQTKaKE1BFrmMsG2Vy4uhQ7i/cbfW7etu4I3gsUvGWHvuspWXisLPTcWDg1II9UkAjtYdxJdtsJNaSMZ4cd3QS8eT6S5VH2GslSaayJfjvpKU3UlRCSgi5Kr2v52BJgYTxRFgUb3zAyTUIWpDUVHTxkfKixtZRvfLbsbi+hPNyVQWmn4EDrp1YaVClNNdGbMCkLQTcZh02vcHUG4OqhmbvsZRYrnuF5/Ix1Q5kBfwJFlklp+Obll0EdQIA1ulSh2RqYdzD8GJarptdjiwe5pXFuBMJb2sLsSosRCJWVOVUhJQ6lVwpcaRay7E9iSCDY2NhfOG8r2e6pu5d+1GA3psqKx1P0lay6+lNteEq+Zyx1LZBURchSjZOxnuYr3tI4jgPu0Z1iVFpDqc/PxS1KygdTalEBLyALAXOa17FRAG37j3fzi2fPl0ZrDzHKoaTzGZBWpl3S5QQMxQR2B7C1rDQ7CiSuPtERpZalVliqUHP7uqnx8niQ2tNswSb3SCbqykG1yAQBrcY6mNQOUiyuIthfQta0lScx8/w8tdL+hG1lVJUVqU5WYvH+P1uqgZEL8Gps4MijbsFCxPci99l7Pq8+g1R/iuoq9LlI8WRTSHEn+4onhOA30uQddSDpSwRgHas5vYRi1Rr+i5aOAv+y+RKvpfwn8NPpsa7s8ET6pWWPujDHuvqW7nCkuJFlaX7+HtqTbvpbYDwrXpTVZ4UV5j70rK1nUhrNfQBJX0hWugOh1BPmGVG3gUvCVL5CBUM86V8JfFYLSm9TdK06hKgrQi5SoZSFa22Ey7hiJ6lDam0RoYp3htQKNPoOF8kqqQmFL4Sb5ko7k2sDbzyi5Gmlr7JzcljCVP3g8XFDyJS5WZqOmZ4Eu6HKlWYZbjwm9gUgaA7Vwp1UgVRvGWF6stFRiuqfTmdKsy/msexSQSChQsRcXAtawxzTGqpRnN5eDaShhcVSHa9S490qhu/wDnwgdi0ohRIGgNzY6kyBtEDXoURMfM1jvn31NYIwGxyuRiqTczHL5ylTa9U5Vg6pIA100I08icb1qLPxHzeI26t99f63UK+K04ofKoA3b7gJNja2oIN9ijGVdxRvQwlRcUSoj8piE0thbui8uoABPnZIASCbgZrG5IAxR4DvPsOtPZHFpyJW1dDqVaEEdsySNFJGth2JG3PaX9xnR6daZ9YRxLA5+mu+7mEVGK+hDrqP7RrONVDssC973NtbWvr6tYNgQPcMB11nJxGkL8fTlsCPUdvr2/PbyrThiBWa8xwnfvXMJ/sunMDe+v107DTuL7erGB0O/Y2k//ABqhK8nUn+PP89n9ABjMzurV+QM+MVUiK1F4sXoWj/yVX/jT/PZbV2pT4DXCi/P8v5X0vf0/567NXErbTVGc4UvOjwKT+qr6eey2qUDitOcL4n8fvGzVv7TAsG0zOu96oT69S36XVKdFfY/8/UNFD8OytFpIsSe103IIJA7kbSPZTrUqBiiXhfEdR47FUaSlbqWh+nZFkvEixWqysqlHqIFj5HZgYwwLKrMXhQHsk19CkoVxerKbA6WJUOwskE6AkWBIDMEYExHuWxH9o6yyw/CWhSmlIdCkK0zKBtdOvYKCiCToRawwry1WTPUdPU6jS4s/tGXjqgNVmst81UciKd8qrqQpSrWuLWOgFragHQjyKHcc1nC+HKTVKzuiYqMWlyPuVUp0oLaSjKcySrMHI7uXNcaIUDcpJCklWz95mEsW4tbdn0+VS5UpWRpClcLiKsbAE3QrQGySb+Q9dmFgPElZpdecaoNW4/AQpbsXLl4zFwDnZUeoDTQEjzBuL7JVB7GxNGi+nR+D8Sy3mYha9zU3Ee7TG/JUSqNLRNpMrJljrUixI1SlPewAFgbaJuUlNLo2Eqz/AEXWYiH5U11LS58BYQ08oEZXH06pQsd84ygXuo2JVs7cZ7tsObxpXvmLTotImvrTzSI6ClqRaxBUzmCUugg9aSkqGh1F9kdvI3V1ndBVG8RwMQyoULJxWp8Vpb7EfXVt5Ohy3IuhYGYEgFdidtFNM+OY7XrKLOFYGW6cO7jMJSnKNjKIuiVuFHQ66iY6hpLzRBsvMLoBNswUCQRqhRBB2YO7qkUaLVGKpg3E9RiymEZmkOpQnoUARlcbIukjsdSQSQTqdspY2VvVxRi1yVWcHe+1xY6I6/c1nUZLrUkojlXGQCg5gnLY6gFRB2cnsrVGlwIE+e09NixUOrTyE1K0qjug6oCVWWjXuCL3ve57QaCgzmD1DY+2NrePHa4Tbvu5GdebMtPSrNb1Hf8AO/p5nbOOIMNOxXeLwVrYW6pKWl9GW/a2th5+YGz8xvWvfLvCivfDRlVmR1dXp/l67AlLgRcZYtpuF5TyIrEp1KFuq6kZte/n+Nr97202XKhvUBQ53YinrVUaoNZYgSqI+vjx0Z0So5Q62lVjclN0uJNgSohQI872I+Mae9KXylLi1x/kqhFzffWlux9F9PWLqGv0KgBcgjUa83m7tqXQcOQML43p/H93ZXabWWms/DRYaKI6sumpJ+pOhJXGPsL1mfAb9zU6LKiwkqQvjxQ+0ysaAhwdTBNiNQpB88thtONwmjgRO0Kh1SvRfc1eiLRKYSp2LKgSG19Vst21tkmxFsyVJIUD1J7Hb9pFAo0D7hXqfw1o6UcJBW05mOt2U9SSqyrWvr2Tc2H0mM7P+FKp6KRKirzx1R/ArX5Vjz1JIUCDY63JuRQMRUGVFci4ya48XJ/X2nSxIZUFlJIuFIuLXyqBCr2Cu4TO2TA+o0Kl4cgS6phLEK5UXxLhLWlS2e/zItoO2YpBIIBF9SP4VxE7K4lZapyJvQnmGpTuVfAsrRK7HQa2USSBpcgbHOMcK4SlQPekXE+eqZlLjyko4SnlC1uMnUZrDKTc6i9zckgWGKJPo2KJfNU7JKfjqXlirCOJmCiSlBuhxKhclAtcXIINrwZWSoEOL7rfgRXn2Jq31ZUO26kEm9spIPoRp5G1rWaW55NLanuRZWRfUlXLupHwVWF8tr9CtVGxOt7m+yRrzbspqByHHYWvrQtHUpt1GgGpvcXtYG9tNbaVuDd4dZoON2JU+I/kQ7wpietSct7BYB6k+vcg6drna9Yg2M9FsNUTCTs/ixaTFhIldTvCay9f65t3P1Hfz2a1b3Vxaphd9pp5jItpXCfR4VXHhV5pv2uLj1GyP3c1J12AxPayP5/7+ZOXyP0+l9mvUMcYodw5PoOF8kWqPsLRDdd8KVkdI01tfz8tryuNzTGDcmlwJ7nuauQskX4S/Cp1tXk24EkGxsDe1vKxOh7x95VLaqjlLlVB9jOnO60toKSnWxLayAqx0UUqvbuDoRsnKRhaqYIrNSdxbEXCqMKU6jmHUZ0qSFqBS8D53uQoeIHsLgkjVMaxRVIFGr1Wp1EYm/Fps2Uj7nKUNClL1ypF/Ik2vYHUAbSa93MITthJiyfgivT+FS2ZUqb0/wBXX4vMAoJyq0N7psPW+wu9hKvT6o5RpUvlYuT4WTp4iSDqkEDNYd03vqPx2I6lunlUGqNu8HgeHr4okIUsHxoWLHXWwAIt5312/q81XnZTDvu9cpaEcJ1LSytDmUaOC1lIJvqLWJsfI3XyvxOGH5gxN3LVSjRXItLZXUULazJQmynfooDsoX+WwJ8jfYOw3Xp+HKo/S3XsnH+BPgSuhqV3sFA2AWLXTcAgj6W2Z0rHsp12A1FpOTgdD/xetNgOtKdNQRc3sSAPTSSioz8RtT3Z9JhVfIjrU7Hyr1ToSe+oAICrAlIsdLAZltkc2Kd3OHMEUvn5USnIi5etpcdHh/G3/LXZE719wGF992EnMUbjJcJ+qRcyn6QhfCS55HLmtkULaC2U9rjb0RXg2jYtgORfgTWH0KS6w60FJy/3kKH+mwtA3OYNwQ7/AEDh6FTv/jJoNI/8kafstsQnZzPH0WOi+U8SKpg6s4brMig4op82kVCKv4sWZHKFtq/DzHooEg+RO3eFDdiyuE7kWj5Fo8P47ewe972fN32+Sg+68ZURD62M3Jz2F8KVDUdbocGtr90m4PYgjbza3yezNjfcZihuLPe96USUtSIVUjtZEq7kNvJueG5bTzST2IOm10vVxH6NQLP6xX1WsynWuVdyLyfN/dtsMKVxXf0XDXsRVmBKiz+Vd+J0pV/y/H8f27T8PYQqlZ4kqLRJr7EVaVzFsNcVTKCfGpKbkJ79VrDW5G0F9seWSpuIcRxcGt0F2W+uncVDqI+uRtdjqnyST52AvsYbmIe5vFtLl4X3jMzaRUX3VOw69HkLSpm6AkNKbKVNkXBPxBbqPULC0GoVD7ONRGuCtaH/AJHWjmTb93fS4I1H5bUqJc+VVG+Lw/1+pAQvKTpcWBINtCTr5bQlkIUE0Xup9l/dVWYr8Ws4sYZryMyEKizylpxQta6FEoP1AJvfz2f9E3KtRaX7rrOJn3GGPhNLlR25CcvoHEALKdLgKB9fWyH3O70t2mEmuFVKTNRUej+wK+Mv6pRfT6kEgdtn9Qcbu1771FpOSKheTJxSnMnyNrBQH4g9xfZe2wtM/V3FDhRFsxuPdo29DkKXianTW32s6Kc7CCkvIuCqzaznUj5Tw7EZhp66aoNAgRYrDX2eQxkT0ZF8VKU27DOAsDyym4H12o6oN2lZpbH2op8Ja4q0vo4q8jrKxqHEqSQpCh3CgR/nsX4UxdQay03Fiy5r+To4shXFUr6lwXv+JNz6nbvuillu8TP+8rdHS6NPn4owQ6uLxOuZS+F4VKPiQAL3JGouB5i5uNswSPZo3q7wcRuV7DjPAYyK65qXGsygvUDS3nbUjsbC1gdr+0Jvqo25ZpusuusPv/2TEi6eYVcdCbWN++oJKRdRBAttX4M9unctPoLc+s0Sr0R/+3aajomZfUpUkJUseoISr6driC7WzL1g+1EwZjPcvvL3fT+aqmHn1oQvqdioK0aW1IFzlPcHUd9dDZb1FLVZn/8ArP63rt6pVXfz7MmLYHNSse4elRX05lrXdpSfotC7LbV5EEA9gCbgHF28/BW4KoY3+0e6DG7a0BXFn07Ip1GYm2ZtxJUE9tUEA+epJBKLCPcZrZvTRH4Zw3KgVnkHePF5pGeO6nqQrz1H5bFjeIMZRXXMOVl3PwP0Tv6ye3Sfy7eXptoGj4Qw5PgNuwOvieJbSwtOcDTSwGa/lYEfTuVvvToECLVG2mvjym8ubl0nMpIPmnXLp3IJ+uoJ2yKupi67ZiaXC15lPg+G01P4vB61q/3dPX6+g/G/fZ0N4zrNGpfINVFbCH0dHzdJHdN7ajy1GtvrsB0qFFgUtuVwcj6E5loWrKtPRqCbD0Iubg+p77fwmVSfPiQKXncXnTwk/Lm/zPqBp+7Qxdi8wtpvtxKkYCn/AG3bxa1UGKpQZqFLVN4pzMuqIulY7oJBJFrg20Ow9vExN9l6841hercrUWEpQhEjrT9Sq4IVfWwJBv8AhtrXBmAazWaNL5rBFOYqjicq1QmsipCb6FaRbX1JBJ7kjyVtS/k/d6GPJ8+qe9qdTkPuqWhp9C1Ot62A7jN2udRofPQ7add9ajBM2CnaXbFNg/2ipWHHWJ/umlxaujNmlQlutJc1vqklffQEA2P7tnphX2mGt4MVyBAiIoOIcvwuauuBKVbstaQVMk+pCk69hrsuq97Au9rAbXPyqTFxDFR+l5B0LUlOlzkUQr62FyLaX7kv3J7pIEDFrEXFGGH6ctaVNNSEcVTTir6pXcZkm19CBb17WKXXblYB6ktmhYuG2t42DfdeMqcww+4nxNLDvBULEONrB1T+BuD56bZaxNgvDm6XHjFGxRLf5p9eZrir6Hmu3FQo2uBpm1uMyQRYgbbgwsaNgOVys9p9iEjwP/pWm1HyUgA3B06gCQe4sSRM3sbpt3O+6guQJVW91vo+LAmx2krQy7k8adLFBBsQPImxB7RVbuPMjT1tU2PiZG317jncB0Gm71cGusP0uahCXXY9ulSvBmaN+56SoFWttB3K7o1Xn4ogcKqS1/NwsqAhSr6WNrAg+Rt2P7dqUTCmI3dzdS3S4390VSVTmlNRZujsVxKOplWlyAFAdJuR2IB2TVVwBhefg37/AIeYwVV0NdSqTPMiOpQToUtrBWlJVrpmsBpoCNjPVv8AU0QVlLgHAjrUVv8ApaUww+vipQt/oT2On7PLtoB67PLBWJqzu0rLbU+IxVKJUfu776VJWuKrIbFwXCgk9uxB018tsq0Cs1nBrrkp2t++6Wh1KOaiqOVWh6HE26VHyuTcjQXOzdw17RNBapbn/YioymcuR12BKaUtlWmhbXlUdeydQfM622AEdJfO6F+8bd/QcUSn92m8ukvwqRVFpmUaenrYcSTfhFSbFCtQkJJBIGl72C7xluzoOA2mItLpNOmxYqPFoiVHQO2Uk5je+pBuAT9BtJxJvPqmLcJOQOM/VKdTnUutfCyyoeU/oyhIzpUAdUglPmE6C19Rl0HeDuvbrzry6pFb+FKWw+MyVJuLrT2B73BFxrpe4DGcrJA2ynpeIos+K21RnmH333UNLVH6ZTafIqCgCpAtckA21Pa5O29yWInZVBc5nOtHUrM11JSgWANrkkH0AJG2Q8DYDpdGlS5WHIiH2FpyJXIu062pXdJNyi4HzBOYjztoHt7PWJorrtSddqLmf9ElpEhC0ZEmw7AWX2Jvrr2vsOWxuhXjOXvB+1sejQGWWItRWvhVSBKH9V1JDjagUrtdIFwDcjuLnakj+yTu5i4j+3kqJUZ2IVtKzylzXFpeuMpPBUrhg20AAA9NhzHW+B2jVmrUGU0/nRIVIiuqR0qzi4OYXPfMO1raC5Gy0h1X2wxXvtbRqJUcV4U4qkZGJrTSm0XN1JBWOIEjpIAJBGoBG3IdxxL4jJwtvc3abucUVrdzijHkrDCFyE8miexmgJUGxdAQoZmTc3IByHuFXuAyJW+zdzg7Djb1ZxPh6rxVo6HabKQ+hzt4QCVakjpFyPqATtlHe/gPFG9WvcWfROAtCc/CldK3EJFsiSu5WqxN0pUbaXHY7LbD3srxcR1R/wBw0lhdRi9LqWJSI77KhYBaFBC0lQsbpVlQdASO+1n8ZwX/AHRu70/au3c1519rBuCJq5zC/u89p1cOQlYtc5fGoAeQAOnYi+1zQsTYt3q7uWKpKxY+h9hCZEWbmV8TzLbhUgocBCSCcgWL3J01RlJ9m7FsXEbdZrL01FRhLS6tqU1wlpSDpmDKlpIv86CWybkWFwNBYYjfZfJKo3Apc19pKZiGJvwpGti4WT8Jwm4vcIJA7m19qdxlliFIhLhaXXqDAYlQGadUcmXmorswoyq7lTKrnKfOxuDfvfaLV8c+68R8+7RIsXmsqVoflN5HHzqG1LBBSrvZRRqAACddjGnxYHuFvlaGxx15GlpadPAUpWhy5klKQT5BIsdARe+0N7cx9qHWJWI6ehDCMyHYqvCprzQtvMtCwdfMgAmxB2tndFm8YDVPenVIuI22msBvvryZ0NMSghXiI+DxQErH94LB+hOg541xhPxG0267XGKDTpX3eVAr1JLT7atBq+2ooykEWWCbW7K1AIMcb2t1W5GB9nItOYWtCFcKK105VW7gDQX7eWuvkTsAUTG1U3qxff1LwbzVOQpS+XQ+FLTYaXSOodikgJX2I8jbiYJs7Zd0DBlLpdLfo3F94wpS87Ud2zrGut2yNLHvmFje5Jvspt8m6Sg4To/2ipe517FaGVKWrlXSuoQ76ki6szrY9E3WNLBQNxW4q3p7wcOYobw5hLCc2g58y2s0ppTWbuChKiUqBN7p0IOhANtnRhLeLWceYcY+1tJixa3CRldW1dCXNLcQDNcA+YBI8gRbZBs1nynl9Suo0bmzOR+JnXcDvkwbArzcDixaPT15uFzDRW1HdPiHbMFZswJJIFtSTrtsCpzMOVSBzU+Jh2b8yHeAhSladwsWI0763+u2f6ZgmqQMeT8ZfZhhh99X3pLS+K1OTnIS6AR+kyg3ABJAsSqyTsxcVYladwk3S3cPRadKzpRHkJR8JSxbNmKASF+qTcC97C4BrWsQfVPbzAfe3vJ3q4NaYrO6WiUGosRZCET6XPjhWZHa7LgUB3yg3FwLm+mo5vJ3rVmfgNivNfaXdZjlhpSkxeO8iLKXpmaCwMq/LKoouLjUXN+UbHEXCUqJ7+qyKcuqK5NpqR1R3nVD9ClWoDlgQkaXOoB12sDU6ziig13d9iOoofoMrpgTGmlyuRdNrNyG0gdIOoFwvKbgeQYrfyxPS9NrFiBz7meqhv03yVn/AM7O8KqTf/Sq0JVobjMEgXsDYXBFvrrtyoWJN+eMuJhKg4ylPom9PJTJ7bSHrk3F1qTcC+gB07WPba2q25ms0Zpt2qcrNyZUqdgSkOp9ElIABUF6EWSCCSCBtW0SiRWuJS58R9//AGTuXMpP421/AgH8tqHcp5noBOj+F/aM3fVRiVK3e1BicwrOiVS5TMriJFtSlDiipPYG6QkjKSCNdtk7ut60+vUuJA3yeyfx5TCU8Ct0tURLUrXRWTPmbX2JBKRe5CRrYJ9m3A0+luuVSs8d/PlW01NutOUWAyqJOo1JST2toNtRNxuFF4sVrxo/sv8AUWuR9dR32p3yrYSeZ6j1izT3dtAOJlrf9vylYcpc+g4X9nWVSKWtGSZKqlL+55CDcq4WYLAsCVEgfXTVd7oMNT6pAl+/v6UpcpHxYcyOh+KpJ7/DWCkpsctiO2m24W1RXXXIHFQw/wBX3dfSrzuLGxP1ABH02WeLsH/ZeLL9w09hjjrVmio+EnMf1R2GnymwIvYeWzCWt/PO0HWu8/btGCf8RKzcNUHdzQX8bwHc9BYRwnaS/mdTDQLq+A6buttkjKGiooSQMgAuDbbud7GA8JVlvFG7THkXmsQ5eYoNUkFjmlpQnQB0IUlaUhIBISSEgjNqNruuzXcONRKM0zzS5TvCfjqT/ZC4WlSQTdKlFIzBVzrp32SW9X2ecYyp7deotOcxLheou5OVlcNibR31dm3FWSH2s3heJCh0hYuCtTGZukRzYr3i433yUuXKo2GIuF8Q0t1TSY+I47iEOdGawcSChaD2CgFg6keW2dcUVLe1ArzDWI6H9nqpCVxULhT2X0vJzD9GlxISppWqikaWNrgjR8+ynDxRhzFEvc3vaZlRYtUiq9zOyHVrUlSQczagsFC0kEKCiFDsSQbEtuo4Gr2I5T+HMES8KTcQ4Xd4UzDlURndehnL8RKHElSkFBHU2SCSUmxAG1LELLwIG04HqZRwFiys4jdnxcUdeReXitXRw3bD5CpSm/pckX0BIF9iPFwpcqBEn1mk86tCUo5xp0MPtqSTlJBISCL24gOQ3F8mg2Z2KN2tGpbTlUn4NhYeleBXC6eVWRqnqGdtNwDkJIsAAANDJqG7r7b4SXFr1QQio0770nlVNJVIaKTqkHTsDoiwJAFhqNrVV7BiDrrCciJqi1/iym3fjrmxV/d0T462ndFa5VlJ9R1XsdNbAEGKqTVJ7rlUgRFoffy8XmGlrQrz8aQQfUi4J2KYzmHMEQIDuHGqdV4UppXCdhSEI6NRkWDoFaG6bEgXNj22uaRGxlKnv1nC/KoR/wCeE13gZk6FSMqkE3Jzd02BIIHkeercYQ7W9xe4MrWI5+N24EqIunSpsVXK1JhfwswKdEFJ7WzGxIN0+RGt9J3cxa86/i3G8SK/NXIW773Q0EOpdbJQUyMoCXALZesEkJ1ykAmxrkCK1/TzTKKJUeLzDUV13rjupN1BBuFPJPVfKnKASSkEXEhe912ltRMWwMPTVxau+lirR2I+VCZiUkZ1i9kZgnRYGUhIsNQdr7NskIqwXxPu9wviOl8hRqgigzX8nFajo4sVTqdUOpuDkTYJsQRbse+3CZhnDjtLiQMeYNp1RRCXndWmUeldiOMhKr5QQddQAbkC1yCTGWIPsbS/tHg3BC5SJSuK006ngISv50JUjM0oEqJCSi4NwQCbhRVLeTjfGWLW5VZwnKp1IR+naW62pSVAEAJChmUQdcqrDvdItfaADJxLiq4ZrPP/APrtKtUX6IvhfCadzvt3GtkqIzpAUekXBsbDtfpSqPWazKc4UtiVVIrX9VWjhJV2IISvVAJ7pUSD6DsSPBTeHJTvC4sqlykNZ2nYVkNKUNblvUIWSdQCQfqL7Ws3EfxXIEqW373hJVy7qWkpU4n1Ug/KSdbEoJHkbWq5lwIISouPGnYk/wC60iUw6jhIW6FNZwFFZbcAsggAjLa5HkfIXqVRi16vORcWtIhVRfQua01kYcUNElRGiFaXBIUg6AlB0N7UMX7y2qo5hKqYIiv0uanxSmujN8qkqRdISfECEpvrYqsdg2vxqy18J11EWUwtS0LQ6FKUkE31ICT31BAI8wnziXEsaoMR0t3kGqGuqIQvJIXHWjit6EheS/WLd7G476AkjpSMFV6e047RuBTqpkyZZXESlSb3s4CL3t2I1HmSAdjn2ecLyt6DU+VKqK0MU5rl4sphoZm8gUFJUlQKXGzcfDUFAX6Sk67Au8LCG8ag1R/7L4nfhLiqyraaWt2PmuPiNodKwzcAAJSbAk3G0FdsobJYUfc/P9/Ul2sxGELYkcVPL3yK88lwb5bkKIFwQkWFxbbW1NoHualt81LzoQ0nx+LQd/pb8dO22O8O1nG9GgT6pjd34a0ZlOpWphDKkoNnCDdKTqbnT9hA2IsJ70N79Z5/BuKJfHp0rK/S5WZK1ssEWyhfdQPcgk2vYaWAqfEQFj7VzLHf1Tq9i3EbFUoNPYfYp2daUtSutKjZIKQpOUiwN1A37i3qLey1hms4txbiHEeMqT91pyEsNZ7odSoXJStJHkmwuBqSdNBsWYm3k0HdBhxuLXqS/UX1qyoW1+i4qgLtknpRYWuTbte50GzJh1b3NuHl4yaofu6o1SHzCIc9YTlfeFkIUsXSbXCcwJBsLX0G3B/zE9NqLLc7xx+ZlTeLiSK1WsST6VW6pS2ITrqEKjrOaGgHRVtRwxlJBWCki99CdrSnutY8o1FxHFriETciosiew10pd0IWrLdISbA9wk6GwNhsJ4XrE/CVUbr2KKTSHFrWvpdfKepZu5ZWYGxKictiO40JJLTqG8fC8XBDkrBuE4tO5paUq92qGaOohSvBohaDrqLEegJFlrdQMePMLdb4ccwcqWHMbypTcD34w+xNRk6Wg063bS4Pax/WFrHU3vbbSO6vDrWEsLtuyuhbCUuu515stgAB37aC+vnoQLbI/cs9ijEc/mqo8+uKt1SuEtWZOexHY6i9rZtAcp01OzS3w1yfQcGt0ulu/fZSko8fhvp2trrqQdCAdNbiumPBdp524AvgDEQuPTK307y58WVUZXu6KtUWO6w6EqzaFR6roUB27XFjrckbaH3ZbuKNg1pifRpb7ErpSqQ67nQ9a9sySRmPqpJSTYC4Gm2Yp+L6NulixIEqnI57+ylJdKkSlalxxRABSsuEgpNjcemoocUe0ZvQrzTkCK6il0v5OgKdcSQB02slB+tjYaAk2OzFdm7mXbTXag4A4norD3yNUaU3QcUS2KdUWE8XKuRlQ8124ralAZk+RBAUDoQLgm2qGL6DKgOcWJn8KszXUnXzBRewNtCPrp5jydxBvnxRPaYi1nj1GFF8KlKzpUq1rEH5h5Kza99i3CVf3gxaM3AwvXJSIrDqHYS2pvCUqOr9I2pJNtM50NyVBBFtb2st2jmRf010TO6bZg1hr7eS4tGlsPolI/QLsniKHmkkWKyNLE6nS4NtjJeOK9u5qjDsB5fu6VmTwnWvhPW8SFd+G4D8t72FwbAg55wCuqcJis7wajUaXNpzSUNVlpY48dV9OIDdDiR4VAgXtc+Z2Z0SXWazWXOVriKj18J/l+njJHYlsfTKoWvYKFiAbbUr/UmEGdYxqnvb3XwOG7PlxaXUX0Z0tOqHxND2BFtPodbHTTRD769+9GnxeQw5VkPr4S8nLoz5k2Fx0kmw/eCbHy2JPaM3PYXxRgPiysiJTCVOw3+EM0eQk99FBWS9wpJubFQ1PbAKa9i2jVnheNaPC7HyLzIGljayXU+hICrdye2xnqE3+l1JqOT7HxDWj47r3v7ixZaOJxeOl/lQpjubtPN3C06m6VN2A0Oltrl3Gc+l4oYxG6yxn5jPK4TQQvU9V8pAXfVRIAJPe5uTROVWBi1pviuvxauwrO0600U9PYpUFiykkC2VVxcgg3sBElNcXiRZUtjjoR0ZUFClegsRdVzpY9ib3HY2E9Ukd+K6fFqkD7UQGUcDpkIlR0LStm9/iWA6gPMXBt2JIFoc9c+A03PlYeolelLaU6qKh0okPND+0ZcbGZxWiiUKSog9wQCTG9nas1mfQa1hzwSqRmW10cVKkWBBKTY3FjcDXUaX124QV0GfWX4tepPAYQtTsfl3SuLHfFtUmwWzrfqGiToSASSVau7L7lWGuDathyVg2fKoLz9O5XI67ArMMNPpUFoXdTyAUXFyErKGyLWJsLkNxGqLvBxk3Po33Jc1r48hpfS3KQcuRBJ1Uq46Cb6Gyhfazp2K4DrtWozUT3dNQ0pp1LtlocaOhzAJ+I0cyQSAopKrkAamqqdCxvKiuT6W8/0NIdRwltvpea7gKDllEFQslQWSki1ki9hmoiXDrKx/d5PxG7LaqlRpa5sLNwpC2jnzjpVmJudbZSATrc9xYuz2bfZ6dqjrePN4MSaxFhf1Vh19aVqSMxIeQSU2FzZQAJA17Dbr7Ou6mvOtN7wceVtCKWjwxZTAadZWDlUX3EqIW0QE2SQNO9ybAk34bx8b1mjMUvdzkfoj/wB3fVHmhh95GRQvHcsQUjuLEhQFhcXIkeIxI+6S98O8WjV7DkuLg2rRVwoWZMhrIUJqDSQQQw5cWWCLgAk6WIsbhd7rqBhfG8V+jYjpyJr76F8q+lP9YY1FyWyAlwfMoaKsVAC2q9LWKHaW5Kap8rmoq8kpHw2n3LJGhCTkUQB4SCo9jmBO1TExTS8L4jptUalv06UwtMph9S1R1pWFd1gWAubg3BB8xrbaKz58xXW0tZVhTgzUmDN19B3X16JXqC1KYQwtSkR3ZDjrSUmxVlzEkA+diNfp2H96mAapi2s1avYIxMigv1TKp2K+0Vx1OgCxugjL1C+bISOxBAGztwBieg71cERK80yhaJScr7XzMvjQ2ItY+YIt3tqNqfEOCJ8B37qyt+KtSeEvxL18lADv6ECx9B22ffTK6zyTam9PAmJfB1Cxb7mo1Gxk0hdUi/CdW0rjsOIsOtC7C6fIXCSNAQDpst/aYwfQWqpTYsVpcVFRd+8ZVFKGV6EOAg9N9UnyJ7Aa7arwSqA1VHIEplhxbGb4TvicUD1AA2yqH1UL6jUi21DvNwBhzGTsSVAeycRSnWH83SpPZTatLpOpOoNiBpY3GIq9q4qJuabVdnTmxpilvdLPlOv0HoXXoSEux3c/AVKYPyEpv1akaggmxskEkNnBO5WLvV3Xv0uqc6xKYWrl1Ou/HirA6kZiCbpVca3BFwe9wC42pFe3X7wWK86z70hdUObTZToYWlJuLtuai+Ui1yATaxAUVDUG4PElG/m5XXoDy1/FzJ5rItaUBIs2sjxKT2zeYF79yX18vUcrvW9A6zD9U3YbxsG1RjC89rjwvBDdkJK4chKBcFhzrDLuhs0taVaKsVCyiIYoRxao+07EQibm+Pn6lq8gSm5GotqO9gTfvt6R4ZeoON4GIaDVKfF5WVmdda8SFKBHXbulQISQpNrHW99Th2q4IgUveDLgSpfNSos9aZDqrJWpoOdGa1hmIy3JABsqwHbadu6XVlaGO67AE93AdaiynlyquhKZEdhTuVeYAqsFKsND0i5ABT4h3250GZPrM9uLAlvomyltcWK6koWpJFuIUnKpJuDqDY2GgN7m/s+Uuu4y3s4hwc00/wASkUZl2G6np5ha1LDiSQQDYFAHY9rjUbVu7qbS8Zb6WKXAaWhdEffS7m6FpfbcyOJIsD4tFXGpSO1gdgtpRY8S1moepOJqzdNTIuDcJe5mnsnNIUpXMJ6tdVa2BzE6ntb0Hlljf/umdwbjf7R4XZQ/SK86rhI+aPI1JZUR4mzcqQTqCVADtfXsmNwnWGnfgZ8vV4kqTr3t5gdv+uwnvXw07VMLz6XAl8rKWwpUV9Hxcy/luj50kiykGxIJAF7DbSNYqSYOk1lgvyT79zCxnxYEpyl1SnSoUpC0pUxNjr4T3rkeGnfyIBFj37bUtYp+HKzxGmmkReP4eL0oVci4NhlXf1sD5i2txLFOLN42HMRvxazLbqkViYtp1ORCmlJ8gBlBCMtilR1ACexvsVU/Dk/HkXkKD0P5OLwHVdSkgi4Sb9Vu5N7j08wPfnieoxu9RT1TDLrTrjvCycBeR1KFZur8D2vbTuNv5umtfDdn51xVqSlS8+VSfqLmxNvIkXt32Zc7DFU+PS58RCH1p5dTqEFac6T3ufw7318tO/1WIv2cw43FrzLC38niy5eIkkkXFhqB3/CxJ2ATthBXB6tzqNhyKw7Rpa1/+gqT9R5G2nb9mxFg3FjsCL9o4DqGH8nCXnQFpUg923Em4Ugjy/GxGyrpLDtZnuReMhDHFUtrN4dT27iw/jTYodpvCiucqyh/gITzCE9WVV9Dca2H7Pw77SDB/MamCMSRcLtVKl+7osqkVTMpUVKv0PcpcZJuND2SbggZTbQj4n4So0WqRKpFyP0GotcdLEi6EpsbLyOBRKFI0sm3YghVwbJpmq1mB8Vp79ArpyL6k/x+38NLOTdfVpWI6W/hyVVoKFysj8B2UhaFR5Q8KHOknhuAkFwXKTqQoC4pYi+xJDFYUbuMG4co2LfejVWlSmM/wlOozpSkkZUqIOve+Yi31Pc7U3J48oOKIr+HIFWiypVLy5GmljPwtQTbzAULE/hp3O2KplPlYDwG/VKoy/RKpNR4ULQ6jir7HpKm1gC6sySUm2pI2XeAsSb1cEYypuLcOVaLNqNOd+6ytcrjRBu08m+bIQTdJzg9xqBZrRnYfcX1lHeTj3PUrFdMadgPymv0+Xr/APET9R5/j32EY8TitcX/AA/8duuD96FG3l4S5+K0iFN4SecpvFzqjrI7pVYFTZPY207EAix/pNQi0aLxXXkfKnL/AHv9P8vrs9bcvueXept+2LvfDhyfKw427FiLW2xIQ7K4TpQ6lAWDnGmtja9tQATsp6lvJpfutzC8qJnm0tXFam5eOjOSFLS8yrofRqeoAKum11C421NRzhzG8Vyl1mI+uK+0rmGEXzqSQfAUkKC/Sxvpe/ltlXefDwlg2suUvC9RRXotOQlLS5VmpCUEX4WcBKHLaqS4UJuDY5SFgYNu66zcPU9f0urZTgxaYmxjAxHK/oFmLSJXTxYDS18q8q/6Vkufoxex4Z0HkRtp3dFTPtvQYk+V0VendD6468qkqtlDoUDmAVa17g38hfXHlRorXFlz4tJXNi8VXHgOu8KRFUbHpPiTe+guALEWOlzDcljzHmDcbxKphLjzWM/Lqhu9eZB7tOCwvpoSSCCQRaxBfpVF9yvUNIdSvHubrj1Kfhx1trFDPNRV/wDsxaTlWnT+2SO4v8wt31Ha5RKDUqBzUDgTWFteFHXxEEdx6g7fmG6pFxbRufdpL8Ja8qJEOR1Ljr75L2GYeiiBca2BvsI1ql1nBE9yqUH71TlqU6/AznNmPmgnwq/aD2I7EaaFWXxnmLK7dM2DALfLuTo29CLArOF6t9msS0hpbUV9pBS08hRCiy8EkKCcwBCgSUnyUABsD4RVjyBhdyjY8l87VIq1R+adsp9TVzYFwElYAsQokkDzGgGg4tSi4ji81AdyPoy9K05FJV+qoeR/aD5E99lpjMtQJ/FlZEP9XFQu6cyR5H637KFiNRrptndR8a+JqaLU2W+DmLSqT+Q4jTTq0PrR48/zW/Ej69r/AF2DaTjSVhes/aP3fFqnu7xRZVlJea8wNRYk6BWhHbzttb4kfd5ri8HJ4ltdYWlSb/T/AC/gnO6L2dou/OBLalRKixF6kInxcuVNxYoUFgg3v3sbW7HbH07+XM26F2xh4Y9t7dVvGwk5QZ8So0uosISliLN/Sx3bC3AkWyuDW2VZSq2bVY0CH36Y63oYX3gU2vbr3pUVx+LIdlIaRkzIK0jVixS4m2bMmxym2guDs9WfYXw5uvnxKzS8TVvgIVndRMhNyMyb6IU43ZJAKiU3ShVwLkgbGGMdz275pqm43r1RWx7rj8BqY/HWlhKTYqDgvZKSoC5VdYIAChtpdsfEcBXbMI0TF+LWmpcqVEXNW+pSnUxYpUjKQeghsHhgX0WAQPMW7/UvEeI4tBb91073jFfUppTE2EuLNj/rNuIJCVixFloNlCxudUp1tjbBMCjQHPsRjGiUvmkKXHi1ZK3Wm1EaOR3wc4Rfukhwi9s1rnbLu8qh76WnW2sR1aiPsZOK07TlpW08jQWJAHSQpCgcoBPn6d2/xIJgaqbAi0ZuVRpc1jO6nPCkWSpl0G/DUCNLEWsALgEWGmzLw9iyBXorH3Rha4TSZDsdSApaUJBDhbvfpsM2UlQBy38iFZCpvvSU3zUSVFQtCUIfyZ0Zk30UCBcHQAghSfMEdpVNgz8Lz/f1LyPrp2ZLsfXK40odViDmI0ubG472Oo2WeSDC/eLTPddZbdaaYXClZXUSEZ0pyqPmFHMnU6pJOvYkHSv3gR8L0GlwPc1R51+UlLqOsKXHRY3Wb/37pFiSPQDbtiauRZ9BcqjTMpiKwlbvKtSAt1loqJVwyQA62Em5NiEjRSUWTcDwLKwHiPEbDtZZmvxULSl1bV2ltp7ZgknLcDuCDbyBFwSVLu5kWNtjs3Z7x6pysSgwMTrp1RYUjhKdQVJca8wL3uQnuNRYXsfLTlPYxvjyfAoNG4E3jtJfdkIdDDraU2uUnsSfQiwJ7i22RcaYXpe751uswKi/KpHC4sCVl+KlI8TSgRlKwSBm7EEEEEkB+eyH7YeF57reEsWtMNzYSs0VS05H0sdrovqpGtlJJJSdNAQSziD3R+fzO4cwbjek4jrPHq9FrzSqNV0VJAdQlZHwy8DfqKgEXNwQQAddQHen7MG5bB0qRRq9/Q+EcSOqUmK6rNAblG9nYq1ArhSBe2iy2oaFJBIGrpDFA3gYbfitvIeiVSPlzp+ZJGhH1Hke4IHpsgd4eM8NyqXL9nnfwywh+otcCFUn7JYkX6WHm3VdLb4V2SqwJ0BNynaPtkBmZpkOrYWqns51lvCUWtwsUYUm5eA7xc6HovEsrM2m4adQoAGwCAQCLAizowhu7nz6DEr3Nvv0taUrjupQFu8I2IGdIuqybWUb37EnUla0fdXVN0GLZeDd+eGJtUwuhCpEWqMJUhao/EH3yOpJ0cbzXcaVcZc19CM2kt32FGmsL4hwHQaijgIi+8aRIYspp6O4k5HUAAXsWwCkWUCCCOx2SsqPuHQLmIv+ZmjYoxQ+1S62xiFfTK5eR8Jbfi8LzRug3GU50qSba2F9ptJGCMGyqlu+xbxKDKWwpTCZ/wAJ1KTfKQq5bcQT2UkkGxFzY3Y/2SxlVHefap7ELEtIdS6xNSspanMEdLqHm0kjMi17pUnMCFpWRmCf314jlVnDk/Ae8Gh1H39FkOyqDUs7XFbzOA5CpJ4amnARex0NiCm1tltxhm8R4zSVdruI6XAbqmEonOzYvXws4RxE+ncfuPf9hKqZjT7UUZiVPiOQpS0pzJUvwq9DoPP6DYbcq3C+E6yhaF7SYFcgdbUqIhaF/J+r+B8tisOJ4cfbiXId5X4W1BjPBWF8eUZ+g4jp6JUV9GRSV2/aO9iO4I1B12ns1CLxeE08tbH97xJ/P/ptcpia8VrrR8q9k5RW2tuWebW/LcR/N9ihtqA6xOhLa+EiVZDuXOb2OoXYEa2v9LXsCU7hYXlMVmBEWhbDuf7q7kdZUR402v5G4IPlrbbeHtWbuWsb7vpfINIRUYqeK0rIfELkdtf2fht5pvOV6BxGpTTC32Ojix5XUlQPZSb3ve47AjY48p6LSagWp+8MsdT+LKiT2pa1sTVq4q1J6UqPUo+Xck3/AAIOmw9WJ3Ci8q66vg+NppacyE6d0kglF/PKQD5g7X0NVUr2EltNZFuZFLWhSzlcUnUEf3tD9bnuBsOQYErhcV15aOrwrRmSn8FJuR+w/jtYRgiV0efVKXKbqkBlD+TL8Jd1KSkEagemn8dtmyd+OMoFBbdpZ8GTLkulbaranyNzr2t9b9tl85R57vxYrufIjwIR1eXpr/ptHabnuxXHWmsnX4Fp8Khr5G407eR7HaCIJ6lf7peTd7eKMWymJUqoeB1PzZeq+hVprb6gggajbeG52utO4IgSubiykLSlfHyjN20uUgXsPpf9m3nuaRPlNcXlEf4tMqvx89B+O2nfZ1mVT7Lv0t2I+whGZHStK05hqDa9wLdjYfXUbDd+IjraNteV+I0N9FX3c4jpfuvG+E4VeQjMthbsfOtlVvG24nqQe+gNzYi2u2EvfsWl1mfRotOi+7lrVyqOLnU2gjpBUQbkaXB18iL7aqx1JixYst2U9wFr8fF8HkDY30N/I+uh0F8d1JyL70nuu5FrzKyKaXmza9xa9+35bAqJcmD0Q3JCPBW61rFuKHKDVKsxS2FtKW1KkLSlKl3SAkEkAklVu+pFvpt+y93rW6/Ec+l4oqH3qK6n4sVYUlxBF7i9iLg9iARY69jtLbTKr1BYlRci8iOtaf1R/l+/vtSVqA7VPuvvBhD7iP8AvCjly2ItfU30AsfK2xqssZo7fGQqLiGLFrz/ANnJcrmpTquLnWtKJF/1r9PYAai1rdrW2ZlHwXWa9PYrM+krgym1pU0ph3NlVqCUlJ6fre2gGmo2X+DcJz5VeiReMwtHMeJp3Nl1t30Nrjt+OvfbYGH8OutQGPi58iE/NlV5WH4eR19NO+y+pTDZX3E9RaU8VlRONGaozcWss80+tKWkSEtBKlKP01BV20AAPc22bW4HdPhKvUvmqpQ0P5HfC+x8wJ7XA07WI7Cx7k7Zz3pzmua5XjLRKRm+fpy6WIt3Pr5/Ttsd+zD7SsXCUWfg3eNW+Ath37g7MQUqyW0Gc+IA3AvfsrW2wLdO7VZT3GdJSHG+a5r9Pwbg2K3WaWyth+KjMthpZQtxAHkCbKI7jQ38z22lYcxpQcUNMT6DW0SkLQnixX7odT/dUg6gj1AIPr6o+r+1Bu5qkB+l43w8/Tos3N7urKHfhPKtp1DRN76XJB9Btm7EPtIYIwvKfgRadKlTWFZ88OV4knsvMOnUft12Lp9G388cuq3CemceBRv0rrq8nzpXf4avwPb8O2yn3/VvBuEqC/VGuiUhOZpTSz1K8rKFzfTy1H7dsi7ofaY3l7wcR+4YtWm06EhP6Vp1Cn0p8swF0rte2qRfQka7O6uUeVPpbkDEdbXXmF/FU060lCVX76IAyn6iw+nns4KNpg66NsBsLe1M1jfj4Sx5Q30cDMiLWYShnUi+gfb0BABHUCNO6fPYowziaqYc4jWHKjFr1LXmd5VF48ptR1ORKvH31SM3nb0K0qm77DlB4c/CWHl0uqQkq4XFUeXlJPYHzJ7jNYEd+wN7XB1e96VThSonKymF9Ud22bMO/wC2x9dLHW+zdenDyxTbDjdlvD5/eXLozuf+kWFZU+DMoXuLadQ9LX1/EBWVxugwN41doOMqdNlQlz3VsLydKUrse6uhYFz03Bt2INwWRNp0BrEdNxlAp7DL7GRD60dKVa21toT63AOnns0qhgul1mst15qIhfvSOmO/lkFKnLEkEAgpWRroRe3Ynts0RsXEgCZ0mbhGoEVzFG7TFlUojCEKycqrmI7ydboWhd15R5tuBYHkfSVuPpO4yLVJcXG2LKpSJU3pRlgB+na+ItloEIQb6oIbtcgdrhlYpgO0Ge/A5uLFlPp+58VISiRe3wl3OZKwBlBBIIt09hsvKTUsEQKo3zWGeSmvvp5qEqUppbmtjww4Ae/YAFJ8la7C3QwSHOLMFYSozshrCWLKCw+xl4S0XaS4kEHqHcdwrNrY+oFyNbu639kqy/VJVWp1RYWpTVZgO2adcSbm4UEhLoA1SFfEKdASDYtTFre5avYcbitS10ursRUr5WVFLC8l7FBHgVfsQNR3088/4iku4cabda5V9DC1xePyoQ7lBOqrAIWLWFwEm9xYixMhMzsxuowc1hKfUnaDVkIoNXjrlUaVotGXIBwF9iSgjRVwrLlBuQdkfuI3wSt2m9qrUvFFJW+xKdVxeX6kqUDq4np1BABt3Hbvps4PZ6xpA3g0aXu0xGyiK++ni0t91GZrORcpvpZROpAsRc22E8b4Gr2A8eQMRxcPMIqNOmcfO66EJcsdW1FfSoKFwDcAg62ttV9suuY0Mc1LBFelMY3pbtUQw+hEea1lyqjqNyLpIOYXuCUg+QI8xJwDOxHhx1yqYXra0RV5eKphWVCvTOz4QbdiBp2FtrbeLWaNvkwG27gikzaXW32l9DsXlVJfSgKsHCnhqvawICgTpZQJAHtwkWvQIE/7RxOuK6qPISqyX21DyWgXym5uL2BBuBsKsZOYbIhZUMUQJVZYlSsJrqMpasmSPKUhauwNrkJUoDtoDptXScPUal4ycxbQahVMNVReXxxc6ZFibofQmyleQDjYUe1yLW2t3qnxao207TkLYzq4uZYS6zYXCik65b/Ty/Pb7xbhivcXn5T1UzsIzxWl24Ui9iAFpIUlXbUAi9r37ixHMEXlVP3kYtxbP+zk/BtLffzpVFn81lSq5GY2UkLB8gQARc6jues7CUWK170n8el58yviu8wlNtbhYIJB+oJHqNLieLsXV6VS/wChqfKz508xTZ6Ap1lWvWi4zqSdbgEkX002XdJe3oYj4kWVW0LyeNh2a2hakmxGbNZNgkHpBB+hubQRKb2jLqeMpWF6X7+wbjxioxUZUyoqXW1cNd7DMDbJr3IA1tqPNJ7xfbL3tOyvslOq0KnRX15GJ82GVJ7ixL6AAkDQBSswBtdZ027VH2Zq9VKz96ahSqXKzI4rUgodjqvYBaT3TfUKBsbd+1z6l7tP5ucLuQKpSYr6GOhqRlS7wf1RdIB0vqrLcC5JPfaRIxFfhbDdUxlAfr2PKTTsaom+GfCreR1tRAIAscovexsRqAbE6C8wZusn0F1yLS6TiHD3NL4qM7qH0qSfCQtCkLGtrKKVX9bjRa7wMPT6pP5qqYTRRJWf7rW6HxEtOJHhStaLFJsSAFWuQrQAi5v7OWOd6GHJ7cCsxKpV8NZ+FIpE+PmQyoX+8xnlatLIICkkoQrQi5uTYJmDdlrWMHFGHJVGo3NY35qVFQpK1vup4vDWBoskgBA7XUQLga+WwvSMXtYcdcaixOeYQpWdpaynyuRfyv5G2t+9u+jcR192VFb+zkRjItr/AL0kqSr/ABtnukjQgE/67ZY3x4b9/V5ul1TDzGHpTmdcd+kSHOA8k+EpTopBuLaCyT2vspqaVPIPMxL+zqn2q3Mbu7DeThLFrs+gxaTXuSWhSXc6W32m16XBSbFaRp2APfUW2m1/DWKGpTkB2trXCWhXCantLWlxGTQ3IzgCwUCCSkgG9r7V25DddF3fYcblVT3o+vL0TUqOdvXsRcgpJJF9CLXINydmLUMTRa9FbpcWrLqjCFqXk0z9rWzC/r2PmL7RUMrlpkX1bfBRMq77sFu4ooz9BapLD2daUqi5eKpSgQpPgFlHxAKAFu+hBGw01usi7xqDEaxQ9UaDi6lxeVh4gSp1h1xAOjEzIoEtk2yrOoJ1OpJe29HebgPAbTjrXvGl17LkadaaXnUs/ItKQcyddSUkHW9tlPVN8+I8R/cMWy4s1ia0rl5kdIYlNqUkWyOIAS4LnVLiQSAbkW1FbvU5Wa+g7iVDiJKRQaphyLVqXijD2KPfdIWtqQw66uUw4kXAWFKAIBSbhVlCwvcgXI3gKs75KzKcgYExC573p3xYVJqjSHVykJ6lNtqeuVG3TlUSLWAKRY7aL3bb0IDUr+arerElLW+0pqBVJUM5FNdwgmxDjZuqyblSDpcgXKvxPHawvjeRhyvUl9hhbuZiQh1z6FDjDlxcE6hQIIII1ItsxXYH+4czYSxmWMvcf7ZGIeMxu+x/uyNHrSOhqowUkM6X/SRnSSgdhmQpQJ+UA2GhJe8eVPo39M/0f0dDrScqE/W5Nv8AMX2xzUsV0H7b0mfiNmqdbvLprM1hxCm72KW3HCnI4nvZRIJuLkm+2t8SD3XghiBKycBbXF4qlhSFIOoykkWvcagkH1G0sqe8Qdmlpt83HP5hVhistV6LEntVBD6GEKSvmGuKhxq5sCQSEnzCu4PY7XmK8b0GlxW6XPqKFoX0oYUsOqSnTQG5/LQfn2OOJXtB4ywvVJ+EsG4ZYXwF8J1WqUquBoenvYg2uD3sdhnCbG9WqY8YxHVKs/KhI+KqHITlQlKnE34aiSnS9sqgkixudReQm6JnpdbWC1eP2jyl+0RgiBjxujYowbKqMJhpDTs+K6ErjpVrqhy10jS6gR5XNgSHi7vJ3N1mA/hLizWPeMPKrmmlqyoUCAVWJSts9syFG2mp0G2VN5eAWqzWXJ8Cre6K8hCXWlSGulSUqUjUoBVkuLEWXYagdrlW7/AeLXWmKpK5JfKtZPucpEyK530F7FAJv0lASToDe2x8bZswwibr96FUw5ErOF8ZRUTcPSOK1DnyFyI7yG1KCHI0qwdZUUk3SoEA3BsL7M7eLu+gbxouHt8lBq3u6rrj8rMa1Qh5/wAKVJcbOaO+hYKQ6m4OaxHYgIwTi+LS/eeHJUvkoq1KSwpiyeCsaFPxCL66BshB0TZRBuD/ANnGsUHEcXFG6V2XKQxKSqqQHVxylOVaikuNhQBtmGYpNikqA1BFiJBPF6n2n5+HHZGA9+dOYxdS3MzTDs9KY9RU1/s25LY4b6hoAHAjNpdRuCWTQMB7r94MWA1g2rc1FfTxY9JrKDDqLKdc4YNgh3S4ISbDsb3Oy4FCo28HFFS3c4yepzGNaQ6tcXioH3p1u6eIznsouZRfpNykjRQtb7p8GVKdc3c4t5qFW4X3hhPAGWUpF8q21JISlR1IWkAnNY2NxtYwWyMTHm7j2fd17Xvme7TkVRGbiw1WTIkKCgCtUcn4ikhQFjZJCxa19V5SKjhevf8AaPdpT10ugvupiyltOlMNlYXbOY6tY6r/ACjKm5uQCSdlzhKXWd6uLX8JY8qMXEq8PZkUuZW2jzkPrtwxJW2h5JAGVRWFHUgkixPKmb8N3ODazWsOO4nqmGsVwnVxZ9LlQ0PocWBcEZUlD7a0WUFXBSlSbpvoLIJx8Y9qtwmmvslvk3e8rCfRnarKmszGe3SpwC7a0mwJUCLA3vpfYKqFYi4cx4/u593e5FzWkqh1SLdHEv8AoHFd0uXKdFgWNsqgbXJnu8xQ1vQwaxK3fY3mxUMdUiiTY5SiP5kRiuyggm5CSSASQCAAnb7ge4cbu1rdViiksLrdBjqm02QizS2ULJzJSQCg3ISSmyRcIOhAIgiSpmb6nvtxHVK9Wt18/D3JVTrjuutKHAed9VsqtlURZQsT6gga7S8PR97UWUxAxHhhEphHSme0vMtKbpIBSQEqt5EEEgWIJ2bKcP4SxbAfn4jiRYVepyeXkT1IGVxKTZl1TgBU24BZPXdOguT5jsmu4ja4lB+PNXTulS+hDraNClfUsZgRqFJUoHscuw7IRYZS8O4XlUtiVFp2SosNJXx4S0I79+KhVgRcWIsLam4tfauw3GoNelPwKNUWHK3Fzu+65rBjyk2sSQyvUpGhCkZhbvcEHYFxM1vGwvFgYya5Wr0hheR2VHfVDn0+5RpIbBGds6gqKUFJtcLFlbM3BiMB43i8/VIj8WV+nhVSOofd30myVoeQBwVAkdKwEkkgE3I2BiWgrVcUNfElcpKp1RpylofQqKeEq9hxACkoIOmouLi58wFpjek0bFEX3o60iLUUO5HUR5XLpkIF/wBe6U3TceQGgA1OzMxhihr3o/S8UVZhiaxl+/wmkI5pI14jjegQSNFJBAOpBHYZp3kRqzXqow1FdQxFX+ikaZZFjfIQo6DQGxBuQruLkTO3beZpTB+J3dze76B9jWc79R4XwpVlpcW4StQUdDpY2KT59yAbjtVq2LZWI3KzPairiv5uaaSkJWlSje1jf1PVe4BOhvoM75MO16s4SoVBoNOlIyOpUuQwheVORvIHEG1wkEk2GgJFjbss8W4zr0WAxhKqYhm+8eAlCOdjlLqbki/hS4VKGgULkZr69tild0RewFvcJt6GLKXvBpc77JOrX7oUlqexnzLbWNdQoAZRexAFz3sQCdqLdHjCLRp8R2U7x1sZvu+ToyFAOihq2RayUqGU3I00OxGKBFqkWhVmjU5jmuEuLNdWjMpSAhILLwJK1JOZR+JqMosbjQmo+GcJQID7sCIww+xmzcLxJWoWNvmsbEBRFiLDUjbznWOuUdM8HBJ/Aimt1tdA2HnMGKwYG+TeXTaC1k6JWWU11MKeaBSo3BJClpSCCm4sCSCSNmf7UeMYEV3Bm6Cly2IqFqTIlJz5VNtJRZlvy+ayrAgnLYX12/dzVLoLu8b387RELqPCUnjoQGncqiAbgXCu3ne2mo8qLfpuMxbva3lyK9heI4xK/RcXXlWUp1Qp6/6M3sCUFV++UEEknTepV9To7icfGDB062l6dqnEqMe4ZwlS8GvwKo9FzykcLiyGszSV2s2boIVYr0ChY3tYjsVbg3CLUXn4FGzsLlZmlZFrUjip0JLZFhYkagm4sbi9tmrK9miLhejMVn2kd6UqVw0I/o6GpbUdxabfOEl185r2yhGmlri5LcFbzcGuYc9+7oMERXoWdLTs9aA0p5A6EuKAJWuwHdRuQBcW12ZrQoMSKLVVCPc/dwOG5VLoLcqU9kfy/FRonqAso6aZidSbgE9hpsu9/OM6pKxG+1S6dKqKKcjM6wjMrq1QnoSM4IHUFoNiD2Ot2pifE7WHMLz6pKZQxzSlLVwkcJDd7qJFuwv6fXvfbO9SR9t4EuVS6hNi1eKtLrT7UgtOpusHghwC/Dyiwva2puDrtL52cRWtN5LxeiZ9suJAlUNaESvhKWtZyMrBsknQZSD3ubixuNjjAns9xcRxeQxHiZ+iSovSlpCA6xKR/cWQSnTUEgjyy3vYtw9VovutiL1v1HIlDvO2UpXqCQD3NwVdib2G309iKLQZ/Cns/AfzZmnUFKWVDyvcFQOmuth5eWyv1oX1M/UdXsHjVxFtXtzVBwvXnIsXFnvFhaM7S0x8vmQUqFyAsfrC4NwbDttVQjjfC7vuGstRV0heZ+iT1sB9huQO7Sr+HMLpU2q5sbp112ZeIsX0H9E1Q/0ismbOHUKT3vp8t+1rG/kLa2+BJ0XlX2nWmJUKanLIhSkJWnqGgIUMqwO4uLkadxfZYdQbfhuRB19Vu+2zkRvbucfUbEeA259Gl06LOQ1ysqlqdKk8dJykZXCcySRoCVWHY3sRDG83CWEoDdZw5EhZGOK1PpbSw1+jICwwb/DUkFSuEu+ugBvfbLm8ylxd31Zfdi56jRKvnfajtJWh2Os6qRkub20KVAm+oIFhexp1EaxRAj1T+l4S8q2nVO+NKT2zC4JsNCLg29dCd7TYcAiamn6dVf5g8GbgRvR3N48wa3KaxDFqKJUfoalXzuZdFNm+qXUXHSTpYm4GowfiyNhKjY3nxcOM86hbq1R3VynEqUlQzKbUFEi6VXsSLkW1N9r2lblsRxXW6pu+q0KVK4vXFyuKROv3CAlIyum5GUDX8TsQVD2d8Wz/AOmfs9NpD6MzvVFfWhKvO2ZIOU69yCNDc6gutWzTR0miXSMSD7ixarXuGsucXmskpfFi/d+pVv7M5gUFQ7hJ727EXtcMuQMZV5h3lOSmsZlKzNLShSU37oVcgXIukE2sToDsUNUbFFBqjDUpmKiKt/K1kdzIUrQWsoA972KSSk/Lrfa5xNKw5AqjnvmoMU6ooytMLW0UZVFHheAvlUdbOWse9gLDYX2tNRGGJJ3Gqntby6k1FidaIefp6lKSmwNrkXtmPSe40uNpu9ubPwxUKbjbCWGmK7RajnVVKcwgtTW1IB4io3a7iUpUrIRchKhqLkV+72LWaXvabd41O+9MOyIshh39MniJPbXKsG1wCbd7nua/dxj6sxcb4s3cz6e/UeSq79ShR3fC4lSlLUlKibJWSs5SCAoKAuexOr7ftlWnaa3Ar1Lbxvu0qMLEtE/71TZH3WbF6DcZVDLmFxoclx2JFiGZ7OVN/nadbaw5LlU6LSH1IlOu9XBa0JY7dibpt3Ay3vpsvq9/NVKrzGN+brdIi1HPzTSLIS3IJs4UOJ0Q4lWbM250EhQJTqSS4Erte3S1T7W4NxDCxLhfEP3fmoDWVbj+cBKlspJLb2hS43qq6AUJULhEk7pw8Y7d88hr3XL3c4cdiv8AuhDSqvFaWFfAKelsWuScupNtdQbmw2Vm7ByjSoE+jYcZioYQjitcJQ+IkD+0QTZahYHNkzAq1t5JpO8LCLWIpG8bDGMHIuPKZKdartCmSC0qqRypWYoOiUvt2BKRYKsRlBIy20XEMrEdZcxRRqS+xx1qdkLjpCFZ+3EITbuD1EW1uSNSTU1FviFDQ1r9Odi8eVFyMVF9PC5davgSEEjKq5UMquo2ANwcpGhsQfG2H/elBboOI4iIr8VP3VeqX21eEg5tHEEAXBJAOXKpNrA2EWs4jabgSs6Ft9X3phCkqSbeBbdtL+RBF7gXHam3oT69QeQiz6SiVF/RcVCwtpN8tgFAEpzX8yACnTU22XAZWlj6nX2bd4U/cZiNijVR19/ClUkchPUhPTHUNEPEDzBNiCQMtzr323q8XXWm3YryFo6VoX4kKT3BFu489vNWkUt2vOz4HvHIiUwlS0qvnbXcnvfp1HiuBcHQ6Xfm4Xf3XsB1mhblt6HHqMKqfCodZRZfBV5Mun5kHUXJBB7Ag2206r/5Wnn+o6As3cSM7e9j5ql1luVXmeA/wlJXKaazcwlJFlLt84SMpVbsBe9hYVwnjyLi1px2Az4FK6vApWp7psNRbW1ge9htb7/KPzUpzi5ELYQroX+0EHtqLet76W2/N1m7Ln8EN1SlvZKj48qr5HL3v9Uq+va9xbttipT3dUxES1FT1acZghvi3fNby8JPxWokV6qMIzNIX0qkJSc/DCvlcFroVcWOlxckAGFn8L7vsL+4Woi6W/K61LU6tMdxd7Jz5ultRvlzXA8rkEAOSTKlQJTkCey5FlMeJCv41HofPYfl7votedfdZqMKUiV8VUDRUhLtrqyJsbpI1um57jTTbQ4r4ndN1eAaW/tBPCVfnynW6phxla1sZ2Hci8qm1DuFDS1xbvobjy2+MYtYXoPHrLWHlrqk11brqmkdSXbJClWGp1Fh3B9fS4w7SqNAdfi4NpKKcxKXndkJdCkpUTcksZs6tDoqwtp2Gm1B7RrWCMG4I5r7e1FGJZSVcgjhIfYkO2uWTawbBAUrNnzJ75VWtsjXuRyB8zRqD1E4+YHeyhvEqlL9qCA1AztsTYUiAliUjqzEpcDZHiSmyVW9CnzvcmUOjVmg+1piyqNZIqF16U+hhfUrI+tLxFyNfGbW8jcaEk5k3EYxn0HfxgzFFZeXK5WrsZ3co8Dl2j2A0IXb8L/XbR/tqV6Vu+9qCm4ypbq0U6t0SnT1x8wTmfbcdae76at8EdyCR5WB20UV+IXV1m6kge5qSZiFqVFc+Dnyfq+JKv48jb6X2XWKMQSpUCX4+hCl+D+Pw2LaQqBXsOQMZYcl54tUiodQtPUnXuPpY3FtSLd/PYG3hVprBuDZ9UdyPrYaUrhI6luJ7WSO5USdAAST5bRqSxUieNQOtw/rMo7zt3dZlbxsLYjaZXFRV5TrXxUZ48hfDzWsb2UQHLjXUAgakbA86sVTAe9CpYNiu8r1sOwlIdKFR3+ElQW2QboOYkZb2PfQHXRFIxtPn4tpO76fSUVfD1Qi+9Is+OgLdhujL8NxJAvYq0IIWDmGguCi/akwrS6Ni2u4jddXx330piq8KswOVGU97ZUgk6X89kK7hwpnu6rBszLtO/GfApb9G3v7vUVFhfU1UqX93fT31OWyQT3zIsL3BTbUK3ejjjDmLYEf3D7wYyeJcj9XXxdySfWw+uxRgzGX23wHLi1TgTapS051NZgl1SLAZwnQlJsQbaAm9wSRt2wXuRrNe+9O07JTpScikyvElOtxf0GluygR3N7FzZugdRrK6BljE5SIDsqL91ec/uqXtZYfolUa5uqe8FoyZkqShZT9PL6edxbt57arw37M1BgQHIrvHf6lfpfEryHawv8A599L2F7E3E4Xwu6477uYyLy50r6kqTe4uDY9h5adxqNqEbZknrVIPozFiKxAiu/0yy/k/wBqjwqT6G3Y9/Xy77Hm7+qUvn2IvFW+hxaFoXmyqTc34mlzp52sR699nRUty+CJUp/lcPcBHUlfCupHbsRYpt5ai9tNfNcYh3GO4XntysLtSsi3c8fgWVw3Qb2sq5T6i9wdRe2gqLUfiOaPqNOqOAcH8GXm8vEuKK9KYwviOnIYfpfxeLk4XMKXYiSALpN0dlJvcFYJJBAp4ODMUNRfelBq0JeRKnUwnXeEtVhf4LngK9RZCignWxJFtpmPZNUn0ukz59OlQl8LhSErQPhu6aWuMqFEaeQPYa2EdmrQKNAblUuXx+daUt1pfStKr2F03Op0NwSLW11IA3tNQyJq2MlSZaX+6feViOBjJifF4/PRXVNSEZCl3KLBaHAO+lr6XvY38jsFVW9/feuvItObhZirLfvbt6fjtjncyzS6pPcnuxH2H2PGpq+XL8ih9QLAp1FvOwI20NT8auz/AItBqMrmmFJQ6hTQU09pqVJFwL2Nuw0uNbWUs1LXcCYGovp/7ghnhffTF3VYjbn4jokqVCfQtqVwGs6sh8wk9KwLaoPcdtRfZZe0FvF3fYjxvWpVBwRFq9ObydDT5YTMunMpxlduI10qAyLzJSpJsE2N2FSKzRqo621WYnJPr6M6kHgK7C97ko1PncfUbGzeA6DPi8J2kwn0LSn5ApKkn8rEH89tTSU7lnafroTx2/8AMzPTcG7lqzwJUXG+K8KSn4SXYrFUaamR3E2P6NxISV21t1gG1hYi20nd9u7rMDEbc/C+8LCmK0SkKaTHdWumynE6GyOISkOjySpQBOlyNNnBj3c/hKLhJylxaSunIQpcqKuL08u+rxFCSCkBR8SbWPc6gHbNj1IxbRp7nIS6c/wFqUhSfgLyg2Nxc30ANte+h8ga2s1Td03U6NRx6P4M17hmpb0Gov2jo1ci4hfpGePWcOTYvJVeOgFIJCQpSXgAO4IIIsArRIYwrNLxRRm6pAd47D6cyVZ/2g/UHQ38/TbGELeVVKN8XEbS6XVGMquaadGRywy9abgdtMwtcCx7X2ssB+0K1hfGT9LlZPcleWhSWnVngNyFBOVSVC6mgq+pyrTfzFjteq3YMQHUNEuo8k9x6VHitVnmovwJWfLmydKteyh5gn9ncEd9qTfApp2gxJUppaH0Zs+Xqy3sLE+hNra9yL9rbWULEVGxRzbtLd+PCd4UyKtY4sVfcBViQQRYhQJSoEEHXYOxjXead4XxF8NKmkdf46H8/X67A1tq7JlaKtqn8opaxUHZ/DgRXkZEKzdVuqwtbW2h00uT6bNLcF7UtT3BynKXiShzqphCU7xZXJsF96lr0BeSACeGTbMnQDvcEG6+r9HgOxXHeCth/wDu/hr2/wCttiLdzSmuFEqjrK1rir6ltLyryH0PcHKfXvoT3GyNG0eQm8bq0Ty9TQNZ/lC9yNUn1Kgzy/No+Rp2BVoDuXiXAUCUqAU2QryOumqSDqA0H2ksebxqW5heU8io0uap2O7NoMBuZKbYJsG5UUhaVgAhKnWxlv3TroC4y9mfd9i3n5WEmVsP1FaZ8V1pKWlxZB1U2UABCkrVcqAAFyTYEW2pd2m7Gqbvp/vSjRH6RV0fopWQ8JmUANHkJutsHw8RskC5C0EEWdSwH1HlRQvjLmjzcUbvq99l/e1Ixlh5ha0NQJjr1OlJRpmZeRfMw4BqlRQRexCiNB23kbrt1WPHYmI93OMqpSH8nFlU6VNQp+G7cAJQsnI+kkElJKVFJVYqJKdi+oUBre1WW6zXqiw/V2GkMcKOlClJSkmwKPGi19R1DVOUHumkrWA8L4cqjlUlU+VzrCUoddjtId6bEAvMLGZYsfE2bkKGYAixv3JQp/NExNpdewbzcWs1Fa5UJ1aGnWrcrOSnyNhdKx5AiwOgUdDtAw1zU92pOxYj60dTsdWQZs6R+jIFwSVG9vMXtsQ1uPAnuy/veSLxU8JqPxWk9r3CHOpJ7Egmw1sbbW25vANLxRAqWKIGLJsXlVraSh2KrhZh58RFr2JF0i5GhIudlim4zvtgJSKdQa9xKDWWULYlZnYqEMFKku/MlIJssgdWQEOWzAZrWBZgbck1VKo/KwHRFzapCiqlOpgKKkuRT0lSdesX0KbZgdCDa5nP4QpfvR+VAqPAfXm48WQj4E5Qy9bZTqh0akEgJVe9xqAW4efx5u+dbrzUSbT+Vyqh1Zhri8v5qQ7luchtcpOh+p0Iw/aMsU3SuiYQxlAwlPlV7Ca6phCotKakIirbWqGrWzl0KKm1jUm4Asb3teyVp24DmsRsfZd6cwjmFPw5XzJsekg9tLAEXPzXuCDs8aIZ+I6z9vKziF/3dV5q58+AmU60xIdTcqCFJX02FylN0keeXSx3u83hbvsL4ykYSoLvvHDz6UKiplOhb8OR2cYB0XdOhGcdQVopZ6i5W+/iCtr2DM/d1W87eXuldRQa9L4i2OtOe+R5H64SdB5gjW1+/a8vfOy77QTrjvKMLqjEdXLsNLPUkA5gB3IIuSnvpoD22c2J93eA95eEm3ZXDcYfRxYs1h0JWyvUXQoapUD0kXBuCkjuNvPPeNi3fJ7Oe8v3XKqLFUioUmRAmtILXEavpew6HUjRQuQbgg62B9nEHXYs1juu3u1Sl7v28E7wf6ep8V1MeGp90Jl0t8HKhGZQIUgEgDPcWNrFJA2P9wlQaZxG5Ai0NtinMJd48dpfXBcK/wBKljUpaXpnCCUhWU2HUTjTE+8yl75GqbjfBvGoOK38rWIaW6kKh1CwuJSCLhKwQEqSQCSoKBIzAzKDjbeXg3FDGKGuahPsqT8WKorSnSxBTYqyHzABt2tbbItewPg+ppIKinj7m65uDZWEqXO/paUulxX3VtOtXUqKhZJuk62BSRcKGUkXBJAIXOLt27u8F1iqO5K3S4uRb7rCiiQ3l8J6bkqt539QSQCkJaB7c+9CjVnhSqTS6ihC09absOuJ/LS3e6bW76A7NfAHtJYIdrLlek06bRfeKkrditOpUlKiBnKRlCV3Xe6TlzA3BB0VTG71KfbCmsU9qjcT3o7wMnizr/02Vm8PfLS8GxXJ8Bnmlo8KWuviK9NDYfuNtdsp4n3vbxq9Kcar2Mqvx1o6uK+VpV9e9/ztc+nlsPUYSmnX3XZb8Wa4pS0yorubid7X/Wv5gj6W2LYizz1fTl/mmwMHe1NRqpS+arOHpVOf6sy2rOpV201I9fMjS/bS723d7ycOYyi/0DVmH1/Oxql1P+4dfpcXF9L7ZO3B0/DmMqW5RsR1GL7xQ0paM+Rp2Qq57BASCLEG9r+vbZc4zVP3fY8XS6DUZS/d2VXjHSsk5cjiLG4RkN7DVRBHcbLdsQ1nTa8eE9G8RUxqs0Z9pr50KStKk/57ecG+TCEXDmN58CvREeNTrHwupSDrovQ9we9ram+uzy3Pe11VIDrdL3jddO6UtVJahxW/Ky7eK2mpF7dzcaxvbJw7S8R4cpuN6NLRKhLfT96i2WjIofrJvaxsf2bEHjAUVPp7MH0ZmjDzzsDiRYrPwH09C03yelrnW4Guut/27CFT9/c+5woj7/WpGZpg5tPom5JI1PfX12K2cXfZyA3AgOof6VI4Epr5vNdxa3rqT+Gu19DxfFi8CstZGH32sjqX2gppS7DUEEKQSNLgjU9j2MZ2zU2xaKk1nhcV1rrR4k5P26jUbc22apP4jTTy868395X7fztrsc45PvSe3PpbrDC3kI+Fl8NgNQq5Sbm5sTcCw2Hvs9iOK7zTUtGTqRxWvDr3uLj8rH027dIxK6BDqkX+tVB+L4epV0py6jU9iDf0B+p2Ot3mL5+EsRsNc2w4w/050qKVJ17hQNx5aa6fuqHKzVIvE5p6FKYX40Zcqvwtc6X/AOG1HSo7UqqNyuDkXxc2dC8uVOuh/dcefb8BOPGC1FfcQiPPejM5/C7jsp1aGFoV8VCQpSU2FydNQCSddkPhndhFlcOVKqy0fqLaWOlV9dCLH8Cdf8nVPr9Ui0HhQHULRkSnIq6s3loddR5dvLagpUKfF+/wOVWj5+EoJUr6KHYkdrAeVte+wdP4iA0Wn7Q8pyplNpcCLLpbWfjrSpHSgZXO2o9NBcjXUd9LbJGvUSswKo5Fdzo6svxUdKvpcAm34i5GvbZ8x8SQPen9UYYfR0SGkqLSXNdTZJtm0IJKASNL6X2qN41Zwu7Abiuuv06U/m4SH/ix3FD5AodTRPp1A2vYWI2sLO0YzYFWA+6fC9e9/c/wciGMyuKq6kKV5WIP5aW02K942+vG+Da8xFpctfAQhPHSnqzJvqDrexN737W0t32P8A0prBuCPfNUe4HEa4ruf8/MfuGhH+QLNG77FrrlegVFC5r618Vha8qk3GgAUQlQ73AN/pfveuxbXziLrWtsH6fvG+1tU5qVRH/j5s3CfzJ+psUnKfU62AvfudiKi7pazvanuQHcTfZ5hjIhC6pAUppxehKA8hRyp7dWoAUNAQQeGHqfS4tebi1TDzC0P5eXkIa8SrXHUk379wQdRrbU7aiwz7QnuGgt4IrO7KE/nShMefCXl76AqSb3t/dN7eQ02cyG9RyuvZAzeyzRt2mA/su77rmv8VMdUN1DUqPIyI0BQqyVXsDcG4/MbKT7I7tN42Evf1LodLw9W4v6WEiQWmnLnxoVlBHrlIOhsFC2xrjyhxcW1lijYtyZFrdlRXWrZ2dRpYi9u+hFr9jpp1Tu6ao1Lb5XDzGKGFoVHadivtokKRnJ4a0qIQoehBChcm5vYXUbYU/iLDAFXpeDa85/WuOx+o1mWlQsTZSbJXfvYgG3mb7Ntr2laM6047KiVGVkRxVtZQ06q2gCD4FE+Wo79/Sz3fYQ3fYjdci0vCa6DV4q/wCq1drP1J1HXfOkEa6AggHQ21/MRYd3g1Ss+4YG7fD0KUjNmmx5QWw9a1rWQLH1BAI0ukd9uZd0qJ/U7ek1vQgORcEcZdRitKU/TZqeXlJTcBQA6krI7dJPlr32XvvGlu17kK9RJtImsLV/SNIlcvIZSTmUl6KoLZeufmCAsC9lXuQ8KTuVozUVjFs937IYop2ZfNcq3wnFknxPJBQ4gi3Ss3A7FB12l70t3WHMW0t/eDFd93Yow8n+l47V1RZidAX2zYlNk6lIJHi0J1PVtsMsRM7Y/wAeY3wa7xaNjGFiigv5M6ELMeU2m98rjZvlIt4redinTZ+eznvm9/UZvC8+rSmItRUtcB+ZFHFjrzaNKzBSFAHQKCteklKSdQjd+/g3Ebs+K7ScKVFC0I5d+LkWtNtDmsTnTc6EAEA9vMilarGKMJT5cCl4ORyT6lpQiPfpXnBDqbEWsU3sQbWF721Zdw0GBNWYkdxHwnGsb0mnP5Glff6ao5XkDUF6K6DdBGpUhSgnXUWuauoYOw5vLwu3AgVylvyoTudCnbLXHdR3Iy5li2nlcaXNrA2e7epfzyYIiNVlmVTqvCTkXmdKeIm2qk6dQIHrp5nUjame3aYNwHjyI7i137rVE8ul3PkT37qCClBue6gARexve+wTCVnccSwmYHxl7hiRay8iUuFlQ07HRm4ibC2UkG1gPCD6m3ouHN07tUlVLn8GoWxKazfClOQ0vKvcmySWi530UgEk3BF9tFYzXA3fNR2nZdRXRH0Jy8KQXWspGnfwj0Oo7a3240pnmqW5WWqTV5tEW0rLKzodUlNuoOIBCiB2B1J8hpc0BaHdV2zNlZwl/NfAgYjoNWmwskppKGpTRX1BJJQVDS5A0IPcjTzLdxNUnceYIpO9Wg1HOww0lqswFRVPoyki7oRcHMk9wSBlJJ1AO1/E3mUbDkp/DmKMJ87hqatXLzFRQ+xlA/Rvpyqy2BtcpsPM6X2j0Or4cwRVJ8XC7KKdSKilTvuuUgriuKUCc0daFEhsgjpBIHa1hbalgLSiPtlRhv2lqDQXWKXKp1ORTn1JYlPsZ0JTZNkhVwFNkWtY2HkCQRcnai+zxKxH9rWq5Fi1eU0iO7KYlZFOI+Vpwt2GmgFgm4sCTshqY/hfFs+rUZpr33FYWpCGFo+8JSO6UqARxUJBGUk3AAGtiQc4bg7tPcPFo2DpT82ErgSo/CKZDaxclt6M6QcvkFpUSCRpa9lq7Nr7Jaz1mNDF27eLi2lyPs5UIXwM6I6pTWdpKbWIJSbqB8+xGtvXYD9z70KNhf3DP3prpC0ZkIalOpdiuJCbFKVOpVYA9QJ7XSCRe+xZRqtKn0vn8G0SbwOEtqRFXICJEVQGoVqeIkdrHtfxDa1gUmlz6M5ArLL9OfX1oVkzJbX/AHQLHuexFjrodmw8BiDdAwVXqXhxx3EeLOdfi/FQpp0Ous6ADIFEG5vqkkg3NleWwdiWBAxRS3HZVRp0qahKeVqjDSkKcUNAh9FkLQsfMhwHUkAnU7d60/S6DAfiwKjhevTaerJPgR4q4cpm9jnMZACtQMxsggkAgjahr9Sadw5zXBpbCFozsOxZpz6a5OrVJHkkkjTsLnYgCtKyr3N4x9883S57T7FUpy1tZ4qM7SrKPWkJ8SD02sABfUA67Frimqo6/wAXJNz/AAltdSHU2GhKSoqSryABAOoCu+yK3f70KzVKpPpbVJRKyOrWl1pA48dQVpa9x5AqNwCbEjzDkw3vu5Cly8OYtwzCpdbYzNRZU2LmYeUdEh5SbLav5kpUASNSNdrFMSpeK/Fm9ujbpXX4sDDz66u+6r7q06p9LigSAoIV1oNrXuCCFAgkHaPuY3kY3xbjJzFG8GiclQVrytIgILUpKAepa1LITl8z2NuwtYmgxbg7GTu8uBjKvMsMIWhDUd2nSlrSlJcvoVDUG+gAItoD5h1Van0bEdG5p2t+7qvCX94ivpCETEJ8kk6Jc7+gJ7g9wjrdV9OAF+YvaA6HMc6atu+aitz+bm1SlykfRp1Pr3tmUPQ5T9NL7AW8lG6XFuF58+jYmfX7uSp1Mjhfeodhe6hbMUgDUEHy9AdocvBVexlhf3W09CncCP8A1hq6XVJtoLgjMnXzuoajS+iawU3XsG7wX5UrgIRlXHdaWkodeUbd0mwWoWKTqVX0trbYFFjW8mZWl0dbvuE+N33tNbwZ9Gn4NqmIadyUX7vHr3CyqZQSQFrusEpItooi3a4AJ2LKbVZTU9t2LVotUqOdTvvKmp4TriFE/p2ySlWmoUkkgEg3AOwrXcIUbC9UcxbFpNOfojcpWSfDaCZFPWqyuDMQLLCbDRVwCLBQuAdiiJRHeKxVKXTpUVC0J6eYCmlJ7lTKiDpcdraDSxIILO0Ga30yYhbWsCT/AHp70xQ6hdOmpTmlO9CoqSNbvWKNfQixtY2JvtDr26+gxcL8/RsY0H7q7xWn34pfhqdIsm62SHYzgNiFWUnUk9tCHBzkr/zlyqi/CW9m4WdpbTEhJH6rZLZWf7qUEmxyHUkBxFuXrPFxDWd32IWETZSVKkQ1NNtJmJU3YoKQkJJF/Gdb2uCdTJTcMQorVRtljTN3323wk5PpbUGa+xkVysWQWFNyEC+dglJbKT5hIAJuSm5OyyrWGqDvG5T7b4Tr0JcJXCTNXmQ7DdSbFDnCWErQdLmwGoIA7ge3IYux5uWxG/hyvVCo+638jXCdzq4bouSeogqTb5gQR52vsR74d8zsqf8A0C0iU/N+7zWtUJmIt3SofMOxNiq9vpfkG0YkY2iDcDGVLozs+g0ahsVhhj7rNiz5HVl1tYOA3B7BSSACPMEnatrW+bEc/Dn2IgMsQkRVdEWU0ePDSVWSLGyVIUb2JAH+K4UAeh4e9/VThT5b6Ko/8KEupSAwh65BDSZJSLLABCUu6KNusEnYzlNVmfFgUuvMrhSqWvhT6XKQhUjJ8ryPEFpPfpKwolWug2gjdIHlBSbXt5bTv3BmKh/qUuRFj58319dE21BNh5C1gebq8VYt5r+nonOoRl+OwvNmSDcnLoCALXN721NgL7DWMqBFw5VIjvNr5LInl5sVXCfbUNcriDdKwe17gjsCLCxZR6VPgQG6pS6tT1xX1/1hTRStlZABD2VVtSDZRBNrAXtYESFUQixxvDiwMW0Wl1miLQ4takR56MyVx1oWdWbjq8rt6dKlEk2ttobBkSjVSA5WYHuiVUWI+aQiO7wluJOvERdQKCoGxFyCTbqFgM67yYvP1mmtSpeSlykuplRfhupUq6Cl1IICkkHsoDQWsQRq7MDU3CVGw5TfddEm1dEVCZENXNF1TdiDZD5utIOvTmIBA0SBclljIDe8ifKr0ultUOnVSEwlSHWnYpdmNoselSFIPMtlOmQKK7G6U2IvdYVxVhfBE+Bi3BuDV0HkpSOdipdzQ+u4dGpCmrp6gkgEAWKdANjnD2EqDiiL9ssJUNFUmoSpXIPykIfzG+ZAIIClXuMzigCb6k3Gy4qNTqmMt4LdBr2E69hBEJP31p+UU8ZrUcQBQIWnWx7pPqdLT9spC32ldwlU3l4ypOPMB+7l0iroQ/IkKmFHLykiwdbW0lZCinQ3FiEkEjsYlU9nrehAwk/VMW7woteXSF81S5SHXWJEdKQDZbhUSVAjuAkEWFvLa03w71qXul3fRMOYSdblLfVysdqKsr4aO61pyXIIAuTprfz2U2F/aapdUgPxazx8j6FR5HLvlKVJULagn8bEW/A7Qtm6WFZlhuxxl9st5fFxHh7JV1xUoXVMyWlzEhZALyAOG4SOoKGW2UaEkKLcw17BG77EeMp29DFsREp9chMqFF1SltQRbMs6En0TqEkXFzaw5uNpFLrOI6bKad479L6E9HS9HvcXHdCrgEgixsSPpsKpYk5WjrgUvJzrbX6JawlSfTTvb67MZ8YvZ7xMtTm6Xhfe0xg2BEWxTpUdTTvC6VJ+txa1/OxF/Ptfaqd3Eu7r96DG+TC+IZs2E+6pqqMSkZ1ttOWBuBbOkHKrOAlYt1By+ZIM3XMbxd/rH2yiPxVvuq4Ss4U04nNcLHmnTuO37dtcxHef48CVE8aFJda+X/LzG1VEvM5YimwMJb5JcWVEhMe9GmpvwmihiqQnuhYWRZKXm1hRNrZkG5BJB2nTMMYN98ue5npsWVCaSjxeFqxyEdJHlfLm16iQQNiffNhJp3CVNxR72hUibgqR/Wp90xXqcoWeZkLAUW0CyVhRBALYuLE7Lape5qzwKpS8Yrp9XpzSYrUqPNQ+w41cqDK1Nk5klZGXOLg6DLmO1yitIDYkgR8bwKW5Kis0TFdBleBWdKJUVR0AsddQCkpClBV9Ra9hVmbFpc9yLS2l4XlPryuxXWg1FcWryJtkQV9rKFlHQHW5q65vSrOHGvv9OXFflfClOx0haJCU21ItZaioAFQ6gNdAQRBh7zYuLYrbVGq0qnTWM6USFID8WUki5bWFeJBzaotYdWUJIBK5G2ElzA3aUbeDXnGoD0qLW4q0LdW6sux3tU6FBIIv2uCU6kgG5OzSgbjMOQJUSsu9FRYRkda8TSv8OYEoI101BBsRpsqd0talQN4LfF90MRX8rSZjTuVpS9QtsEkqRkskBJsCLAAgE7aantymuG674P10f5jU+Wxa0V/c8v1rU31WbFPEucPLpfC5VqIw24hH6LhDL6nTsb9/X6bcKthugyov3qkxVoQvoQuOlaU+dhcaflsLOVRpp3i9C/7/AIF+XhWLa/jceoO08Yhpcpr71UeAv5Vq/W+pGn42H5bH8VmELmaUeKsF4NrPDdn4epy32PA6qOEry+aMybEg+huPodk3vewlheg0tufQWeSqKM3Rn6HkWuQq9tR5akkaWI7MXeTvIpdBoz8pr48phCloRnypctfTy17kXsDa3mLZpkbzKpvuxG3gigxFxZq0LWtqVdLSkAXOdYukEWBCgO5Tr6+Z6/o69XQdqZb845Et9JqbxvAJEj4V3mV7BuKIFeitLlMMK+K0iylcI9wL/kSn6X1229g7FeEsRwG3Wq5Np0WU0l2KrhNqS3cagZkkpIJtre1vLzw9RN3tZi4tfo1eiPxX6d0yo/i4aiLC5QSMvYhQuntrqLPCgBqBAfo3GWuLmTllIUfENAVgdNzbUAAHSxJ2w+g0towyESteo+lyrjmN+v4ZwHPlORZ+IZUrJ8Xi5h4SNDYjT6G4vrbQbRmvZ53Xz4rkqjYxfpzj+VUhDTTKVK9DqASNbaG31PfYDpjM+U1wmneJyuboSsqUlo6W1J/O1h1XtcnZUb5qZjzAbTGI93OIZTFOqK0tSIvFUpLLpHy5iUpBA7EDqKfx29F9SV+4cR7R62ux8OMTQGMvZLgYyo3uZreRKpa2/wBE+00lSHEk3KVpI1B7a3AB87A7JbEvsvxd0EWXPdxvFqK1oTn4scI4iRdQBygWOlgQLEDuTc7KNftGb38GtMRZ+IWFoXlQhp1OZOvkOrUjzsR5j0OwxiD2kt42I8ZQML43oiGOOtLTTvFKUuNLsMyCqwI8im9xpqNCbWjfUdk9BYirSdv4MtxClRZXNQHcmRSuvJmTr3zanpsde/l3sNq/EFQxHPi8rVMi+B/tb8XKm3gUbBVgNE+K1wL6AnsXBUpqUxytRQw/8nHVkzen43HlcHsL7f1YonvR3hSnkfNmQj8e5GtlaaWse3ca7YHYdp4horIMhqU63FdZQ5/fT4VeRsQQb376A+o9WRTm6XS+BKlfHQvL8djqW3p8zZAuCe/h/E6bCWKKe7giqNyouSVCX1qRn6m12ubdJ0One2o7kEbWaMe7vsURfhUmbS5rCk5lK6mHFWv8uie5OmUa3sbbB+h1OM4jSaK5k7gGRHru5pu5HeXAcpe8vDPvRFOdS6w6hSkKZUdMyCiygdSD9CdCDs4GcGbh6DwPcLUXJFzZGpWRfSdcirglJuNFEm/bW4BwVLx1yDrcWgy1sPv5mkOtXV1etwL37aXtpew2gR3cRynfi4xm52EZ0p4/ygH6eWmgFiNLbej6Ybu15jE9b0ysrpwCMT1Mo9f3Vcq3Pn8qxyuVSVIslKfSyk2Oa/n5m+33U/aQYgO8rRQ3V2OyV8dCH/roo629dDpc+u3lojE2I+LysquSloY6kLdd+EpCr3OhKO1rE2I1v6k4wHEn8X3p4+JmSuPKlBLUruQpK05cqxa4UNLnpKe+213fGOHTt+Zt7Eu8qBi1pzn8HIfR41qVFaWtWvzAXzWsCTcgAXF7aAEzdfuW3tT26ziPB2HpsqK0ppLq2kpfbaBTcaWULK7KB0Oml9s/RMbyp/HoLUSqU6oxf6q6xIyqlMC44iknpcVZSCQPxsLg7coLFL3jReFAyU7EMXL94jyOE+pemXiISRxkHqBVYKTawuAdkyrMcwgqZZpgYM9n3CU+I17kpDEqLl4Tuil5bEaL7ggaa69u+l6qoYU9mSLXvta7Q6cuorzLdkLa/TKvfUj5/MAkXH02yvBw9Kn4tgNVSozeA+7ytRjrlHipUdMyFadIPkQbHvoCNgHe5Ucb7vsZS8EQK4/ORFyrj80vpeQoDTMkix0KSRbWxFtBtQ1WLyJ2xpvORQ9wTVUfdi4epzHv5aJErJlUxKdyhPEWFgJKzlsTa4IF7Gx2P93FR3D4DqnuaLhOkRZs11PWmK1xXHRoOoAKNraA6jsNvOvcXjPDmI8ZOYI3gszYrErO1HW7IU1IiyNPh3BAUABdKhopOXQFJzX+KsH+68eS6XijGNe5Vf8A5yKot3MjNqUpcVpkUVdIWkWOhJSSdjVBlOTKbGPE9S69B3LY84kDFuCMNVtDniRVKWzIzX8/iIOb8bnalj+zj7OjR4VG3Z0iiL+X3NmhfllaUEkH9Ugj6beYtc9o3fTu0n8q7iGr8DOtDD8povtOWsDZdjlWBlvfUjUX0OzM3De1jvB3quy6XVMQrhV6nfHaS1bJIYJ8QGlyNAoAfXS+z29QINKbN2AZo/GvsW7ucWyuLhLePivB0qK6pSERXWX2krNjlWhaM+Q2GgIULAhRttT0v2N5TsByl1TG8Kqf7KU60rO5mvqVINtbixtfTzJ2DMVb0d78qqc/S8QwVyuElGVbQSpVvPMFenpbsB202FKb7Sm9CjT3PtHh5aH0KTxWkOngKXaxUnS6Ce5Glz3BsDsDurGzp7FEZ7XsQ16l/FpeMqRFfRlz5obi0qV2JNlp6joStISSSewJBh4o9m52B7taqlchPvxV8VrK14nRdV0k2Uk30FgRbQkk32jUz25Of5Slz8JrbmvpyJdVI+E5fsSoA6gd9L63t5bLfevvn3lysUMNe74sKLk4sdLsripetqo+QFgR+qbHTsdh3PtHEB55xG/jvmpWDeFPeXKXFyNIWvqUnKTb6gjsNbi1vpt03Yb3MJYSpbGHMR8SFkSnLKSgra8vEE9SdSdQCPWw12i0+r+/sJMSpXRKWhSnevN1A638+3kQDr22QWN8H7xncR8/hKJzrC0ZOFHdTmzeYUknW2nrb1HY5+luZLYtq6ltTBmzKpTsB70KW3Kpdbp01/JnjzIUhtbrKrj6+oF0kEeRGyvlRqpu5rzcXGVJhTac8vMiRIi5o7yxoFFP9k5fQ62sq4J1AzFRPZu33T5TdZ4MqnIWpKlKaVkVlsBYhJBSfqL+oOzxw/gLFuHKM5Gr2Pa9NhZc6oUp9MprLpdvK8k6fXQgaCx20tQ+9M4mKunSm0OrCMZWId19Ur3Pu4NoM2K+199Yda5hh7TVRQpICQT8w1BF9L2Mmm7q/ZkxvFciysJ05+l8dPFpEpXHi5SQQtGay0gX07FI0BtYbYWxTVd31Lrzn2Dq2K0IRIUh1hp9xTUdZNjlzdVrk3TcgWAuddqs72cb4cqj7sCuTUP51f1hCVoeT9baH89T530ITpR92Zv7vGen0D2JPY8a4FUi7rIUJ9hSZDSo9Rlx1NrBzAjI6Adddbi302t96Hsi7iN9LlNn4oFU49EYdixX49SKcqFlBUFJUFIVqhNiRca6i5vhXd57W2+7lW4rtOhSoX668yUpT3sNTpbpsfobjUbM2r+09WWqM407L90Pv5v0UhSU+Duk/ttpofP00XvFS7iZm3a6uk4do5cIbnoG6Xn8EYSq3veiRVJdQ0p1KXYq1dWt7AAjva4Oh0J1Se/b2UN6G+mqRHaNjeLCYiq4sdp+A4h/OT2U6h1N7DRKraDW5NgAKke0JPw5WXKy1jdcpb6lIdS6hC+InsoXB1Nu9wLdreezFqXtP4jgYciYjdqDHuh9fCXN4RU0ypRsEOWJU3c2AuLE2AN9NsqzXbjnJglehz3FEFd3+4je1g3eXh6qSpdBqNRw1xWJrHNFiRIhrQglTRKQlTgW22ClQFwb9XbaJ7V3slb396FeYxRg2hwn6RwFLda44adS7e6TlykKFioGx0yp0AuReqx9ijGVeYxG1LQ+tC0ZXY74UlSAPPz7HsRci17+d/M3r4tpdUlwJVbqC6W+11Ij9Sk9IuQk9tT3BuPL6hq1IDeoZNYgO1uIktzHsXSsJO++cWxM81C8+Tip8PY2AVpoSCRfS9idtDR8FNRWuV5RDCEZUZVpCUp7jt5E6/ja3oALU7eZullfFlYsmvrXnzJXKKFJV3NxcWI7WHax7EWDJw9vf3XtNMe66iuUv9E6h93OhXcWBNz566H8NtKrUlvvEDqOnJed26C9WXAoP3Xg538+TpaPTbTtoLfvvtRU+gT6zPY5p3o4qehF8vfTuNfrc/T8NP4XxBuvxRKban0NhfRlzOoC09uwV3BAOg9OwGxHJ3RbuZTrEqlurirz/okO5k5TbyVqO3kQb+ezwKuIieklX9xYVTdThKfhdyVKpzDEpDWdL7SMi86RobjQ3+ZJvf6Gx2QGIMIOtQOfis+DK7nTdKtCDqfy10IHa3ltsutbrJ7XNu0F1HHfYU0vJIUhqRobBaDdJN/WxFzZQBIKPrm77FECA5A90vrcWjhJSmy0+lu5/frbYfYQy1+matw9Y9fiZh3gM0bHmEokqgvf0oxnjyIspH6NfUkpK06kHRSVAEjzSLEbCdN3J1SBhxt2VEircfdUtpWikq7k2I6e+l+9u9jcAxqm6fFE/G8+jNPP4eq6F8/C5qK5wJSkjwkkC1x05k3sFWINhsbGgu4IgT3Z+SFFqilvyoD6wtqLNNyt5hdgqx1JSdD3NydFL69omrrHe6kfmJ5rDjWEoHKtcqw+v/ZW8hYrAubf8/Py+aBijEeF5/8A2caQtDnjzIzIc9c1vELfW48vPb6xXX6NKxREiuvLySsrSuVdGbLpoEr0C+1r9z+Oxm3hGjUZpt2jVH3iwvKtD/CWhSdDmbcSbdaTpcWBHkDcbI1VlGyZjGl0GW9Rj0JyBiig800yjjoSlEqPk6UqOhGutjrY2tr5W2jRMWV7Acq8Bnnadm64Dvy31JR2yEn0NjbUHvsOYTq/uGqNz2pf+Na+pCk9yF27jzBFzcDW+hd+H2MEY8ivtRZcV99CPvEVDqFOs+V9Ncv94D6G3bbc0j74kaju8ZxhYpw5vGoLnuaXncQj7xFXdL8dR9QPI+ShodfS2yH3kbuazS2nKpAicdhGZauFfMlI/G5t9Lk6eZ02YmPNy9Zw5KbxRgiW+xKYRn+F4u300/IggjvfbhhbexFrLv2cxk0il1RHQl3wMPK173/Rq07E2JtY62Ddib1wZGWX3MoVV6LK+4VlnOx/ax1pOXKdCbZgrTvcWIIBF+20lncrFxRg2fiPBFWmvrpy8sqBkOdKSbJfYcJsbGxVnGUm5ukpUA19+26FqK775ozPjX8Vr9W/mPX+PPYW3FVXG+F6pLw5Ap65tOraFtSort/gqUjLxUKHU2vsLjQ2AttlqHqfYfU2+mdUKHt3cj8/iSd1GIWpTXvTHnOxcX0iG6xFq8W6UVKGkpCY8hu5SHSqwKiVJF9baEkeIK1wpXFdaXnX4fhZe/a9hr6evqSbnZu0zcy7Fwk5VMWy+aqjbCM76LJW8lI+GVjRKlhPSVEAkd+wsk6tVWmsRsUvrWxmzcLJ4Uq7j6ajWx1uT3OwdR75m5lLmykvBCgSorfFZ8fyOp+b0vp+Qv8AkdrLDMmLRmnIrT3+HOr8P4+uwxjudFgOschLc+XN2V3/AA1/I38iDfaXV6dPn7vo+KIDWeVF6JGXxKQQbLI008I0sQNbd9g12dqJdRUrTCSo46rNBrNNaaZhLoM13JMddUUOs9gnIcpB1uTcgXsCCLbT8eYoxvFr1No2EnYS11FpCIbspeVqQ6blIS5fKogagZtBoQdLrLA8TEePJT9Go0Tml5M3L8UJUpN9MoVYKUNSBcWse4Fy1d0eJq9Anz8EYowbKyRUpRndijMynvZY8Ck6AjMAU3slZBAJ67Qwmp0uw26cbpA3z02s0ajRMWu4eWxV218KUhqOYc+HIsfiIdQAl9o21bWkC+UhII6l3hn2it4LtU9w43wn9oUISnhKkX5pTAvYZ8wVnFgq1yq9tAQbavxbuyrO8aguRZVW90PxY6kJTMazQ5Uc3KUcQHMlIKbgkEp0sCdNs748pdGpbVNo1UZRTq3RJqmuvqTIyJtZKwrK5dSkq1ubagAEWIH/ADNB1it3i1ajSpXNYcdfYhIyu8rIWOLHVqlTfYaA9hcga9rjZq+yzvfdwvAqWF58uE2xNWp9iUj4UqCsgJLgJSULRfxIUCNdSARdLbwMKV6fihysynVoQtCcjqbqUrz1HcCx172NwbeZhu53TwKpWabXuUfWiKtKn+EgoWpWoHq2TqTpY2vcanaUO6Ac7ZqKu4VxHXp/vSvUnDS2GFcdiVRGltCQm1gXmSooKjck2Sgg30uQANY13itYSw4467wIrHS0ri3yZbgEm2tvVXp67Nimrai4Nf5B5H3JhWXpycRIBJ08rC97ad/LTbHW/qrYt91wHapT1xUVR1CoTumSQlKwolKrlKk9Nikm47EC4GwHTy5llt/Eb2Jag7ugpdJxbQcJwfd1UQmVzVLf4sN7QqucvSR3ucoIIJsdAc+Y03kNV7eNIqlBw9TqC/Kyvtch0tSHbqJWBYIC1agpAAKrnzJ2McOVOjVSjQJ9Zl+7oUJXFfaiyChCVnpU4lCSOCo2HoCRqACCI9fwjuWgSnK9zc2ooX8VqbTZSVpUhYPjQbJsVBYJtmSpNjcCxYoGw7pL2bhiaJ3T4hi1nAb+N8L81zsVCUYgoa7palKT08whJHwnb2SoG17AEkC2wLjPeDuR351T+bl2nyn5S2FyGJDsVTT8F9OhSvMAptVwRY3QoaAkEEiu7usu7gsRwMZUHGKMQ4XxKpKFRZ7RYmZlWCmlAkocOWwBBIUBcXIIHTfXhyg0uvMb1cB4slMc0pUqApKkZ49weNEczgocQeopSsFJBNihYBL5O5cxUV7Zm2qQnd1W8aXAivLRyTqVL6Mq0oPZZRrdBGhtoRmAIIts7aZvNw59nHJU/IwvLnyrspDlh3SbnpJ7X7dvQlR45qtUx5P981TDEV99lrKt1pRS1KQfQ6rYWFXvYqAvYGxsONDwZVItBbd5R+t0Gbm4sN1Px46rj9GpB1UPTve1tSQc+xA3uHRtv2ykxTvyiu1lz3NTor6PDkUnMlSr/KRrofL6eZ2Kq1WsZUblGqzhPJCmpS7AqkW7rTyFeFaVAHLfsUqCVAjse5lU32dqXXuHKw48wtiVmaj80oIzO+TClf2Tw8rkBQtYA3G17h+jYjwRAbo2KIlbYYiuq+7yEdDaxa9rjS9hexsRrrcHYDEJ9sBfqHTnGYj6xVapKdbnuxM6M6l8WL1pV29P9PXafHkynWuLxVo6P95X7f8AltoSsezT7r48rBDyENrzKWw7ZKlK17K8Kj2sDlP18tl+1uz4s9+BWc7D7GXitLaLSk389bXHoQLH127hvtgK9Sj8gyFu6qFUoM9yVAl8dC0ZHY60L8QsRp2v6Kvpre3kQ1jF7sqvS/fNJ4DC1ZWn/lToPF5gFWb1te5PfaMuju0FrhQK4xwP/FazK7eRGo19QbfXYNmVuU7Kciz3WFo4qvCrxJHaxsB/GovoQuOY5v4lpOoeEp7vFny30If8K4sjp/EBPn69x5W2lYPclRWp+F6Xj2b7ufaUlTT77aWnEHSykPCyVWPcEC/n3G0BvA7VZa5+ly0IX4lLRZK9PUGwV+Qubee3Kq0zDkCK41Kq39IxUeNpXUpV7XPkoA6ECxAGgABtCyp2yFPwq79o/dcrxo6F5kZV5Ta30IOhzC4I1BI12O49Ei8h7rixOa6c6mvFlt55bH9o2WErEkWU63F+680x0tPqaLSlJ8uoad+1z3tbvrYt4xn0Z3iynlsP505VoXlUlPmSoG5ufIixt5+U4M4GS8UR6zS3eFApzCGEdCkI6VZfLpVax876g9tBrtMiU+LKit81UJrHH8a+EPhq+ovZQ8tD387bSm8ZtVSU3VJ9R5peVHxXV5VKt2sdO3p39NqzF28eBF4cWBwFr6kKyJCcyrg2NtDa2t77RtaduWGeHd0UDEbXCny2G2Pmmrz/AA+9jZAzkC+twQO5NthzFO7uqbuZ7kB12LNYca5piVFdS+lTWtl3BuL69r6DuTsVYLxS1Kw570pcTgVFhP3hhLp4SvrZV7adraAjsNNoGF0YclV5yU7Lfhc74ms3SlZ1JSAOm9rkdu+nYbD+2W+6Lan47apcr4uf9VWX6X8jp+235bXjONItUa/SrhSsqlpaQ7wkvdtRm0v+Vri3nt94xwlAarLjrXKzYq1J4UqOoZkqV4UOCwuq+lxcG/kTYFTG6d2fQW2qzSZtOz5uE6hJU0rQi5QpNkk+vSSRcHttHjI2mL6ViriynPg811da+XDD+aw6DZRQr6WI7eQ2cO7/AHcYN3gxWOfq2d+LkfW1wutu2nU2rUpPqNPQkXGy0d3eVTDjvxZcWbkX18v0q7akpJNtPqbevfYmg4YnxWolZpdRfRwMq8qllK21a6Zk2sO2ouDe1/Ve5Q/AgrU3eMIN/LnutqBhf3tCYizZHCXIylSU2BsjgqIULnTQkD189l6N3lew46xKlRIsqK51ImQlh1pxIPmUm6De1wR+BNr7MLHCftbAbdn0/nZqEp603zK00ICbki41NgPU2G0fBWGZ7UVyU1h5+KhhGV1pC+O0r1zIzEAHvpcH08wWlNgh6KNkqpFKiz2m59GeySoLqVOwlrLT6bWIISQCpJv4kk2unvsXwKxWWsUYXdnxPuU51KXZHCypV05hcjz0OpH5i+0fE7cCfS+fgYe4FRipV4OlKk2ucqjqNe9tB5gW2MdzeI/tHS2IsqJ0MZVrakWztqBsFg6J1A0PfXzOzlZhbPGU2+XC9exHiimtYcaRzTEdUr4qDm73FlCygRbQgi1u+1VHwVjyK027Aqz8KqLy50oaK47yibhC1Iub6GyiAfUmxOzE3nYrpcCssUue0/FXy6eXlR0OZU27g5ASL/rC4vqQRc7V+7ptqg4yiVmfLxLVKW/lX8VTUqO2om4PSAqwNiAkkgXCgTsYwYkxO6ne/FdpOI3a5TloQnK7z8fPlSewzAAlGpuCCNdCLDZyKoFZwbFiYjn1GiPwlp6lp6+HfX4JJClj+7c2Gg102t8W49w5KpfIQOPKYWhPQ0gqUm/e4AuPXUbKipReQ+9YXrjnxMy1wpvgc0J4a0aoI07FANxf124GdiG9ZxK7ArLE+lvcenP5Vu+7XRmTfuClRA7i1iAPU7XETFFLgVliVAaWtfyyExw156tOJToQf8JTrpY2OyWpWJ2pUrkKpSciEIyLamoOZNif0ckKGYDySu4A0FgLAikYiw5hJ3i1TFjFOYWrwvulTCb273uGiT53Ave9r6isO0SmocpUWHufe8/clulr1ZbxRQcJoo65SlypCIaA0qO+TcrTw7WQTdVr3BvYDSxFgKJu5rzv2ci4h56ooyp5KpZVPuW87LsXB5ggk3GhOg2lx3mpTTcrm1rYWjO0/FdQpKk97pPhVp59h57SpisGtOt1SVUaXUX2F+J2A2xMT6dTYBvr6EG5PftWuzcOZlabWPqUIxyJQKRXt32N4jsDBq4VIW7wnX4CyuPlJNukgFJ/umx9CQNmDj2bAagNysR4OpeKKR+laQqyHW1Wt8/Qq4OmtxcjXZe4vxxhL3W/Fi1GrwpS0pUlTHUnTsrLrdN9CoAna/3d4mn4y3fS8OO1ZHvGKheTNZSXkagGxBT2tcW0PnsxX5e4zpXsb/uDE7OYkoOI6M37rw9VKdTouVKmmrOtM3sMi0JUrJ+SbanUbfeGcMV6BzbtGxjKi0SotKzwltIU1lJ1yOINrDtlIIFgL3B2CBS59Git1lqWibNYyx1tNILDqvIjQlLlvJNwRqACQATuju1SBhJyqSqfKYW+pS2kO9asyvqn/UA2tsVEjzvLanUqgz+P/TfNIzKQ+6xbMlWmi030I+vfvYjaml4O5ppyjSqhFqMJDqnWmn2sqW1C9iB8psdSk2/ftD3eU3FvCn1n3fF463VuqalR8qXmr9s6DmSbW6iCCTqB5G0KDFrzXF4S4q0eOK7bKlWoIzDS1r2IAI+u1CNx4k/EU0OiQML1R/hRF874F5rOokJNyM6ldRBvoe4ubny2NKUJVUdbaqlWYhVFxr4CJTXWpPm2FdCloGistyU6kEgbfNbw9QapKci+8ci0dCEqVnfbt53CgsotpYgi1tex2tKczhd2g/Zx3GNOm5PC1MdzcNQ7WVbM2oG3UbkaWI2omn2tmSbN0i0quyqXPfpeLaHCffXmRHqkJ0ZnrAdCgcqswGnUBYW1O1RXsYOz+JS4EtcLIjJk4RdTkBvm6rm5HexPY+ttq3GXPtT0RZUSoriyuhqVFirmMOJTa/xGiVIUNCFWI7C1wQCLCWGcEVlpultYnQ/W0IyRXXZXAkK8i042u2bW4FgCfpbYbVktO3LB6rpqkqLEn/da2iKvJHmx0oVIjq8+tN1g+RBtoOxuTsNbycW4Di4NlwKpu9RV35SFZmpEcPoeV5ELIC8wJHSBoddAAQQVTedFo1Zl4SlYCfRVIK+F8VGReXuD0gqHmQepJAJCh226UDEWF5VL96V5mLFQh3I7IVK5d1mxsDnVdKjfQpuL9texsPGR90zV7ONBi0HHnvn3HNp3jfajuq47DaS4egKVdemgAJNtLWB21JvDq27TGUDhYtw9CfXFQngSFoyOt+uVeh765b99QPSqqkCA1XuLS2adVEcJSkxXeGjiWJJKbZcpAIIUggXNxcX2R+PW8Rz6o5QaXT3+SqOZcXM+UyGVBJui6gL2N8uZOosbnxAhfxg9sW1XxXi2LWalgOBx10HP9y4rpf4jRFyE5kmyr3Asbag38ti0O76apS2KN7pXUUMZktLnoC3WY5SfhFwWJBNlFDhIFtLE7U1B3V7xqNVOK1SW62haMkyBIU5mbTnPUhKUlQUO3SFjqANhqNCbsd3GKIvxYrNUYioUjPFdkceG4ka2LdyA4L2APQbGwSSRsu6b/cFYoQSw3Z0yvUvBDDrudEqElXFaS7mdZV8wAHURY6eotbvsEYswh75qkuqT6iucxUVqzPwl5VpWQOlbawLdrnX62Pm+Krz7UXhNS4ufJ1IW0Eu+IeE2tcX1BsR3F9gKobtp+N3XKpS8Q+66wjMnLx+Ap6x0AURwnO9ym976Zbg3gLt9RCodkFhFixgLFFLd5+lvImt9LS48por4jV9UkpWCk2J7ad+42YETd1PqkBvhVaVQVo6FsJdK2lIHoHLKFx5AjTQ377RmadvGw405PlYxRTp0VaULjyGhMgSk5tEOIXZxtR8NwSAdQk3ABVhfCuKN7/D980l/CiPkkUuohcWpNKvqGV3UhJt0rBCjewAF7EEPRc7+8SkotBxbKd91xa5TqjwMqHcrBaQ4n++UlaeIANB0knXzBDhwzuto0ppyViOW/Fmv/LHmlKsxFs6c5JK7fiCNDpsWUXc/AwRS3ItGZfb6MnFT1LbsDa5Oqxf9e/8AxjYMx1gOvVl/AdUqCGMVwut2m1JjgOyE+TzJIyOpP903BsCASL3CRovE9vO9n+BWaM/FlVFE1cXoalIaCHVJ+Rt0G6UuWFs105u4tfZS4c3cfzfVn3pXsJrqKJTSmHY7qOKlTGh0vdCyLAgoUSD3AsdtIb+8Y4Xwa7TZ7Vc9yV7mkR4TqXQhErzUy5e6HElN8qHAUlZTYpNjsmcXYno2LapSapRnUMIZlIdmQkLcaQ4lRAWTHVYoWUXIuSRYEG2m3YlgN0T2IG8ET5VSo0qiVSlxVu8WLxbSEpTbRK0kkka2SQQoaBVxcgHqtS+9MRZVJhVREVPCTKaWph3KD2KTcIVb5tQext5MrfPuerMDGTlZwbzVUw9NhtSloTK4rsd0FSVWTfq8KSAkXNwAk6kCVPg1SBKcany30RX0pUuOvhqVkI75HboIBOtjr3GtxtXbL7ZWViM061Er1LzyoLalLXAntIWlv5QOq4UCkEGxBHkbC+1zgidAlVTkIER+nMTVpQmKl1S2Ne4zWUSka2S4g6aki21NiZz7LwOLhzJNZfUlSI7rS0JzHWygfCfS+nkCNdiTdvg/FtUlQMW0ukzeBzCXX1RVBKmchCrqNwoi4AuAR2zWBB27bLxg4r3d0avcg7QcQxUTYufiwKogITIQrKCB3RqTYG6bWTYg7RXsB/ZeK41RsWYloKH8uZqO6mQxFd11QFgqa6k2CtAexSCbk8n7uIE+qNz8Ruxfe6I6EtKhKLE1LpBJHDBzO9KrrRZSVdykG5HWRhjAcqA27Ax5kfpy/hO86EZVDpU08lQPDNzqlSSRYAWtfYmJSLPDlHx5hfj4jn1aVxpuZ1NUpsjK092AeUjQtuXsFIKrHLoQbHYzo3tg0Gsyv5tPaRwyhaGMvK1KRxGuhV7LYlostokC5BBBukZyDpa4dbpdZi1KLVMG1SLyq1uyFRXQqK4sBKhIbyEoUFWUCrUEC5ABJECo4H3S7+ID9B+ybDGJUJUlpUWqGG7M4d7lNrsqdJVoFABXYKFrCVlWgtjr2AcL7xmnMeezfvdlTai/mlNUuvTc8z9ZKWJIUA4gEWAN9NC4LAbZ6qeCN/DVe+xG8Hdu45UWFcJ2fIhqjzWWk/MHwE8dBHhCgoKPnbUG1Zw7vB3Gf0pu+q2JYTFLfyz48hht9htXq8UpSlKgdDYBYsDmsDfRO7b2rXMZYcbg77sMIqlLbVy/vRC1oehrOgs7bMm9xoSQoEC57G/h8zsusXO5Le3XsET3MG0uXNYqlOaaUl1SkZktFCjZRXYLXoBlIsM3kRsTU/2usW/aiXF30st8CKnmIDsNptKeXN9blRVfpv0rAuDdNwQLCtbocGysWy8W4IxixWGJqc33hpCJTOhGRS2hw3kAAAXQlSctsx8IxjVd0deqmI6lS4tWlRXqdKX9wkSOhTROYOtA/IM1iR28++s4lC02jirEEDeDvVwfWaNVveMKUwuVCmtKzJeRoMjoIzZhm7G+unpfVlNVKixeK07nQjwZ/En+6r8PXbzK3PVuLuqx5hqjYtqyPdcV1X3hrrVDSQLqIBzKbuLENgkaEpIuR6UsSWpUBiqUaoxajFlIStqVFdQtqQk/OlaSUqv/ANddNq5hceMX0SXiis43ruA8WsvrpFbiqaiuoSEPs5kEEHTItJTeyiCD2N9dsiHc9S8B7y/ddedRS6jCqSqal128VM6OF/DNx8NQKNQkiwJIB0I23ziCC7yDFU/t4vWheuZKe5/y2U3tFbsYu9WVgzFECo8q+t9LUpGieYShCnG7kjUhQ0A1IBH02LmCnKNuzwlXoDm77GWHmKpQaihDrTT/AFKbdA6XG3AQptwHVK0EKB1BF9kTvJ9mTFGCJ8trd87NqlEXlddiymlrlRU37haE5XwLdrJXbuFE3216mjSouHIDsVn+kaWlpPkvpAtrbU3Hpr52HbYmNYdlQG6pAZir6FcVpd8ydPJQ1FvQi/rtSz1kwg8p5s1LFMWl0v3XQXoXOrQnM067lU4gkhRJ1IUbHQ3FgdAANmvub9oOqUZpjC+8F5aKdlSliUtorVH17Fab5kC/zagDQ+WxNv8AdyW7nehVHK9VMMsQqu4pKl1Slq4EhxQ1+MlBCZAIFjnAVY6LSbEKio7oKpg1pt1qX77pa2lLYnxXSp3MkElDzCgFJUL3NiTbXqT1bJrqOeIPWdOTUJhxNbR6hQZ9LblQHYspheVSH4qw6hxJ8wU3GvfvtVVaHS57TkV3J1/3M37Rb957bZ73R0avYcdn4twRiZfJMu5J8KK6VqhrVr94iqBTkUm5BAUDckAG52ZM/HFUgRff09lhbHTxc8U5G19iFZDZSDa4UCCm4BSALkll+4Ynk9R0O9G/T5Eu52AaDVGuVqkRD7PTk6sqk2/VI1TYgWsbeeltvnd3uwwHuvxRVsWtcBHOw0NLaW6hK0pbF1KAIGYkJSCrVVgAbgCwbi3f9QaXQXJ9Lic0h9rPnQvrZVoFBRAuLdzpmAINiDfafvwwxWapuRb5V1b9bfjo5dHFz8ZJF1DMPFYdlE3BsbmxG1a8xrpul1FL/qeorcFYlgb5N7WKMR0GoPwqjTpimnUupUhXABUADpmANiAD0kAkEm4Djk05qgwOLK4C0Zf0qF5FfmCSBbv/AK32w/u1r29DdVXm8ZUaiPrfR8KVFkJC1qaNwpLjCVBak3uApAIsLg2BBctQ9sZ2vcOBFwGxFzp4q3VrD7Ta9SAOkLUbgaOIHfue4Uup2kusB1Lpd2ot7iDiM5NU5WvNyoDz6MisjvR9T5+egFvpbXXbvjKl/a3BtWgc3x5T7CskdSTlc07GxvcmwBGu0fcpX8Jb2qNLdgU/kq3TuiZFiqUlKkgWDyUHsNbKT4QbWA7bWGL6G1hejT59UdXFQhClpla5U6HxhIsE+ZUACNTa3dE72mEtD03BcfMwnJwRVKzKf5p6ooQhaneE+6c7dvTMcwt2ue31ttcgz6o1TYEp7joojqXYq5F+lIsMpUqxKRbzNj66DaZJnSpUV+fPlomxZT68iEOhSkpJVa5sCSfM9zobk7UFHkyuVfiyuefioWpbS3fG3pdQPbpNhaw7XJ77aFZ3LPdVJvXyj/w67VMW8Np11DC2EJad6ulStdRmNhcWtc2v6XsCSZE9zSm4vFXx+nOh3xp8vU3HeygSD6+iP3TPVnDlZYrLVRXKi8XK61IXm6VG/D6gCkeYAIsMvcWOzTxiqqYjqjbuHHskpCf6utpa+gakC11H1NgoW1FrbLPVtbief1fRrjZuqHif+JB3mYRn1mjN4tgc08ilpUt1phBz5dLqygXJ0uQbgi2myzq9Or0Cgt1ml07mqWvNHddhcNKm1K1OYC6U99EkAEG4sbAkEDH28bAdUcnu1GVW6DKzLVAaW3x4roKs5bWojqHctOEAhRsokEC9nVPdVvBdfn4crnuibK+7yqNVGhF5hWc2DLhs2tRKtEqIJvYEGwOpVX4CbujqNFYrcepnuXTazFlPyoHOsZMvyZfPQ5bnXt628r99u9MjNYolc07idcWooUlS0rjlTSVJQBclNikkAkkdzcnW+znbYwv7091xYlXclMNZltLQt9LdlauJuCoI9UrBAuCFC5A/K9Q8JYjixKo6zFizYqsvPw1ZFafrpSepJAtrcG5GU31kjbNBFX4kfA2GYECK59o4kV+nSvitOsOlbT17aAdKkX7g6gHsSdNpVVjOuwG6Ngjopy/hKaW78JxQ/swRaxBJ6gQbkD8eFbwtKdab96S+PCW1llJiu5OY18a7XssDtaySe6ewAi2cR4Xqn9DNPzac2vhJVMSErykGxui6FWFrjvYgkJ2pmEh5u6oOHHc9GrL1ahP50oQ0qUUqZWldg4wu4WCFdNkrvdN8qgbEtwvQoruKGJ8+rIqKGFcKVx/gTG13uhRGVFrjUkgC+hFrHZTJfxbKdfiz2ULhPqTwuEsr5VYuq2lwoHMEnTMkBJ6gQAz8LbvcUOtRJ8WrSpsqVljqad61JzGw0UDdok6ruR0m+osLCSDDvF26mfFrLeN/szVIsLisSmpS0nI5r1nOgKR2Ouaxv3I12qN8e7qfjessV6l4eXV2H4CULdaShMhlSSrwdlZge7ZuhQIsSb2b1eHtN7ud3PuvBuAl1SEtpK+Vdmo+H2JCVKJR20FlAEC1k6nYWoVa/wDXS0neXi1p/Da2JCaXUUu50IhrN0ht4ggtdZSASCCCCCoHKTY4lScNMp43p8V1qBiOK8wxV6RI4S3VtcJSUpN0tOf3AdAogEZrXsQC/wD3XF357jG8ZUaWhFboMfPPY4QWpxASc6Sk6lQGoOhJvqfMcxlgCvYjqjmKGuaXSKpnWt11TL/G0GqHkgBQPUotOZVkHNYg2HX2Xd4FB3aby5eF2on9CVRPCmtaqYz3ICkBQugHsU3Gt7Dy2qsgiJiDTZVUpddgNYhWhcJp112E6srakNMtqcCkhQslYIURoDbzINjCwy7PwRVGK9S2WGJTGV1LrXSrKbZh5ZgR3BFj9O+zx3n7raXu+3l1alxci8L4l4s2kSo6MyG8wVxGSlRCVAZswRdJyqNikJIAwcMUuBFc+0dJXKXCa+EhOZ1qQhTdyY602UTocqCErBAACrhRsZw/MkYw3pz6W6xKgMv55qEutJzZct+xSfCpJOgI1HYgEAHpQd7TW9qsxMJVSne68QykKajuyEZI8qwUohZ7JUcgCVDQkgEA67DVMptLxHRn4sDjrp0J12VTXVSPi8JVwplV7DML3KbA9Nu971uHZ1ew5P5rlEVuFCdQtpa1FT7OUGwzCxGgsLjXQAgCxpjmH7hxGllgYXqjECLh6osVeluqi1Sku2TMjrLaCkov0uZ7kp1s4CLEgpJmMLlY3lcWLTvei4TqVsL4QS62x6ZT1ItdJUkkEWukkHKDLeTWqNiPCWGt6sCnRZS+EmLUku3S62khIulQOYWOQZSQALnyNheVUOVrMCU1ElLfWtDsOZFkZXVIvlIuEpKgL5SlQFwQCVaqI7fGB2LuzHHT4XK4cY+CthHCUh1CkZcv7u49QAdPK5GzMwFgmjNNN1R1r46/m8Oa3mbaX2BH5HFgMOtdaH2s60rV8p9NLE69tB+GzHplV4VGYaivda/D/d7/APTanTa1awkzA6s5UDbCCpVJpr7rFydfR/1ttTKw5zUB/i5F50K6cubv9DqR5W89ptEpv6SVP/x/x22k1CtReLyrX+DPnH8X23TWpnnN3lumSp/sxtV7FD9UgREUtC8yFKgOnKrK4RkyKBAFhpYix0AsNTileydgj4bteie8ZSOhbqrI4n1WjwlXeyrA+pOzxbdgfovB/hX4tr6lU9p1riu+DayUIscbWXWfPEA6DuywRhKBwoFDisIRlRkSgZe1gPw0/wCGy53j0J2fK4VGokVdOfQtDsOVHQtpxWnhuLDz1FrH01u+MStQGmvhPIyL8SVeH/l/psBPqgNRXIvNo4CMysil5uGrzsf26+f7thX0I4xE7V3fdMpr9lvDlelOSnZb9EQteZPAstLKj3sFajX5TpbTvY7DVcwvvL9n2K/z9Oi4y3eVH4U92nILq46VE6vR7EhB7kgkXFwU2F9FYgxXApbrnIS0Lz9DrWcegNwTp+/v6WOy4q1ddlcThOryLQpCsiinLoba9iD3zWI731FtsXUJTWhrIzJ0+rOl49iDns+4apTWN48Cl1VybgqvRVv4fntLzLiyUi64qyBqUAqUg6FSRqCUqO2kI7VBgOv+9IiOPxVI4umXMmwB+nbv59/PZBYar9BwHPbiusohN1RXW0hPRzFlFLoSNL3JBVoT9bgbBWJ9+bv2on0t2ucBjmlJX0/LfyKSUkA30JsQDqCLBPTWeXqapp+vAKcRo7wafgiqVRyfVKTTuIhWZLqktoW55DX5rkixOn79lFimr4cixZbuF8Jrbfyq4uVOVf0JHcEGwJABHlfS/PHkt3EcVifS3ePna6XY7udDiQfTRWhuClYKkkkXIIBV0NnFrs/lXZcrIhalpzO9KU9rAG1wdNBpYkai4Lj6hE5aGWmrREdxjLqgb/t5eHJ/C9+L+ArMj9ZKbiwz2BKRawuAbd9b7aE3ee1hvGx5PgQOU94ymP1Hcik6W6yQe+gBJBv57I2q4bo1UlMSvd+R7JlfyL6VadJt2JHbMALjy0FijAGNMJbr69ElOsrYlZ05VtLSlSrEEg30It9PzG1V1od9iRizXVsQtfM15VvaVxvg2Ax9qKfW6ItfQ1Imxc8dVwCkccXbJ7gXWcw8/PaDA9onFEp1jEcXlapFQ7964Xiyg/qEDuOx01uAexPWLvlwvvBwbUqN/wCErOhaelSbfMlVx373BAPnpfZQ09zC7WEp9ZgS3KRNYQtK34SglCvo4jVDiPqRexNiD2fWtnGRK/XV79s1bI3y4Dxu7SXYvAlNr/Tx5SBmjr8uo9iDchQI07E+f5i/czg3GXAlcbJnzIdgTWg/HkINrjyUi+nUDceXnfzGpm/HGUCe/KpcRa2ELWha4t0dF++iiMpOttNCOx2aOF/bNxRA4cXjSkeFCY7qwpDiQdct/AT6fsPfZZ7PLaY8Gqf+saG/D2NsWwMRwK9ginQn6XFWrhJakDispJBSFZgM1rm3e/kPIgDmJMUYcle5sUYIm0R9C+Eh2UgpiuKT2s6EmwVoRoTrexAI2bED218OYjpbDUqrIzrSn4T6wjMk9wTcWPpcgD0uLGVUN7GA6zKY4WeoxXMmfobWrtqgi+Q2OlyBcaHW+w7LP2lX06W/fFNjSk4ylRYjuHOBFXUfu64U9QSri5FFGV5F23QrulSVi/a3cAc3YfaOgyn59ZdlRavTpCkO57tLZUkgEBSbaggg9wfz2f8ASfslXveUClswVxVpUxPoM9gcJ5BNwDHcTlUDobgH/XYbmbnpVUqkus4Xefz5/wCquul1OVIAyocUoqCgAAAs6CwvrpNbt/LEtZo0VP0RGnhTfG1yrcXFuSUjInJNaT1K07rHhVfzKbH6HbjvL3UYSx5Acr1Bdi8fKrK7Htk7dlAC/buDYgWuNkZPmT6Xw4rsThrQr4sV3xJ/CxuD6gi2txfttS4b3nSqDWX3YtQlRUZkodRmPw03GgCfGjXwkXT5aGxnV9YHT691oJH7TFNeeDDOmP4tw5KYwliinSqpS3/hML1zx9e4J7pB0KSbjQA9rvvd5u/oOF2uf5RHHX151py5r/x28tlzu4xVWcUYo5Cs0+nTaWtpEqLPipyLSo5gW3E3KTa2ik2BBIIBFi6avOaixW2orP8AcRs7pNTXraxbX6MtXRs9yNimQ7PpctproQhCv8tsfYowtPlVliqRWV5GHepaepKU9yg63tbufzt5ba5kP8Wgv/8ApLr/AOYv/p57ZqrVSlUuU407EcR4kId1yuJJIsrTS4Fge2pHfuvrvHE3+lP7zF3ihvi/C4q2H+lSV/Kq38fjbZ87m6M7VMJcKU0jI+jIroOVXcXsR379gQbXA1tsiK/IiuyuE67kXmy/rdR7Dz7/AFH7NtP7lYHFwQw1+u0r+739fT6bJ1pvjfUDnb/WBq8E/wA0G8aBXpVO49BraFcJ+L0rirHiKbnIrXNZIIPlZBtd24cfwvihqJVKpUUNvsOpaTNhK4S+5ylWYEpURoUkFNzbuRsFVZDTTsfCW8Z5yVSH5SlxZTt15VpNi2vvnUBopNuIE6hSrFKI2L8PNbqoDmLcB1FidTkNIXPjyJCFvx46gQl1DxOWQyTolThIBJBWBoLbfxNbT1pUmBLjHO8DEe7SvOe5q2+/CRk4rTrAUhSlC4+Eq4QCBZSU9KjchSTdJzTDx9QapXq7An0ND6JTvLpj6utZR5DMrMEgpuBckGwtps6sM7y8L77sJVKBih1dIxRREL4WRrirejhBIcaQDmfCBoU2z2Fkkmw2RjG6fehRqo5iP+hKjSH3VKgVakv8eHMauDw3M6QQsa2SAVd7jvZqpNy+Uq9n4l6uLQXYsTn3lsIiqyIdTd3hpOouNFFNgOk9rEaaHZq7tN4eDaDPfarNWi059GXK6lGaPKQfVemVXmAQLEkX7A5+p+C8R43rM/3pW4tORmUjLws30v5A211vpoQSSAK+tsz8Luz8EVnlZspCM0J/irQmUjuClZuErHYpUTewuQL2MEVYI+UfG9vf41VJ/wBiML4elPsSmkr96RU9KU97t5T1gDxCx08je4ypvdO8ulxX8JO1Ga/h5DqKu01nL7TKwFAvMqOrY1UlQvoCoEWOz/3G0yK77tnz2UMPsKU06mQvKhPbUK8Ivfv2v56g7D+8Ot4jwvvBq1L4SOSlIztNPoCmk3uleU+SjbWxtbKfWwT5GDiKwZLaxRAco1ZeQvOhKkcVR+JbQg2se3zA3A9exK6ZhivRZ/uuLTnJrC2vhReKOLl7pspVg7buLkXGuYkah9Xo/wBnMWucVrkmJv3hritZUZT5JyjKU3/V0toNdNmjumx3RsOVRul1mJFlMcVPCQ7KyJbzdiytX6NRJBGlibgg32AHZGxC1uN20yikwq9gie3Rp7NRi0uorTzUJ1oqaeSTrZKgU38woAKJFwSACTF9zdzKd+yUrE81/D1UYzoSporXDdFgQUqHkbW1CrXsfLZp4mcw5XmnOLTveNOydbT6kLVHWPJSfE0u+hULJJHYnUJ/G27512VHr2F6swtHSl2FKUlMiOpIJ6VG3ETbtqSASAojTZqu/wDMm0bRAlumz8B16XhefVor6GPisOoX0vMKICXElVl+gKTcpJsTfv8AK8Q8hPfgQIi+S6VodaWU5V379J6bmxv5k210Gxji6hxd6GDW4rrq4uKKD8WG60gZlWBugKBBKTc6EmxOlgSCn8E+9Oal81VmEcDMjPrlVY2KSnQgi1ikjQixAtsbYG8ouLI48EV7FFB5/FDURdXpb6EoqkVbpUlxFzdZT4gRbNmGoIuBcX2vsf7x6DijC7FLoMua+tEpr4UzIp2O0XR8NxRuFNk2AUbpII8JugL7Cm+Sl4IlcLjQpWf4UqLKQVMPIPcEpIVYjzABB8iLgg+Iqrgil1n3zRua4C0KQ1Haf4qUoNxlzWTp2sSL6A20G1O2rNDNYu2b8Djv/uuwzjPBFGxlF5Wey+w+j9FKYWWnWVX+VxNiB6i5BGhBFxteLguxWvhdaNvpt/4XCd8H/oOyCTw6OyHImYsWYDrODZUhp2oLlMP+Dju9Gvl2sPwFv37LxuqO80/AdycBasi0uoCu99Uq8jbsRr+222i97kbEdUiuRWqciVFWjJxUr6m1X8/T89Pr65+Ru4dpdUl81LRkW+rokX6VX8zawFjoSNQO+1nnqdJedRWCfcGptVlNT+VoNRfY/wDCz9Cv91V06+osde+p2mQ6T70d5p15aJqMy1Iady5la9gTrf6H8vXrUsB1lqU5xWkPsZ1ZFqXmypvcZVpIV20sdNpQ9zUtrhT2uvJlzeJWUep8iPU2O1QY5iUlWeixWvixEZ8n+Ffr++2p87/jsv6wzVKpK+FnQj5eoqT30/gW2b1LwxAqjrjrsvjxVp6Uqa60/vIOnex9e20abhefFlOQKW9F+ZSF5+j6AgjpP5H87bTmQRFrSFz3eHS+KjrXlR1FKlfut5et9jqHgLlf6Un06a5kR1LSnOlKfIG2o/YBa235h6jcrVHGsUfcn8ycqtMilK7akdvIWt5ad9nbRINeagNyqDVmJTbCVfCdsleTt3sUqBBNvL6jaTZtlDheTA3DFOdiusSoFW5Ja8vCXws6FKIvZYBBH4EEHXYzm4Oi8q3XmmaXzSHczqGl5OrTVtQsEq7m1x6ADvt9tR/enEiyqGiKt/r4q1BhKlHtZV8oVf1NidfXavqmGcUQHean1ZCG/AtrMEryjyJFgrvp2vr3Gy5O6GrYfEJIdRoLUVt2fERNXnyrXkyOp1HhWkHtpqQoXFyDtHrOL5UBr7hVs8JebO06gZ8pPbMLaHva1vw12GZdQpcX9F8DrTxeAvqToBfKrsdRexsdbA3vsMV5qfK/72t9haOl3hZVZR+sD/l5d/oBmGEJBUWsR1ltrrQtHxULR1J08iCCkg6X0B09O5bHqrUD7h7uffyI61x0Zkt+XV3y3sSLixI25buMMchhv3pKZRx15l8XJ8gv6Ht+Ot9hSeIHv77R0urI5paMnCYm5V99LDQgWAPe99QNbhYDfZFf+7Z/SHMD4sVx2LkircUrPHkR0pRmA0IKSpB11PZY10vtJwtFnwKo47KluL6VeF1aFZT6LHcfTvr6bC8jeZPai8q7h5/Jn/SvqC0s3NvFYKAKjre4JPbXSfBexu7FbqleqEKEjp4TsWysybX72CXQB8uiwL6HS764juYbKRQeE/F/XQpCor7oUhSSL/DPmrvoQPPQ9wFYGXXsEYyfgYcz8lOWqVFad60ZVHUC9lC1/I2BOg0F+qIWEqzF5p3FjE1crNnaiulHG0vrHWkoXfv5EG+g1ssaviufgh1j7L1GU/Tlr6OYSpKUqBvZWtkqvoLHy7drlEpkx84wXVPhz69T2WEL6etjpSrsOoevoR+Q2PN33CiwG3eDFQxm/SqUhKU+nhsPwvc7AW8DG1er25ZivUak+8fu+dfLtF/Ks2tYC6k+Zt273BtbZcYCxNjyfjKhRapTprEWVKaz8K/xOsE5kKT4e1iR3sL662xukTUS99O7TdzP4uPN2U1aH0f+dSltNP8ARcArUm4JSL3NtQB2Ou1BI357qseVl+gwIiKvS+lcV12LllMrvfpFgojXwm9wLWA2M8d0CjRaXEao1PYlIm5kPwnfEr1UnMCQb301BBNzsmajuyoMBp+s4cZYivozupW01mVHWB8yUqOmnmCR2FgdifbOAhhigYSdoz9ZoPAXKi5szSOlarWJCkXBScv0GtvO98Vb0N5cXEdec5VpC0QncykLQMjiraXR2Nu3a35EXZmLH8WyuI7Kez9OTPFUczltc6kG2pB0VrYW9BdFVnCbTUrmnWVoyLVxWltZFZR6W0Prpp9fLYLpvi+pXemwQm3V7y95dGxHEoODf/ORUV5HYHFc5VtV+6CLho29AAT3B120n/NrvVn1RisuusOMZFrVkUF5kGxsoKSE3tfyP017ZhwTMgYDxHErMDmuG+tPFWlWbL6XTb9twdCNtRVLfhPdpbErlM7CE+JrqSr0BAOYG3oe9zp22t9OVGRMfs2If05Z1XD8qlxeVqlJqjEXJ1LgW4XoSlDmZKV9zlIsR2PciXuzxLWcG7wYFL4KJUKb0NSlxwwrKT2cCTlJ7XA7EHUi21PTt8jtUitxZ/O8PJ8KQvK79LFQspVyfCQfQHsNu1G96fbKiuyojkqEuVngVKOj9Cq2rLguNDra4tcdrgElrmxSHVPP3GfiOfPgbxm6C7T4XuuqZH+loLazX1BGpQT30I79wQLnGO63KgUZiLFlymM+VeRrJmcT6DiApJuNAQQbW9NoGIKJFn4yotUdiIXyrXV0jOm6gbg+YHofX6bU+9qpUF2exAlS38j6ehrhZkKSNPQi+unn/lsyZOYI0XEe9WLXm5WDa2irwpTSUIj+61JfjqOvxmTrlHhPDVbUWPltrTCmGfelBblVSJFRNW18XhNZPLsPO349tkb7O9YwlAiv0ug0+VNQxI+K6t0rdbWeq5JN7HNbsBp5eelItY+F2/8AL2F9shiYhMUYC/p5yK68xx0L4sV/KeKnXwLSFJK2/qhSVG1idNYRwTRna9ArOLYlEhVSnIVytZgOlrMk2BQ8k5V/glZWkXsFHts9K1hPDmMmuVqjS/FmakNOlp+Or9dtY1B9QbgjQggnbOu8f2aJXNcLEe82qTaWtSuXkZOFIbsDopKQUOW76AA/qiwGxN84GWGNqZAdqnP4DqHAqOb46abZCZVrElbSVBt1X+IXN7BQNrR94eFcEYow5ExHWeA/UYv6XhNBKswAHUm5yq8golzXQWAttVYHo+Et1UD7G17E7fx1qXFlSkjK93+ZKbpPqOwJubbFb8Sjcg41Kwn7346M/F4ufMkj9I2u2hsLkEG9vXYLtu9QsVeJ6fRqpS+agMymMjSUJkJTn4abXFxmGW/mkFIv5G1tqzCb9Ldw5PpbrSJS1pVxXWluoazWsMwUSGlGwsbgH8LDbvNp+I6XK5WBSYU2ncVfCWqQ40tnUg9bZCkqA7ixHcEHtsw6Nh+gxWmKzK4DE1aMrrvgXITYCz+UFC1d7KKE39b32GJOYNbvxvBgRXIFUw8wxCRm4T7/AEKeQBoelJQtP0IGuYAjbtIwNzTrlZiu0tjOtOZCHciFLHkQOi4AFibq73uLDa5lw6XQXXHaXW6jyq8qpEBD+VTaifEhKgOg/qk9uxsLbBit4EWLPlxfccpcKUlKX5CYudcdXZPGSg5uGSdSUkC+pABO1TOBhen7hFYd5tD6EIy5ZC8rqcvotNzp5eEj1I7C28PfjVMOQOFzfK5OjndFqT3sh5FyQD2DliNLkAa7UlXiNVmguQJVWcisLzcupLGbhrJNvFYlOa4sSCDqCNqqnYfi4opcvCWN8mRCFcJ2agpfZ7g5io3ynrABUb9rnUGPUqUVvctYdWrO9DDjcrBGLPvrHXwpUd1pelibLSFZh2spJI9R6y4zW8Ge1zUqrVRh+L/WnYqgpCbE6rTYjLfQqA0HmLkbDFYxB/N9ykCghEKa38KPPhO5o7irXsVISVIJFjlcQBqDdQGxnuu3tSncRuSsZRFvv5U/fYrSOrMNASg2W2e4UAdPLXanuDspWEbuOMJSorjWN4kWLVIrSc0h1JSlSLaZlagjytcXB7WItd4C3mz3ZUSBhzAaJuHn83FlQOGjptcZUXyKI00JSLED02CsQzWqpXp8r3JFRSEdC+yVJdUqxLAJASD5pNgSVAC5uQ+kb3sG7oMWxIGN2VxaDVH1R01KAnPHSok9TyQAptQIIKrA30JtbYqHmJpQ6Px6m7N3OIp9Zdl0aey+vklZospbDjHEYVeza0L1S4i2U2JSoWIIvYQN5+AaNiPhuyqcwuoxczsWRkyut+uVSbLGnob3sbGwGwZh/EMCjSmKpQcQvv06a0h1P3pb7CkHUKSFk5b+eUgfTaJiuuQMR1niwMWVFHQpC2or4UuOoX+MyVWzJNwFJIJFtPPY2Y0EbMRO9vB892qc01SX8Q07KpiUh13M+zbTKpY/SJKrn4iTa4BBIFouBVcJ1uluu5H0dLSKk0lKnEZdElRBA+iibeVwbbMvFvFalcX3suU2/wBLq0LQnqtcaKATmB1OoPpe+ws9QWpUBt2e8/S0f7eQvO0pP+MHpPpYkXHY2I2DujI9Qkaw/u0nyuVxHzTFRYayNMNO8B1xJF1IRbxXAHSoki4ynyAbKmbr2qp7rozNRlU6UtaELWkKXFdBurpduFAFRuNbE9gbnaBVsGwKy037r3jymKjSMjqorspK1pQOy47iwczWlimySDcAg6FoYRp0/eXQfdeKKTCmsI6VyENdaVg+NCwSrXvc6gm2uu0iVJ2xNype76g1TkK9LQiFNzIzNMFaUq7E5LZiki90g5knt2ts0KHGa4TfuurRapFypQxNiuhD7djfItBHUBqEggm/kOxEd7+46g4oqkeU1T5TGT4UqVTpAS7lvogsHvqO4KVW1BPbbMuIt3u9/wC3jFG3aYhrfI5FImtSl8JEXUfCIsCo26gCi4N9RckX4xBPYqruaaB3s1ije9IledeW/Ki5kNRePyr6u9igq1JFzoBcXAABJIvN2u8DCVZacnz4j8WVKaRnTVIqcyu2UlaSUqBuUlRJGh11O1JgDcJKo1Lc+1uPKvW+dzLkRak00+hV8viGW4JIvmCr9tTsQ0L2et0rUByltUN/gcXOlpqe8jh6WuOrS3l5j1Gm3JakzH6zp145/wAT6dqFLi1mXAwlT0USqISp37hdhacyT8Us2sQqwOZBUg6EdthDEwlT6oxVK8zFi1dC0qRV6coJdU7cW5ltNlXNrB0i1hopPYG1T3BcWl8rhzGM19iLmXFYqis78e+hDcjxDT1AJ81E6jO+9rAm9+g0aXKaxDW5Xuv47sV+GH3W2AOp5P8At2wAq6mnAodsqiAna+5D6jdGtp1H2H/8zSKJcDG8BifPxNyVbW0pp2ew0jLMTYC7iAQhainTMBe3rrfhhvcy7RnZcrDlJolRp1Ua5es0iRmiomNFOUlKhdCXAkkhYQL9iBe4yDu83vwGmm6pWastfDyu/c1KUhSO6VBOigm1rkjTzItfZ30/2sKW7Fie5qshhjMhqQ66ooS3c26wq10ntmAsLjtsElo5xCXdzucqm5GqYsapby5tIqKX5UBUhgJW21w02jv8McPOFA6gEKFj1G52xHvKaxvAxQ/iOVUVxWKjPdXAUwspSldjdsa6KFlXAIV3NgDt6C0TftgiK6xFn1uK/NlLSlCeKM2Ym3SCbkXI9bD8NKzfRvS9n2jYclxcb06kVfncq+VXFSpby0kFBTayy4LXCgbggkHS44W/EoUmGXMXYtqlG5DFGCKJiH3d4eaSuPNZ/vtODVJA10se9j3GxvuO9puVuvrzGHKp77oNIqKkrjuyHSpDalajrvlUgn9YKAJ7jQbT4VTo28uV/wCwnUWOVQtqPxVhT7zBWD1HxKA7C5NgCDYnVnfzFYXxvKoVLrOHmF05jM7lT8L5Ept5W76jW+lu2hO3kbpD2rQm5ptDCGMGsUYcbd5th9/hdeRoJzad8oJF/wALD6DYdxg/VKpu0qTtGiZ36JITIyx/0qcp7oB1uAfIgkaC/bapwvh2Lu0pcB2jU7PFYQlpfVmzJAGhsSQqw08/xtYG1MxZQXWp7TTy0e9GlcJDvSpK8na/Y6gWve/bzA2lHWI19Tou9HH9YAbpfaP3fb2p8vBrVRei4upDSFzKXKayLcRlTd5hXZ1sE2VbVJ0IHck86oe5uO00791fzLTn+VXpcW7+Qt2/PbzZ34bpt6u6WvMb5KNVlyqQxWedizIq1NSKW7xVKSlZGoaVqkOA2OexSL67m3VY7gb38G0XEdLdW/7xjo5ppaRmZdICsqwNOxHa4JvrsHUW7B5eppae6u0ZQ5ldjKsu8LmuFnX/AOhXNrfjb11P0tsvVDeNVHeVw5hObUWH1/FS6jKjJcdJuUlQ10UTmToUqB121dD3cwOE3xYi/h9SEfKn8Pp6emxAKfyDX6JhjIjx5B/H7Dfbzd+rw+K4Y6n4EyLgz2ZqNPrP2to1bxlgavIRkfRFlNvsZbWLTzakkraubhC8wIsSSQDsKb2KZvQ3LcpAqmIYtUoNRd4EWaw1kSl3VXCUi3wb+FIvkN7akgF6b1KlKgOuT4stxErpTHfYdKVpV5WUkhWptoTr9dqFp/Dm9DCTdG3vy0cd/wCEiqNLCEpXqU8yjRFtB1AEE62B12YOospwx5HzAne3MVeHsF0HGXuKfQcjFUizWkVGA7ZKnGgoFLqQSCRdOXMkkAqAUnW4le1niysxWqThfDlbXTpUFhUpTSGs6HrdwqxuLeWh10toLEeBcHNQMWv0uVkRKw9I4XjCk9bdkuJIJulSCSFDyNjYgWSW+HHNGr29WpRao1wH4q0RY8iQ640hSU5To8AbaEAgjXsTrpr1W91ARBgRTMYlqkXiO173vx8nHyIUX2GVA6OIQsZmkm1jwwASSFA6nb8wZWZWKMURKXKoaERX0IQh3hBC1JJ8iBa2t+1wL6Xtsf0/EWF5VUcoMpmowpsLqQ1IkJdR1X621Hqym2qbgEEEeu301hqBFqnP0Z1a1rdzJQlWRKXTcXsCPLQAgdgDc2Ow7TxB37lrOIZVbDDuDZUCvYXZlUua+7xechXaT3spKwi+U2skjsR3Hlsut51Y3jV7EfuGfix+VRZTSMzUh3gJSrUkZ+6RfQEKCT2IHYu/DDOI3XYjs+IuVwMqVdAUrL6lKu9uxtqfK3baDvLZpfuZx2VSYSG+aQmU1lHw0KIBWkHUDvcXAI7dthbC3qecqKs/lMvYlw/PoMr3X7vfivxUZsilfpEnsU/rI00UCQe4J8pLdRi8rys9ngP9OdSrJUrQaKGXqTr3sDfuTps0cS7ucZbr6Nz+CIiMcYU6n5+HKpxHZEFq1i5CdSoLSkJsSlNyNDZZ7KvElQwlPdbqkWhvsQpUdLrTUqRn4d/IPJsqxFlJUCD+I02Mv2zf0tquuBORxG1S3W+Qz5Oni5U9OUEaFIFz28uw7euzJxamqe5m6pFloivraafiyGHcqelaD0qvcEZtCCT37W2AsD092qOvwKDLYXNYSpbEWUrKtxB7hCtEqWAbZSQSAe57mWIH58Ddo/70ayck6lGRKMyW0lYBOl+npsR2B9NuIjglHR5tZxlVHKXiOnPvrm5XePHdzZnQAOIE9i5lNiANbK02O5vs1tYjgc1AxjKirX8shrOnXte1lD87kHuDsg8e1B2LyEqlvL5Jak9UV1bS2XT1gjzSSASCDa4BBBNyx912+nFtU4eDazibiSpX9QflZU8wvX7utWgSoi2RWmo1J2sbHQcRHVb/AP8AZwzxRRp+CItCrPNsLr1EWmKt/JkS9ewTrmte/a+UdRBBuQA2exAqkqXiPGXNYQ99qTxeB1NJdyqN1JJKdbgkJIseq9ib/b+9jGOEsRyoHBYxRQW1JQ61V2Mr9NWbhbKlAA5fIpWFW01tYbf2MoEWsxXJ/B5WnSuvkuaD7TKtSCFa2ToopB0BKgDoNipaXHMvpTYfvEoqrIlSqDEpc/mn1wnfutXpKgpiU0Ld+6k6DNlIJBy27Gx5QN5dL9zNxapSadUeVazu8eOFqyA34qFDUeQUkkC4uBcgEawPOo1GgPwKpTlrYX1tSmmCvLcC3Sbki41uLAEHuLgfr1Wo0Wst1SjRPdFRWpa2JUdC+E9l0FwVG9zqFJuNbEG23Zjm2OWnYxrPC5X3dTvck1CeA7FSHVN39LABSiRlzKFzYAkm+0Smwp9B3jYIrP2nfi0v39C96cKRlaUkuAB0JB6flS4m9inWwAtsqW8S8/A5/gsQpS3eFIQx0NcUWSV5OwJJSSQACTc+W0SoTceT2m3YtWRKWj4rClO58q2/DmI6gQbEE3Ompvbaa32tKET3BqNNaao3FiusL+65ml/2TmnnbyPqNsD4l3g0ve/hzeFgiBQ107nabI8KkqQ46kkcRBIsDnSFAKuk2uSm5BdUH2tsByvZuYxu7VmIVbiwkxXYSFhLrdRLYCWVJuQCSdTqLXOo74T3aY3qmEt5cCVPqEWbFfUth99hHWpLpvqEnytm0FjlHcEWY37pQCMfc47VKpul/oaWzKXBaTzlOVfjsoQCQsJ8YsCPM3B7WIJAp77WDayxjKBEQ/Tq2hSX+AgqQ26CbLJ+RQB7dlXtYG1++J8Fz8Lu1LEeEqjUYq6dVH3Y8qKspVkczLDKsvlclIBBBI0Go2q/5869heA5AxRg2FiWkTc+ZDqS0+lNgTw3yOoa+FYNj6DajQo8o88F1SLvp3fS8Bz3mPfdLXzVJkO2X8UDpHckJUCUqSTqCbEWBKtxZ9nPcLEXFuDX6XNhOoYlIhu8utK0OGxSnKEcRK+oHLlOVOgOu0zB1ZwlhyVScUYNqz+RauLHRPjhE+Ck2zxnCn9M1e1gniJBSSFWNg4N9eHIu8ugwMZYcyf0o0hqVla4uVZGmawJI1KdATqLWIA27PjKfbEAaNApcr3zS5b8qU+rKpDrRSqYkgDrSm4Kza+aw7C4G3Wk4di4cdfqkWkrei1HMtHAulbOcE8PIBmBSCb2v5XSRcbccFxpVLqjkDFHK1RhhCkKaU6MyUElIcQsLuL2IGvcEAg6bRsd4sxG7XnKM1L6FtLRF4tlKeQbAdehUoWUlSXAFKSpJCwbAi3QwjI9nJcDeNS8Ybuapn+9Z3Y+dOTxBSRYDRB0vYDQCxG1jubwjWYuI/cOI2fgU51bSM/Wht1J6spsLAi2h1H4Wsq9w1en4I3gwK9KqCJrHHUxPS6spdSlThSokkhVhqD66E3Attsio0Nql4ofnxZediqZJGV1ebqAAK/2W1Frg2sPOX8lMS1NhUcSqxcrkHWOE6tCOnp0y6E9h+GxrSExWorEp3x5Pm2BMVv0vmm2p7uRaP8Ae769vP8AK9/27XHPOysG8+14GFZeKj9U+ff1JH0II9Nl9FZseZ2vra2nj3CSqbwKXFdbiyqgiL8mZX8eX+WwjVd6uA4Drn/ayKtCFJ4qkKzJbv8ArEdvpfQ97nTZU72qBiijVRiBiOkykc0nM0n/AGiD3KbGy/Iaai4BAGuymobUCLz/AAmWEfF4S5DqOptNiRmJ1KcwsQbg6G4Ivtp/WHMR0nSTcubOPxNs4PxlhKvfFpdcizcmVS0JX1JvqNCAdR+7ZhP4hgRYHFa6OnbH1B3qYI3X4cYdda476EZFpQrMpvXXTuAVajU973OxBJ3/ANerMViVFokWDCX4HZDv09LaW9ddjpr0PuZ19X077YzMR44dlSnIrX/mk9P5/u8wRfuNhCZBdqkpziy1oYXmydGbLp59vP0/Gx7FDY49pyqYXd5XhUiUv5kI6/XsbXF9LAgkf5raX7YO8t3iOwIlLio/VylfrbzHl38zYeegWt1itA9p3PM1NMw9A/tXUL6smd22XS+oNhp+4jy02BccVel4c4nCiLW+jrUnL+ABtqMlgSPLTv2vn2l+0ViOvSpcDG9R4EWanKl2KkoQy7rYkXJCbganMBroBqGbg2qyq9Abiz6jFlMMZuAmQvMrKfFw3ASUjzAIIJubXIOyFiHUfbCWaALXvz/afNTjz589ie60vItaXUdPTplIP08rf8b7Um8rB0Dn/ekX4EqotJUpDvgUpNk3SbEDQoJFj52A2eeBKJQfiUGs5FwpWVUV3OPgr9DqbfQjtqQT5LDeJTnZ7r7XX/Qk1KHUJUpKnGOIpClptYggWJAsTkPrbYBTtEGPdIcpkRibq93lGpeCGKzxULfyJdU0070qURe6Rr37WAsb2NxsE4oPv6qf0XTlsRUdXHW0EJVrqQR31NtLWsNO1wyv41rNGdRApbL6EIyZlaoQ4m3YZbAK9VAa3IP1lwMSyp9L/ra0MTV8JLuieG/cZRm0SVEnwk66jXYWpsLj1xF9fpdTa2/BxLnEdKge4eVpbqItRQjozq6nFa208xroQCfxAOyNk0iLPnttV52VFlLzcLs61mN7DQ9iexF7dvSx0+iqc+5FlZ+OheVaF3V0n8RcfwNhjHlElNQPfMCX96py0uusOo8SQRZSf1gD38h6+Rt0+xd+zEJ0Ztz9thGJgKvcq77r4vK1FhrJ+s1KT209Va9iL3v3tYj2MpdZad+zkCXk51fg8Pc2tcaAkXv6XJtY6huBcQ1Ss1n3y6znWwhOfv02ATr9Li97jXz7bOmj7v59exGxXnYmdhaEOpV/eBvpbQgH99u+u2ozFHws0NRoUqs7vx/7kXB/s84oaa98uy2URUNKVkynNr5X0vpf6dj5XFGrAWHKpxIFUiIQhauKhSF5XW16kKaULkHyI7EaEHy1Yw27FoLkXjL6GlJ6/ogj+O99km/S+fa+LkR1qUn9vkbW179/pbYllAbn5mDqdQ5tDrM7YhwLFgSn6XxX0VCEvPIRlztPNKsUPIA6spB1TqQbi5Hhm0miz6XAiOyqi/4/hSI6l5HkEa2WALOJJFgog9wLgGznxCcUNOwHaDwX1s5Y60ymi6nKM1xe4I/AXAJ1FrjZjYVrrvIMUuqUmEiUtGZC+EnI8qx+GoEdyOyvyI89sm7Wppn2OJsf6otVYLTPUfedijCVZiQJVWYxDTn0cKBKXIGZKb/oiq4UhQJ1SSRqCDYavTdr7QFGiz36XKqC6dUWHcj8Wo9K06CwzG2YWIIURexBuQQNuVcpOEqy657+wdCQj/z6hMBPoOpFwD6EpINh2PbZTbx92fF4dZoryH0QkpaRMiqOZlAJKUOJ0UiwJ0I0Gnaw2P8AUp7EqnWq29ibXw3i7dU67zWMqJCfRKR0vutJWjNp599dBY9v2bRcXbq/Z4x5FclYSaYhVd/MtLsV3pzAJ0W2TlKdBc6GwFlaDbzfVjreDgh1yA1UV8BaP0WuTKfRN7AfgO+u3am78MURXW3XXpSMnhU06UqTbw2/D632uzJeuGGYwj1W+U37uowJFwlVH4HGlQn+r7q71NKWe5QSOlVje17Eaj1LOolUgVl1yK6z1xV9Wf5bd/zH7tsBYO9o/Hk+stz2qg/N60cVrLmVkTbukH08wDYjzAA21luexc1WazPnu9C5TSX/ABfN4T+8X19dnun1pV4KMCB1yqqB0jSq8mlxYEvi+DKrxp/g+fcH8tstV2qNO821Ke8Dq0NcVodOpIubdtLeY7g3ubtzeBijhOv0vjdfTkyfqn66W9AfLv8Agiqoviyn3eN8/UhfyqJN9R2ub/UG3fZfqdibwghemEtAqa1xZ7kV1ngZFpX/AHcv0t5enoLa7aZ3eYi+yWCIk+qRH0RUdGdP6oGlibJKrjtf9l9s51mE1A4cpppbf91f0Gn4/wDTY/3e+0pA3fSm8JYtwmut0GrtLzpYTmUnyIUg3QtJBvlIv5gjzDQP9s33rVyN0tt8u9RrFDTcD3fUc6JXLtVakIztSGlWSW5bCtS4lFlJIN7CxCgAdj3cxQGqpg1/BtUxCibkSuRFan5mONHc8RjuKB4Dlj1ABbLg0WkElSYWG943s5yqpzWEpaIr6+rhLRwn02sUhXfMB5XBAGmug20JhbGu7TFFGYgVR2kPsL6Mi0oya3AIGuRR/WBGvpe2zG2NmYjxdusdwvWWKzQa2tdLhSkofW1bOzc2S1IbSSpIOqQtslBBBStYuRrLdrv23IxcEfZesssRactjhSortlIbUCQUg9iQbKBNj1JPfbM3tG4Zd3c7y5fIVBa6RVGkoi80oraVmFyytQsrJbVKiSRlIzGwGyqptIoPvn39S6jyVRQtK36XUeHwnE6C2ZVkOpUbdQKSPI3vaSdgi1njNQ16TuWoM9zlcQrqMJfxWpUdYUrKb6qC75VgixBGpAINiNs479UO4XrMevUuosYlwpWEJWwjlyl+O6CAoEDrQojQqSVJ0BKVDQcq/hqq8J+VAp79OY6c8B1ZUplNr2GbX6gHWxA+mw9FxVKlOsUuU8+jIpKmP1VKGlikm2YjNlNwbmxB2Qr1L9zBmanUN1nbI4jVlGfF3c012jRH4r8ppLrS1WUj10N7qFz2H+ulBVsWQGqC/Ar1O5qdNYStpTqcym5AtY5tSkDUi2hsb20O0d3fq1S2m931Zdiop1RWlqPIS0csV0/ro/xG2Yag6m4AGwTifDmPMOT3GsR09/lfHAqOX4CtbpUHE3ABBFiSDfTuDYzbszXQZWRt5TNUxHheBVHaGwj3ctX3qOvKpTVzqpP6xFh3tobDUgC0Giu16A3yGRcphCsyeL+kR9Li9yTYp1B8r7FYm1mfAcgO9EqUn5UBKXk/30WyqI/WHe+oGhI3S0SqDK+K8uLkXkV2+h1GoI9QdD9RsInacwdibWyIY0KRWaW7AqnvB9bDCMmfVTrebTqGvEbHZQNyLJsNCQQN1XmmpcVrItDHQ6hbqMzPoU5rg62Govr2PcAMSoNReJRq9L8bq3UyE3TldJuF3vdN9Lp7eY8trqpx6pPi8WqNf1VCkc1nyOpQbWOYEZk/mSDsZW3SW/8AtIMPE0DC+I+aaqy4r/F+K0rwKt8pAP42NgR6+RmY2FL5CXvBoNJiv86pKZrsfpyu2Au4kWIBNu4GtvW5A6vg3n5XP0viVHIlOZUdHW2ofro7nysoXv2vptebucURYtUcoNU62JqeF+rmVrdBBGvqUkHt67OI/jFiOYrK7VZ8+VxeURn/ANk0j92mp/z2+nuVdablUbjoX/bxXerKr1Se5HqLXGzoqm7eg4cdcn0uW3KQv/ur68rrffVFz1gW7HUeqvKqwdApbs9+e1wJSH83FhvpCk57EBaF2zJUO5BuCRcHveiPzLTc0V7iu7RKrGdad4rXgX/H+mxXBwRS3fv8V1a0f4v8+23CsUVppr4XR+vm6k7Ldsqs8u+isVN8Bn4rs9pz43QtP+H/AJ7LneBhOVwuai8BD6P12s2b8bEH6XtfTt6NJ+Pysr9CtaF5uprw/wAfjtVYkhNOwPhO5F/+Kj5thZldJe1VgxEnPp0qVA+FEYX/AH47ubL20Kbki/qe20ClYarPx4sVmKtbn/dZjSVZkm2qVA3vdOh1HcWva167Hn0uU+7Pl8DJmQrhIGVSb6XBtf8Az2/olTrPxHaXSUVFHV0JdCeq/odQR6WGn5bXxPYq3jKdrC0+gtLntRIrHi+Eh3p79ik2IPodRY32gqxBKlf1VpHHR8i+pP5XH/LavxDUZU91/i0+owciU8WPmK1Np+bp9Ab31N7Gx2psKrqjrrnuaIxVGMyv0UgL87dgoKSrUdwDfT1G1tgkSdW4/Fi+9OMwha1/2Sx0q87oOo/AjU7TsMbwqo1FbgOtU5b/AIGloVwsydfE2q37UEg9wACBtLi7rcUV51+fAw9KQvKnPHn9C/rbOBnH43/E7B9cw1XoDrkCqUlEXlVqStbHy9vEnW2n0Hr5jYZQNBWIH9y5xfiPFDsrlfj0thaOtpaszTibd05kjQg/W1rX2H6TUZUDiQJUtcpC8y+tWdKf8J7j8tL37bWNGbo1UabpcqoofWhHwkqRlyq+ua6SPIWI/LYqgbpHaz/7KWKPKR1IdQtxcd701ClFtWvYA6XNhrtTCrOSvHqDNPp7teable/H2H2Ff7IKUlRsNR3UBpqTYnTsCATYKoLtZrzFLlVHwK8SElKVJ87iwHl2BI/0HBHaoNZ5CfLRFfYdy5ku5kZvxGhH8EejuwU1AoNGkV5179O1kz5SpOW5GqbfXyt67CsXA8Za19i8S13i0tql0FujNZ4vO9GZiyXUp11TcgK/C4/dYgSdyVLr0DmvtCuUhGXNnSF8PzGYDrH4jMBe9vMQKXjGVjKsz5TryOAh1aGlJUvKpINjmSRYE/gLi417knjwMWtOtuwKJK6+nmGnUpay/UiwIvY5SAR1a6WPV17BIoIROZBiUis4Xge5nWedirTwmnciXenzGdACV+lrJIAvY6gfFKjOtNPtQInAzr/qq3VKjqT6JzElBPpcgaaC2zCp2EJ7sVyVPiLp0pbqVLaUvlVuIsBcKSS2s6EakA6A277D1VrGDYtU91u1bmn/AAZP6vMZUT2VlUErHnmAvb1tsTEaV1aCSMI0aBVG5XFZpcri8VKJqktIcWCDw1dkqUOyVAA27Ed9u+8ehVSstNtcViKvhcJ+FNYClOJsOpLgsq3ewItpcKO1nVoGEq81/RcthiajoQt3wOOm1wUm2UkHuD5DQ3uP2nTaz/7C9Zp8KVFYRnT0lLrfYZkLuSodtLAEdjrsRBJMkbk0OwIrmHPfa6Qt/KiFxUBcfPrbKrMNbg9jcD012Pzi+vOyvcNZp9OmyovxUSoq8q1WP6TVIII8la+XUQSSKRMFQPie63oq2JSMsqFmVHUpVr58uqXFehIB7EE22H63unwlAntz5WIa3RKijMpC3ZCk8Pz6X2yFJBOoIBtbvoLHEpmFuO8cY3daYlVSJ73p0LwOsSG0ykoJ8YOYXIV3B1Nhrpcy8NY5gVmlt1SLL53OlP3jKeLoCMqgLLCh6kkjQWFtv2hI4uHJf9Hor01hPhXZK5Cu9yU9Nz5qIJJuTck7BOF8BQIsqXXsOO1jC76+p2mz4uenPLB1KFIJ4a/I3HyjXZqtFYcwbuyyuxwz9o5TjsrmloQtS18u0VfmRlvoPMC/463H8Q4CrMqg81g1mVNcQtPFRxcy06WBIPiNu+l9O2zNw7jyjT568L4jiMU6r5OhSLOocT30OmtiCUkgga202ra/SazS5XvmjVBFOW278WQ0hzlXkeZUg+AkEkqFhfv6gNlbL6kod3uI2TSK9yDfNYOmsvoQlPMcBOVxIHdC2iUG4sClxKVd7A22PaPhXGTtG5qBEYmo6mssV0JdSkakcNRBuAblOpt2BsRsa0ml4olNc1S2W62jipzJp0gLdZUe54fiULXOg7bN2l4JdaoPCxRRPeKF5evJy8iKo/Klxv0Pym4uALHW4u4zDE5agvlEph2g0HEbTnIU5+LiWKtS3aW+ngPvJ7gsocsFqBOqRZVwQASLbMXdniqstVThSsPIXS0K+9MO/CkR3SNCQrVKxoSkgEHTvptMxNT+VgNyvsw++uL0Jd4qUTOqwShfZJF/1R9AL6knwJQnZWF3K9WWvj5FKRmRlW2m2iBcZhbXT19Tc7XrUlpLmEUnEUX3o5K6+AxH6EqR1a/W5AvYDUHZF4pcanz5c+jVZ/rdUuVAqTRUw8oH9Ikg5m16ixB7eXo3eboNeo1Niu1FiK+uQiOta+lOUm1r3B8VgD36tL6bG+IdzNBaoLbTsTOvhdEiOopUnz0t9R6f5kFpvUqgi29lmvUuqV6XF5RbE2KhLS1tO8VKvQ5iAVaC1yL2t6jbVstvhfots27lMNQMG48c5Dr94r60LWM+mtwLC/1vc/XbTjjnxW9hOJWz3OlLVxXW/hbf2K6PFr1LfpcrP8dHyKyqSryKVDVJHkRt9yXGorTbrW3dhjmnea4y1sOf2X6v1Hp+R2gQcwhvPoO9V2qS8B4oxDC4cV1S2FSIYQ7KaIISpJTYB0A2LqBqUqN0g22ON12Lt5dLpbGCMW8BaMqY8WoxXUupV0WCnklIQVXAIVa99CbnRh+1Fg33pRmKpS5a0ToTuZLXiQ4k2BFtCbaKtcXtprtnxnFFUgYX9zVRmEw/kyZkdOZR0BGa/Vf/AK7UMYTyEP10bFtBxa47iOWuayv4rU2OspUq46Qq10p/VspJJ0tbbpMqcp11z7L1aVF/spUJ2EPhr/XCSAlY87IJva5BGoW0GpYyagNz2q4uotwk9GWQpPB08JSokhN7jzAFu3bZ3YBdi16VAxG7nYXwkolQpSAlWWwsULsM6QfMj0sQLASKz7kFtsE59clVmA3Kiy6JNqKPhOtJtAW95WyPryZu2oUBfvpa1gmXQYtLcn1SuLolXhIVmiz2GsycouopWgkOI1BzJUoWNyLnZt7wI+7n3M47iOkonRX0cJS0R+KrKRYC6erTy9O4tfXG+Kt2tBi1SW1g3ENU9yP5FNQ6u64rl1EaZeIRYA3tYoNrC/cCNk4GHO77ejAxbWZ+HKo1TqoxxVNZosVaH0qJvnFgQr8QLG4BGtibVnBuHKphzmoFRYfWwtKVNO2Sn8C2pIyaCxUAkADUntslt3WDHcJVlyvUvgIq+dbvFXZceUkm1lIc0Pfwkg9++l3RK3i4oxu0xAdwnRKDKXlafm5yppSfVKFWVYq17ry/WwtTEmLWqbnt3NZivyuE/S315o8hbS1qQ2tNgE8NRAFrC5TY2tqNNr3d/u7wvgiB96lsLWxl4U9p8vpUs+oVdQNtMqySDbU9zcYhwPPpbTk+fW30ZEfFUlKVoU0OxVcknLoBYiwFhawA5UapuwGnOViUSvRVqUhppcc53L+ijfzAzIUACeyjYA1xOxAifvloM+st0HBD0WauC6lqVCkMcxHlJUsp4ZRoVKJSoaA5SBoew+t5WAcB7waC/Ko2DeBCfj55CYchxSo6xe44ZuMvkFIzeVwm19jdFO3fUZ1+vUGnsYemr+O/S3YAdYcWBcL4arWB7FSSCAO5A04bu9627mLiP3M07C48pKUogSnTHWnL87bjhyupNwQLhXoT22sBOgP7Nr9ei0FzBs+rMSoVOdUuE+pXSlrxBBVYAWSbHMNCACR32ek5cWK7xXcMom5Eq+9NdS27g6+HOgeRULpPkSdALp3g7r8L4oclSsBLizX3c630O8JTiifmClFJ7i1rA30B0IPKq7gjFtBcr2CIj9IxCwnixZEV3ocdIvZaEkpVqLGwuRcEEEpMmdFdUsQNV6U3AxRSVxYrC0pi1KL8XiI75FJWDnFu4JK0kEgmxvUT6ZAlSm4GHGVykL6VtRZqo681zmBYcuCkgAqyEkgnwka06t4+PK9VGKXiOh1GKiUpLDvLx8uZabglK1pSkG40SbeLTIRr1j4tawRPYi1n+uxVJyx5UdTUhSc1roFwpQOhJAUNRcg67ChDJVJpE+LXvdbWAqjW2MvFaalRw/w7jxx3EKCySAL5VLsTZXlZ07gqjQcG4Nn808uEww6rLFlfpWUm6lIsqx01NtbC3pss6jvzpeLZ8CBS4i6dny8KZ0fBWO5tluVC2mhItc2OgXWKcUxa9VJeHN5dcq8WkV5jkk1mjSCl+K6oHK44g5kLSbEEKFxa4KSb7WzBnyn6Pa2w5iPeXiGBhx1FRirkfdXVNLSl7KQnKoKshQABUFApUO4Chrs78A41gY3dflNNQlvsISt1GincnZJCvEU6HuLgemo2R8H2dv5oIreI3Za69SF5UJq6Y4zqQRdJcKCFIHlbLYdrm99runYhi4XlN4jo2IURUePiyI+drT5VkALCCLjMQQLg3Hfa58liuq05upKJNEpS1+idZX8TN1eL93+g2pZTDsCe3PgZ0eFDqfElXrodRp21P4HzH8J726NiiqN0aVyUWav9EjihSHu2iVXtcntqb6AEm4DFE9pr7q7Ezr8GVSD07LG0IcGeI1Gktocq8iNLa4XF4vj2FsfchKpbkV2uIp1Ryfd5CFJ87XFjdKgexBBvcixvsRTYDUp1vkM6Efq/xf8A422FsSbv6DPi8KqNLQjPnUjN+jV+u2Dq0q/mggeoJveq2B3hdBjvDPExlUfZ4xRi3FrkrC70VE1+QqU0mG/kyvrJJyJVqkE30vY66EWGwpjTdj7rrLlGxHhmr06rsZkymotk9VhbpWcovYkeEHWytNtj4Z3fYSw5PclUurSkSoLvNMcVjKplZWDoTdPmdQQki4II7cvaKwhKxvVKFjdrmn0U6Ktp12Kgoy2ULZzYjKT3CrJAJte99tCe3x4zAcndViOK65KoMRdbisdTrC7odj9jkJNlMOgkZRcg3BBN77HcbANea924jrMuVUWUZGmveV1KSgLsWldRBt4bg3I1tfZ/4PrPubEbjtBodRYq6GkJkLlICo9SaUMwIGbKoAlSTYCxUTY3A2vpeCcUT5TlUoPuvBtRlKVzDEdAkU6Uny4kNxKmFjQXLeRYsQFJGyt2u02k/wC6wEqrD1mCCY/2SoLFUapyOSfyrRwnQ+tKr9whwpcBB0IuVC1gBrdg4Xq1UlQKLi1prmovFyPqQhac2ZOlrg211NxcaXA1I60vdPKxbQW4GLYlLRwFp66ItxEV7KvUKjuEqQc1iE300sT5sWjRWsJReQo0TgN5MikJ8LnlqOxv+GzCahGTevIMyuodRrqzUf7y3FXiutfpeh9CVZMw/g6+l9ufJNO/pf8AczpP8f67BVZbqlUlMOtZOAheZCNEqToB3Fj+B7j1tcbTUrlUvhyubfR1daV/La2h7g39ba/Q7K9zmeMdvLxhPVoVLqdLl0as09ibS5TSmJTD7QdaeaPSUrQQQoEGxBHnsVbh8F4Nwvhdyl4SiRYrEJakcLX4aQLDU6kW7E3Plc2J2WdIxw1KntwOEw++vKnoVk6j2BJNgo6D8fIa7R61jmjYDdl1RqWul1Fjpdad6FZT3ve4Wg3B0uOxA02W1Q+oTCzW6XqHqs49H3NDVbGVGpfxZ8vJkVkVkWFKT+Xe35bIXfZvnai1SBFw5XM7ErMhXZKUqIBQUrJy3PVoSTpoR22QeI9+E/FH3qgxJSH1q615VKaVodQo2Cb+RHe+nYHZMYz3hNQJ7jteqOSUwjhPozfpEEC6CLEg21IsAfTzAqdPWPjmepXy8gZpPHDVUdoPv6l1yU+tClOqirXkdbV2LawelxJ1yrTbUpBvqQt5e8iVyvC5tjItGRKVdWa49Lm5/i2yjhY3wbWZ/KxceYywvNWhKmpqke8YCb6DOgEOkaWJCiRbW4GoTjDCm9DCVZbdrLyJ0KVmdgVGluh+HUEWzFTBAHUBqUFKVpt2sATeyjfHKrdq4M1tuhxDAiwK7VJUuVzqE5WkO9KciWxla8yLWJH4DQDXZfVyHQd7+HG8R4cqLC3+KtE1ifkakRVeRKm1EuNHSygDYWIzjUR92+NZVUw4w79nn2KuxmaS6078CYi5Bve+R0XFr9J9UbXA3PtVmqOY3i0NdOqj6FR3XYr6mkuIBJupBscw8ykamyikgXDNFfaGJfKtzAkYD9zVRiLiPgLYQhbSUIlBS2dR+gKhdXoQk6XFxqbFbGAKpWaW47S4kpdLYX8KVHuhaVJuSRZRUAkDWwIFz4bA7fqMBQOaban0/wB0TWF9S0JOVWnjVYlJ8PcXIHYakbW0rF9UoMBygwJa2OlDGeL0r1VqUg2zEgi9jcAE620m1d5xKuJSzt/Fe3fV6i0uvPOTaQvJHflKa+Kz8NIS9nsAtojL1Aa3sQDYE0xQil7wcbwIvvyLNpc2KlaHWHRkcykWAN8pQQq416h2F7grv2j4MqLAwu7FiIf48hbS3U/CSpHBCSCT0G5t3IJPrpYb3Q1TCW6/HjdZxbRKwwhaEp6Y+ZDenZQGqkkXIUAQQTcAC+0mvaMiZWo0Q9oJr6Y7FwRhzmp7K+BFaVldYVlWpHck62UAPUeut9sjYgwA7XsRz6pRqshEWVKVKirkR/hOJUu5DiQCnVR8aQQSSSAdmrE9oHC+LcUP4DgVxCKXNSpdJdlJCWnHVXSuI8lVspIALawQCD5gi6+3jYV+y89ylz6S+xCQ7ngT4vhyjThuIJyqI11uDYjvbUany5hNDT2fu+YHUvd3A5CXPi56dUWPvCWM+ZGYIupNifCVdgCCnSxsLbEtScdrO6X7R0aW+/FfdTDqTTquuHMKhYFJ1SFGyRoATY66jb8oymncJOf2D/FS0rPfK5c3Nr38rpAFgbjQ99mHhii0Ggym+fpLC6XW4/JVaOhHwpSCAnw+FSsv1uTcAHQApE0nmZqlFnwIr9BlRF8BaM6UOoPw1EgZwfyFrXANwO52rFU1pp1h13OhCF515V+nZQ8wQbHy7aHZ571cGysL4o+zkqIwuKiLzFIqWimJkVZVlChqpt1ITlWLkKICu6glP9gSh4X4rfvSnsLlI8Cc2V1u+udtaSCDYd7jvbQ2O0fyyijcOZIh0J3eNg1/FFBzrxlSIH39qLlV76gJFi8Wb9brSfEEi6kAkZiAkhdBrjvuZj3zTospjIlUWqRU5XclwUoeA6XRYgJURcAgBWpu10t/zcz2942DaexNiofSt92ltfeGXwLha27gqURcGwBPey7nNZ43o9BxHFb3l4IpPNYexFI4VSjsNFEig1I2sALJXwXrZmwQQlWZAICm0GqePEuBsiyp9fwHVOG1S6hV4q8/3hpDS32G3/PW5U2LjQIUQCQACADsVVioUHkHIFZdi1SnTUZmpSXQl9t1I/TAgWUoC11EA2te/cjHuOswKo/VIFJmxWM6GpU1EVeRtZAUAsZQU3BsSQQCSARqQQRsNUGvT34uI2VrfyJ5eUmK6hEhVr3GgsR5pWRcWIUQQdiQsCJ9KlQJTjU9mK/Cm5Ws+QZG3QOhw2vkNgbKB7aEkE7dpdHoM9pz43uuahSkKadTmRn0HUW7E3FrKGU2NwFAC8kV6LXorECKyw4wwpCGn1+NuxSChR1C02FwrQj0NydumMsC1ThQJ8CXTpSOElpqQ1nQpxIKvhPoT4SNLKSbkDyPehnbYIM7tMR1SqMO4NqL77D7qeazr4qYb4TfMVouHGjrlWQFjsQCdndh3cK7S5Ud2s1FHXld4C44QtlQXmC0kE50nJa4N9SPI2u9wMqvUuBL5DB3NIR1uralcVTKu1klV1JuCSULva9kqIFg4nW4FUit80ytGfqWla8qmVk2sbdja1yCAbbDNp3YE8p1Pqd1F3br9ThVavhz3W5FayPypTGT4rQV1pJylQNzbW1xcg27gDZL4yxLFxbRmKX9g2FzYT6YspppCfEFapcQoA2OXMlROpsQSRYNWRhXlZ7bsqWjgLdztdXVm/D9gNgAb6bLpipUF3eDLpeI3vdE1bCUtSE5FpkICukpv4k2KrpJWLXsQRcFqd3MN0jqFuosKWQVY3Y1mBxGpTL7FEfQl9iOmynW1Ziq+RXiAsAOGSSb+A9JaG5KutfE3X4je5qkVthSGnU3TwX+4Uk36ATYg3uCB+X5irEjWEmvc1U5Wr0eo5lIlJWUqhujQOAXKglVxcAgA3JBBOZXVip0ZqvRJ7VRlUtbGV2K+hoLjuWscqjbJrewAKVXv202ZSegIhZW3Gt0FeqeF8btMVCqIWvlZUpCFc9HV4MxIJOlgq3iI8za4Niagz58VvEdLaQ/S5TqczTD5WuC+bmwBJJGhAsSdLW0vs+a01hf2lt3LFUlZJtUw9mQ+1kzrcRolS0m+cEdxY5gb97jZRbrKNxcR1LCX3WbClNKdp01Dq2HXMn9m4lYORxPUCF3BughQ1BjZJB3CLms0F3lf5waC9x5tOa/peEi2WZHT3eSPCHUG+dIAJHULEdWvt2mIvtlhKi1Rp7joQwnhL/WSQCAbkm9gB3P499s3V5n7JYjcrMCWiFUWH0tTYbqyhLi+1+1rEanQ3vfUWIau5KbRorsvC8WJwKdNRzkOOpR+HoM7ba06pAJuBc6FJAGpFLDsWKaiouOId4yMXmm3eCtfRk6LeuoH1ubWOp9fLb5ZXRqzhefAdlymOajqazxV5HW1WICVC589exve40vtMxNT3ZXDaaa51bmVCsyyleb0NiDe9tQb3sb3Oy7wbS3cOVlx2VEXUaRx1oS1IWczatUuRyR2WFahVrkeR1OydWMS6BY1t4lOqG8b2X6TWYtWf8AtJgB9GeQ7b71HHw3Cq1kkFJQs+QKc2trnPVOpbtZpbnNS34tXY63YsqKFR5jSu6UOJAykXByrSUkA2IFynSm6CsYcqlexDu5i0+o06FV47qEomWVlu3l6gDqCFWF9dBY2tsrN4G8zC+7n+i8Ruo96QlKiraYa6lLBy6o7gm1xlIBBvlBNy+vkJNpdU/T9zK+P2J7XEgNMvoYQhORC7q6fMAnXJcaA9iNNLDYBqOLcZT6WxQZVclcrFzIaWtXXlPkV+Ij0uTa5120xSd927Se1Li7xsBvwmFpUhEr/Z6kBRSAHGyOxtcWBN9QNgDEG7DBuI6pz+6XE0WqQpSVSGo+YLWlHa6VA9aQUkE6KFrEDvslbUwOVnl76Lt26wRFoju/2vx1/mpW0U81xeFyi/8AyT/w/wCuzzo+5LFs91vi4ef4a8vUhaFZk+vi+v1FtNO4bmC/ZIxRjKLPagU6nc1CaQ6hp1WRUpKirRCrWzC3YkXKtDa4N662YSoWw+hMy4XwF75i8Xg5Fo/49v8An+WzuwfhOg0FpvivLY/2qOPlSlXa4Fx9bG17HUnvtaSt1OMt19Lcn1RlhcXpd5fPly9yRmKSSQPKw176nRYVzHMWqRXGovHYWtHgV83qPT8D220KilSwlejvu4xxHbWpsWjcPkHuJnQlaFJX9BlN7/S+lwb+VthpjmnXalKivf1prI6hebKlRuLlNzb1JTY+eU2JFDuuqPvSjPxXXeOuE6nitLvmSk2IBB1A7AntppoLbEyozTUrixej+/8A3fqLEd+/l622wtTcTYZk2X3dPvKCC9Ym16LS5DTtD53pUiQ0hCX0OII79r37aWFjY28iC4NqlBpcqW1AeXS5T/Tyq7oSpNx8NWYEaX0SsEECxBFwHW5TXXf8C/nRbKlNr6Hyt5/s2pcSbuqNi3l+L91lIWlTUprpVobhtV7gp/u6ak63Nx1Oo3eJE1dF1w2uKrh7+Z+UOrUasu8rKicCrwms3Cy5ETI+qrhFzlsL6A2tfKLAAAu8WuNe+eQisvsMcJDvSjOttNyCUjQqT6kdx3vbZq4mwvWYGCG6W1wJU2kLU7DmMLyPx1fqA3BCD5oN0k9iSBssIUD7UZHXa2unSmFJda4qBwm1k3LZXa6L6gZuk+EqQQDswm2p9wmsmlSjUd5fRkfBlPi0Z1x2K9zXNZlsPxUZkqQruCLXT0m5voB3AvbZzYRqTtGabaaz5FrSv4vSpvtoLf52APp2sH4MjutVR92UywuLkUta2khKVLv6XuP+PmbbGKVQHeI67nQhf6J1C8ykrA0BvYEa2PY6X2fSxW8pndX1e7Faf3jATiJ2VAltdaFoaUvxeL19Nfpb/I7LmiT2nWnGuN83Sj5v2+Xf/ntaRJfCiv8A+BX+L9t/26jYLjq4TrjrX66vAvxXJvb/AI7WbUbZ59jug1vgxdiPBs+A7S5fQv4uTXKrQW006rX8joCCAdj+lVyBXqXEn8XiIlNJzK/VWBZV7dtQbEEj0OwPvLkT3aW27FeYmoi9MiHIRmXlIIOXtdGvUm+hANrg7L2i1nEeEqo3PixFv0talI4C+tpxBCczZy3ykKSCDYEECwIBBzdZSuoG4exPRW9L7+jGz3jM1B705pr9daEJ4qk/2mqRfy6jfWwFzc29IrmDpWI3eai56dNYzZpDTpQ6nTTsoZxbuL2P4X2o8NzoGI4DdewvUc/ASlb8VaxxYar2GYJ0U2e2caHUEA3APBP96Nc1FeWjJ0yGuKVcNQ9b6lB1sr8u4F1kXHDTzlekZW8+MQElezxWcUO8/Pl0vmkKzolNNBC1a3OZJJQoeoIHmSQCbFs32Xty1epbbuMsPMUSroT8WbRHVx48pXcuKjBakoUe+mYHy9NpSMXSovwvAtC/8XbW9jex/d9BtexcSu1SK41PeY/9B6tdRa1r/wDHQX20aHrUR9PHhYpkeyLgNr+lN3282at9H6JCktOqbX3A6QlRULZu4v5jzDIwA+7hee3z9QYlLyqiyHWuhOcDzBF0m/qBc3te99hCrYRgO1n+i5a0P/M1lK+2ts17207eQANxa45xZLUV1x2VVlyunhIU66XVKSBoMxPUB2BJJGtzptWzqIqMcRGtTEvMRVSfPrz8qLnWhtScvRm7HwE6/np29DrsM1B6VAlOSmmUIWtHxUqR0q/zv63/AA100sIWNKXAd5X+/mzaZdPTyt+Nh9RbaHU8RNT577VL4a0L8SV26Va+pPpoAdknu7rbpq9P0/agFU5kp39Kz8Na/D8qfyOtr+fqfw2cODPZ4pe8ug02vRa2ukVeLmQ1Ia+Kw4m9xnTcEKBuMySDbulQsdlZUZLXCc+Cjj5/1MvV59vMeX5DTaww5vkqm7mqMO8bgRX8qHUcU8JxIsE2uelRIIIJ1vfTS2hQ+zmadmVEDN+u4Pfdu+xu5iP7MvymH1pVFq9GspjONAHEggoURbUgAk2zEmxHqjvExvheKxWWudpz/imQldKEq/2retrfrJGoOouCbei+AsfNYygc01VmH4r6E8ww60FKb7Amx1sO2YC31ta9jjT2StyO+ml8KqZ6XVGEZ0z6RIQhaewupkgoWPK5AUB2UL7N13732yiajEwFR98n28o3uGvVx+E+tKUNStHUKVpbjIIykX8wUqHqbbDuMm8UUuAw7F++sLQpp/l7riq1sHEtnrYWQMpINjaxJ1BbG9r+T9xlu+ny5+7mtwq8wwji8ulfCdcQLEqQ2okE2BJSlQIINkqHZKUCqu0t19qfLfzsL+RGbquL3CiDp+RBtp5bdbZWp2yfqA3uXOEt9HutpvDmN+P7uX/U57V3VRUHUtrFyVNg3AUm5TmtlI12NFwqNVIDfIS4s2C+rOxKYWFpTc638/xvbsb2IsFRLxRgivO8KqU9D+dassjwKT2uQRbv6EEG3bz2I50dqfQY8DBrtOYfRmX1qKFqSOwBBsRoBrqPr22GaP5gJmvo2azeshY6wlxZ7/K1CLKqjHxeAhYS64kC5sk6qULEGw1AuSe4aG6z2gIFUpcTCWI3uAuK0hHF6FJ00yrbXoU+qSBodLEAgdw1RMJVmgsO484jdRiqSjhTOtcFafC5HfSQsNnxJUhSSPoRbatETBsXEbdLgVCEta83/nSQt1OUj/bAhSdfmOmovYi550JE2qfAeUYuKcYYXiymKXPpNOYlPu5GJEVOVqQrWwTclTazbwq73sCryTm8HEEWVWeE1EWhfC8fy6E2P4g32YyN0f2joMuLWWYq87q1x3WnTnZdSO6CNVpHcpUDe4NtASkp7WKPtG5RsRxEe8YSVNLkNO/prXyuehv5kAA27A7V7alMSLT+IRysUO1mlwJTsSK4/CRwHcyP0iQNCe1xfyN7dge+x5XcTUvEeEolLitZJrEdLXT1Zlen+AeQ1t/kosHQZU+suRWpa2Fr/RKaRm6h5eX/AB/Hts3sA4bntYob5plmUw5mzuoaKMv5Eeuptp56eY6WQeLGBFnHlFNTKtiPDk9+K00tiVF6OtGXMkmxF9bj0I087m2x1hmjtYoivu1mkuIlLX0yOFl6h6EW1GhBAJ7WIIGzzxHuow5KlMVmqU5DD7DXCWpKfl7697/xoDc7fDFW3fUH4XNsIydP+FQ8tfP6d/ps0GTPuZOr1rr4J/mBiMCSqzAbarMTmloSnK6rxaeEgnW47X7+u0mn7sXYrvFaeR4+haEf6+d/P112OPtrg3hf+dFj/B4f402+GcXYIlNOOtVtjo60IWvxJ+n8f8Cde1MdrbnbJJmhX65Apf8AVci/1kZ+r92whXcWQOa4rueL+v1dP7NgedjmLFn+6+UlfNkU1ZX7QdfX9ncbWTtH+0cX4svI/wD2XFaKEq+hsTb9tvQ7Ib/iaVju/vgS2ecgVRr7q9n+ZCk/6bQqlClSorkV3Ov5f737/wB+1VQ8I1SguucKWhhC158njTmvr5DQ9+wP1Pfa6nSf0nwULyf7JRTm7+nbt+/6bVdAsB9OqMGU5iaxdgfEeHKy3VItPmriv5f9q0lv9oKQCDobAa/t7t0GstSm2pVEXSFyl5Wn84UhxXYZikFPnY6n/LYjnb0ZUB1+BQcbyoq0Zs9JqkUqVoNSy4kLbd17JUGSNbk7V9C3nfzgxX6XAdiomwnepEJ3IpKk2vdlWoIPkkm34d+nqK/tgJXKdi2jVluBjJ1hCOrK6lPwnNSAQu5IGUDuLdxfzMREvAdGdciz2YUKr5fhK4vAW9cnVDibpV9b/s2e0DDsXHjUSjY3qEV9jwx3cgQvW2hA7631Gv4W2JKd7K24JrhtVSnwpvAX8LjrzpZV/dvcj8Nh/UIp2tEdTrxQ2MZmXnvaYxvhd1ujRZaHGM6Ux1TMq0dRAAzeRJISLkAny8thyqPVnEeI3J+KGeVYm5VdHEShtdgm4UeyNB20IHY219AqBuY3S0v7hS6TSELbRkQnI2pWX8COr62vtayN1uF3WuFKwnRH2G/CtqKhKk/kNP3W2v3FYcRP/WBu5EwOjd3KoMpt5qk9a052n3VlceQnXwrCbX7dJHY622YlFxhPagONO4eio6Ot1p39GoDuQLg2111/y21hE3NYIitcKBE+B05o+dxCm9PJJJSR5aXH12DMYeyVgjFDTkrDlbqmHqivrztfFazf3kEpUR6gKA2la/zGV6rSfzMzLwZP3l4tbdaonK8SUjPKQgqQ40L3CvLMAO4Avbzvs/GsEUvlWML/AAEcdrrYV4UtaDW1jby+u3Td/uIn7oOYdn4hXUULX0KUvMlSQNbaAp7+EjsO58hmq1yU7i33zAz5/A11dOUHTTsQdT++2yeos2GD1GoW3yU8S8l7jMOQP/ODEYYWjNkW1f1vYg30PqCLaaa7EGHcP+5v7nhzJ/WUBby7/wCf47Q6JXsUSp/3BpbjC/1khSU/mb+eltPXyOxR7kxlPnt8XD0XlV+J1qRlWn16SCkjztcE+W1VLWiZ7anfxmAGP14tqjrkCjRPgfMrRSf3Xt9b22W2K9zNZxHS23WokX3ixlWhDquFm11CCQQFeYBIBItcXB20vNwTVOE3yuTjo/XvlVbyPmPyNvodhXGFOxvFi/cMJrfWwjwNPo+J/hJvr52IGnnfQ3RXzGqNbtcYPEzlhfdpz/Ho1ZiSos1hKk5cyOKlSfQLKUrH4G9tQO2xFu93VV6jSn3ZTsp+kM5U54rRddZTqSFMrspOupANu+p823QouF8UNcq1ElU6t5csqA+sNJcV9ELBym+uYEAgny2HaPXpWDcZS6DKemwpq8q0/CRmUjXQ90KHqCNSL3GmzYE9CrrYvEqoFP8AtHWZdBaiPvwulSJjWZjp10HhUhQINxYj6kEDal3gt483fQOQlVH7ZUFa0qRFqzTSpkfWyg3ICR2B001FgQdTs26RjSjOuue63YXvR9f9VVaEpxd9coWrIpRPkgkn08toNPp1G3g16XFrLMrPTuibAU0vmIqrmxLPiykAqCiBewsTe4usgiAW5ynO43/obCTUVGfrdTIzo4Nja2UXOnlbQ6EGx017hfcm7RsJOQKzLi1Fa0KUheqlJvra51sD2BvYee2esRb0qXuRnxJWDcMUuqMLVwnVJvxcotpntcKBHhNyewGmzjwTvEr2PKW3iie8/SIr6fhNLSVdP52H4aX/AG22aTC+oFstMO+0Du3xHPr0tqLT4THu6RkYqjUjKpKgAqwA6j4bFJBABBuCBsE7vPaAx5gh1ul4tp3vFhGVHFQ6FOpR62t1a3Gpvpa3e+sd5DNGr1ZnyotWYqLC0KjuxUZMikD5FXA6ioEjKQQfO19lLL3Ec0047QcJ5ELXmXzql5U3INgoKJuDexue+o1JMGzBlwka24/Hu6qsynKzQaTC94vpyqyWQ+lIHZNzZN79tAfrsdza41Pny6z/AEpTmIWbmGo6C6mO0bWU9HSVFQ9XAmwBIvYG+NKtub3g0aqNz6XkQ+j9KuFIUleXyGZKTmPoCk9zYgEnZmU+l4ow41ErNeZqjFRyK5d11XCWlKgLhLragTfS6So3A7WBO0EqZfEaMmn0bG9Z5rBtWW8+hKXc0KZmRKR5EpvlINvMXvoR2GwjD3l4tax59iIGRaGE558V1YR0dk2BByn6gC5001Gylnb38W4SxkxXsGxIq5S1feGMoaXIUVi5UNEjQ+YF/MXN9nBVsB4I9qDkMZRZdU3eY8hJ/S5y0xUE2PSVpJHcdwSLaHQ6SHCyhEs8ZxIFUpc/CTUR+LNWni8LLkfZUf7RIvZQCiFZkKuNDYabVHs8+1pWYrv83O/irQoq4vwIFZfSUJUoLycF5dhc30ClC5Jte41s8MYGrODayxFxa9KffRmySlpCukgEgZSUK/EXB8767fuJ9z2EsW4j+1EWowaitbX3ppUIJU8hR6syfApRtckhJI7m9tpZ9sIgjTrWE6zKrzk+jS2GFoUiRCkK62uKATdK0HML6Ai1iPLvs0sGYmn4tgcrXojEKvQkZJTTTuZp62nER5gHvY3I9dszYSVF3LO8XCUSr+6Fu/FhtSC+wldrEtpUo5QANUgWPa97HYspO9/7R4ob9w4hg06vReqK1Ka4SZSfmacbVlurXQggnQi9rEZfdK2CaNfan8q58Lr2kUee7yvxWl50fqf8BsP0jeZS6zAcante66uwjNKhOqzZfVTatA43fsoduxAO35hypOypT7vC/wDWdrQO0yDvhi0GvYXl81L4EphpTqc909QGhNtRY63FiNs9zZjtUpbErEeHqe/k6PeMXI61ITYeIa5SLDU2Bt2Gmx1v2xhWZ8+JQaCytiVmU6l1KClWnkDbKfwsSQexGmwjRN1uKMW1mBAlYZlQpVUyrXPYuiO4gjVxxIOXQCwKfEdLJ0vIXLS4baOYw9xe6JnEWI28UO/+cSF1NJatkkOeSDoDlTYEiwHYdjtqOdRKXU43KT6fGfZ/UdaCh+Xp+W0TCOFKVg+hRKBRoqGIsVGUJR8x8yfUk6k7Xu1nb8RKyzcYnMS+znh2dLXWMKVuo0GWcyuEh0uxlKJvqhRuPwBA17d7guL911do9HcFZoi6iy3m+LCSH0eeqUKGZH17Aep207t+EX2jfn3IW0rPOfFmIvddGfpdBob/AMDqaRwuKlKhfNwSbLbIJIIII8s1tdhTd7vanz+JFnvU6vUiU7l4rUcomU93NlIeYX+lQD3IIsRoCNvRrE+7fBuLTxazRGFv+JMppOR5KvIhabG4OovfZG419klqVPcqlBlRZqFqzOtOtCLMV3sQ+3ZK1DTxpAIAudNpG0Dj3GEvB+6IWXKnyov3VnoQjMhiLKyoUi4GiFgFCuxygi3a+pBpcOT+LKn+4aHV38nW/AdaGZVvFobKPoSm5GhHYkGtbw+N30/3DjHEMqitvryMLqNOs1p6KNkLtfu2pINxb02p65un3lwP6UgVZC4WdMpqqQkDIpHcFaCrp8uoaaki3fYLVv8AcYyrr8QOG8p3FFUcpbT0qLkaTwE1RHxWXwohSErN+Ii1uo31JBOl9ltvGo3P0uXVJ/uuahfFdjuxVZFMqB0ctc5Vam9jY3877G8mjVRp1yqO1ynSquxlkSoFRhlSZCM6Sp5s6m+uYq1IuTc9ti+ubqotewu5VID0Vh+UjJH5e/iF7gK7kG2qTcEWuCLHYJ8ZJmS50CqVSByFZqz/ACq0oXxVdSf7pK0kkW7WUbi1xbyY27GqNbuXfekXENUldSkqalSHFx3raaOAEIWc1xYdWpIFgdhiuYW3g4DlNz69SX0IWrKlbUNSmFL00CE5kkE+hKgCLpAOzD3S4UqlZanz3atCp632lZouQqRISLE8RK7I7EEgAFJFxmNwOxJE0Hg7GrWI6W575if0c+hOSa0sSFR1/qPNkFS0BQsVDUXOpGoOKTEwHvVoL+CK9LhTZVOQlcWVop2Ooi4JUkhYSbd9QdQQbW2U1FFUoNGiVmqValvoYWlDrCk5czF8tkOaKJ7XBAsO/a5C4tVawRvkiVnDkvJBfT8VHUlTOYnx905TYHvqQTcag9iTDLEeDfdcr3DykKo1GnOqWxntlkIAPgWOtpY0BSrQi5A0uIOGMAxazi1ufKqMVhbLrS10aqfCRIWk3WA4ElvMALJuQSSQSDs2sUnmmvtH0IYypaW7kStKUqsBmv8AL2HcEXHoNhCc3QZ8rhVSh81K/sFtOnM5fSyCkhakq/VUAdfoLzIxHk9iDdziPBrlLpbsJCFtcKRAW6hC2b+mouB6g/XTbL2IYGDcORXIFZiLfioWppGZrK+yk5rEZbcROXXpBNhca22nY4xJAwvWeFiPd7UYuTqkNSEhK8gH9k6OkAJuQSFAG4vbQEz9Hwli3CX2y3cxPfUJlCUT4vCPHho9XmFE3QLWKmyQO4SfKROxFLSGsEYSrzFZoNbW/C5hEhUKQjMttOqVFBIyuoOirAJWmxuSdS8pLs9qUxPi1FcqiSoTUiKuLIyvpy3zFCCM9xp0gqSRbsCboLeocJRXYkCvRJVEW/8AFa4S1qR30dYXY5hqO4BFyM1iNmThPFdZn7qmGpTvH9zupaXITHQpDyG3BdYNwEqyqF1XF7HqIJJC6bmlDRXZ94zC2n706y07yvFizcmVcd9SU8CoIGi2nAjqYeHYkJte3YEDafUMYYIxHKRAn4sRTkP9CoFUazJzAFJ4MtpQIUCRa9iLEEaEBSVTFlGpcqrSoFciwqvFRx5UN1oKQ8k3s4uK6kKRfsFNlQJGhvsvMS4u+0bsSs4c4C21u5ZDEdQyJuDZQLuqCFWIB0Ivc3BGwD+lYMeoA6Sio7gomnKPh+g0ufLaa3kU5a+pUWQhRVlaUdUPWBSUkiwIzDtoNusnF9Uw5xOFUYqF5OpLS0KaUk39Okp+otooXt5JDAsSe1ihvkJdRhLYa4siK+0FpVcD4iEq8SCQoLAJAskiwN9rvFVQd4rjUVptGdWfInpT9bXPYHy1IB/MuFtwmZ1bWHTpsT5kOpzZUqe5Ki5EdalZGujKu+uXva9ySL2Onfae1XvuvClRH+jxI8Kk+qux/wCm1VSJ0V2B8VlheReTPwsqu3qLeg79/Ii21fXZMpp1x3wIRmyOo+XQeul9fy89gWU1Wp5jInlk1Lo+8GNHdWMbu1mXFo0T3jTn8ruSQttSVI7WB0Lah6kqvYdIvfY6xlLpeHJTDWI2vd3NL4SFZwtGc3sPI39TawsTcbJmpe0pPo2F4jrUSKibCVl5qPHyrV/dsjRCramw1FtO+yfmY235+0PiN93DkRErlU5OKpAShKT3UEDqJv3IBIFiB57QlteBXXPRnTJr8OR79zQte3l7tMOT+VxHVkRV5EqQ611pUkk5bWsSRbVNrj632oanv/3GNNOf9sUSuAjirSlByqR3OtiAq3dJAN7i2wQx7JtLi4ccr29DE1U51CPi9edhtVgTYABIHlqSfRQ0siK/jCl7qq85AqmA5VUwo+npqSIriuCntnS8tH7EOlVr+M2vsQVbvcqeiUe+YRbyN97uI5S5+6XnW2EZeKrLlW3c6AJ+dJAUCSCLk6X2MNx5gb1YD9exlTqjKq9OdWtaJDoUpST2IQbZB5AEEWAAOlgPYFw/g3FEr39u5xDClMLT94i5OFIi381Nk9ST1C4Nri4va231vIxnijdU1Ar276WxTsQsPoaWjhBTTyOJqFIUAlaVAElJ9dCSARU6c+hGvoUoq21x9z8NwJ8BuBFocqKteX5ClSrDvfzt9DbQfTbGntDez5PwlWJeI/tY5UaQw0lS2pScr8Ni/bP/AGiApRGoBSD5jXZ1bqfav3g48rLmHN6FJg07O0lUWVDirQlKwPS5yg2HYlNj2HfaZWl1nEeKG57tQQthh1SFKy9Xpw7aoXdI1SQbpudLaBprdLMYgqBYrYmX8HbvqXVIv9F1tjmmPiqQl1SFpSCBcJPfub6Ea6CxuGjgXDlUaoNSw5PiSqvSKilK3ac6s8JxYJIcYWB8N4GykqSUm/rtxRu/+weLX/s5ysqkSvitNKQcra7G7ISVApSL5gQSEjQaJBDgwPgbGUV2BKwviFdIhVFGWR1CQ0lRv12cBRcm9spsTYa9ttK2vImqglHu7g1mjRW+LVl1SFFdztc60ETEtA/olqIstQ8JBsdCQSdBpirjdzXsL8VqW2iU/HS7FlNdDqV20JUgfSxBHrf02WuLqK1AgcXFFRRzXV96YaQ0v0OZChl8ibE6gkjyGynmVnC7TTEqA8t+bFWjOlpS0JcRcgqHcJt6EEWuD3Fl18fct9sPRFrPIOT2pbC0LXwpDT9lJV5lwKSQW72JCgbeRGoIoMPU2gtVRjmnn32Kpl+7yupKlFVgtF0k+liDYd9NSBjHeOvelGRS5TPu59hafjqQWsyFo0cNrDINATcpvcAiyhtHw7iCLFisYcr1QizWOKiUw6trw2PiQpJBSPO5uQRYKOg2sF+ZdW3Rsb7MR0GLhJtp3CaJzDDTqJC0cN9TLSnEoBeavnKTl1UCbdzawO2fKDVYGHKDVqNVKTKqNOmsKdhcXOpLeVJDYCwCpKQqxCuwJNwLDZj735GDcbtMUuLh6Ut9DSvjxULUpXX20ANwLqCrEdgbg32r8GRKxgOgrw5AZcxdS5qlOsOrpxYmU9/QhuQ0pRCwTpxGxY+aRYbW8dsgsq/dFbhan4coNegVTEdDqjCOLkS+tIyuKUQDcAhJNjc2IBGbp7jZm768T0uqNUmK1LQxkyrYdd6e4NmrkAJvewBsLEgG2xTV8K17EeEm2sRssUtGTK6qO1mQpQIIy5lgpWDZQJsUkWCdBtSVXctAi0tiU1UapUUdXCaXHC0pTYqGTQgG9rpII0vYWNgkKWgO/Sx9j/MDGaBP/m+lz2oi8jC1Ldj+LKq99RqRe49bix87mpo2OJ9GxG5Any3/AHc+0lGV1QWhSvPU6AgkgEaiybW7bM2XS3aNuRntUbgsTWE5GvhK4SlXuF8MnMlJPdsKITY2JGuyyqWBsRutOT/d3KvsITIfVq7yqiOlxQy5uEbXK0gpBBGYEHY+yH3bpqHC7TW8bdfLddyTq3g1a3eFIYDqJkIkZwQo98oCib9062JuFDHVhKK1/RdJ4C8ynWsjp6bi+gXcKFjbKANLnQ2J0j7NWEZ9BwlErM/ge8UNcLnGlZkykHVYcAtYkmwJuCADcXtslcaboqDhzeDXYE+nIXTn3VVGnMKWczbDhKuh4HMgJWVoCQCAAkECw2jtzqzzACo1mlwJ/wBo6DnhVHoYrMD5Hmk63Ugk5SCbgm1+9wdnLheqSsLxYmKHaejEOCsQtclXGmkFKo+Y+B9k3KFDQpWgnXKQQSNgzDe5rC+8Hn/slUZqJsJpSERZ7WVTa0jMW0yWrBIKbEJU3ayibWJTsH052vQJTjTrVUYioWqLK5d0ISpSVJ6HEE5c6VdNyNLAaEaVNfEKTHhDitYNxHWsEVTFi20VGKl+iOzEhUeqQl+AZwAAsXUkpJBzJJtYglZxqvPlcfDkWrIW+hC/u7/icQkZUuIPiVew1QTrY2JJueyKDF3tbtJeA4FWfXiHCiPeNBdU1kkONGxejdRCVJUkBIsclw0dCNF5hKHiPFsVuK7EYf4GZ3jtXSttQHS7wz8ZKh5qCVlNwSSBc0T/AGyldnxBc4Yd59+fwX/jr4UjM6PH2yKsLg6eYuDbXaRUKdKitROfq0qLkVnadjo6VddgQDopI7EXB173Nww6xhmqOxXIrUtcWo9SPjxxlzWzBwFu6XE3OoFxYkixBGy/p+73EdBlNtVlmbFbQ7xUrirztanQhKbjIRoQB20NrXHEQ0uqPhreDQXXMR4XreSUx8VEiPZKZiE/IQCD5aJUCAcoJBsSQUj2ka9xWKNiihxZq+tCJvCyK6SSsKyi5VZNikjU2IJAJ2j0mlV7iv8AKy0Lpy05GsniZWoG+XKb5dTYEEC1gPSgm4ArMWqMSmqTn46+Kh1hQWxMSgjK6i5OVY7FJKQrNpY6Fc43xDUaKnUN5iaXwyz9qIr7vBiryNcdrKrioUod9fElVj2t2NiSds1b54PFqjeKKC0jrdTzlLW6ErbkMuEcZINihxKQTnbN1ADMhQFg9PZ8f5XEc9pqI/Ff4SuajrQUqbXpqpBsqxOt7eVrabL/ABRTcL4jrOIcG1mXCWuVKXIpaZSBkbkJQSEpcTdSFE3sodtAQdBs9SoX1KafRU6Vj2xBmsVaVvBwvTZUrD0WowX2lNOuxXeA+m+bvlOYKA1CkkpJ1ATqkL6LgXFtBoMifKxC+inturQhcqOMzKb3AcKSU6DS5Fj1W8gJ1DdxRu5rLmF69RH6JFreblXXfixeaIyhaSk5AFEpCkpI1tYEqCST0uRWa9FltcpyT77C49Upzqc7DirkHIdbNm4UBcggA2BOpO2WbiObvzBXdnvAqm7nFvP0vjrird4UxcVGeLIRYa2vZBsdUm1tQLW1fWLoEqBVIGI8OPMMYXxCrOuUmPxfdsyxIC0ixLSj8wIKCPQiymk0drBFL5r3exnWjLxWupWTsBe5JtrbuR+83e4rfNhfEcqXuvxQ9wIVR6EsLungqN7OI7AajwpIIIJBGxCm2RvghvKodZdx421iOWjO/wBceehJXHnXtYBfdKkggG4INwL312O9ykxr7URKXKob8WVFWhbU1Lp4Tlhe4Cu1yMpF9QbgeZHN+E93BEqJQubcRXqO6XVpkNFpNQpyrJEppYQW3LEIDiSkEGxNgUlRTuTxvFr0pyltZESul3gLYLGZQI8BuU63ubHUgmxNzsnfjbkyC3EcVemz/fLbTrS0ZMq+Fp1X1t6EWFwQddNddh2VVZ8rEctqA191qjSOK6tfzJSEkKSSUggAWUCDYgEC19iqowZTvDd4LnHYTn6bKUn0IBNtBe4B8tNRsr3N5OCcR48l0eLVkU7EkLNHmQ/AriFGhCCbKSpJHYi/nqNM5IqH5l1haPi3CW9Wm4j94ofpzDrS0KQ7lU2g9K2nkXvYk3CtQD5i9tq724t1UWBvQRi2BEfRFxRTkzFNZ8yOYaslakj0IyE2BAJvYXN7kz4tLdiO1mIhdOWlSmpqF5XY6vP/ABoOtxpYi9iL2aG/Jyjb3/ZV+2fKLmysASkzJHAdySEx0DhvlChYpPCUHADcKyWIIJG2nR5pGVsDTANVj16fF5VqIw/ysfoQt1K0uIQPJRBv2t9QALXGoXhDDGI8G15vFtGe5XgOqzISvNwf1gpPcpsLG19ALWsDtPxmzVOK3Kiu81QZUhDsKelfCVHfJsUPBPgVmsmx0J7AXsLxyiT3WojU+oZOO1kR8IqacSRe6HknUAdkqGYEm3mBOdstYiHyaaC3D4lxk7QZFUxkyj3W++p2LPjyM+XUWSq5JSoAXKiRcakFV1HZe5ZEDlZFUalsL+ZC0OhSXEDW/wBPr5A6aHbzywvQ6zRqM+1FxC+vnWkxZsf5Hk2IDgtdKVpBNlaHsSTe21dTZ28HC7TlLwviaqQkIzI4TUooV2sQnWwNhqBY6aagDbjasxreo0VNgTS/tHqdnwHKXS3YuRf94K8lWAF9T2sb2v312yi7hCVS4vPxaexV6QheWVlWFcuu48ZHU0okkBQskm4OttuYoeI5Ur7/AFyUt9hfU0/Ic6b27AnKk2t5AkW9dWBgMO0Z3itZ19GRaFX6knQg9ri3kdP2bQo7vuVTq6L8QOwfU8OUGs+9Ir02l5MyHYVR6UTo9jnCXLHI6PLQi5FwNCHLUcO0uVAYqlGdzsPpS6lH6ye3Y3srTUAmx+hF6PGVJoztLciwKShC/kQ1ZSFK8u5NregNje2mt7bdM+666/hKqUN+LTn1KUlSU5VQ3++dN7nhr7K7i+o1GimqSoEAkZiHUkq1ydxB5D/mT6fTuLFb4sRC+rJmy9SbjyNu+uo1Frag9qKsqiwIrjrvDR4loWpWbNbzte5H+pGz/wANYC4tLc4v6/V+r/y0/wBNdNs8+0hIaoLrdBgeN/L0I6sqekk6+ZtYAeQI/ENmlNKbxPPU0Orhok5mKMUc+/xast9jhcJpKupSUX73te9xb8Ae+3PCVQn0uqOO8px0Poyuoy9Sk37217dxodfy2ioYlSp7cVqJ15vBmyqc+Y5f3m3n+7Yml4elReBK4y2JUFKlZMmVWW3c6EgC2pGo87jvVa3tHM9hpdPdeu6w8fE64ilNUuU27S/gIX40a+Y/y0Pf0trY7GeC6rz9G4Tr2dbGX+9lv/01t2H5bKWtYodqlZcpbuRfA6/AelV9SlQOUgg2I0PY2AsNiHd9Jqnvlxppla4vCyO9J8/TTW3c27em1kY0vgzE6hpjTYR7jYdk8KK586Mn6nzeoP4bC8WRxfi8Xo+b/ptNrMp2LAc/U6v97/PvpY7UVIc4rTcD4Di5SPA705tfI+mlr2sLakC52JZYuYlRV3HAgNX5de9/PtQJb7CMmXItIUjMLk6mxTe4tYG4BB0JBu937kWVWYkCfn46/hPoWg5HPMhbZ/WSAPXzHlsfU7cdVJ7XPypfJfrtLRnRr5Dzt5EHzuQbdxneBhZ3CXAapcvnVoVmad6syUi9xnsVWHYAgkdgbbXSwMcCe3our2ilD+0sK8aXgivS2sOREQqjC+KhMd/KrqtYJBIuCRYjsRoRYjaxwPvKpc/FDFGqj3uerr647+f7rOvmHD10bX6pN0KtpluBsoN5VOn17gV7jPolLzcXq6u4VrrY21sQLjTQE3JXvIwe7AwbRcb8ot9cVCGqolq6lONFVkyUnVIsohKtLWN/IgH7av7gr+npaOff5j3qlCdi1TleEtha0Z0509Kr9xe/kb+YtsL7wn5+F8OP16BLYle7lq52LnKXWUlYHE1BzWvcgdgO4vcDm6DeRXsR1lulyqiuqU6E0laUPpPFZuLFIUdVAAhQuTYXAPkKrfrUqpS2p8/gv/AXzC3UIzpSk2SAsdrG9jceY72vtA0yKZXT9MrVPMZMVmI8eby+aY5Wov8AjzxZUK+ZSLkJKVeJKhaxAsQfyJLaQ9vLrMD7UYozr460odlISlHEV24i0oATnPmoAX72vrsO7nsaYDlYoptGxlT/AHdCmuozJ4rioqXwQbgklbSFdtFGxIBJHbTm/wCx3u+wvwML4cqK/vrXUw6gqdjqF/nCcq0EdjYGw7eZpqtKlo24jldCL6ifFViwHXJU+Ita+lDrC0FKXEXuSFJ1CgNQR5nUHXabHZa4XNcZaOP4f7yvK58j21/67ToGJaXWcOcKVEYXKQnhKX+t6H6D6/U67C5lSosVyA7+g+RLqDmb9LH8Dp9Py2C1SIAglk27syFUKpK4v6brX4l69Xft/rt2YkQGnXJUp7OxKYySoqupDnYjS309Lg9j6QqpFad4DvF8GXq/W9R9Dr287WJ0G1bhRr7R4o5Xo4CFpUt3wpTYi1zYgfnptzI78JFtc5CeMMcMbzaphJ3hYc47COrpSo5fPsdRYen/ACu0KDvdxlAi/aOsxK3Toq0ZUVJrOphWirheXqR27i4sQbAXIDMXRKXAdiUGBERx1qShSMgT+Jt2uRqbWB9PRs4CltRcOOYclPZ2H2k9GuZtXoUnukj8wRcHa1dNlR3EzMr3N9xis3g+0fK9zPtUvE77i30KYQvmM+VJ01N7+tj/AJd9l17OXCn7xm5VUiIqlOfVwpqXUcVDmYgnMDe5Jv3NzrcHXa93m7t6DiOqS4sCIiLNXmWh1PhUo2vmy6KBPna4+tiDG3Zbud42CJ/P0GkyuOtHCVmQcjlyQLmxsB36k2Hr3tViCckxmsEmaM3k+wfuWxdG96buXpWEZq+vLDWX4SlWFvgLPwxpqGyBrewO2bMWeyJv93fSnHaWzFrzDHUlVOWULcT3BShR/aAon6bbCwJTd6sqKx70pPKr6c6eOhSfply3IsPInTtYDTZ2wIzUCB9/8eX9fw/gP9P3bGGrK8Zjos2+p5Q0NjeNXp/uF2k1FiUhamnUPxyhTKifCsKAsf7pF/x2feA/YUxHVGm69ijFiIq/Gjl0ZvyJUdfLsLdxfbT+K4mHKpVOf5RHNI+bJlVp2+v4en026RMST2orcBrr/wDWf4/6bIWdYbeUWQzO0CIW6mg4IdYlNVZ/j5ENOo5fM09bQA21H0Pl67U2M9zOEsR15uvO0/70xlyup8aU6Ei/mLgaHtrsbYymYtoMByqNYTm1SLkz8WLZ/L/iQm6k/wCLKQBqSBtlqre2r8V+LS6GtC2HVNO8V0ZkqSbFB0uCD5fj+SNj67VH9MES65+THBQd0mF6XP4sWnIQ+vMvMv8AW7X+v8fUbGsDC8WK7xWoiPHn6E/N+zbMyfadxlPgOT4GRhaOrKppK0+nfKP9Rs2vZt351TehXn8OYjZhIlcLOlSEZM1h29CfwBOo9Nl06PrHffYef6wVg8oyX6Z/ZSvn/uZvLb8TgfC8p1t2fRIq30LzpXwhmzfs17ajbrj3GWF8Lu8rVJb7EpHUhKf8/wAD9Pre20XCW9DDmPHfddLd++sK6ESopaX59lkZVA2NrE+f12n6HU0Nnmca8Dmd8TsUaVA5VrDFIfeYy5eaio8Q+uW9vTy+m2asVYrwHQa9yuLdxkWF8VP3qA6phORXzjL0qBPncgk2ve4Guam3FlNcKqRFsLR/bxbLUn/EPT1vYjyI2CsZbpIuLaNIitcCqRcilIdYXlfj+hy6KT9RqFC4NxtNOpt0tn6mSIu6V/IlfiWBhxqfEqkDlX0L+ZKs2Wx8x39drN5bsqL/AEXE53Oj9EnqzJP4G5ttnOn7yKpu+qjdBxlT1yuG7wkSotlJVf5zqLoNwQdSL3sL6PrCGJqDWeG7S3lsrWpK8uYo/MEdvyPfb0Do6vzAarROPP2JUVSdXoDvCdpM1CF/2WYtLT+3v2v217W24uvOtO8Jp199ErLmalWQpPl4hpf0FvQX2bdSqPvmByFUlvysn6JbvUtPpZVsxt9SdgqtURp1r++hHzICsyf3fs2IYslm1ggEWFa3UYSxHVOVrLM2kVGUvMwt18qjyFegBJsbDtrcG/lsJVPdS7u5xG3VJ/NMIWrI7xUcVDmlgu5vYDyAtY+Zvo4i21VGvdcqJCXwOtpp1R4SrEdjfMg/QEj6bdYddi8Vuje7pVLWhXCVAdlceG4n1bKiFoNvIaakEbGXDLPTKPGZq3qQcR4XnsV7Dlbffp0pOZXCXnjuKN9Li5Qo3Gp0JIHe1+GFvaRxvhLhtcV+VF/tWpSQpSdPIrBuPoLdtCDcnROM8ANOwOawvEYyLzZkNdKkqGpQUW1Op9R6EW2SNVwpFnynGp8RbD+ZSF5YuTq7ajtf1APfW2y9iIfYlH062exHThL2iqNWqMxPqmHlsP8ATnXF8KtAfApRAUe1s5trqe+xvSN/WA5TX3XGS6ctf+14jCs1+x0t+8g/u2yDGwBiOl1Ti0vPNhL+SOoZsoPZSFWv/ukn8NdqquP1lp1yLFiPoXmVmaUhaFNqvY5Qb/kBYadtgjSoeRkTNt6TU3rIm+qPvhiyneFFxlS5q2+rJx2lry+fTfNb8R57FVH3mypTvwmYs3/0g71afmfUdx3/ABG3mxgjCdZlYjYnutLirR4Fra8V/r5Hz7fs2e9HexH9t4EXiofi5E8XpKXcwFrhaLHTW5+pv6mr1218q0VfpewZzNZYyxbRp9LcgSmsi30K+BIR1Zba/wCIeWhP5abIbDMaK7K4UWttrisO/wBVkIyrSnyyq7KSfTQj6A7FGIKvFadgUt3JUUfpeVkSPjsqGmdBIBPp3v5ag2PKI3QeablUuIjP43fl/G/8EbL3dy32Ivs2qVjNodVo1Lit+BC/8GxTFxjS+FwuKtf+BH/HTZOVOXwmvhMrY6ejOnN/1Hp57DVCx3PpcpyLi2I/yT+XgSkpy+l7Xse99DmB9fLY1QtUcQNWisu9TRqMXQGv/Zc//i/jvt2RjGgu/pYi0dHzIG2fP50qN/VYGLIudC+E7xbNLTa3jTYd/IgW8722k4rxfVMG+7cRysTU6VS15VymHWhlUj1StChYWNyb6C5tbsx+oY0nSb/2jixAzu5xa1ytepzD+T9Ep1rrbUdLoWNUKPqCDsp8T7may7VIlewliz3vCir6oUped9Ke3QskE6a2OvSO5G1njLE+HKzS4lZw5x6dN8SkJkcWHIQElRAVopKh5Ai5vb67LpeM/vTE+LLqkJa8vzHLn/VHTY9jYXPnsZQ80NNpNRS2c/2lBvL3ZQOf98u4sfi+Hix1JyqS6Dr1pt3NtCAD2IIvsNA433c4opuI6NVudir+7pdWrMtKQAQi1yki40SCDYki1idj/G2OmqNKgVSqU599EpaWnX/0sdxKhccTUZDfTuDci1iCNiqdiOg4jwR8XATC32Mq8vFGXKkfpAbEqIGoBtYWGbudjTXktnH7WKHeFPZY559GVUdaUZ3k+RGbxEdrE+SddjWsVqLQcG+4WnWIrEpKYSErSUpSkjqJyiw7nUiw0FxskIUX7R8Pi0mVF5VaVIdzZuokgHXTyuNQbHubX2LX6dPlRW2pUtz4CFcVK0fpEmwubdu2h7fjt2dsJiRou6Wgz/hNcqtaEJU0hExedSbnwOZiSnv0ggE/WxFtydGpfDa+0NXi5Pu/iz+ZuhQKQq4+oV6g2tZVVPCDUWsuSpVWfXF6s7EV0oU3rc6p876kgAkE9tCLiRi2U063FivVGawvN0T1hKtBY5HyOpR7gKsfIX2jMnEYco0bDn39rlaih9fX0uJXlve+UElB79QJB8x2Ar6/iNqvQHGqo8uVTkLzqazdbiP1VlCRmSNbGx8r22H0qiyoDc912b8D53el1Nj55b3/AGX/AC2jM1NqVxJUBlE1EXLzHCWGpDaDpm06HvpYX0UL32mVgnU8KYci1luvUbDy69S5SsrvFmhKoax84snKqx7Am9/MAG15W8QV6LS24s/D1UgsMLTwkdDq8oOhFiSkW1uCSPMabWtFbwbxfekWoPzX382aK+kpdbsbqWLi976d+3ceezRwFiNqfxKXKZivxfl46RnzfXt+369hfbpSCGFMW0bFrUSBylRiykZFo5+EpCHFE9RDyfW+lwQQfKxGxLMw461VG6zFpM1fR44s3IrQkapSoKVoR2Bv2sRrs1RRcOVmjOUaezyqOlceRFQM7KgdFAgGxHmNQRcEWNth6s06VFpfKxZdOmvsfOroS4r631QfXUi/oO3NLAwMmSvur/FiPsMLy8V3J1pV550pSB+YAI8+1tgPEe6B2symMUcJibFYy9WcK4aR5K7EG/qR6389juPQ8WyuO7xUMP5E52ESs2ZABtkUbpULdkkm3qPLlTYOKIErhe7uVff8D60/Ac11SQAbdtbE6ajsNgyWlOilxYrsRriyoq2HUrj/AHhalNq88p8ri9wNLXGoJuf0jehVIEpuBFp3HyIUqQtpGVSvIHJok39Ukduw2WlVjVSLKc9/RIsLg5nWJEJ0qYV5aak3+hAub9tdiDD2KqXWaNLqlBeYqL9OUph+KnpfbUm2a4vfz7m2uzSCUaWOJMQSp9ZbnyqevJ05l8BS83mkBKSSbeoAI119NS7psLSqDhxDtU/rU3462soSlu/lYaZvUjufM99lfuHw3FxsGMXSg+5TmHVLjofaKFKfSbX1ANh+8j6HbRaRYbFfwG2J3v8AE/bjb92+Ep2+ldthxac3bFpf+HakgYliuu8rK+C8jp+m02oN1N0WgusD/F3/ANdg6bRKw06t1xpa1r6lKTY7MU1o/wBxjulprtyrnH4jASsKGmu31p6bL2BXqnSzw3QvJ+qvYtpleizxa+Rf6u0Wad05+JS7SPTz7EkVWk0uvU92l1inRahCfTldYkNJdbcHoUqBB/PZT4m9mXB8+I/FwfWqvhRD+ZS4tPkFUNSrf7BZIRr/ALMoOltnKFbf2nrsIMV9RYMV9TAWLPZM3lYYqjbzsR+vU6E+ZEWqU50c0yrtmLZsq4BIN8wI7nU7fGMGcWu4Ifaw5EQibFaSiQ1ITwmpShpdwKGVCiCDb17EjUb/AFKFtshb9cawJW8ufS8ONIYlQY6Wn5niYkPgqKm3Ak+QISSQRfuBYHaGHd5xG6bCxwYjarifG9UapsCs0ldOffyMT4dSQVtSEAgXQpChlIN7KB0BBJIFtmevDDWDaNEntS4q1sZV8CVZSHEW1b4iQFggXAVrawvpc7UtJqztUqjfvTD3JPwVfeGs+dGt7OIUCBlJuQADe35bU2+TFNZr0D7OYXdRzrHxUpdUtCVJFrkFJBCrXtqDe1r7BjQkCfhrCWN+bn4SlrlMP5H59GdlZFR3U6XSlJyKtYkKIJ17Ad++FcS0vBteY980lcqaxHWlaGv0qWgQoFOQXUbKuUpuPFoBbZHUWvO4NxG5KqjNRizkZFrlMSApCVE6gpA0BUbEEKuMpJPcNajTsW4tdYdpdOfmsvoUpHMNJSltShbpWOwNwoD8xa1thkTiMiNJe+LCVLdbxlheXFixZSkQqtRqsosQ6hHIINl2LaXhoRnKb6i57bB2O8LVSlxWMb4DxCiqYalfFhtLdSmZT1d1Rw54JICh0qJS4EgA57XIdNpWN4Feq1LqkR9hD7qFLivtHK5dKbkJPcEjWxsSexI2J93GKcG0GjVLC+LcMrYwpV/hPu8m4qPHkZukKyjIk5hdKgAQQLW8+A4kjxnJjFGMt6sX7OVSoP8ANUtpS6clDTa1KSoAqTY2NzYA3PYA5QNqPDOG8URay27u5q1QpFeivqQ0uKpUOZFXdPQth5A4jJBuoEKQQQQO5BJTMFYDwviNiqRXWEI4vHgT2JTsd1SSRYlLtk5x2UkEDQkdyNmHT8T4N9/cWLXFxagwlWdp9WRKtbqylQAHmSAQL6i/faZ2ZQ76tzWMp+HIk/G/uuUtaurhcJMdT5BsU8NKAlYPUFNobN1G4Op2u8I4Wi4X9nirUv70/V106U/H5ped1TsiyWRxh40AZNbm4Sbk63v8fN4cxbS+QrNWmrirQlDTT/SiKvQXuRcXVay7m1yL2J2HaHTcUcq3hyl09+K/S1JX8VQShxAHRw12KVpKT63voddNpxJ37RzM6YswO7i2Ax75p0rgRXVpVFVZSY6jdIkRypIV8xulKgrQixBsTXDG7WLiPBrDUCkxZUqFwoUpUhHCXKjpBSMydASDkIsQQUm19NnvhvAuKMUSpcWsxKjRH2HUOtPpWlaHkj+6QoWI7kd/MEjYiNLwvQePFrNcWirsI6X0xx8ZJtYHLfp00FxYntptFlW4czP1up2p4HmKGg7q6pFozEWVTnOahfFYmx5R4rK/1k3toRplVmAFgCLXNBizBle4r8WVh6avJm+Kiykq07gpJKfpfQEa7NuDjmBKdfitcfOjMjLIaLSlWNri9syT5EX+ttolUmu8Jx1qJKXkRnQnNly/T1N/p67LklVnlNZadRjf7iCwpu/qkCU/KlS5UXP4mpCcyVakeMCxIFrJOtibHQg2FZiwKW0467nWhCFIUhdlJy2ufwPb1B2rMS+0DAwlVH8OYopNRp3NLVy8h1rO0pVjdBFswXobWBBBFuxtWYom1msxW6NS/gIm5U8V9ooSlJ88wBHa9rjy1+lqmDJiAr0FtrAKPcXtMk4NqlelwK9kRTpuZhLq1OIS2tVh0uJN0HWxUCR3uCDseIpn8zcVjFG75lC1sOp5hCJASlxJy3UQBYK6QQoJA8tL7Qd4OG+Q3aN7uaDyPvSU1ljqmqCkpsQCSe1z6g3Iv9dl5uwxbVIv/YPG7UpiUxmYQh3OnLqPUZVJN7hQNtNbWuQJpu0+8Ge10lA09QQTZOC8c4c3oUZyfRsQ8lUOF99pz6+tOtiFINw4i9wFAEHzsds+b66Vvk3fT/8A12kRcqnTVqU7AjpC8363BSo2N7A2AJAvoogHYJxU07g2vMVSl50LRlU060osLb11KFAX1sm4vbW1rd3Xu639QK9S/svvGp7EpC0JyOutDxaWKraIN7EKAAuD2tfZ1HhnEytifdhiOl8pvQo1QYhSkO5pTUBfKyIqlEA9AsVJJIBSkEXsCQQQJy98jVLqlNd3g4TXNYfyLTKjupTxFi9nMpOQrsonQpJAN7k3GnMbYGw5XpX6Z9+Cvw80kLkQ3RezrEgALN72KVKUCAB5m4jVNxfv6jP0Z12K+vP8JbXwkqUDoVIIIvoNQRYk622MlmIjZrKFOwsIud4Mug4y5CqbvnmKXOyJ5h1DS2H3L/2i2yCkq0sVDRQBuTtywBiWfRq8uLAic7UVtJzLSoNNOKJSCFA/DtpexsfQ99rqDuPqlBpbjU/PUUMeKkT2uAtvMAbxpLROXtpY2Vcg3IIJhgPDmHItGc5WkzYspjMv7+nqeSLWClgZSbnxX1GXQdiRXRjIrtpzhSJ9z6R75pbkqLElYemv/wDcnbqacsPMhRsL3sSSAB5WA244ONUo1LluwMWLivozceLIRnjuJ78QoJy5TY2WhQUL63sALCkqlO54sp59EVjKhac2ZTf4am47WB+m1TScCUuViN9p2rIRKycdp1pS0NTLnsplRGV0E5sw1I1BINwO3yMfTbPifiGs1mV7mrNRYYWt1HKuxZRdS5cEpb6rBItqkLAzXTa5uQJVzd19nJ7lZgVZbErKlaoshDeVSshBKFJAscqUjKoG5I1INiwMa4Wo1Z5B2l0NEqqUjMheVAVzTVsqmXEmxW2QQqwJspIIHnsJ76oDs+jU2VS4j8KahaIqeaWVsSLkBVlm6goHQgm9rkCwGwsDE4pFjip133oxFr1cYgrWn4UN9ooS4i18zbwGUg27KuL6XF7GFU8R1TCXIUus0l9iLKdTysxFlNPehStJyJVY6pNldrgaXIxiOjVmA3hfFtEqNLq8VHF5OU0VtPJNhxIzgzBV0qsbEA38RII2+W8GSmoEuLFxjS+SQvmotNnsFTTiAOwWkgoV6EhQAJ0IBAKgXbiV+2F8TDnuuvUHeDRnpX9LsJgTUtdSEqyKKHFI1SRmGUkJuA4CbgEbaw3MYfdlOuOtU/OhGXitZs6VJ00BJJy5exGnqBewR8Ckxfsaw000xkW1xWMiC6htdgUEeYAKh21Av5jQ43Ib+GqM65z8RbHXlU61dXDtZPUggEo73I101FzfZV+Yh1Kp7Kxsj+lbn6NXuP8Ae/uT6P0S0D4as+oudbi2hIP09dusPczRmmuVa8CMvRqntbVKgbpNh2tY+nfYhwnvFw5ihpz3XkWvxLaT4U37FJ06DcEeYvY9tipuRA+G1KyMIX/5pXptdQrTBFKzPO8fc/QWqW41wWJSH8y1505M3qFkXFj5m1h6DuUdjekQHcJQMR4XiPoqNElcq6hS8rral2zNK0KXEnKLGwNlAgpIO2x8XqgNRZbUX4/zdSRmb8tD3sPXbNtXhRaDiiRAr1OlMYexWlTUp3hHKy72Q9YiwSSddL2sQCL2LX+JpdOvfeayeIE0bE2N6DRm3cL1xDEJ9fFlU2V8qlIIskkiygqxukgKCTob3Evfjh3EeLcB4P3g0uXysph3knXVyi0hxSxZIJI0UHQEjuBnIJHYgcqdXsL4yn4IrMvOxFV8DM1mSpA1BSr5klPlfQ5hYkHZwbtsb4SpeHKnu0xu777whXkKUla4p4tNfsLEpzXKc2oUCCD5XsdikTb+ZG9lmI7Kqk9qsy1v1dlKUymn0ZF5S3cIJF0qUO4WLlVxqRbbhvCw3heBvBq3/az3JW5SELWqQ1mYmJKFIHGABSkkIsCoEXSToTmBBuvqTuHN7THuanUirsSmkxUP02b1SGEqUUuKCkg5gFWAIOqgCdNBr2lqZiNreWxKdp0VdOfaTwkTY6FOs982U97XDdxcgDLYdwAkwk/qBPapc+BVIHJLqlLdSl1cBSVIkNEWUFNnVrpGhSVAkAaabUWNcN/zS7y59e4K36RiHLVKWhCMvL5v00fxAq+KXSLWCErSLWFjxpzuMvdf/sM0iroQn4rsXofbQbC5CSFZfIK1t3NgTZzVHd79st2kSBjenykSqQtMyE7Fn50PMKH6POAAFJSUHUA9AsSCbrfaYPZsbMQ2KKlWa9S2J8WoZGFuo+7upyusq6fROoACrEXPbS2pvqNvAaaaiQOK+t/KnhOuqC0vJ9OMb3UNO/WkiwI1GzHoWBcOfpWq4iVCy5X49UhdeUE3upOUggkgKF7gk2AJB4I3MtRXZ7VLap2TNxYrrS+K0rNYBD5UMwJB0NjqT622vGMiL7FOJaW1WY8/g8lx0ZZTHCCOJY30TpdasyilbZANgCLg7BERqqQKyiLhLG6OA+lKk06Z09Z1JS9dNl3OoIWlQ0uO+xLjPBs+LVG6NPpL6GPmaWv4Wpv0WBsnzykEa3AFyCJs0hqltT4HuN+UtCOpr9LxEi3YA6OW6tLqOUWOg2Ds3NmU+6MPDUuqYIr0TFGI6dNirlKTDW0hedGYgi6Te6U2AUEnQEmxIIO02o+y/S8b4ycx59pptORV8jqmmrJUq4T13IUAsW0IIOnkQCAjBW+ylutN4IxvEQiV0JjuyFngTGs2iFKA6HQRYKIBJTqRcjbV2Dalz9GgNeNGVC0Zref4aX9SNNPLZTWX2VOqIcRbUOyDIiy304F/7OQOfqzErleLnddjlKZCVBIGYAnrsNbmx9dNk1UavRqXQW57TPEmoaTkdjozpcQNBmSeoKsQNb3tYqNgNtJb90NO4Sltcpn8TqMviSsa38vIa+ff12yS/heqOymJ9Gok1+K4rhSsqVKjpWb/AJJsLKyjTta4vtqaS92TmdRZ3U8pAp28yg4trzdLrLqIKEKV1LvlyFI1UBYpWT20II7kdtv2s4Qo0WvOOwOBKlZEv02U0oZJSCBooi4vYWCuxOhI8r2dufoOMor8qjfda2wtXMQpV0u8W/ULmxSSOpOhQoEEZTqQ1jC0/AbrGN8JS115iK7kqlEzlD6UFYKim5AzEhRsrKTrYk3GzIsL+Mu21Y76TWHd4OEmKNih6Kuo0vO7RqlKaC1Jy2SoXsdbHIoEX10JuDt87poMX7ZNte6YtOffQnMwnoyq7qt5KGl9LC1r20si5uPJVGxa21hKoIlU6opU+006n5xa6gDZTaxqkp7EG1iLHZ/7n5s+VP8AvTS2EIdSpLSk9LarXJAPhBN7AaDt20CupIRMGBa1QcR4Lg/Fb+TxNZVqzJUk/wAeRHrtjrHlF5Df7Liz4kXPFfQuLITZL7cdy5CbpN1oDiXrAg2KiBbUbavxtUJUWjcWLnQ+x1f4ra/t0+t9NNNs1736N9st41CxvQXUZ34CGp7XzJdSRbvYfrai40J0vsnWV2GUNiJ7Msd8EvhQKThz357u96LSmG+rhqaUs5vhnMQQFWygggg2te5BOPYRr1ZgYjxZubxvnlRa20+0qK6o5U/DyrRlUkFCignQgpKRcDXRP+0xToE/BFBlOurioYlI5r4WdLN0qTxbDujMbKvcgG9jrtW7jN4c/CW8HDWI58vO/RJrSFuodLqHGCoBQC/lugkJJJHbt5N6QwqD+aUOK6FP3X48xRuqrNDYqMWLMXAlQ1rHhFi24Da6CWi27YX8QKT2O33hOI1QWkNcV9hheb4TrvFRl8jc3JNxc29Px22P7Ze7bC8/EcDfI1LQhur0lpD/AE9Ly2D0XTorOUOpSCO4SAQLDZF7tKVS5+N/slWcPe8cPYhpudqUi6Vw13sbnsNFAggg30IVt2pSxj4QGsW69O3Xx+ZQiq8LhymuBnYypQnN0OJ/HuO/59raDalxNi2jOz+aisr4fgdad6ktrHlmFja/mANAASfNz4LhUHBGKKTu+r0RFUlTpqmnV5QpSkozHmHBodSkJBGt7aWBOwr7Ub2A6NvkoWF6XhmEwioxUu1JaLtKSpZskpCdM1hqrS4HmbEi7T49zHbotmN2RFTIx5VJTTEB1njoYzJjqUgZk3tcBfitpokm2pNhfYg3f4WrOKJTkp2rZ2GFKzx0rGbv/eISBa5Frmw0vewJqluSaiwHKphzjylsJzuw+KEuuI/8MqUBmA+UkA9gRptQTGYDVBbn0GXKi15hKcshCCniJ/2biTa1vIEEg3BuNSjq67O2QrYMomi+nbN5AEcdNwrAaa5XlM/X151ftt29DY+W0Ot4ope7SVEnuy1vZ462F57Z+2hIAFybDXS5tfuNl1Sd7GLWmuVxHEY4HT98ioCXW1W0zN9jfTQEaXOt7AGnYrqlUqkuLiN5iqQmFZ2H2kFC8h8iki+YHp1uDYEG1ht5jT6PVNb+oc/3mkLaHXbWRNQ4I9o+g4owbPd/qtRiu8J2PmOdxGgS4np87620GnbttnDGtTxH7+cn1mrceVlS6jmGgpKmlXtl0sRplJ1vrpcG4/NXS4s9vlXmEf2rDv6t/IkaFJHe4uCbXAuNoWJcT4jqkpjn2n+Axlad4XxVJ7gqsTf0vbv31Og9ojk1BHhdFo1rBLjky85ig1533zFicq+haUSI6FnJmBvmSkm6QfodLkA2sNrefH+2TsCVK52E/TvitPxbJVmObuU2ULXFtDa6u1wdqORhzkIDbsDwP5VIkR+pLlzcXSe19AQQDpr57F+EhijDkVyfi2Ijkv7J3hZVN2/DvcmxFz39Rr1bIPXqN2q9Q/TEocVYIwlAa+1vvZDdUW796hcIMIczd3WwBk9SUiwNrgX7w93e8DDmA69OgYjicrFm5kRZ/CzobWoHKFAXOUaAi+lrjQED+xtVXapVOVaiLqNIfyqWlaCpSb2JIA8wLKBGvkTa+wfLwfPoMpvhS0P0ta88X5kuJvfKpJGhF+xAIPbvtFiozZitmlXV4NgwYZO4sdxR7yiymUMcB91rLHWVIcRrlcSqxukiyrdtew8jjDc3DjWHGIE+WwuVFd48dK19bK/MpBucpFwUCwtrobHZT4awliOsyn6pS+GinL6ciFZk5gLWy6Zf+VvLSyqeEcRxYrkqfLQ8wjKnwDMn01vcegN/p63Uto3nMxzpK0vKZjer2PWpTXFwvLX0LTkVHUheXtcKSdLXuDr27EXAC1x9UqzKlN1R2h5OOhKOKlZS0pfkBfsonyIGvYG99v3dq801x+fe+6sOpSp3hH4KjrqU62AJuNSLG1xszhyDsVz7oxKizUKadS06FsSGlC90kXCbpI6dCDqALW2Y0lXbjmn/AOhfLjI/MRM6TKn0FxqfkQ4whSMq2uttJ7jv4c2osdCo6gE2v4eJ69VN3LcBplc1nriuoR18NRbNzYkKF8qhlNwTa2tyaXEFBr1BxHwneA/TkO8VpDqylbiQLm4Cbg28wDci9vLbZe7/AHL7ucW7vm69ghpDD9XaQmVKhxwhaZAGglMJ6c99A6BZQsCb2TtoY2zdSxbFyszN7PNKapfP17jZ/hKQvOjw62AykdJFje/rsZxsUYcxbiPkKy77ufYdS0iUhoutKSSBZxAucvZRt2HcAXvArGDN6u5F2rO4joiJVIlSOXd4XUlvMQG1IVfQnuAQCRcAEi2wJgLdryFZn4tr1We4HHWrgKVkyoF9VjQ5gkHpI0PYk9gsIVPEwaxB7PrtLxlzUqXFXSM+fmKctvhKuSQpHdNjp09I7iwOm2i933sou70KW267Vs8XhJRHddaOZtI7FV7K7eXcW89Cc7z95/uHeMw7F48rDzEph2Uw6kK40VKwp0EDz72t5pTrYnb1npeJN3OF930TGVGqMVFBlQ0ympGbpyZLkE+o1FjqLbMgHZkwFh2+p5hV/d5iPdzjd/CVZZWwuK7kQvPnQpJ1SQvzBGovYnzF72sK5R+faba+fq6/Fm08x/Fu17bSt52+yBvL35y8UUZ5aKXKaahNKX0peaSVaq8rEk2JFwLG99drmmNRZXEdd/xI/W9dPy/b5X2z38jxBJFDXojtLd5V350dK/1vx/b5fs2vN2EBqgxZ9ed6Mi8yF6JUnQdz2sfJJ7jsddpuKYsWfK5Xi/E4qeEtfTlV2tfyFvyv+/njgtQKNAwvF/Tv9KukpUlI87XNvrYkHuLdtmqE+YhrW3YEv938N3EdZl4jlfoGF9DS+lOUD0uNPqNRb9l1iTG2HKNWWGpXjlZkJda6XWVaan9ZOuove2n0NHNxA1gPBrcV17JNWhPy5lK107d7X8tb9x22zxUcTOz8R/0y6+hD6+h1HUpv8RpcX7212vfhhF60z6hnO3p4oaxbP4UvOxx8q06Ze1iQLXt30HfvbbWe7HEterOHIlU5tfx0JWvpCVam+oGh0t2018/LEqqC7PlP1SBUYspCHUpUhMjK62u3fKqyraaHUbH2HN9ePN3zTHPvL91sKShedjw636j9dAFEdvPz2zbaN6ePuOCs44m9sKVyqOykRao7kR/ZO+FSVeh8iLaajQ632g7zcSyoEVyBAl8eV8q/D+F+48vUW09dlbSN6MXG+HG2qNW4tOqMpr7ut1YypX3F9RmRmsCLg2J1Ol1VXN/WLcJT5GF8eUPkq3F6uE7ZTUhF9HGVaBxsgiyhe17EAggBOhdhiNaek/zSY3v+xbFxk/u+xHSV06rozKhpkXTzXn0KN0kkHQE2JFgSbjY8o2+ZqVVGIEpldOfWtPS6sJUlXqL2zAkaG9vLU6bD0B/dzv4pbcDFDLbE1jrjq4vCkxVjUKZcBuk3A0OhsLgi23xi7dDiOVQXIv2hhVSbC64U+Ujl1uJFuh/J05yO60AAnXKLbFGirq9CGsoPxNk0Sv8ACoLDsp1C+jxeBWvYgiwIPqND6bL7Gm5PcZvQqnvTeDgOnVFb+Vp2exeLPSnyPHaKXDa5sCSNe19s54NxnvVpdG9zT6TKlMMeFpUocdnuMticqxpcLSpN9Li9ztHontNz4tZco1UlyoUqKtKOE+1lWm3awPdJFjmFwfIkX2OAyEbYEjaPKaArn8ndhKqUbhbvsbrfirTxY8efZD7KraZXk2SvXuFIFx311GXIm7HHns570G/tlhOUwhC1IRxU5mnknsptYulXa+h9Pz33uv3k0HHlBgVSLLirf6UO8B3xL+o8lW/I+WziknDmI6N7rr0SLNir8bE1oLQr8j2P1Fj9dtdSGXmKHO6eX+9LCm8bFuLYFUpeHpyKI/lyTM4WlSbXINiSCBqEkXNrg7HVJx3hLcZAY+1ud/j9DUppGZWtu4HY2/LTvtqXeZuj4tL4u6+rcBbHX7ufXnYeTbsFakH0vcfUbZL33YTrzWDZdLrOApq5XhdQ61m8R0cbUAUqA7ixuNCbDYZSNK26JTeB7RE+qV739hyuSmMjqktcJS0Zmgs5b2IUFdvXzFtmdg7fnvBrPums0uJnWvMiZ3T2scyVp8JI0IIKTcaDXZe4C9naLA4dexk9wIviQ1rl/O/n9PL9h2PKni+jYX+4UFlCIrHQpSLZsv8Aw/bcbZuqpR/iQ9W+XO/DdC7PqjnuuItGR1fHajujKpI8K099dfz7C99o26jB3uZpyLFq3NZMy+E7ZL7P0Um5uPqLDy2Aabvir2PKpAi4olrhSoq8vNRXXI/MJ7Wc1UnXz0SDcC3YbOHD7NBarLDXvZ9a30ZM7qglXa9god7eot27bHaaCrLL31iOLK4UCWvJmSlCOXzo+l9LpBF/T8dNiSm4ki1mBxZ8TgOZP0qF/CV+F7/5n0270ODiPBs9+VPxlCqlElNJ4UWosJzs+VsxGRwdrEqSQdLG+gbXMf0al4oca4qIUV9fxUZQ/FcQruVJKCtCb63GgtqbXvXxgbtFTZ5ESLiCswJUpyLS3kNzUfKvpzJB1sex/MfS9ztUSVOymvi1ZCH0eNDtsmbTvm8j/BHfaRjPAWDZ8VjFtG+Oxk5j7k+UqT53SpBCVJ+mugAtpt94aq7sWKxK+x0Woxc/6Vd0Sm027pVYpNx2SQkH/KohV8V2z8o1d911TkKzVkRWF5Vrz583p0m5FvQ6fjtcVKDFiz25/GhYopy+lS0LLU2GnWxD7fiA7WII7Gx8iOq4iadw5/Q1JizYq0KzRVRwl1n9Y5Cqxv5lJB08xslG6HKarMus0arIpz6Fqy5I+TKkeShaygdbpUCLm/12vgMsgvthPWoMVqvMOtU5aEOZVtPrt4f7ykWGY30uBew77F7eFcJT5Tcp13JNbTladS6FOqTe+o1CwNe4JFtDsqMQTsUSmm2pTLDb/SrmIrXwHlX8WVN8p8zYC99T6RHMN4tlOsSuKvmkZVp4TvUq3mCexHlcfTy2SbVbTsAmPqOosjFdsfbmEGpX6KJCQ2vxqSgI6vyGn17bf0DD8Wlu8068yvJ4HfDl/HyNvIi19l61vDrLVBbi1mnLblMZUcfKeq2h0NilV+ygqxNz9CMn2h2mmnIv2eqKFrQr4qV5u489R+Y1t9drNcFXzib9SLrsxGXjvFcWlu/FyTWMqUoQvKrp+YgkWH7du2Ca7hLFEX+hqi/CqLCPhJWrJ1fTW4/cCPLvdCtY7nymn2pWR/8AV47QyqSe1zl0/G1tNdhqRXJWHJ7EqVTpVIW+pSkKdQp+K8rv0G92z6WNu4KRtRLlc4E6jTdzBJmhX6xKxlPl0bhLi1eKrKjJ0okWvfOm9r+ihY66g9tqyhV3fS1zeHMOcrUYTClIfgVTqkQV+qTa6mze4UQTbvtL3OsUvG7vvmBiHPUYuXiodWM2ZOqfFdSjYedyR532eGHH8OSseU2qOvNxavFSqO+07b7w0bWWm4BJT2NidOw12NX4Gbla9niZ4nMOtT23cb0mgoflITHW1wilDykgJ+HchaFgAXLayL6lI7C2Xg7lYHwnfe9EWrPyarqXH7E5XvEQBpZXlp630H7Ru7ue7wMR4Ip9Olc6jLUabIShSJSe/ETcHrABSQdDpci19kPSqxPpcpyK017ryKVnj51ry/QpWScup0BI8hYbGMbR9yyzp7mEqM03F+9UilzVfpULQuOlYRoH0XKmrgWzAACwJOp2qMe0FqK6xKw5VvvXwl5mHeFzSRcocSMxbctbxAm5Ftb2E2qwYFZ4jtU5Lj5MnFyFCXE98txcW/Ht3tpsB/Y2qUGU37mpK1wsmRcdDpVwe2qNLZSPUA/j22nO33IJ2x5Yfr9UqmCOVxREirXws7q3YqM8hVxZKgehVj5ggnW1vMaoEThVR+B91Yi/MpCCppPylASbKTbWwN7ajW19reQ207g1ylxZed9DSEo6hmVrci2hPrcX/wBNgmhyaC06+07EqiKiwpTEjlXVp6h5rbN0rTcXuLEA/WxL7kf/AGhTh/DeKKDPfgQHYsqnP8VTXKulXQPKxJzjzJGo8xpfaHU8N71YDrc+LUEIhNqzoYddClNqJ1LJ0Wm47p7edtinc5TearL8pp1xbGdKltK8PF7Zwk6pOmpBAN+3Y7PSvUSl4jpb9Gn5EZ0eL+9/HnsTtyvcmRa89KlT2J/KZ3+pK86siXLHWy7AEgCxsDY3Btt3hxKpz7btGaRKiv8Ajiz0BK27d9QSlQN/W3kQNr3E9Gxlg3m6D7p5qKvNmadaD6ct+l1spssnTQkmxOgBGg7hXEcqL91/t8nFTFf6VuJAAPBUdVeVwATqb32CRthQYYCjSqX964MWEh/KnJxczXrYZiL+fbYZn4Qn+9PelLZXTpuVWV2FdjiJIJtdpXDcBGlyASO6T32mM133o1wneOwj+1adSUKza+SgD28z3732s4KIsB1h1qoMMRcyVo5i6UJUNdQAUj6K8J1uRfaN0tFozhnFFBxa5KqlQlIhLXxVI92qUtu9yVZUWKkn1Sm4Hkb6NGNAnu/0zg2owqpkRmfYXnT0n5iB1pHfsk+f12P6pjLC9eaiUuqckjJlS6pLpUttVulxJQojIdD3P/GrqOBKM1P5pqrfp0fAkNO5mnkq8iUgFJ/FIHlmIF9qkyjQfxnWt7UDBD9ZwHUaWuoxWvhNNTBxc/chIVbiAWsELyk2ANvL63Qb2N6GMmuFvB5JioxcyFraj8BbnYgWScqvQkADv6AnpQ92cV2U/KdlypqEO/ouY60/4FjMnX0Omg1FhswqPgmLFischh5bHTnQ7NaDS0qudeI0Tm1GpINxtI8pBlXXIDvPtz4EN+KvOnPIYkZU9++lrHzykWPqdiGeqs1SA3FalrWhacq32mhl0PzgWyn8QAfX1rKjU6Xhf7ri2oSqJN6VZ0qKY73c2StN0q7aggK9Ujamm44pc+ew00y/Tqjm6JkVRaQ8ntb4ZBJ9bAjS/lpcCVg5jDD1edn+4WqTzUqV1KdRma4yO1gR4VepsfwO3CV7MGN8ORW8ZYIq0VEpaVO1KO/0yHM3is43YLINu4Gl9CbW745r0qfy8Wey++tfxUOxXxxY6xeygnS/0KQTpc20IrMFe13vLwlPcoOKMPP4opyOhiQ78KalPkCu9nTYahd1W+Y7FV9sjmOHdP7Rsrd9Fj4Sx5SVvRWFqRzUVQ4rKiSolaCQVA6m4JJPr2GkMKb0MCY2aQaBiCK+44nNwFqyO/8AkKso/iARtjqpYlgbwYr9ZdwnFhIXmWlqQ03mSu1z1pA69PDc6+Z7bUdEqsppr+i8PPsLQtKHWF3yKVexISqxbWO4IsDa9/PY2+t/u4MC9G/mehgO1LXq07AAEXItaBnXdObT0sCDr9NspYO3+42wbVfc+I6hKfivZeXan2UpN+ycx6h6A3I0tckbNTD/ALQu7qvO8XFlKXSJTC8in9VtK9LqTZVv8Qt6E7WFW059j9os9DrG/CqrrsVt2fT3Iuf/AH0ftGo/MDawSpLgu3tDpNao9dhon0epRZ0VzwOsOhxB/MEjatccnuVjhNtLZRm7+Srfu2oE3H8RHUX/AEwHBOTjiXbsWK8OG60hX+JO1a9hiluu8VprgL/WaVl/d2/dtcp2ht1SnvS1wW5bJfb8TWcZv2d9oDuPUbWxx6M+YsSVFHC5rjo/8XxftH/DaeO237tBqVRiUiBIqc95DEaKhTrziuyUJFyf2Dav3GR7i49oPez/ADVYHfn09pb9am/AgNNNF1SP1n1IGpQ2k5ja9zlHnt5qY/qOMsRz2JUCXFfhP/27CnWJSXSTmOozKUbhRSqxGpuTptpOv70KVvoxi/XQ7UKW9CUqLAVkzoTGuSM6NFArvmURcjS4NthHEdOdo1ecaaaQ/wAdXxU8JKc17ka5QCTdVgoC+trEbEciodv/ADHqK9ozLDdq1Pawk3Fr1RXKW210KdVn/LMdfpe5/PaRRTuvdanyp8uoomwczUhakKUqOkaABWWykHUE3IF9bHTathYodpbX/dVoQjJld6Vpt8h8x2100H07W0vG9Lgf0phyJ/SK0ZlRULzpUogasujoUdMwuCCNCTpsrmGgtiTdvu+xbVHHWnXualKTklR+pDlrDhOAKC0gjvpY66nz0Lu4wRyFGbgUuIxFyI8eXpV/lft9Nl/gapQMb8N11qKjO6paM0MxZDbo7lSbkFV8wKk2Bv6a7P6gUpqlxeK7L6P/ADKfw/i2xBX+YJ3gjW91XPym5VUaYlLR/fWlSb3+t/rcG/07bJneXvHlYDnuYN9yLfQ+0nOvKhK+AdNSU8NxJsRrrproNjr2ld69e3c4cbrOCHkLqKH2ko4qStrMpwAhYHcEXvbUdxfbPdaxfjfHle5+fT4XKvtNdaHVqdh2vdRSEkqQVEkKBKbWB11NWCrJRjG9uwnbkYFBfi16t1Thzc33Weh3gN38WVGoQB2BSSO9gBfYGxBgHCUqU+7FqNRi0SU66mA++10s9fa9gUi3ZRtcdzqTsN1PEbuEmmGp+Rb/AEqRwFIUiQka2OYgJvYWGhBN7ntsdYDqdGxHPbiz8PP0iFUcvNcWUVR1LHnk1QOq3UAD2uAbbC3qpw0szbBmFNBhRYHu2gwGXJs1jxsNOhKlNZQC5lcOVSNB03BGgvbTZnR6PArMVv7ohmUjM606m8eQy6e+UixGosR2PofJMb36fA3c1TDUrDkvJkkKa4TTuZTaMl8yDqFJ0tbUgH6bUmIcc1ms4jcixatyr83KuPIQrqbVoLqT3UD1W8h5D1kiKGze22ObFu/z+aCA3A3g0l/wqRFmrRkU9lBNgqxQ7YAk2N7D89kFSvaswli3FFSqkqJF5JGVr4D5VIbsqwcUknW5PYAgaDNfXZgbycJ17eD7OeJcL16rc6/wFrUqQ186CFpOgIDgIFlAXB1FrDbzzkbu6NhzEcT/ALZcPP8AFQ+1bpSSAWz1FSFlJA1OoIASLWJP5cGCfSh/unoJTccYIrM9uqUHEPQtGd2HIXk79l8NwAoV+AF/qNRT7yN57WEovPtS+hC0rVwlJWpNtb2Go7G99AASSNNspVettVmlsUal1aUtEVGdparqS2pPYJJ6koJ+UWHmAnUlcYjnz+ab4tRfW+jKlHWVZVDta9tD2N9SDY+e2c2d2BEm6SC/viNzebi5reNWWIFepL8GnSv0s9phTqFZSkgAgnKsgHUFRAVcixI2PcH4sxRQcJfZKfVl1eEwlPKyn0hS20X0AcF8wGliAnW+mpGy3oM/BuLYsTDk+nYhpbFRaUiYxo7Fz3B4yFAZkDzyiwGvR5gtxXRqXKpbeF8L70qdTqjFWjO1UneAt5HewWenz72N+2ltmqK9omrTQtAAEsZ2CftHVG58p5FUYXlSpiQhTSoqfLKsAJUhWpuRmB0BUe0Hehubr0qlt8hVuS4CkOx3VOnjsq7GygoZ0kdJuQToCL2vNwhjLeNAiuUtrCdOfq8JCvu7r+VqU1nIORYJB075tPz02H6jiXHlGafxbKwbNpbbClceGiat9LaRofgmychuDYHKAQLi9timvdDZiimUjfJRqy3S4FQXNfYR0NOqzMPJv8mdI101QbEW7bOXdJXML48/ouqUn3JiWlu5ZUVCSlCvK6L62voUEC3cAi5F7Tt4m7mVhdh3FERiLFlLS0n3zFeaYbkWFyzJFwkkgXSo3HbMRYj93bKw5VMbvz6NSWGJTCf61FlZ0vJ6rgp1TmFtbAHztcHauzbzE9bcaaSY9MPUtqA1H4rK1sIy5lfLmFvL/ntYrwy07KflUt5CMmVXCW7mT+KVDUg+V7gXsCRtaUOmuuwG58B5GTp48d35b5vMaHz1IFr+eo2H8T1vlZ7lL+JFW410KUno/d/mLg9++m1nYCeJdtzbjJa4DrXwp7XDWhOXP+P0t59wPP02z3jzGO8al7wfslPiU5unLQlUeU1/aJK7DQdraXTYnzFxYlxwHJUrh8/L+AjKhKkdfTcWBF75dPO5Bt5DQM3z4ai1SAxPgZPeNPSpXwl5VOMa30BuoXAI8wRcG1wVz92RHenWjvAPAeJjKqNV5+BWafF5JbSF800rqza5r9wT2GgFzc3A2aeBsO0vFEpuK60h+nP9SFLulSbjQpUD066ixtfXZG4WYlSsR8rPlsLivu9f+3SoXOTW1iSdTcggAgjsde4Nw21AoKGqXT8iEIzrVlyqzG/c9jf+O2xw+6ew3bftkSn4Hwlu+gOOz2nn+v8ASurDvEuLXKrC6rW0PrppYbZ73i4npdepdawRFpK5tOlKTkadWcyk2upxDlgUrChfKoEdjmGoDl3tb1aDg2g+66ph5Fbi1dXJ8ViZwn2XyCdO50AJ0vYA3T32xv8Ab3eXhyM5S59OYr1OckKXCqjuXjt3OnGAy5XACAVAJSSLpuDlE7IRd0iU+hV6lym6W1UPekKKrKqBUmgpTdu5CVC4BtcKbFr6g+hg3hejVRpuLyi0RX8inYc/iIYUs6B2O/rkdvchCioLAAJAuRPpFRxRjeU3Rvs9S6RUWMuZ2oyix0qy9ATlzKF9QoEJJ73vYXGIqHjLAcB/39VqDKpy+EiVHQ6HUttFYylSCCkgnUAAm4uNQCKEbfUkpn1GPR8NOxcERIHBcRyqEtZMgzZS2DfTTKQNbEp0uL7CWHJ0XBs+XArMtEqK+7niqUpteZKrqykKBsoZsoN7kC1zY7F3s7Uf7UbuZcWfT0RZUJa0NOxZvHYUkKISUOXUTcWuCoqB7ntdX728P1mLihhql0+VVM+bPD0zKX027qTe+ozXSQRe5vbZYh907aW8Zpbc/vU3XwHfhPIYRnV8J2OU8FQ8SARcAaElJ08hrcbaBbxfg2qReai1aEtHjR8Xp/b2t+46+h2x9h6Hu+pdGbr28Z6nYeRy6WHeYnlTDagCA2p9ZvnF+k9QGt1EC+wFSscz2seS8OYNxCw/RFqdXFVK6XU26VN3QdU3NzbOhVs2UnUHTxmc3TQx4M1/vBxfS+Qc9zVGL7x4SuFnXlS5fTIopvYH9bsB5W0OcqlvDqlZpfCxGzUUU7mFIWhCEOpZVYi6wgk5Aq2VYsQRcEGw2qMOUag4oxbysDEK6XW/A/FU+VR5F/7VBGrTqbZQEkEA6gG9+mN8KYyo3HlRXfeK0ZucaVFyv5bHKQpuylt27kpJ1uQb3BU/MLpdCunJPszjhKFF3l0ufK938evYezR5seQkqTKi+JLnSApLibi6wAQCbgiytobVNr1BpfvSA0/kQ6lDsV10upSkBRCkLte9iADcDvr5Glwbi6vUuqMV6LElRaow1l5r9KiQ0SkFpwi4WARdKiMwKjYjMQT2oKnyv6eo0vJFryFqYa0UhS+62VZxlIsFkKtcgG4BFyxu3RwydubxxKdxHE+0eHkMPIdSlMpTQ4qsxASVFHp+sRe2gve+xf7W8F2fVKLPi515Gncy09WZooAu2qxSq5y3AN9DpYEhIYvwbvLoNGgY8o2IVrpDD6FO8ldDsH4iQkKGuds9gSLWKRYA3OhaJi/Bu9qjQKXjKX9nq3y/3eqR2ssOVa/6Rs6JIN72Nx6q7ATpOBinwxgifQcJN4orLr8ph/hOrQ1I5eU2hRsjhqVdJJBuUKHY9jqQz91yuFKgOu1ut8rVErYitVThvw5ClalsONm6HVa6KuFX0sQTt94wwbjejUFiBPq0XjxV8VhWUOwJ3a5Q4e1gT0EiwuCkC2w4zS687RuLhx2FFWtSV8u7n5dxaV34byDcNWI0ULpIUe2h2C6ST5Trj+TXqXWW4H6Bhbq4qlsdSk2HSvQHUpKSULFiFDz12CpO9CqbtKzyvuN+ooXljurjoWnKgjRRRqlTZHmnMi9xZGuztYw87iOs0nFs+nRfvUBLUxqUgqUmUkZQjMklVigrGhI+GT2OqTxzXvdeLZ8VrDyEMZ1tZ1JKvAnKCRYZxdJIdTYkAeMgW7+XmVD8S1hY0qmN6zHlcWKwhDS/hSmipeU2yHOnQWJJFgo2BBvYbAtR3Zyqzi1z3pLfp1XQjI0pp0JamNDqS4jTI6L3UCMpGaxFwQJmGYE+LPbr0CoVFjO7wnWkRRIjpWT3sLFQFza5vby89nVDrFGlQP6eiMRVrWlK3YvgUrSy8pBKCSPCRbvYk3O1QJZIhq3uRgT6XwsRy19DqeFK4GXhrsesq6rWIGpBA8wAdtG7o6ZKi0GBFlPLWtDCetfTmQdRpcjtrcEj0O1FPgRWoEt1qXCfhSk51LzlTWYI0JQdQSLdjZQ1B1uZm5itRWqNL4tQ46ITuVTSneKptRuTlX4ik+Vzcdiew2y+o0s2HErZXvGJYb52ovIONc3wFrQpSE/7TW1iO9u/7NgXB+LIGA4DjrVRp02LUUqiymnU5OCs2yi4uEC/bPrc6kaHal38VPEePOHKwkywtinK4r6uKULSpJ6bAgiwtck2I+o7KuiY1wlwvddZqD/vRaOFISiKVrTbpN1DRQKtQSAbWsAL2d0db115f5irf9OnAzImMW8eUvHj9Uo1QRkQ6pHLrdKlqj3KkhJFlZkhRI1UnVQvoLtrcvh+jYyrNSrNUpyPeMqOiLNU0sZHkpGhWPJYvlJtrlH02DCzul4vFqmPOSczfpXb5Er8goFJKdQQBoCdB225VjGVU3acSqbr8e0SoofTklRZCwrNcW4iVAZ0kEjQHUEA3vfZ6nOcmZ41dzPh14iqxBudnwN5daiwKj99ivqkIYVZp1LSrrbcQSRplukXJBKFC5NwNC+z7iBqU1LoM/4dRYd6s6MmbzN06BKiok20v5dtktibe07Xp9NxRiiXSPe7DSo766ddpDlyQkhsk5FhBAUB0q0Nh22N/ZxktV7FGJcUNS+ablSFO5M/W3olOXW3Yi4toe9tLlHWkuf2jqILfP8AE0tVIsWe03AlPZEfr5vmvprrf8tf2bCtfwjS4sVz7ojOj59M3r3Pn3tf6/l849rlLgQENVmWthh9eXmNE8O5GvmND38iPXYdotWqkWVylZl+8acvpTMSsZUqOiQ4m+ZBNwBpY6a+mDqdc+m8NvB+Yhrh+oDF3v6w7WZWEmPcPAW/nT8KQkKQ4m3U2oHQ37a+fYjUjN+HMK4odqjFLap0qLOfX9zaQkqQ4nUlAUTZSBoSCdALkg2O228UU2gz4DHNS5SF9XCdj9S2+4PRcZ02OoBv2IBNhtBXhmjYIoL+I2sk3j9OdjpUpRGjeiRlJI6rgG/fQDbd0D7qw4hK9b54+IX1uvNVn2X4lL3g0lc1GF1MffY6ytLaEJIIcsArh5LpKiANQdLAhYYR3pUufS4H830RhCKRKQ0pL6AnoVYKKUm5PTr1XJHcX2J/ZUrFUrOPMZ4IxlLRWKJi+AtMVpeVPJ5Qpt2NksBkyLuCQVEhdzcXVmLBdGn4DxRiHde66tuo051+m/ekDPKUwooBKwMyVEJzJIsQSDc320gN81q7FsGRNObr93zsr2kcQ4ynurRFlU2K7FQvqQlb184Qr0HDUCL3GbsNNspe0ZvLgV72gq7Pd4EqLTpSYTTrVlLbSyTe1tLZr9tQCRc9ttXbuMYT/wCbR/GTv/nRhRZEOVlWnNmSSlJAFtcxV2IuTbQgHbF/838DFuI58p37qt+U+6pUeyVOKJJUAk31uTfW47HXYTnbDY3TR2Fd5TtUw4xKgNIz8LhLWl3xWBAIPkrS9vI+ottSI+FVOflNZ86lLWv9Zf5fv/Dat3A0ejSq9L3ae/ESs+ZUVbqENOpUk3KPDYkWubDtrqBfYs3zYIa3fNMRZVRR8foaU6oo8j5k2HkNexJubWO2ZfU9r5E8d1em+/UbV9CA+JqjKnu8WBwGGEZehPhVr/H0sTtW4YpsXEdZfi8Jhbn9qh1fhUTpprYdrn8PpsT7mqhRvtG5AxlSWOvoS7nzocTqCki4Ug9hqbEagnUbMPFns5UFp1zFu77EMqEh/MpUJbp+6q7fBPzIv3QvUAkAna2n0m3zeU0/TL0Gfn8RK1XdXVKXWW5UWW+unZv6rI60p01CF9/yUCfqe21lIwY01F59p3I+wnitZfFpewHkfre/pba+pFZxHRuI7P8Aj0uE7wJi0I4qGVdJ6wASgEHRQGW+lgQQOtfLrVUYqkCnvrgryrkcuji8FR1zhIUSpBB7gkA+foWxBniauivtV+1fx+JT0Zn9A7xlv/rJT48gN72HfXW+th52sNuWLt6MqU6xheLEYlRcnSvME5rm9vQq1Gml+3cay6ngyVjyqRHYGJ2GMikqQ/FWWn03BAVbsq5HiQq97XJtcgW9DCVZwRihiVKqyKu++v4q32kIW921UE2s4QbEkEnXqN8wHVpx7M26xu+YxGKFWYFLYqlUwchDHMKaS6+k5ErACxfTQEA2Iub62UO0XE+HovuFustUOLkir+9JakDM2k9nLdlJFj4CQb6X7bWmHN4nP4In4NaeW/TpqFo5OarNy91pJAUrqTbuNSEmyhYgHaLu6oPIOy2q88xKok1HCfjyGs2W5uSnqCgbmwSbi4BSbjYyUjdxCMoVZa0ij0vC9G96QHcjcppSkLjuhaHLX1H1H5EdrbKTGWP59elcrS/BmVndWnKlSbH0uNASTrc2uBs0HcGYXiwOVpePM6GEqRwF9PmfM36h2JJJNgCTsES6DFgcRrhL/wDIHp3uPK3mf27PLp0nldQHSwviC1Jl4oi8dqLUeVQ+1wHctsriPQ3uCO3kNNdb6keGp2I6D/7Ns6P/AFXy07aeX7tuTbDXF5U8dC8/gW0rL/l6eoAv2J02tG6a7wuF0ZP4t6W/DY6JWkWfUuy7SZBxVOqmI2m2p7KJTLHWjoyqTa3a1u/+p+uzM3L+0lF3SusNT8PPsIRljylxVnI4kJtmGa9vIFNyLWItpZZzG3Yv9jnQj+Pw2hKca5/71kyL/wBq1m/P0+mo8htV7aG4h9PrXpGAZqLE/taYI3l+9sL4owQivUhcfhNPxVcvMS0sJJSpCykLSF5R3IvY+QXspsUYC+0dBcrOF6tKqlLp3RIhVFotVSGgC6LKFkSGTnACtFpvY3AuVVU8NRXWuLFeyL+RabZPy/4i3+m0rDGOsUYDlNxZ7vNQlpVHyLUtTTiFIykGxBGhNrgEHXtqQmpf5DNVOo7xg8SImhNYcrzc+BERK46PA7fKlIOgKtbHTS47aki99m1giPjzG+En8Bz3lxcNLdS6uGheZCUnRTZ7jIoZbgGx/DuDzsQRZUr7g64hCF54HFSEupUO6Fi1lJPqLg+g2INymNIFLxk5Kd5pHHkK5pqO0OlR1BylJStKr2KSUnzF/IZuK+LR1HV1i+xHg6Bg3G79Ba8CEpW119Sb9gNTYDy1/wCGxZCq7sWluRXetbfxUL8P5fv/ADG3zv0nwKpvQclQGlxc7DXMIyFOVepvZQzC9wSPI32HH3eLF4Tr3Wj+O4P/AD+vlsnnnxhqFGDOa6061Pbn+D4vR/dVb/W3nbUbXdOdarNefxRPyMMRUJQjrypTYa/RIJP7SdhGYzxfhfPnzqV/Hr+/9h2HcYY0n8g5QYGdHX8V35VJ8gRb1se/f8b7MVlpma9NpG2cscY1dxHi37g7nitrSlpr5U2A/wAzc3BF/ptMxfTXcR+7ao1SW2FsJUiRwrfG10VoBrb18tAdNQvDNKqjsrmuUXkz+PIcqfz/ADBv9dmvS8TcrKiRZ8Tmsicikp+ZI7G3n9SPPW217PtiqF09RaPwosWqOOtPPsL6c2RHVltY/st5nvtMqVHrNLpces4SxkxV6dK6X46ldbav1XEKA0Iva4SR5XuDs6HYOEq9/WqSwx4c6ovQtNx6C4vbsQCCe4PbYIxHgylwOJS6DUGKuxK62uKxkdbTbUKINibjytfTz0HVoEGZqUDxgpu2xnPoNZY4TOSKhXx4HiSlPYlHqP7vl2F9LbZkYdwRvVwvTff1JizWEIS7DfyfFiqItdKu6b+diAR3BG2I5eDZTTXFi+NH4qy2/VULEW/VN/Q7OL2f94dZgRX8OVTrWx1IQpWVLiD6dtfO34fmbxaNI+1sNH5QN1GEsJOt+64jedjKtPFurp7pt27eR7ee39iysxYHDa+TPkUnP1pv6euup7X2kYUxZz89uBwV5Fr8C+rLfvbzFvpppe3ltRb4g7RpUdp2hrlMLV1usfpW0nzt8w72OtrdrWuvbUXHEtdb+kQh5+INM1Z2LzDTT3H61JSvVPT+HcX89gus4Ii16f75qjq18Dqaz/L2FgbaA+YFgTr3vc8q2H3aXFYqkWWtbC0JWnpHSnz/AGdvxv22G3cQRXXXIrTPA6uhCLpTlP18tsrN1XszxVuv1QblpGbnSsLutz8OOrir+fhK/SJ00V8p+hOo7gjvsYU721sR4Sdcw5Xpa1ryJUni/Lced7m35kH12CJX9p/vZ0+H8fLYCxVSmq804061xOrpdy9Ta+1wdT+Nhr6HY9GvuU7XHENR1RicWCbe3Xe1PhestMRao8iK+5lyqQ70qV9O9ifK+h19NnGjHWF8UReE1LYf46FZUO26vW3kfy2wFuJ3MSosB+qYtZQuKtP9Xd6kqTfQ69iRrcWIvobjSBX8TVnCWI3KNheov8qt1PAQtZWpPmLKtr9CbknW99To9yb1NiuN02FvH3TYIxvwIDVWlUha+hHCWMqVa+RBQoan0OvfsRnbeB7D+9p2e59l64xUWEeBcVJadUk/3VHvb6m/7NuFP3348wvFiRcUU59aH8vCddR0PX18hob6WJBB8hex1luK304XqlLY/pDgPrUpK2lqzJSrz/aToB+zY9A3cyt14xtQzKMHDNBdrP8A50KXnQ7lQ7MaCcyf1FkJATbUC4t9fM93I7UDGUCltMscB9eTLxRnb00W2oXCk39CQR5g7C1STWXYHNcpNfWhORDvKrd6fO6kg5ex1NxsN0unz2nff0DmlsRVoX93s7w/Wyb6X/K/fZHdNrxmrKpu+rztLb/pZE1C2lfd5SkoS4g/KCQE9uwJGvnsssWYbpbUVvlePCqMVSuF1daVD9VSD+3yPr5ll0jHMXGW75jlatFRVIrSVI5pBUw5bQtrTcKHfKbG4PbYPlYgwlxW4GMqfCp01C8qGlOlSUq01BISoAjsb/mdpwQuZxMDaBN3gwHW57TSOV/t3cnXm7XWkWz9hdVybeWxxTt4UXlXMOVnDy+ay5uLFazsPX9NQttYt6Hbk5WMLyuI1S6tUGPFn6A+0r8wQopPqRcdiT32pHKthz4f3tFIqCE8Vchp0ISlXmFJXoR30t537jaR5QDP4+MNYUyA1Fb+M+heX/vEcqVp63tm/EEH6jYA3iYTxHWeJVMEVbJKQlXFSxZSVdvGlQKSCe1+2mtidueLt59ewu03K+5VSnP5kLU10qT9QRodNNAR+R0GKHvyqjVZ4uF8Joq6/wBKuPmEd9WnZJBsTYaAj/La6o49TK/6gNJGBpGMmmn6XiOnxVrXlSnOnIpKtNU6ka9zp9L7M/d5Q6pPnuO15nJFYX8LJ1fv728iCO4v9Nk/vEx9hzG/Dn4X994axRFWnmIcpoIXmvbKoIVrfyNiLgEEX2cO6Gu4tqnDi1lpD8VeVKJCmsq/qCoWKrEdyL28ztWqgdzc4ieoqsClx7hZj9GF3aW5F4KFrWlSVryDN+SrXF9s+VfD8CjcThM50L/X8X+W2l8U0KK7F+Eyh9z9dPV+22yzqO7qfP4cp3OhhhfQ0nxaG9ra3P5dvPamvqN3iomA5dXiXFL4rXNSoj6EfrospOnkU9/U31N9iejSKDXqC/Rqo1FlRX0f2qMyUr1t9R+NgdmTRqLQWoDjVZ+AtCfmSEr/ABA0/HQH92yCr1VgUvG79LoNRi8Dpy51lKMxvpe1wodykjzFtO+UdMyj9xPRaNTdWB8iFW7pyLuv48WsxF1SlrdW60ppY4raTbKNQCbW0JJJ9dRse4SwfPxk7z9GxDnR+l4VUW5Hdb+qb6gg+nn52274Pn4SpcDkN4PuuKxNytcw66EsKvewK7gIN7Wvb6dr7Ve+PD2I918BjFFGalVvBr+VT6YdRLTsNJHjSpKVhTeouRYpzXPqGq7G9OJrV2gHtuI7qlUKzRqC3Ar2LIsphC0radamlEqOs+ov8Qa+JGpHdKthypQJU+l+/na5CffQlTqH1tNr4yAb5VKbCbq/vaEHQjvslMK72NyLTrFUal1uFN+ZFZWZDCleqXMxSNbg+GwHbW2zcoe8CjV6e3yHuRDErxLYdQ6xISdOtNwFWPzaEC+ultjkFOYz9v2yLTWIuN6W407SXGGEK+K6xbK2sAa3FlJ19QL+RI1IwjEM/d9iNuBP+OxmShCnVdCtDa1729CL3BFtQLk8xXTYuA+Ji2gu+61vpySEx5uaG5/dPcJX2ABN72F9NE7iZM/GTvPtMrYYzqUrP1dJ7r+oI7H8L7Laze9PhFNUXevCRyRqFRsZNe+cL1HlX/G7CdWhbCld7pJSSk66AkD6jy7YV3Mz6pVJc92WuCt9aVqS+6FpzdiUq7gHy1I1/LbO2G8SO4NxG3xahKf4fiQmR4km2hHc/Qgi3Yg+TU3kbyt5dZwHLlbluHUZqEp4tLkLCJiU21LCtEu280HKSm9rmwIunamxvFzK6V32YeOvDW6Ws0GfzVLqNOlLX/spgUrNf9W4I/YQT+exnKou8aU1yrsSEjw9S1FSsv07f5bePkhzf7KqjlZn/bVFRzKzrUqTHUlQ7oy6ZbeabAg6nXZi4E9q32kcGtLozuN6vKhfNAriC/w798pcAcR9LEAd7HbWOo2fMaHlNrY5qP2IlOO43q1ORFXmyurupDajewNjdKj62IOna+wRMxfuvr1Llz6NUGGMnglRZQqNNSs/7ZAIdY7XzBAHV52G2MsQ13GWPK9z+I65KqL7686MyjkZ7aJTewGmne37tijCFMxHg2ssVSLT0Sl+BbS7qS4i9ylQ8gQR2PncWOu1FvDRgJ4x8YKwLjfEe8Hn58unP0RGXI7S6iHUuf8ApRK0BYuD2sLW1JvYNLG9LwlS+HS5XHWjl8q0cwFNZvQnQo0075ToNDe6gxD7Q2HMGxYECqYNqlBRKQpCFMRwtCfokWBt31IBBFj32JN128nC+8vm6NQcTVGVVIqFLVFkNB1byPMoQsHiIBtfJYgkXtfZkV7+Z2YZYPwzhyBF4tB5p9aEp4sfMFrb8ypPzZRcmxJA8iR3u4U2s8Vyl8pwGMiuXkISMqdfmRbLbXyBBIudhGgqlO1RvhYeojEphf6fmFwv23zJBNuxI17EbFVRxNKoLv8ATOGVsZ/GuPKz9Ha+YGxH0JSfUbUerE7MjVmHPpcrn5Tsph9GVeZi6enyOguB9R29dmLu3xa7iijT8G1SrZFoQrlXVrOdKe3iFwoC4sbaX1HqDU2suz2uFFqKMi+ppE1ZU16DLcEjy0GgIItsFV2t1nCVZ593DzkVbEhPXDdOVV+xSUm6Adb3SNdD6GqyD5Q0iYEd96S4tZrnEQh3I00+7mazfRQv9Ldxf9gL22sG0Ggvz2noq34vW6uPlzJUdALJ7km3qDprsOneRRvsv75i1Bh9iVl51jRao6jpd2OCOk+TictjluDc3E5WH/uv28wu0iUwvKh9DF3cyLi5TkAJULA3Ta/kCdNiASk7y5dLrM/i16JkR41tJdKFNqVc6697aaWBtp67dExaDFntyvdy+AtCcsh2ylJtpe+trW7f9dh5rE27mqT/AOlHZXvuKtTTU2KhXxFG3w3kgXsABZLiLA9jfa+qG7PGWN6W21hJ5DbDnVldWU8axFtR8o7j/gdoaXl2jHFLoM9jlZbD6JWZCGkNKzvdgSUoPUB5mxt59tr+LiCLiNri0Gn8B9HQ+006EqzEWJT2Ch39DbyvpsDwd39ZwRKY98sr5XOrmoqsq1JX5LTn7+dgSOwsoaXJY78+BP59qXFWwtCfioilh9xXotJGQqHkoC5B1JtoMzlg5jeFVIED3o7XJsqnId8HCDvKqt3ICbgk/MQB06ga7DdOxbS3ZTDUVlaJrCUIadV1R5Fx1B1N8qTqD2FtNR32MMbYBxHjeL9qMEYhX8zUx2moypy6aSI+i0aa5gCnS9xcg0lKw57hge66y05UYr7qkrdU0cvFAsbOJSClWthcAm97EDayOy+pJxDio4yqmEmoNUo0t+kPryoXKYulOY+pF0rSL3AN9PXvs7N1HtJCsVhGDMWVanPVRaM0fqDTr6PWw6STrawBNjpptm6e81hyjMUtqrSqjnytIantN53rC9kqQAlTg9QBe97DZaVen4oi4jptZapLyGIU9LrqeEUuw0nUaixCbEWB8rH0IbS8MMWRZ61aeobONcOSpXur3sxFqC0/DjyFBClf4bnq/I3/AA2EcM7sazExtLxJiKoIl51qdaU0s5VKPa6T2yjQDUbZexri77UQIFGn8q/ni8VCJS+E+2sEfEQo2BtfWx08ztFoHtG7wd1TrcCVVpU2nMKShEeqR1utZe2UPGykX0AIUofQ3sDVNwRWff5//MVbTmb8uBtmL2od8XK1SJuwozyHOJlfq6+EVoSjullRAIBOiiD5ZRbXbvh/2w4mI6Mv/sRNp9XyZGkuqKoql9h1hOa179OW9vxvssqQuqVmVWq9xWEVSU6tUhLq+mQpXdYvqk/SxA7eQ2GB2+WlqqiDzKKkYIi1SU5iOlxEcdGRT7UVSc2UdllsmytdQQbi3YAW2vcTYR59piVKreSKwlWfitZkpV59WhH1uPLsNv3CESjVmU5XqDXOVrbC8kilrQGlOZTZVk5rOegKCQRbQHsUVp3i0H387klU7PwJS0q4S23L2se+VwHXKe97a3tsq/kcxzMAnsMuxWv6Lq0KroypQ1zCA7luL2Su4UPUAkgDQWttS4BiV53Fr+HIGE4sJa3c3HTnVHcRc5uki2Yefmb3+ux/QcFUuVXmPs5LXK5pedTqncqld7k6AZh27D0N7W2fmG8KQMORW2nci1/Jn+np5jYlaY5lXeU+G8LUHC8Diz+Bx1o8a7JSlVvL9UbRMUYw5CA57riLffyqyNNIz5rAnsAb/vP02pN+28yg4XoL8p1niLQnw5cyVfs9O58tsHO79p+MpT7WDcT1SLKiuqdjsIdy/jkvf00SLi1jbtsUmUA3eUYjWPd42Ld40tqJgh9+gxVqRI5hpXCVoCUJzpKcw/VuRqbgbM2q0nCVBabi1SkoYiysuRqOotKjrOUgoF/hmyjcIIBFzlIJGwbuJ37Y3xHij7G1nE+SqSsiELlQ23WkrV/tFHKpsm2ma5OhBPYaQxFu0pf2c9/bwZdIXKhIU+t1pBaQn6AqJuLdrgg+Y9FrfWZUvtaI2m7nKNwm5VUdXKY4uaG74Vpza2sClJV5XsCRpba4qTtLpdBc5WWjlWOjiuoy5VJHzqsEp9NbW8tgPerv8gYSgOUvgrfivZkNNKydSR9TdJ1ULp1I9BodssVDfRFxbXvdc/GWJaRCm5YaZkVriqSlS7BpbYIUppWaxVckDuD3GeiG1tzySd0e2K8bwMRtORYrv9SdVzCFO8VEddrhXkoApKbgiwvcKIOwyxjZ2LjykxZ8tHKvvp+Kl0Kyr8NleY10v5djbbnC3Z4SwHS+LS64uqLmp/rqU5eYui11p17puAnQW0HY7RcK4Go2MoD7UCrIYmxehC0p4qm1BFw2Ujque4tcG+hJOjqHPECibTmaqxfiGVgiBLd5vIxVISuE6lfQ5pYhaTdJuFdrEn0Pbbz+qLfvmUxVItJffyLQ1IWiy/hC3xFAaq6RfNa9rXAsCGrjFze01AptLrz3vSkMO8JqVCWv4KtBlfSbOMgkAA2Un1IGgp6Vg/3M64196iyuEhCEuoCeJa4BStACF9rk3B7HUHYxEMDOeLMGO0tqJWYstD7FRzdUfoWlZAsClQPY6dj9CdvzA+6CqVmsuVmvU9aENpS6nOnpUny1F9CCe97Dy0JA1FxlWZVeYoNeiPxYqJWTM6g8DNcdAUqwCrdVgQSASBodtmUduBS8JRGuLnW+0lSO3Uk9iFAkLGpsb3+nnssa5aLCj0aL8Np2JnbY/UQUrSj621/Ai4On025Ywo7sCs8hPw8xNizWuK1K0S6nS5QoEa/QjUX7XuQY8vPdnuNUHIhx/Kvy8It38yk/S+vpYDYpqeAncRxYDWMmv0CuK1405VajOgg3FyT3JBF++1sqgg7b0qHnEFHqzWDapEr1Lp/NMRXfjsJ+EtKDa+WxNyO+l76C3kCbfviyjT8G0nFGF3X5sWorQ1HfgWWp5Ku7SwLdtbjQix8hbZt4k3X4X+zn9F05b68n64VmVfTzt9O+guCCdQn17q5VBiy4GF+PS1rdS67S5SS/FcfFrOhCjmaUfVBtYWsQbEldyHjMVXXUscZlBu63Pz5VLn8/LqKIVYaUmVHfQtKPIAllYtp5KI+lxtcYMwzQdzdebi9HKvqVmXFazNJ6AErS3rw7AEKCSB6A7S8M75Z8+qLwHVGURajFWppKo7pU09lWU6gg2BsSCD6XAuBtCx+7XqC05VJUTjsZvioTbOlOvYeevlpcbUsctxGrdONTWUPzHm1iuLS4vvml1xhaP12n835EXP7CNNs5by98+I8OYtYqkCrReVQ7xVx3bKTITxLkEX7BPa2n7Bsn8bY2d+JKd/QP5EtLSso6tCQAbWI6hZQudO9rbBFRolZr3IVSK6tDfFzuoWsqTlAGYG/YevfTy9QWLt9zIq6VXW3lzPRLB29jdpi2gxKpFlohPrSnisO2zNrOtj6p9FDt522Et9Fbo0+jN+65cJib1IazulpSVA+Suxv06aG17EWJGaabNgUGBz/GWtcVCVKaRfy87dwnTv5fS42mR69Kxu6xFlU9j3cv4qeYaDuVSVm5BFiFJ6VCxCxcEHW+16fJo3T0qml949xi7kdzOI8b4t+0eKIkqkcBacjXFzoeQSSF5uyrp7DyOh1BJ3BTJdBw5S/dbsv4iGsvC+bQdwPP12Se5TeNFwRhxuLiOIxNhMITwpUN3PlRYWzhViFDW9r6A+Y27Y59puK0047hzBsWUtCVOtc0sJQ8gG2Ztac3noekEHQgXGzh2/EfCRD+0hukn17G7dUaem+7pSs8JC8/Kyli+YA2KEvZFADNa4SQO5IoaJMqmF6XxYGDfeMpjMjjuqQp1v8AXbcUsnhm+ljYEjxA930zvNrO8ag8rjek06iRX1I4TsVpx1rp6xmUgApuR4gkgAag32DFwao1XmMUUaoMck+nl5TSLLac06V3JCkkiySeoGwIIub1xCfbM/YkO8avVT3zVM9EYiuqyMcJfCbSrU5lqF1J72JNr3sBfaYN0zrTTlUoNRpFbYm5eLFhyBx2VK8wy4QFpHc5TmsbBJuLs6r4dxvFrznuHlZTEpXC5J1eVpWYJuyFWCch7hJBuq4IBN9lViHdxiOjYobdisymIubhSITtszKfMIWg9KwE5QCLG4N1ed9g2yqvzND+xNTZ+HMR4lwlWafwETU800pUdTDqrpyjOhQBzDIDmAIINgSOxH7RFC918OqNMv8AQ6lpTsdeVbaSuwXqkpIGbXS+ncAbBHs+46xHRsb0mjSnl1SnIXwEKW/nWlKjdJTmuSbAXCDYdwkA2Gk9/GFYtewvUorr01ht+OpaH4qPit3ByqTfuQSDluL9ri99gkLmXzMX45wM1vBiwIruIXF1Rj4SGqkwtGZBPyZTwlAEDVCie5tqEgdo273eC1K+zkqhsL5VSXUurd4Trir3slZskrIvlKym5NibAnayqaZXIUlqjYsYxCwt1LTs+ku8vNZSR0qehukq7pAKmyoEkkEDY5qcbfThyA3VIFQRiGExwuLHWpLDrjBA8OfpSsAmxJCb6ZTe6aEbZMKMMbsMOQHYk9qXNYqi0JakJf6V5wcwC0L1uTbqSbE6gkEXKa5iFpqlvuu4mqK5UXM6/FzhfER/cVbMlQSLHUgi+YC5Oywi7zKo7AblNPVHIylK3WpVNC1Np7kkIulQAPiQSm2pKRcgkYhRa9VPejtWYYlVeKh2E/Iay8ZYN7FSVZXEG+igQq3me+1x4yDP3EwpeF4FJlRZa5TFRkNIaddaRlUld1m4SAka6FJAF+w11rN1+KIrVeq25HG7KItOr0hbtGlOrzMNyrlSShRtlJOpTcEEqAI0v3rGJqXi3DkfDnChMLYdX8J11aEtv6p8YBKRfW5Qb2FxoSAnEWB3azKbnwOaYmtryO5H052XUkWWUm6HBl7KTcKASQex2sHkER5UnkGotawlXmlwn4uaPMgSnc/DQToU31LShZSVA2I7i5I2XD9Q+y9ZYpeDYnv6nLdTkj9C3W1fMCNQsjNa3dV9O9tjT3bi3FuF2JXN06o4vpbHCjyFtHhViKCc0ZxKznafSAohJJB1sSFGy5wy7xa9zTVEfoi1rydDpW0lSSNDfqQMwuQQCB3AFlbQTJAjroW/d3CTVNpcrDD66RNyofpzqM7XSCVFIJKm1A/LbTUCxG3bFEOBQYD+PN0ry6vS0JU/KoakB2ZD8zZA/rDI8wAVAdwfFsoqtXq81XonvR6LNhLkcB11bRSplafNS0kqCrXGY/q3AIvdn4mxI7hL3bPo0uK/NRmUjsh1SgBogg5VHXVJA8QIA7ipMjbJ+7nfFFx5u+xQ7S6GuE/SM8qLybq1tOLQkuHKhfW0SQUlF9CogAE7JN3GHv6g0mLFqK5VOmqTKyynQpbazcqQh82NiSAATckka2ts98M7yMB/ZKfvGoOHosKozWluz46mgwiQ6AczikkdB6NT2V3sTrtnrDsuqYtqj9ewHSUUFDC1rahLfCUquRdtQsUKBOlrGwtcHUgBDO2xYvhi0aFAxFhfBsBulymX1olIShrmmghWfTQKSQFpzXGY6pUfxtdqhRcUUZuf72XRJSPknxSrhqOoWFpIvawGoNtDY2JMfCUjGWLcOS6DiPdZR6pSH0cVbUKYIc9t3txEMKTw0quNFoWArNYixO37S6u1VIHuGg1B9h+LmaWxVIWR1vW+Upv3toU6aC4PkH1o2rDB4vKzinHlBrLlGqkSFNYfypSuA7xY8pB0DgNhkUTqRYEG4I8jZYYotLgSnJ9UqCIXNNcJXxSjiJJuAv5bjyI/btduYVan1ThO1yl8debNFzhpSVXv4VW1I+YEg6Xt58MSUpqL/X6HKWtjwdGdP0sUkpUD+JFtfLahrX5lgd0ssXYO4tG4VBq0qK+z1pdhPlp1PkSfUWOve4uNe22NseUfFFB3jNutVZaJq3fiyobTaVOdFioosUlRtdWhvqSL6HXOF8WwKo7yEVqVClMdCo8hgtKV3uQCBqLWIBNvTudhup7tqNVMbuVSsssfok8CU10q8zbp7EX87Cx01vtFh2LmVKbpl/etTqzFgNyqzLRN/wBk7wsvQRclXkNSL9tfIajZbU5tp3h/Bz8T/ZdSk+YIAvobDvt6G1PAWF69F+LLirW30ZMmbiJt5+V/rfZWY/3U0uA1/RdOY68uXhIyqbVr4fQHtrprp20Clu6UNMzS7QWqM05yGRfHzIzZMvfuR5DTTX93fbR3scUaVA95cXJkfX4XUn0AsbkegIVew9bbLzD+EKp70lxcWxF5EK6IrqMqso1ST2CkFJA0Jv52II20JuPhuxWpfCiZEZPp4fLt4bdwPx2pqF8JAG2QvaY5prBr7TsRb6MikcLP1fgDceQI737EbKzcfieVWYHuv3ivjxVpS0ri+JrQZSD5g3FiR+AFhszPaSdd+yTjTUvIv5Fo8SbFJ8zr6kageYtsgN1FXao28ZtqUyhEqUhCH2vAmQo6XsVZQo5hYeepv65/062phhA2175rimORWoHKz+iUj4rS19bDiu5QbG6D6eAkG4JFxt/OJpe8F1tqjVuDRKuhC2lQKk7wGpS7gZQ9bhrNxZJVkII0Ivqo97zeI6C7AxbAefRTkJUhWV05m09IAKknMLa2Vqk6gnXVf1TelKiyuFWYi34UpClMSGkBXV53AIF7HUaH1ABBOhR41hRFLNH8pGrHXi3cjvGpNZxHh6o0vlZqel1K+E8nscjiQUO9GY9JJtYkC2xF7amC2qNvaw1vuwu9/ReMoSJDvQMipjIAKgoagraKDl1BKFaXJuscK77MbwIvIUure9MPVFHCdgT2BIjq79KmVdNwdc2ih6gWI0thyLS9/vs+1bdpAaR9oaD/AEjSKW+vOrMgE8Nla9SlSSpIBJUm4BKrBWx6n5naJ9jbGnxjMYSlbpaFjLlOBCrfAhVlcVJSlScmZDqk6ZVhbZSTcXCrE9rISi4Cw5PxRLwQ7LQhyawtfHWgqQ4tXUl0m+dKsqrpVqQRYm2mzP3QY1i172eMUYXqkSUj3Q0uUhpbR4raUfEPQTmuLOJsNQRYi4Oyii16s16K5Awayv7a4eSqr4fQhIzVKGL8SM3mTlW4ls3CQTcEAgXBTzp5TXBiiqW7rHmCMZT6XXnn2JUWUlbUxPU04gEFDw9MyRp2sbgXtfbpvLruI8bwHKXPq0p9+KjO7xXStOgGVCb3v2Ol7i4PlbbUOP8AHOHKzuviYyxQ0xFlLY/TxbJSpNhnbLarkJvfpJIBva1jtl84W5+VUqpS5b/3pK5TSNVJkNWsMnl02ykHX63uNoxtEEyKzZiok4/r1BnwJUWXnlQlp+fLmSLHhqI7j0uCRfTTTbbu7/ffRt4277kIsthcqaxy6osp0tKS+dMhWm5T6hV7djfvbFlc3eT+K58H++pK7p/MHUaedyLfu2+qRS6zhxrn4EvlX2Pk/fqOyh+FiNu+JTYd+Y0ZuK94OCMRvwGqhV2Kuv4U2FPQ2pavQhSAEu6diL3GoKha17RccYoitcL4GRbSltJ8KG1nuLfKCddCLHW2tjRYVqUDFsVt3EbL6JrCEoadXdSOkm2RRvdNzqNCD3AGpIH6XRpUDmotW++oQrmIrtszibfpEa6i/Tftew9QUdQeJXUIuwv8iRaXiqfKnvxazEWhHFztLa8TKja5B1OQm10jt3FtpVbjtV51tqsvLeWjLkWh3OpSbdx3BFvW/wC7aqiHhfCd+J/slfN28Gv7BfsfTU7S4SHXf7LwL6f7vn699o02px4tPGv1CxH8SROjlO5Br7hL4nzNLUjMpvQWAULKy9xY3AvobC21yahVHaC3P5TOjpQ66lebgqNxZeU6Ak9yCDoLjTasff4Xwnfnzfut6fkfz2sqcxPgO8WA7w1r8Xb4iCCbEdiD5A6G22otSv5LNbTdYsHjZyJzw/JqjrvClUlGR/4SkOrKUvJ8ilXyn0ubXsO+m33O/ouU5Faq2Ra3f0UhQ+vh+X/d0J10NidiNiu0aVRl0aqU5EL4SkqkNJKOo9u1tNNQDbsSD22jYBpdGrLU92qZJsVhfwvm7a6CwN76gEXI8rHajBkM2u7VfTmd6RS+LF5+ezkzpz5tMqU9/X63/gnalq+McOUtpz4qFrR40J6lJ9dB6E/t2hYh3hNT3ZcCl/dWKcvI705kKSL9jfTXQE6X0NjsAVJiLPlcKs0mUjjrzxZrSShTiT6nRJJ7FQsoegF9huZnVdJFvmxhWMWNVlpx2BEW50dP6yfQ2GpB8lC4B0Nr7R0wKpWYrc+Lk4C/ArRPV+ood069wRcG17Ag7EGDsMYc/qsrPkX1tOqSELbUfNfYEnzI76XB0t2rUuLRsWt0GLLf5WVm68pUhS7aZjl6NLXUOnsCfPZbaGmhX0uhFxiDLqKzQXW2p8RC2FrS0nPfp9UHzFtLdwbd9rebQ5XC+/06VFQvpUiU0rhZvKyj066EfSxHkdoEqHWaziNjC7sR5/4uRppS8inEDUgHspPorUenfTTWLYmA8L7oOK7LXzSI/C4ExeRaVK1DTgVooZvIEEd031A0dPWMRW3p6A+EzAuFKoPD5qJx0f2S/EnKPIkWI07EajZubpURWuBiiLEYWxn5ea0q2ZN/Dm+oN7K7HtYGw2BImM8Gu4IciyoiItUiqShDqFHl5TXzZwSbEeRFraXIGoJKDTqzg1pjEcVnj0SvNcJbWfMw5cA5c4/ROg6pJuknS+hO2Z1IbVlUqtqIB9SB7QFP/wDXgxJ8DrQ+xlyaJ7G/49iPO3pa2oczEd5VuU7E+H8i/wDj+zv5k7Hu96TS57WF8RxZfNIW6qK73StuybFCh3SoDQgjQg37EEYqj/KtcWA9nYQpPy+vcEdu34/TZLRHwmnXKKdBa+J+ov8Aj/Ow2LN2O6nC891uqVngPuL+V1fVmz99dL6XHb0vsN1Vn7q5KaZR1o6sqs34/X/X6bD7VZrLTvCiy15PC1kX8t/prbTsfps+94QRXUOE++aJr2DaDPiuQKDT4rC2EZUKQgZsvp/12QUKiV6l4jfgVnDD78JC8+TJ8dlQJs6z6/VOgIN7gjZ07uqo7Po3Fn52H0KyrX4kqSALEW8vM/W52MgiBKa+9cB9HyL0UpP+v7P2bLfVO3xABndfARcx8NUGV96lRMj6EfFU0roeTbS4+ncEWIOt/LabTMK0GBzdUw5x5q8qVuxV2UvMm9rXFj3IBvY3IudryqUXBvF+9S+B82RahlT+25T9NbbR6lifC9GpfFoL331jLldzBXE73N7/AJEWF79z22cWwMkNXVcvuUVGw5Axa6/Ki0SUiUhSuKw61kVm9QD3v3sbH0vtdN7q+Lw5UCIzFWjpWlTWRXp/z7D9uwbL31VRp3n4vwH/AAL4Sc3l3HqDqCPL089uL2/fGTrXC4PWv8U/hbW97WuL/t2XKc5zIspTOXP/ADGvTN2VUa+LKqHAyeFaFD6/UEi2v47Fgw/RpUVhqvYsW/k8C1qClJ+gPp9Lm3ltnel7wt4NZ4jTtWYio6ut2/hP1vp9dCNO4tfYppWC6pVPv8rGWTP4mkKyrbuO5BvcH9h7a7MV1l/Rgxdpq/kxvyqLu0/qEqrZ0LzZMq/F9DYi1z3sf29tu0LCW4eB/ZRVr+fI705rfxprst4251qV8VrGUrOv9TIr94tt3rm4OU603KoOMn1r6fgKVkVn9QrUftAJPntd9GfeYPu6Utnb/wARyIw1uMn0txrhQutPSrOM38fTy8u1thiLul3Synfi9HXnYdSvMj6A6HQnsf8APbPmLcEY3wa05KlVaahjqSlei0ZvqdCD+ewdT99uMovEozT2dbCvhO+JSfM973B9CDb67Crp8uZY/TXel/4mit49Zao1L+zkD4DCE8Lip6VJT28vT1v5HYN3WbqKzi2e3WXeVWhbqf0qMyU28OovYkkG3psAK3oSq805z7Wea+nJk8PULdu/kCSLWufK+xfu83/VndfF9zVmJzTC1Z0ZLIdTpZI1t20t+FtL32YKyxKVePqN3erhqVS+BS6zh5iLN4XWppYdjykWsFJv2UBoR+Gg2TrdOdoM9x2jOrhP+L4XgUr6g3/47EUjeo7jee3Kqlc4/wDsmHfhZb/qi9iewNj/AMBPdbpbvDdns5EfP/173G1u5sEwdT3RZvT1HDJrfutrmqM0jozZEcqjOlSh3BFhY+YII+m2ad+dXlfaOJXotORSJr+VEqbDQY7TytSCqxIzZdDcdvLsNtCQm3Yv99H/AKCr/XYc3mwpTuHH5UCJFf6cymnUfpNPMWsq/axH7Ns+sn1NrSdSLEJZFFgGM7Fdf9/S5THOtdEhpRSl5JOgIIyqA7i4AF9DbQ3CIlLxbx8OfaddeXTvhIgSliPV46OwMZ/RElA0s26ArTxKNrpsYqxl/wCybnWGGM2eOhYdRluQbJ1UNNLA9vK+13iOn0us0uJjL3g/Tn1rQiRK4S0cNYNgStHWgi1tRppqBbZ/T/7Wm25/2woxG3KoMBv3XLWtaOhMpLS4621dsrzZum/4EC/rfQBr+8yswHW5VZlsSlxehOdOZOX6DvbuLE6fXZjYOrMqe05FrMtFU47X6fTO8j+8AAlYP61gQR32Tu+qitNT3OViLR1q/vdA9DbXy/bbaGQD1A+pfRt+m77EcqJFrNElUiUjKlqV8KRFzHvnScqwk6kiygPQ7HdYwu7FgMV6g4eQvIvi8xTZSEpe7EEMmyNRfsQo9vK22ZaDSaNKiv8AP5OP1KRxfElI+h7/APXaZh3enijDnEoLTy26dmVwo61lSU3/AFdbD10076a7WQzj6joxQ/hfeXRuK1EXFxDF+Et11Rjykp/UJBBICvlJsQbFO0HCWLN/u76A3KgVbj0tCEozIWH0JTrcECykHtoqw9L3uAHCTrUqe5Kn0lzmkLzNSmlnq1Fuk9vIixA0tbb4qmOp9LrLkDlF5M6etN09Wov3A/HT1/DbrM7Nwi1qbo4sBb869Axa5VMUOrWw+rw+FCfyGgB7knW/n2G2h6ZvLgY8a/7OPRX8nW7k6lN28zlVfT1B7/XTbK89mjNYNcr0qndfCzLQi/Voe3oe/nrtJ3C1fCU+stuwK5NpdXQlS8il5FKSSPn0HfyN/wA9lKrXYTPfp4u8oV7/AGS7P4dLgYhfirWv4q0daVJ079lAXN8wv37WBIBMKRao1K+/8CbC8a30Izo00vciwOo1IHpsd74oMCqYj5prOxKWhHHyICEuaAXsOlV+5Unvp6WC3wvVoFLrz7UCorXNYaUiRFWo+oHSNAr8Aex7d9pxu8poabT9gYEPcWVXC8+K3S6zhOLW4rDSVux0ulC1a28lXvlJtqLdxqNi3CuDsERYvIYNx7W6RCmx866XW0rdi9VwptLjRC02zaFxLg01uNTW4coM+vT3J7XutjwJXxWvEnJ2toL621/bsxd3W753G9ZcoLrLDC2Fq4qmFKUhKT5AK8JOhFiRbyOtyB6lHMPxAOl7od18V2RRnWZUJHVmdjoMhhnsLFyxQBbyIB10TsaYc3A4Xai/0XiFa0MLShrkpBzJQnz7k27aAkDtYdttUYM3MYcwHAc4TOda82fP15r+t++y9xPgvDlGrL9ZitRYr61Z1rX0JT5HXsAfPy2Sv1HcbakYQxL71MKT4tGY5WXFqMVh1C3eYaKVKRb6XBIXYi4A7nuBtV0CTS3cOcr8Bh9Ceta75U6dvMj66emzXxdhSvT8Ly5VLZRNWuOpbTTVld03Se/UL27a3todsRVTfZVMJVTkJ9DfQvJ96iuqyOt3OotluD37gfhsetCybIAngidMbh2LPlypTSH2FrX8eLIDqE3PnqSkj0UAR6bSMD46xbRpTfFxk/Kp2VObMhCn2fIBRWkhxBAvbMQB2t22B8XYywbih1yVAZqNLfX87qQpOb0VlPmexFxbuBsL0XEk+l/dfgPt/wDitZkq1/I/x+2q6baPUEhCiOPF+8yf75f5CXK+Pk4rCbrYVYaLDRJtYW7AjTuO2yur9Yn1Sqc068taPk6z+ZIOo/DsPpc7GuCKfA5Vye7E+P1KSnPm7HsL9wfNIFxr32ssRbrKzXormI6XSX0ZOt1DXTmT+B8/PSx8tdhLSBCISWlluS3cu43rLHF62EIz5/Dmv6drkC/mDa302005u2gYSlcWf/dy8XpTm9Ln8L37/vun9wLPuGjP8J1hC/GvO7kdbWD8p0IVYi4+gv2OxDiLFeN8Wuv4Xn4hmyn2JCVMOpsl3ITbvY6WBAINuxv3JarpjuZfu0h3ehAqWEsW0OFyTCvhcWKUyo6vJ1taUqKkjXpINwD2udlLQNwGLYGKG2qXLRFlRV5osykzww/ofE2VEWJtqhRv5EEHV5w0z930Cm1mfW+V4aUpXKdTnSpXYNrsT3+vn2tbZk4mru6reNhJuLXpbFOq7CPgTI9silgDXN31NtO+lgfItk7V4lB90XsndfjKU17+lVt/EL/SiVFdi8m+r/HZRaznzUSArvfve1gycJRYv9PRJUXgJ63VLdzt6XIWG1FJA7lJSb9thJjFE+gz/uFWfffb6Fymnxn6SLXBsFA21BTc/mbMCFWHay0xVK89FffYR0OphFpakjsCUjKBe4Ntfpbanl8yTPpmJFlcSqUHkpUXxIkRVZUK7WzNjpFrjqOW3+SQ3gYsr0XFvKz6e5FQx4OYz5XsxIB0tdAvbv27kg3LHxJUZVZd4WEpf2dmoy5HehLEhPmBcEJUQALkfl6d8J4B/nLlP0uvVZ9E2E6rIjTKpIAvbOCCc2lxr3INtpCzs49xHoxxFiz+LiOJC5JxSUZdX0q8jcWBAP0OhsLaA7aMwPijdVAgRJUB73Wibmadj8cvxVWFyeolYV/d1I9Tt84l3NUGjUFyVAiIfWj+sNLQMqvotCrj1soH67fe6n2baNXoHNSuPFhPrU6iKh3oTf8AunT8CCCOw7DYhGPcruVoR7waXQWqN70i8rKQ+0lTT6Ujjt3HTZSRZaNOyhmHYK8gF7r8bVSgynPddWW+h/xw5HCUwr/D0pdbXrfLcpJsSTrsYbxNzeLcOO012ly5U2kMLRxWkuhasib2SexPc2BH0BN7bVURG6V2sxIE97kqiv8AQJlfAS4vU5EKWAM3eyb39BrsCx9sJWN0t2McNYonvwK9EqLGfM060+0cibr0uNbHyJ0BFtBtcT6E61F4TWTgZP1ApKkn/I/lp5bcsQbz93276LxXeV6M36Jac34287+t9lNS/amqm8vFH2N3fUlha15fvT7R4TNyRc5L3BI0GhIv2I0TLO5wI0laKOYeyN0OLao6xijdzj1+FVGMqZEV3p4yLahLg6r2OgXcXtqPKFW8Y43wlwItUz1BEpKmpkWZHQpfhN8rqOlRvfpUD38tNmzu43T43i/f8UYsyPL63Y8J08Dy8CrAgdxYjX9lrDedgKqQIrlUdqzFUi9GePUobS1N/VC0pBKj5X1v5nybrqaK2OmeJmtODqNjJpt2fErCGEZuXkMcRqRDSbEnJZQXYjQgHQdjqCQzmZ7XAo0DEPvGLwko4siOFLyWsMxSAkXt5FP4AAbXVF30yqW77rlURiKtjrkNT47kKQlN7DqAUhdx2uAe48tu1c3x7oGuJwqgiFVH8q1x+EFqzE2GYDvcjv5jt5DYmNsFiK7F+LoGCIrdBqlRRUUZ87TSrqUpYvbKFE5SO2ltD9bbQKfvCgVmVEgUurIhTn8qFsO2UhSrXynNZJIuCASCR+JuY40oMreDhxzmsHUuVkWpTVShIyrbSCCCpJJsRbvcajtYg7DUjCtLrNGYqlGiQkVenL4T6loyPpubgONFPVYg620zWBBvtAMmXb86swIrkCqURbDaOriwopQvLpc5DdJAHmggg9tRba1pGLcL1Rpj7OVz3pKyJjv06UvItVjYhJJTrobXv6ZToNumGq1i2vUvkKzh5DEqEtUfn2rqR3GUqyjov5aA9++l6Ku7u8JOynPfzK6RiFeZ1qQ11R5mvZK0aoWL3sbam4A0O19+6V2yxrVWdwvxJTWDpUVta+tMpBU0pR7FtdwMwuRodP1ToNo2DMUfbejVZ33tUaXUWGlRZkJ1QW1ISBbW1230+HUjiAa3G1thB+qNSn8OSsZOTWMiUcKU0hS46dR5ALUNBqSoA/nsE7zavF3X0GfyvKr8WTl7JzJ1ubCwvY6a2sO+u1cycR2bj6xRqW0xFiy0TUfomlZgpSVpF1hVuyh6enls7a3W2otGcnynuBkSpaFo6u2p08xbW2h2yn7K1AalYc+1E9pa35vxepfTm1Omve5012tt7+812e19iIFR4EpchLX6q8oN1Ag9wANTYkehOmzIC7ZDpFdvW9oaBjevOYNqlEfXCXH+8cr0utpUCnihCiFC9jYpOpBBBI2q90nshu43xRElYXq0WVhDMhUpbsXhSG1DuhJtZROlgQALag32ezm5bCVUgQJXGRx8iVqVlSrjW/zF/MEdz5nZ2bl0UHBEVyA1LYYYz+DOMqdNbE2ufXUkabVV1zgQNj7RxPmneypuqwlRuLAZqiJrCEq52VK4rilWtdV+i30AA/A67Yy37+0FPwu7Lwvxpsp+EtbTTSnSrqSbA2vcCxSQD2BGpFidR+0R7W2CN18CXAlVBl99aFI4HFTlVprZWvlqQQRa5B0180qhIxvvBlP4tr2HpXuua6p1ifHSJTGqtAspKilIPzEA2Op89ptTcItWWZvKD9Fw1vG30yn57TS4sJhasin/AISErFrtovfrJ7/X8LbfcfBdGwRWW2qpUEc0w6lDqFWWhtdvAo6FKjfTQ3se177acrUxqjezcxVKDkirQ000p1PWltCnbKdSu3XYEkHUi97abZZ3lUD+qVSLW+NNW1nV0ZlSM7h1KgTmAFzmOv8Aqoa9vqMxg403uxcOcjF4KFsZcnCQkKS2gHQeYtpfQW8rDZg7rKpRp8/7W0HgceU0lqo02O70ykDs6wLkh4eLISLjsSQAcrUXA0+vNOe+XZS2GFqyuoTm4elgNSCe1gPIeWmxPhk4ywk7zWHIk2UwwtPhQpSVW7G4BI7+E6/suOUMs6egdLZwvihptr3hTn0LQrhKy5OMkXBBBtZelikHve4Tew44twQ7VKNysBlC5TGXhIX4XraZATYJUPJXceRsLHM9P3hO4ygcWBW/spijqW61NUOSqFh2cSq6cxFgHUjMCBcKAINwN+e8GBA+zk+iIXV0ZXUR0O8vK8upu5Uh5B9QSgg6kG1ieUkCEmCd2zTWKJ7WI4jCESvG06wWlaDKEK1HEGgIubjyuOzWVh2g4SgcWA1KRTkdeRrOtKdOohKQdfLMBf6kbKnBOJ8R7wXW3apTn2PB0rUESoq9CvMCLlPewProoADZq4rRysBigxWXFrldLrWbJlToSu+mv0F9fx2oTCCB0ybg2VVGMUYNxvFlPoWlqRD4pRIZRn8AzEEi1yUkKBOUixB2ZdHqvvlrhOy0IW3lytOoy5knyv5X/D1100UGLt3eHJ8Dmq9UGGH20cVp3MlDvkSQRZRUNCPM2FvUBWG/aU3fYNqjeF8UVuatDClNNT+EX+GkHRDhTdRHmFEEgaE9iVrPIzE6rp7G80mn6/Ln0uL/AEWyhGdCsnFulKlf3lJ9LiygAoaXJGyN3re0I1u+dYaxHTn6i++tSWnY6grg2F+tJIsk6AEEi57EmxYUbfXuvqkBt2Bj2kP50qV0SM3T56HX8Ra/0t3zxvqolB3v4jYlYX4E1+nIVxWmnfiuZymy0aZXB5kJNyBoCTsJK/LmI9PpL2YsE+KfvfwRvLxG3Kd3esUit5Eo97NSExVqsfnWE5SSSALggkEG2l7jF28V2e79l5VOyVFGZrpWlSUqtqbhVgmwvpr9NSdhehbt4FLw5z7XAlSsmeVAkNZHcw0ztkWWk5hbW4JFrg6bBcn7JSp7EqjVGVFmrzNTWluuKdjrSm4tchabDSxOgItYX2dADT1S+Ky+oO7+vV7n2q9hh9bCFZ48hLRQrKm1myLa3FiCQQb/AEB2JY+5mqVSL/QzqIqMqvVXVqbHTque+p17WttYbnfajxbu5iy8B4opNLxRCQn7rM/RSm9DYLULpcSQEgGwIsb3vYOn2ed5+HN8lUq2F5WGWKdVITq1J5d0KS81f9U6pWkDKoC4JSSAAQNpKbzB/b5TJq8H4t5pyg8KKuo051OVeVauo2OpsFZb2BBGl9CdLk+FajXqNKbaqmDWGH0ZeK0loKyouPjR1gDMNBmSLjQGxOo3zU9wGF681xZVOivvoSlCH1MDjpSPILAChbyuTby2WeKdzP8ANzAf911BiowpSsvIVR3Mht1RsgBwm2Uk+ElJPYKNxYhr2epYNuiHkv1lqqNu0F1hbFRzSmmlp+E8uwBAIF0LHfNc2PcG5IssNYg3cz3Z9GxG17hqK/hOwKojIhSzqeG4QUeiri+ljrYEXNRw3RsL1R+LKaXS15uKhCVcVKVea8hsSk9ibgnQgkAXXuOsLVSfWYmI3aiio059CWltIdCEOdyCFXy9vO9wbXAG0Ey4hZhfGmHMJRXGuFztL4qeLnzKQ20q1l3SSNDexSsEdwvQkMiZX8JO0tvledYXNa4sCVxeaS9cKIKXEAZkdNilYzaeIjXZR0LAGI6pVIH2caQxQZWRp1MhIQtV9OCtKSELHZWcCwA7EG+3GvCjYNqn83zvGm0R9pK1QJCgtOh14KtMpSflIB0BCtDsMbsybMYl1Pq1GrP/ALNlxaijpzwnShKlAWKFi/ULC1iL+gHfYa3hLlc1Er1UiVda0ZWveUWy2tADw3khVikZQbm3mARrZU4shVTDlU+1tBxDNm0591TSnXbrUy6iw4bl73IAsFXIIBvY9yvCm9Xn2uflS+j+qyGshWwpCylBDiSTYEK0uDra50vtcuYMRuNM0GjRaTiOA1nWuRF+8OoHUlDguFKyhaVBNhY5tdL99tr1iB70wlElRfnip/w/n+zvt5/1h6qT2mGqDT30U591SJUfi9KUGwDnnYgAWHcgAXFtNybgMQysR7tIkCs9cqE0mPIzeJSdUhfoQbXBGmu0LOM8/N926x3d9XvtRS2m/dcWfndXohMWzgNhcgBNgFA6kEHpIIO2g6DWWqpQYHF4D7C4aEKzdSVWuFA+o7gXvoToNuu9PCEWqYtruA8WvPsQqo0t2BNYt8RogcRo5gUqIOpSRcA3B2Vzlc/m0r1MwG69Fm06oqVHRIQvKpKlWCbgkZe1ykgjuQbWtSw7uITHzKqpTML7oN6DdZ5R+LS6o6rnYSH18k8kr1ytqUQw6DdQKBlUSbi5ADJ3w0efAw43QcL4hZXFq6FTcOPzVJSh6RkJMVwnpSonQKSQCQQRcgml3pbvefwvEqleoi5tI/tXUrKeD6KKhqOpIvewIPna20HEkGs1nc39nGnVzWKc6hcdDq0ofZt2IV2JA7KuLgi57klUNKtFFiWlT686xiigxH4S6ivl6lA1S/T6inoUFAE8PNZJAvYkXBOdOzowRh6jYXwk3WcRtZ3H0JzvpdzoUrsFpWO6TcAnKFJNgbA3IdgTEsCvOy4FZl8lW1tJivrmsfAqzA8CHLnR9BskKJBUMvV2tZ1CdXqNheXg2e0/wOKlMeVKaK0p6yQ25YAmybBK7XIy3FwdudJAnDFVWdozrGN8JYhmxc6koWlp3OhSrmxPfMkkA5SAUkXSL3STB2RFxlS/50KNLXQajCSl3EcJDGdGpA5ttKbh1o+JYIuASoFJCklVsR5TTT7UWJKQ/nSha2lFcdxd9NO2oNwSARodrTDWMMW4InsYoi1Zh5hClIkU6b0qy9lpuU5gSE5iOoEWNiDpXbCGNbFmFa9PaiVmls0itMSmkI95UmQFNOI/VeABykdwCEkXNiTYD9oeFvdbTHP0RibwFq+6yHVJ4KVeJYvcL17AhJOpGtwSGgo3cz6XTMUYSpyItLfXwneTQEoirBtwVISek5rhCgSk9jbQbCu9vePAw41ytBlrflLT83yu97L8xYfLbv2sNdqEwZO6U3tC7z6NFpbeEqMyuKuUhOdWXM6liw6FmwIzn6k2BuAdQMbnHazS6zEaiu5IVR6JSFJzISm17gEEaXvcA2PobHYGeDW8HEbFUqlRQxNXl5jjrCWnsv8AevZJNtUnSwSBcdijGsThRYEDDmIV0iosKztSoruVbK/IC6CMptbXTUixB2LRhTIxtE1DLre8HDjtNlUGk0it06U7wHUSF8uiRdNksh4EpafNwQF6KsQLmygP0x2lyqpVnZWHqjSKot1K1xZXjb0BIBGi06aEXt2I0Gyj3a75sR4cnz/fMta5s3JDnwJrSH6dUkJRYJW3fJZWhChqCTYjts0m6PF3gut483VVybK5JhSajhqU6X5sHS6jGUoZ5LNjok/ETe/UCAGjZ8SmIFb6qHVJUBvGVGZQ8/T15XUZOpyOe5IFiq1sx1BA1Ha20Ld6mvVT7rWc7CMv6WLKKV5TaxWlVipJB7gEA6FRPYH3u+0NVKXxKNQWuO+w6lpb7D/6P1Q+m90rGmpvqTodNmJu4wxjLeDu09/UauUtcqLndjtIdyOx1jXKhwGybqJGU9PcaC42XctDpiDuOqxi3Ac992l1HmlozKQt3rUpPYeIkg9ux7eRFhtE3VbwHd43N+9HmGJtOV1JaXlS4gkEGx0uMwBtodTYC+xlhXEFG3g8eg48w9KoOIYq1R1r5f4Slo0z5L+dxmSDcaFJIIJU2Cn6X/OrUqNFiLR8LgPqX0qbWkHXXUeMW7AgggAWvTG4eUkiaGpjFG4TjUpljx+PT9ugt5abTZVBoM+K21zaGFo8Ckq8Pby7D/T8L7UNJgxeE3xXkIXnVnz/AK1/Un1/b+e1wKW1wm+FkyfP1/wfLZfG2SJUTMOUvittOy4vwP0XFyKa7WuM17Ej8AfU+Vzhmku0aVLddiRWM/h4XSrL6FI0v55ha/oOxrqtSYDUVzitIWjq9Ffj/B274emf0W3yufIwrL/dTbTtfyt2Gw7C2JSwCB+93EjUBr/uS+O6niolNB1pxNwCFDQg2OigQQbXBFwUo5vEw59soGHK9g2E450SIEiGpbTsdehyJUfCTlN0i6DYiwJJ2cW8TC8/GTUuLAdySkJ6Gl9ObsO/Yf8AM7Z0YwPWaNXkVnlOPNhSk8WOvOl9nTxJHYgd7i+mtibgRUfGUxxNIYqr+7nEeA/c2I4kqEuUjKmQl0paUo6AqIuErJNinsQSQbjbPeOKPgjBtZbpeI/tChGbPHd6XWnE20WhSUjTIR1Ag2Oml9jTe/VXZ9GYgO8Rh+ooSlC0ZE9Y7WGuthqCO57eW1VgRFL304Xl4IrOSLV6X0NOpWPgqF7LSFX8+6b9j+Za0w4gXfZ90GqZRcB16L/QO8ddOXn8c9goWm3YKcRoRY6EgEelxcvfdNXqpg2VTapFrlLqMqEvodizwpExF/JQNySPM+YvYG+yw3deylih2e5Kr1WQhhDqmnUR75k62BUD8p7jv3AuCdtIUvcFu+gQG+VpKOP41LT0qUu1iRbXX11NgNnEpD/bMi/X0o3j7hiWcORcby8W0bgLoONWlKntLSPuswkhxLyLDLxM61FQBCjmN7EbZ0Tubx5hyU3S8L4hRFYok1TtLalJzrhqQSELZcSoWRl0ym+hFr9g76HheVAr3uuqZ/dcpGSPMaTmVDWBoHbHMUepsSDqCdQBONjX/wBehL3aV6kyotRpzSHWpC7KYeQq4SULHiBKSAbf5GxEq52mDs6jbt3JiLr2jNy2Msb0tvFuF+BCm1HKqvUNEpSIEqYLEzItyUtFzu40enP1A3KyVPu1brNGqn832Mqe/SH+pcBcj5XTpYKPyrT0kdicpBvYHbD6WuQfi82hfR0IX++1/poL/T88X7zZeKK9WX3aNLhVGLClLRya3THlMupXYgpX2WNbKBIIINyDsYooXEvodbZc/lGirCVGadQ7VOAhjP8AF5joyquBe6iEg/jobpt31EN4NG3fUGK47FdYX05lNMXX0/4b3t9QSPU3sNrGtOVneNuvcdgOrYq6Gk8eO6kod4qbm9r3uQAcyT2Nx32UtCwpi2vUb7/hNa34rvCRPTdDsdOoJPkUEaEg2PoLW2RcLN7MvcFUl2K0/PgVFibRJXRws6F5Vf6KBGU2sQQR5naZUMV4SxvhJvAcV5dIq7M9p2LM4QXwUhQvcJ6gDchVtSL2B0Ah1dj7LtONcoiK+vKpSEoCU5u3btbTUEadhYHZeVeD9/bnxfur6FqWh1qyer1Pe+uhB0I77IHDHbEbNUiP23jVew7VMLym2qpkXx+pLrS87DirdwRrb8QDa5IG1kimSnWuLFd6F9P/AFPb+PLb5pkrHmN6DEd5SLUURU9M2OpC1t66IfR4yg9h5pvcEWuDzA1Ji153lZTS6dK8K0O9SEqBAtcAA9wRcBRGpGh2EmmGZ5vqPTWRu5Vyp/4gXWKU1ApfPz+jJ415M2XTz/Ant5+R8j+UmXwuG1K60LyqQ7m6VJJPb1A1tr3/AGbNbFW7iU7Fcpcp5bHH/RO5AtKdO9tLp1F+x9LbKSow5+DZXubEcTJnzLTwupp5Q/tmL2AUR3ToCb3A8tWgdoYgNPpn2bzP6sx+aa4rXX/6t/H47E+6XD3IRalAapy0c0ha0JWvMnMogkW7WOtgRa2lxcbDLMprhcWK8h9ha/hOpRlza3sQRofIgj8Ce+xHIxdiOBFgVmVE4EFj4CprSCrLbXrTe2Sw7WHa4ta4Lb5LmaWhZu5t+IrGYGI8OV6W1S2W+SW661myZ0t69QVfqCQnQp1AHrsxqJQZVLgMRa9TmOVlZnY62FlTWbvmZJuEnxAp0P1IAvyRiee7VKlKqmGUVGE/+ldjqUnKoi/EQvuO9wq4Ve4voQSNpDVLozc+K1Nfpy15crtlJbXobryaJXfUKISTY2JvqkTPUoAvEFqk67S2nOFnWhHzp6k5hra/YE9he19v7CcN2VKiV6LXGH2Fu9GbxJUm121p8TSgCBfz9NNLWkMNV6fz7TzFLlI8DUr+pzLXJTcA5FkdtDYi9iLja0qScBtOuT4rK6RKQ7kkIV0tKdubXIuEqNynMDqVWvY2NMQshbz6q1FnxK9hfOibkUtqOtgLdjrSRqm2ikkHwm5ta5JuT9b1d5FexvhKi/bKJCYXNWhHMRbJTIWGRlvmuQodVyDc3sQbC1JiGTzUpis0Go/oFJRnatnSoeoIsq172IIIvppt0xEv7W0txqqcBjIrmOE10MOO2UCUXPQpQNim9iQCBfs1XaEG2BKbvKWu6Hdbg2vYcq1BdqCKwtaVZoS+iVFWPNkgAqvpYAkHUA3uNind1jHBrWCJGDa9VkMSqc6ppbEqyUyE2sND4gSCSkgKFxpe1/3dVurxa61Sa9QWacxNpavgTE+GQwoAlpYRa57dR1Nu5N7Ftb9liqYtxRUsUOy4sL3itTvCaQFcNZGp8gTfW+hPmBspq6PqRhZn6jVV1+I9zNuMqhS3azzVLdf5XOnoz5k5kkpGVXiUkDtmJUNRciwH1i2M1xW5MDPn4SfnzIcRoe2uosL97HW4Om2hJfscOyoDcX3stEpv+1Snpe0+YeWo0t5Ei/nsLbwvZ1xRQaM3wnWJXAaT0oXlWpI8wk99NbAk6aA7LUaN6hzKaTVhnwYgkl134vXnyf4f27MDDuHMJRaW3VKpL63/ABozhPVp/FvTz9Q6Q27F+E78nQtWTp/yH7CLj6bfdMw/ijEf3Wgs814vgZsvn2F9Lm+lyBfzHfa9iqfc0LQjfcIwatvRo1Ba5WltN5EdCM/TlTa/kfW2ljcXHlsvHt8brTrjTsvoX8iPCn8P418/TbhWcDutcRqfElMPsL+PFkILT7f1KVeJJFiFAkEdidbULeEaC1AclOu+BXCfRm6mVeRIGoB0sToewN9NhbRFbNTsGEE61He67Kz8Lx/rfMr8df8APasi1bEdUd/TZEfreH+P49BtydYwvF4nK/72b+P89vp+rNRYv3Vn4fizo/1/jXa20/AijWX3fZCumx2uV4sp3rR+sj89PXawZrDXC4XyI/u+H/n+ezV3bbs8G4j3VMY8rMSVyr+dKnUq6UupvcA2slYselWh8r3FgPC8ije9HPcMtiqRUOpad+FmVl8jlI07dtR3sTpewrLRDU6W1PJ5LgOOymm5TTWTJ/3rwqy6d7E/t8+/nt0qVQlRXY7sp5hHOpzx8jo4Tna+U+E2NgexB0IGl2Lhfd9wnXHZXRFf+RF0p+muvpsyKZuK3aO0ZyBVGuA3KyutcVOZpSiNCDfX8bi4NvptQWouZWjThh5xNYdpeI5X3p2W/CirRnSpCzlUn+6Ae1u3012tp292LhJ3kIstdRlI8fUFJSr0Kj59vIi3npsSzsCNYcafo0D/AM53hTy6zlTr5A3tf9+wpV8DYcixeLKZQhH/AIvyp01/w+Vx22UPU2B24Mb7KIPD3K+Vj6fij4VZaYXFX42tcuX9vf8Ab3/HaaIm6+VS3IDtPYYzpV/WGs6m1drhYIUk+igb/XXYakRIFBqjEB34DD6E8BWbMjP6XPYHuL/hcaXJUYTad+L/AGfzI/V/D1H7x+/bS09rsu6Zeosvqs8oiI0WBS8eOQJ8ta4qFdD6HRmykdJzABJNrXuAO+o2a9KwY1jKA+7P4FXQwpTSEJ6HUptopJ0Oo8xobG49YOJMAUGA63VIvR8ruVA6k/QfT6eWnptyo2Kp+CJ7EWLLblRUO5050jL6+Wv5aDvYeWzFdqO2wwr2m3H5nKPgeqYcqnClRJT9L/UdaCn2/TyAIB1zDW3lfZrYRw661S+FFdXVIXVljqV1p+qFG6ie2mp0Ase20unb3sL4jgchiOIhD/Tlda8X7NCf3n/TpNqnIRXHaDUUP/qcLq6RqbjuD62BOwdVZ9PyOZNdnb4ad92u9GBP4FGrOdD+VXCkZ8yXLHUE/rC/mbnZnVuDAn0tyLKiNvxX0eBSf+G2EqXvDpcWs81jLDCFv9K1Ow5GRKlaWXlVeyrgG1xY6XtcbaN3Yb/cJT2m6C69UYqMnRz6h09hYKTdP/D6325q9vKzQ1OiFf6lf+II1fAsrBE+XPoND5pha1LR0Z+57G/f0F9bep2XpxLiOl1mXz+Dn4VLm/CmpXHUppV9AbAkJBB1uPQ2Frbaan1GVzTnCazsfrJ6k/hbX9u3B33DWWnIFUpOdC/Ej9E72t0kf5G4P7NiJdJr6gVwHmVxW5WCJ7fFZRNoj61OsOtLHSm97AjQKAtcGxPe2zAZTu53tQHPddWivzeEnO0tQQ+zcEglBOo7i4JBItsMb8dzFUan81hKJNlQn1Z8nAKVN+gVbpV52ULX7HZVx9y9e/rVUiSoq0K4rS0XQtKrXBSe4I9RaxHfa5ZcZjf16YzOmPN2NZw5Kc4sRb8Va/hOtWUlSfxB0/MD8NqnDGFYrrv3/P0eD+7+3/TYsdo9eitf+dB+b0ZPvTpUpX1zHv8Ambnudqen1nlZXyZ/7+y5s/2wlV6Xepcz4c+jRXHYrvQ2jwLTlVl9RsOYfYdxHWf10MeP+Px2scQ1afWWm4rUv+709WW//E7XNMpX2SozkqLkflZehGTKpSvz76+vlptD3lU2fmD1Fm31Lit4hddgfZeLL6MikLju2WnL6273v2sdgyj4cqkWvNz6XL5Vf67S1o/Ht5X8r+W1jhmg1msz+fqkR/OtXVl8X4Afv0020bgncY07w5/Fzo6s3FazISm3p2UR+76bApLehEvrSh2CI3ebPxbKaiRZ7z6Fr/RSMo4SkjQap0JPmDYj9+wVhSiNQJT/AL+iSkPoTmQ/nORXn3BBSR31022dvC3bUuqUbkJ7qEI6crsdAVlV9MpBH1AI/dbZcRcPSsLuttT3oVUpy8qEr6c2XUHRSQQq3dJAv6nZkeKzU07taMmVOEcbOtUt+A68vrR45Cc3p6H6Dvc7Pj2cd90DC9U9zV6IwtiUvpf6ELbV9T8wP11HrrbZJVGn4X+JyDyOB1LycIJW39LeY729fr32rqWhqK6x8LOjOn+6lX4j00/y28Nr9Q41ZYfEy77TVfuno5ineJS4EXiu58i05kdlJUm17hQJTb8CT9La7ZR9oTe/Fdoz/IS8iPB13zvK9E2B0Hc9vx2D8aYyo1LpcSfFZfiykK/RNOucBSbC9kagEk/XZYVmqO4j/pl3I+wwj9EtPUnQ637p728x+3T1ujqUoLD7m3W+5RCr2Wd5+N/tHUqXKrnOxX8rqGHXc6W1ggEpHcDKRexGoBINydi/epP3c4tqkug7wafSIs1h3I170QEKV3sWXCL6jyBB9R57AO5t3hYj+1rtJYYYR0pWpPU4okA2NgSnp76DQdjqdHYj3d7oN99Blz4FcioqLGVDrXH4rSXwLWI0W2b6XBI87G+zYt2mCJ8pk2rezJz8VyfgPlZSM/S0ieFJy6+FSjYk+QJBFu58lVjDdli3C8puBVKJKivry8JGiv2EGxHrrps6HsD1TBuI58XC+IZuHqjFUpp1EV0cu8m4sSkXQ4PRRGguBY32+Hak1Pn8LHlWRVOApLv6BebOknUcO+U2v5WtqRpsU2y/0/8ANFVgmPiOjVlhqVL6On4T/hcT56X7jzINxpfTTb0B3W4XpdZozDvKIyLa6svh+tj6f6bZhq1bo2I3fdcDDC32IqOh/N1tq6rWULWNtB37DsNtt+y/Co2I8Bscg98eLlakI0ztq8woA9/Ujv6nvtTG6ExtEXO8HcHhxqlz58Cnriry5uKxdCs1wbkDQ/ie/wCzZG7m6q1KxRPoLtWlUuqU59bXLupzRaglJNl9QKmli1wAQD+F9t8701wMJYSflVTIhhDSsy/lSm3n9PL89vOTeBjjd9FrLjtGqK1yn1IlI4V8yc5unKtHbyse1hYWBGxwNqzkO5oxcTSsRxapLitRF1GkOIVxYbrSHY+uqhkJIULeYBJvfvtTYXwtAlcR2BnhZ1KyxX1raSlVtG0FV02vewJBF7ZbWJsME4zo1eitu8Zb819pKHVrularA2zC9idPEASbi52OMLLqkXm4tU481jOrhJSpKZDKddc9gFAaaKH5g3O1d8MRIdKwHK/sqS8/wE9HMMZFt+QIWFZVAjyJI+pvYysLVOqUufPa++oWjMh2O06FIetpqgkpBGnULEHuTpsRYYTXmpTlUpdRfRFcyZGk/dV9r3KUqLbh7dQJ/ftTT6Pz9UcxHKq01jO6tedpLfmdbgJAN/U3tfubC3bpAkSTU69iis+5vcj7EVa+h19DeVKbgE3F0qA17XP0F9pGMN4DW6CgttUtpiVVOrhdkrz6C6lXuBrrbuBax0G1lWcccWl+64DLD/hySOFkWlQ73Hbz8jY6iw8lTi1VUxG05/QnvFxCsnFWo5UpGhBOoUBr0gEXFja1tiJ4yhM+nt/28uLRvtRiOnMSmFqTx+FdKFNKuBnFiCRbxAi+umt9mxuI3/RXcOSPvaOSR1tNLdQt9nvpYE3Ftb3uL+m2fI2C8eYjoz7UCrMUtDfSqLITmRIaGvDPcoB0NyDr53O1Xu/w1S5/NtReV5qE6tp+PxVMOx1g2IWUL6k3GhAsRbQXttDvulgFmnsSb/K9jKs/Zdqkvopb6cjspCPDa/TYm6gSBcpBsO9j2Jfd2F8b0Zylz+SlPraVxabP6uIj1bVe+Wx1GoB8hodqPAGDmp+A3JUXB1OXKi5uiPNyKUrv3NkqOY6Enz7a7DU/B32tgN1nDlbqjD7C052PhrVHdB1N+2W99CCfqRsGT9sAMRbg6Dz78qly5qGELV9zmynFpbULjh51E9u4N7kZQSQLbN72dcCUagz+agU9CPi5VryjxfloR6EEg7Dj2IapF4lGr2dFUY6FSEJCFuW16gogKT+QNgbWvfalk7xMUYcpc/3C0ioL6lO8BotPqUrRISkEWN7AqBI8zYXO04kFmabfxZU2qNQXJTsthCENK8XT5d9sS4iqGMt5del0Gl7yMQsQmJuVqPzRVFcSbGweSoqtm8gdARdNtou5zFc/HnHgb7qHiuVKYzraWw7xYrabXAcZSrMSP1ilVyLm3kwVb9IG7Se3AgYNhVHDz6ktZnYpamxfJOgSUuC/ZKgD6Edtjh4MJDil7r5VBgRKpiOoTajyrSU8KQ7x0NptqUZgVgWv0kkegB2D8b1TC7VGf+zmA2KjkV0oTFyL6TqUuJScp87HQ2Go77WLe+mjYo+6xasw+wvNwGku9SU31QsHqRY2BSexNrAabfEYV53iO4NlxYTHgdSt3MnOdRYpv310NtALdiNgkwoE5bna3WazS3HZ9EQuExnQt1qYFcHLbpWkJum1rHMABbudrPEdFpbVebdqjyOvwvx2gpbyCAQheUnNbyIJB0NhoBKoVFqnP+/oHAp1X6Wp6WHRmcToA6ABZY8ibE+t7WFvKjVRp3la9hOl1df6XPAdTFd7iywhwhKVG5JyLAJtob7VkwTYxJFwlP8A+yTMWqLW0pXKupdYfU1n7BKgbpuR2BFie2wrVMST8ZT/AHpP3ev4eqMVCuYSt05FehsLg38lWv8AUjscVrFkWjOuNOszc+ToTNaLUpNrdwrR22vUklVh5g61NWxq1KpfPz5aIrCEK6pV05bC9yR201NwLf5lTyg8xLTIdZdxvAxG7/R02E7kS/Fd/slC5Byq7m98p7EX02474HHcRym4tee/TtKyuoR81rWVbsSPOwBvoBsS4od+4c1AqLCJS+uLKjuoX1nsRrZQ8xa/1BFwanDGJ6pjfh0vHmHoqJUVXCanwHczExA0CykgFsn8Trpp3POmJyGNjdvFqlB3XtwOMjIhrIpCEjpUO5SAbg/TX67D+AN2X2txb9o6pTn5sJjwKlXzpuQdSdfIaemna+zkwrhpqVS4ECVk4GVPCWrqSn89e21hjLFtG3X0Zx1p5CH8qsqPEl5XnfzGh87C9h3O1TacYEq7wDxfvXa3fO+4YFPzoX4VZQ60pI76J17HuAbH07nMG+L2lnaXFcgYcqyOdfRnyeJKVXByAhWh7WPobEjaFvm3nVSs8SqUanofblKTnQ11qSk3stKNeq9j2A19BbZPR8BQK9FcqjrvJVHIlX3i+VxJJNiTc6Xv3BFwBYabVrTnMHjdLPddE+2WKGMUY3xDzSH3eEvmnSpTbpsLdQy9ux8yLW77OStSqNuvnuVTC9EQ/S5q1c01AVmUyv8A2obJFjpcpFhYk9zYqrCMCLRpXFn0lC4M1ampqEdTDyEgDMhY6UOCxItltrppfZlUSF9l6oxhyqRGKph6ooQimz1tZ8vmGlm+Zp1NhYk2ICSCCSAY5l9i4jlgxKDvV9nPEMWl5IS34shGbhdLbosQSm5v3uddQTe9wdskVbc3VKXPbn+9mOheZbSFL8JNrJ1JGtzqLdxfbfu5rd7S4uEqtRvGxNzeFfiztZbnsL6dwAfLtpsr6pT4GDZ7dLxlQ0RYsppKIs+a62hhzTuHjcNuDW6CE372O3fdKCQcE4Rw5P3VNtVnklzYsdDSH0ZXeH0ghsrTrY9uw9fO+1PhHdbQaNxJ8WrcB9/+ydX0+O4Gt+1/KxH0GzVxHWt32EsJOVRqk0HOw1nX0NrTkCe5sCQm/c2ItoDqNrfDODa9vLwvAxlhKnsUF9COiG/f4ydCSEr+Q9RCSCO3pba2yWikrm4uLij+v0liLN6lofzBGawsHLg2WrsADckE7B1bVQd3PKYcn4hYrcXPnXFUgImQfV1sqvZQUBZN9fMDW1r7TGM8URaWxRsLsrRK6kKRCaKusaEpsdBcGwHb1tfbL1NZxRRp7lUnxJU2bNkf96WV8RStOlRJHe4ykC2XS20bZOJundPOpdZdcqnG5pEL4TU3hZeMojqK065VjsbaE3t5DbO3tI76t5cXFr8rC9QyYaYyQ0ysvFQl83BBIPwyToLjUnTU7O2JS/5r9yzbTsvPNqMdTXFS6j4zrl8xuSEfTyAv3sRfHUk4owlPfle8V1GlyvgSluozJzKv0SEG+TTzNwQbi+lqTjAidXcb48lcrVKtKmrfd6syylOY+agLJtbS/l+O1jUMDu0al/FicR9fgdyZuN6kECwA1GoubWvaxEyNI9zT+agMobQvMjzUlKVIt309dLW+gGlu8t7EfFcn8Vb8V9eRSFdSE3+UgHTTUEaeeu1JRl3RfOwp7TTbvBRkz5XcvhSr8R2+m2hdx0KsuxYkV2ItHHyOx5WfIpKVEZSFE2IISCnuSfO2mwzu0lUajVRyBjKh8elzUdCuFmW3qLrBPe3fT0N9bEa2wDg3C8WltyqXLYfirzOoy+FxNhY/ja3b9Wx12gquJyV7YC1ZDVUqjeHK9UOVraEq5OaprIl69xw30DUk2uVJFx3N+2w7X919U96cXEeHuazrVIiz4S0O5U2sEIWLZkHU3IIJ0I0sCDeLXZ8/FET+iaet+kK+FPdvlcTfKErQL6gHxA2JAISbW25p3kO0GVLdlVZaKdKWnLDd6kMu2AUW3Ei4P5G4ABB8lzlPUs6n4iag4elfaOf90cWthCGHfhFK0rGigtNydAAQbG91HS1zN3bRsR0avP1ml802tD/FizITuV1lSlkAZkkKFz2UDcajqGmzXrWIPtHAcrPu5iVUWI+eFVIqUIkONAKIbe0yrAV2uLg3sATrmalb08eQJ/NUurLzrSritOxWUL11VmSU2JJ8xe/qdNiaZi5JMGj/AO6bEoe9PehP4kWVvYlMP+BC5iUozWt4lpFsxHaw1+nkPV7d/vp3jVThNYsrb9RYSuRHSxNCmnEpKhcBFkOg5hdCxfwkEHU5kkb3sWypbfNVFbGfoz8BlKFegNkAaDtcXHrtcUDfbvVwvVGJ+F8ZP06cx+iUmHG6tblKroKXAfImyh2BGt2yd0J3Ej2xRhDerih2hNVmoIi17DzuSPIkR1x33mlaFpxB0ULi4VYi4A7AEjsyFjKVWfc3u5EJ9jK6uOi+Ry+t0Cx0N/r9AQb7RsTe1/vQxHS26XvGxCiaxmTlke64eZtfksKSyFoOp1BBGo2GZe8LFtUdYqkXFi5TCE5M3AjqW3fL3s2CdUjX6DTam2d3lj13cSoHCcgNdErirdytIyIzWUn5DlVYk2NkkEA2vc7VGNNye9X+cGXih2iRfs0+www1xXcy2VoTdVz3ALizlOoFtTfZIU3fPvBwviN/msTLWh9aVpWuBGWnv5ZmyQrtcg66am1gyJftfb33aX7mdxuy/CfSpORVNh5k3N7hXBvb1B7d9PO6Ltg3sUwXr9drMDFDlGo1O8a1omNKSlaMwFrrHYggk5hZQ0sQLEkEHAdGlUZ91r7k/KQp1TSFnKm1vCFa2JSFWFrWSSAe6+quNcbuyn6zFrbHHf63fucbqt2AOTQedtRf0vtRjfLvGalNyna38fpadzRY6kuJ7a9Fu1vrb8tquJYWiPfCWKJWF5TDTvAfYRl4qZCC0pP67ahrbQEBQ0Nu/cDSPs84ipdL3g1KjUbEK5tLq7XPsR5C86oqzotu9gQkEAi/r56WwRH34484UuL72ivsPpUhTTtOiq6T3F+Hcjv37FSiO+0TA2+veXhfFsCqRcQ8CVFzNMP8lGWtLRIVw8xbOZFxcBQIGtrXO3ATjaGm4fbWqv8AN9WaTiPgrfhVTM10Ly8vKbBWhQ9QpJWhQHcaXBAOyPrGEaDjzC8DeDKiTadUYqGn0odWFNJSdR1IsC2Rpe906ggg6LHf3vt3obwYtNi4jxOuaxFf47SeSjIyqyKF7obF++noR+GwdR9528GLS2KXFxOtiKwvPwOXZUhWljoUHuALjsfMHvtPbH3SwvXbtnorFrDsrcO5Kap/x+SWhbS7KRmsRYZtDpa4Nr6+ptmndBVKzWYtSwbiiIiKwthSeArOlbKiAfOyki4uBcj0OgAStG3p75KDS5dBgYsW/QaihSXWMrScqSLdJKLgD9UaeQA0twj4zxvS58SvfbJ9C4XQhTrDK1pQdbZlIF0XubG9j9LgzIa0R0uUdrC9eltYtp77C1pyc+pHFjyGlHpcV+BGUKTYjUEDU7GDQxG791r1Oz05eaO0pSi7HkRyQUKEjzRqRmJGU2JINyUIN/NZixXKNPxY/NYXmUlqRFj5m0q8TaFBsHISTcXI1sRYAD5ovtR483fNe5sJVFEWL40oahxcibm5IzNlQ11Oo11N9DtBMp3VmjcI4axvhKqe9GsJvzYuTl5CXUBTUiLnuAtVwFXCiQoEkHUXGhvZeBcONSpcqqPIm0uVkdahykZFs5UEBGe54hAtlUACL9z3Oamvai3+1lpx2JjdC2PnaRAipV+H6P8AysL+R7Cjj76t6Ds9yf8AbFfNdXUqKwtWviCgpvrGpFiCR3FiNqcyTaJpaZvVw5QXfdeHKcwvoVmiuoLC3LWzIy3yJV81h+IIAvsJYnxDRt5cpiA1hObClLQrhTWJGRLiU6AKUFD4oJ0UsAnsSQdsy1fEuKK865PaqyPeiFdHCabRlUARcgIAI8gCLgadtNjbD29/GWA6M5/2hyLf65H3OMtOe1tMyDYH6EaWv22qZAsEIa3TaXhyf7rdq2ebKzcLmrIW5Y9Qui4BFx9PU9trKixqpFlNyorMWVkzZmuKnMpOt7X6T52BIB/ftn6tYlqmI8Rv1mvVta338ikvtJbQptSb2OUJCQoA97ajvcWtHibx69zXxa58dhfi4TSVKtbUEIv5ai/47VVSst3RND4irODcL17n59WWjw8eGnqVltdTZbuSPUEaeQvbYSxlvFn4XrMDG+6rEL6FoyfeITp+IjN+jWEkKBHSfIiwNwQCFPXceVSsusSp8tiatCOEjmI7Ssqb36VZbpIOota3l6bfkaqynXefiy+VfydfCQ2nNbtewBB9SLX0N9mN0rvWbI3fyd1XtLSm3d5cSnUTHkpjIqqZOVTVrgaS0pA+KQBZ9IBIACkm19lVjXcRvf3c4yl4SwviFbHHR91a96cB2Q0TpbMUoWdPECASL6G42QdWx3ihqe3VIuIX4tRhK8UdptpXqFpyJCfxTb8rabGcz2nd6GI6AjC+8urfaWiMu8eKpcKKiZT1kFJdjvJaC27gkKCSAoFQIIJB4bpPcE0XuDrdZoPP4S3l0OU/iGl5XWF1S7T8i1zZSlAWNtEq1BHnrtXbzMWYXn738NYtwlT6jClTeLDqkN1rItKg2sguD9YKSUgg2UFAgmw2RVP3ubxnYrcWLvHm4hpbGbk2p7DS5UXTVrMUlWUjySq3okbcVbxK9Paj4jpdcff5J1C3Y7rDKn4KgbfqdbfobAj5rnXa/jJ78elV9oDAeEsUVKjYj96MPtu5/hIzJUlYCha1yLg/X9211A9q3c3wv0tU6E/7Aqzf5276d9sPbza1WcR4tcrM+Xx5T8drMvhIRmyggWCQB2HpfTXYdj1mfFd+K7k/v5R/qNhGsTu/NyYj9pPCVUd4VBpNRfX1Kyuoyp0FvUj9l/qPRzboa81XsL/emeS5pCVtZ1+K99Cf1hbv9Rt5qUrGlZiu8VqXk/8AkTav80n9uzzwrvj3gwKCw1FxDkYR1oRycZWVXrqi99hW1hhgTjaJqnHDtZoMpvhUnnXM+VaWl5Fa9j6H1tp6i/YqneBWIEqs0l12k1Gl1TmsjTrvUxKvoWi4Bqu3bzsASnQELeRv/wB6Er4UrFi30I8H3KNmT+fD7f5bUs3fdjeU65FlVxEpD6+tp2FGUlVjof0dgR+W0pSFScLBNRT2MOSqN96iIlPsKSrKtObqv6eR1IvqCNLdiFr9od32F6y/PgMoYqmfI7F1Q62sdgoG6s1rEXvob2IN9lLK3s4y+G79ocnRly8qzlyj/c/j8ztRzscVmfVG6pKq3NSmMuV1cVlS27aWBKL2sTYG4Fz6nbkXjEQ1jI4xN1Ybpe8GqUZus0b+3RnS07dCkq9CSD6jztp5XOxngJvG891xrEbXJIY6FIWnKrN83ckW+o0PlptiHD3tLb34HDixceSoqEJ6WuSjZVJ/Atm4+t9dL3AFrOo+0vvk/wDgyfYz9GdMOLl/C/D2Pps1Hmeds0TZyJvetSqXSorn9uvJ05dlTXZk+vT257TWR9jNwHdc6fp/0Ov02x9K3+70Gv0uPX3F/NnYY6u97jJb9mg9BtHh+0zvBgO/CxOtC/1+Sjf+sbONqEgjo7m9TbOHaZjzhcWqUliqRVq60qs075eFQuNNdCLHTXzP7VN127nFDrk92IwxUfG6l1GSQlQ7C1+q17aXBNrn0yGn2vd/DTXCi4scbQtHywIv/wCK/jvtXT9++/jEfxZ+Jn3l/wDxlG+n9z0AAvf8tqO4YcS1WiuU8GaFl4YoOF577VBqLEVzw8u60pKM3c2y3yjt5AC3mALQ4eKazgh1yU6zyrD/AFJkLaEhjN5hRSSlSD2KTlJuCCCbnOEzHe9V39LXFrX/APGrCU6f7n8a9tusDehvVi/CaxO+xk6sq47Hnp+pZQ/H12y7UfPBmnphq0fzPEK948j39ih91rlUMLUnK1FvkzAeYPY9xYeVtT32HZFCa5X4vX0+LXw7U0/ePvBlSnOVlxV5P0rSIDCFZvqgIyqHpYG3YWtbarXvKxHPa+9S8nyLSmKynKr/AA5dCP27C2OOcRbXV3NdvX1CGnNyoEriwJcqKtGXItpRSr93cW8jcW8u2zXwPjPFEX+q09dUfXl4qkqyu5SQVHuM1gCSBqRfQ6bIE4mrP6VqoI/XXkYa/wDWR9PyvtaRt6GLYrTbXvbItHgWmKz/AJZNf4PkNh1i4Pmdp3vrPkePxNd4exTXncLyIuMpbD6ELU7Fd1afbToQg9wR6eYtqTc2Fn96+DZ89zCWPKSw/Cf6osp1OVKV6+Imwv6KFrX1voTm5/ebvBlfFaxZn8XQuK0rv3uMnY9v37RXt6W8FqLys+WhbC/1ocdSfwuUXsfqdtPvfkTVr1FfrE0mxu0aiu/9nJbEqlyupEV1880z3PSSDnQQBa+YjS4Hcl9ODVGwlLo0qJFqkWUjI7DkLCX20+RbKTqm4F03BSQDYDqGS4m/TG8WK3FaxDwEIzdHJxloynuAFINh6WtbsNqnEe8bFFe4DruIX/gL4rTsXhtLbVpbMkJAWnzudQdbkHSS6t6h60pzvSa7wdQapWYD8DBtQio6VNcKa0HVR3bfo1JvqntcXNxqDc7EmE9x+8tqU5PaepbC0fCdjpU47HkNaXTcgKSDa4BBINrHQHbF2Ht/W8bDk/n4uLOBUF9C5HJx1cxYADiXRYqAtZWhFhqbX2cWA/bD3vz4DjX23yPsLyup92xFfh3a2y9QL8+GMRk3cTaFJ3ZYSapblLn4ZY60/HaUnP1E6AqSBp6KsAQLXuLbLfHG7R3BDTjVGocWVSJS0tOsVHOthLR7pUsAqQLm4WQbEeVydk2v2pd9PFbd+2686Pn92w/zH6HUHzB0/dtFqntN7358VyLKxZnQvNnR7tief14N7fTZOtdQjZzOS/8AM6TsO0HCTvCgRFwv/heUoLU2hR6dU9K0FN7KBva2oN7SKjWGosXmujozNNdAWhxPm3fzvbsRbv2OyBru8LFrU/4VW8HhTy7WRKPJAGXpH0Hby722nI3n4o4TnFqLeR9ORbSoTCk/sKLfnYHbT8mWGN67eI4N39RxlAnue5nn6RS1rU7y+YpaTf0sSEgnWw7egFrvrC+McR0trmpVbflZEdauKFZfxtdKkg9jth17fZvBpbXwsQ5EfInkmFJV9D0eY/aPUbUq99e8t1pxqBiFxDC/G0iOz5enR2+lturWyK11Vjl56JzfaRo2HHWOfeRKYX40NLHFSkdyBfuPQ2/HUbUm9/EsDe1ghus7vq4xUYuRSZsfVLrKiB40eJIGt1Wt2INrkeb0neLi2fKc96VZedf9ry7X+WUXH4WI2tsEb1seYcdlxaXid9jj9aFtJb8XqDlv/l57Msz7MH3BvRXvD18TRFF3R17hOSnc6FrX1o+VXqbHQ/8APZhYLo7VGa/qmR9CvGhB6raaev07bZrje1VvVi/dZ+Js/wD4qYETMq36w4YB9bixvqbnaTP9pnehyvMwK4iUjJ4mIEbMn6KTwwpPbvax9SNvNanSa+18qRiWdy3uaqlUufVHW5UplEpHhzLspSbdu/08v9NhLEm6vBuMsRsYcqlDfpEqUhSWqpCRkSlWlw4kGykkkXAGvci4uM5RvbA3vtNfCxD4+nrgRVJ/9tW/02+4/tVbxuLxZ9W/9JK5KL+67X0+n+WxNHodTU+9/wDzBApND4P9lOLhfFD7WI3mJqEKzNKR1IeR5HX09O4P5bFeLtyVBrzrFGwlQ4rE1eVGRpGXq9bDTUaWAtex0O2bmvbAx47w+LjJefwdcCLm/e1tIa9qHHkqe279sloX8rqIcbp8/JvT1Fv3bapazGMRiuxUmiXcG7xvZpo0uBVJbCMNV5CWpsV2y2M4A6036UqFvxtqPM7UFEpW7TEdegV6l0+KxW2Mud2GgIXIQNLLQDZdgLAkEgdiNk3vC37b3979GboNe3kLmsI/RNLixkJzWtchCBc/3r3H7tllgTEeKKDi3kKzUX2JTCfhLTkzJ9Ck5bgjyULHT8RtZEZvcJbfXamCJ6p4UVg2fFcgO0TI+hH6J1rpcT6A2Go9O/Y/iD4trNLoMpyBS5b/ACvzxV3Wlu/nr5A31GtvLbJlZ9rnehhyLyDuPVv/AC5/d0PMpPYE/Btn+ot62F9ljJ9qfeg1iPn/ALT87FXlU7xYEbN+9uwI9LEH67UbS7+Ihtmqqtj5qLPciuxFoYWvxp+X8j38/MdtvytKwvjeguUvm1oX0u9K8i0qCNDp1Wsog6WN7dxbbJ2M9+OKK9FbnwK3klI8TXKx0IUjXulKALgm+Yd/2bBrG+XHjX6KuLRk8C0tNJUn/wAx/wBfPZiqpKRgDMReq5X3gxwV7Ec+jf8AY3EcTrpD+eHNWkJdbjq1uCDZxsixF7gEHta2zawRizn6W3Any4rC0ZeE+uyEvIPYkdkk+Z7eem2QZO87G9Udb5+rOP5PAtcdrMn17J8/Pa6d3tYoaitxWqsjoVnyIisp/eEA/l22hnOPEQupP1CYI5mssVR59Lafo1UiIXx/H+snuUqGuuo0UD69x3CqjgR2qQH4vGyLWhXAkJX4VjsD20vofodkGrflvBdabi/aZ/gMIyNIU00pLf0SCnpH0Gn024vb9N6EVr4WJ1rR/wDGrPhP+5sGtTu3GZo0tm/IM/PedepcqXz+fOw6pKkK8SVjQ/h22LsKb8Ko1Kbi8FCFoV0fMlXqDc/stspani7FFZlPz5UvOt/9L8JtOb8gkDaEw5XuK2609w1o8HSn/hsR6jb7mj2M+56GQdxGCMUNe9J+HqWhD+VSmo7RS0rQdhc27eVh9BsQM+zvu5/Re6f/ACHTm/fe4v2ve2yBom/SvYXn8hhx34CMuaHK62lJF+2oKfpb02cW7jfjiPGUpuLKwahHVkW61KKvzAI/z7eu1RmE1YuXndxDSHgdrDjXIQHn0MfKhas2X0te+n0N9r2iYfdlNfesj6/7qRm/Pa6ZTzUVt13/AMhfiT9NuaxFa+E09wFo8PV4dpG2ZJLtJ0XDLTTXClO5/wC4vpV+7YY3jwMLwKM5z8uKx0eB1YSnTt3/AD2LaYifKa+K7nR+vnzbV2Mt3OHMW0tyl4oiRajClJUlSFrCk66Eeo7+W3cNLpWZiTeBJw5Kiy2mnmF8PMlDsd3Ir1uLaEH8PQ+e2fmUyufc/TrQhasi3fHl9D/0F/pttfEvsX0GA7z+Dag+hHjVCkKUtOX0SokqFvQk3v3Hnn3eHgCBRq83QWvuVR4vW0v5tDqP2dxcf57SFVZp6Mog9yswNh+VVOJPdZ6GPxT1fj9P9NmBh/C9ZxbXuQ4P3VhfWtfhzf8AHvb0sdpgp/2Nwk3wmm+OtCUrzeFSrX00/Zf919lm1i3G+EpTkqjYhm05b+ZbrHiQ4k31ANwNb9QsfrbTZZE7z5+Ixs7xzNY0DdXAo0pt2U8hCEIT15/D+Vh+Ot9di+ub0sL4DgOQHatF46EdGTqS5+I77Yna3o43n/1quTVr/V4uX9nb/PaJDpOLa9VOalU6o1FC19asx47aj5hVxr9Cddn60SqUXQ7myYxcSb68bu4ocddpyFxX+pPypcvaywRdI8xYDTS42+5UPEdei+/v0DGRS1o4pUn/AHh5W87gbcKdhHEbTTcX+jlo+Tmo5zp0+ZPhNidbEX9RtcUfDtZwu65PqmJor8JfTwo6inKrUG17kf4b6W8++yt2oqT7zHy6Up/SUkWa1Ka+T/E0rMnTyHmPzvtLRN4TXCd8CFK/ved+/kNP+mxpRX92k+Vwp+E1ykP5c7sd1bDqb6Z05Ta472II9RpsZsYCw5A/pSgu+/oWXrizVFqQ36ghIyk3HceVzb08zdoRq7jbX6mMaTqnLr6i0hKarzvKz5bE1hHja4vUn8+4H4bM7D26mK1S+fdiL91+LJ4svl38h6+Z7HTTafgyv7vpVeYpf2TQw8hSsjUhaXfzzDUH8gdmPjSbKpbXK4XiIisPp+8QpCM6VJ7fDXodNDlI9Tc9tt2uwKm0fHE20O1AsTtNxDhyLPfo1LiRaijqjqkR+h1tWoAtayreZ0B11OwfVqdXnay5yst6lxUZkIXFUMyldj/eTbzBt+Yts06LHi0tp+VFpMF9h9X9ldKmVnXtY2sbG1tdbEbfOI8PVSsxff33VaIPWt1hGZbaPRSRr+ZFh6jvs4ijbmGSv8xOS92/IO8+7XKo+hfU6vOVKVp31uRr5G4J8xtPw1h/CWI3W6W7UeO8haPivtFp1KtLa/TtouxGhAvYMym1Gl1SluReh/gIU112za27K8r/AF7W2T1bojsCsuSnahyrCF9aEqKVZu+QEXt2vcgjsbjadsYEeL25yqRaXxaXUYsp9aOjI1l4n1v218zrc99oW5vEWN9yOPPfNU5ViiTfhTYvFyrV+qpOgQSPPXt+Gizw9vS3jQHW4uEqs/UYrHyPoC0NpJvbOL66jqub/TttZ71JVUxvFbdrNE5WUjLmRxVIQ5rfpUkdzbtbTX01sjbTIKbpu3fZh5rehulqUWlvZ0VGHnYWnqTqLi9r3H4X/Pby0ou6WVz/AOiycBfxeKsKSpVzcp0AFz5Eed9PPSHs9+0viPdL/wBjazT5VbwovN93fdHHhq/8FZ7gnTKdL+Y2aGJMMbjN4NQfqeDd49Lokqo9a6TXmlR1Z7XOV7wq/C6iPXQAGYhhBovbMzzR6rhLBv8A7KUImsJzLR4vO10rF7fW5sR5bWtZhV7FDrFeo0ubTmEI6eA7mTm9VFNrEG4HcA2/Ha6xVu3a3fT+arPu6o05/oRIgTQ6ltR81DxW9NPrpqdqFWJYFGqjbWHJb/AlKyOo5fN4tL3QbFJv2Kb63+uwoYxmbuFVmBQXJVUqyJS+t1aH2glTdvNKh+/yPra21RWXcRwJ7bv3Xkl/pU6pUlV7g3vYC35eW1hj2XFwlgj718NE3hReK0spTmVa6xf8M3oPw2hPYArNUwk3VPfaKiwhKXY6nV8B/L3DYWmyF2GmVY1tqrttdSsHmMzDe7Wl1SB70qkT+9mz5vqAfUa6A9tgbEFYgQMR/ZzDjXQjpWtr5UEgX/E9zc/iDsTxsc1SjbtP6LiLW+wnKtKfFmAIAN7WurS507a67LagSYsp1yfWadKYmylqW660nqSsnUlJvpe3hNiNR67EPqUAhfh3CcV3Ebc9plc3Ovpyo/AKCsqhpp29LEgkbFVf3OtNO+9JWDaRwJSfjx344Spy3zoVlBOnncHyue21ZExJQaW6xXpVWmxV05SM8xMMurbTbssAFQbIte40Gt/XTuHMaYI3g4N5pquUGvUtbSeKuK+Ph/Ui5KSO99LHatabpL+Mx5g3dxRsG1mXKi1yowmJuV9DSJ5UhNjpfMoWFyTroSNVX72rVR3LSq9IoNeqyKDVEdTsqGp2O7nJslawLKSkq0vZaCOxIvbpvSwdQcB15E/d9iZudS6i+pEiBxUSFNrIv4heyR5apHkQfP8AGN0+CHao3iivPMSn+F/VWs6GsvmbJNxf9VNtT22502mWB3QU3k81Qay3Rnat7xisdbUqQvOhLVrpyLsVAG1spFgbH12+4cbBDvDlddOffytOux3c6exKSlQUCE3vdJuRroRsbVXd3hestNysOOyuRRm/o2e+t9pKr/IVHOlBt2uLadtoUrdbAitMVSjYYm8eKtKlR0LOXSxGRak5VAi/SR37K25ZEJsMz8JYNoLnFxCiqSuvhSMpWpXmB0gq8/r5+QFltiyuUuqNP1l1lh9b2bixcubKnQXyqQFpJ00Nxft22O69u/wviiBHrOEnfd1RRl48ORHWhSldupJIKF6nsCk66XN9rKRRoDuCHIs+nLRVGE52ndUrzp1TlUhWcdzbuPU226duiuwl9iK80w7S5fHYlK5dUVTQS6ysry2KjZNr+YJtpcX02M4WEKXRq97rn05+LUV/1ddRirRxEE3ycRFgpGtgTcdtRbagw1XcOVT4VUw8uVVEZuK6vLxVWuOpNk5h9dCBbQ7M4Up2fQW2moj/ACqM2WO0+c0dZ75Erulsi/hTodbjz2oQ0nMW1UZ3g4SxRxfj06E+vpTF++MKXp4Qo5kG3kSR6EajY1iYoxRPittYyiQuVR/V58LOw6pPcnNmuhQAuUqBST3JubVcypV6g/epVPlYhpzKFfCkMZX2UjUAqTfMLA9hpb02IXa3g2vYc5+fhmo0teTK7Hm9Oa6NSkhRSf8ACqx07d9romZQvPyrUGl1mA5FqmIWK3SKin7q6qyU5rghJy6BQ8lDTUj6FZYwwZKqmDZ+F6DUPvSFOpjtSpQSpScgFs9gCm3ZVtPyvsfPvysG0ZiVRnadiHD07oS0vxN6DpyknT0ULW18gNqqVgas7wWmGqNg77k/l4qUT0Zo6r6lKgbj8LW0AFtrAeUqZknBWCsbysUN7tKzgKtsVTP8BEW+RxQIPEBSopUg3BLgNhcXINxtuXd97NfuajNu1TgNzcnU06oqy+ozm+ZV/mJ8zqSb7OrdhuooODYDbvCWt7hJQp2Q7mX+0nQX8hsOb+sVNYDpbmKPeORiKlWaP+tfsQPP/kLd9jlNwi5t5wsBcVVr7EQHOae5VbGVrx9Kr/tF/wDM6a7ZJ3q47xRvBdcaitLisdSea1U0pJFhfLcC5zWJ/Hy2Ad6ftY1neDiPlaWyhEKKvrad8chVx2SdFJ0tbvYk6EbaZ9myn0vGWDWK81h5hjjtK/RLc4Tne9krvYgWuAQPXudlRVtaEWZ/iw3YsWJhyfTkc7xeFxVo6fPrQoDXXU289bbSJ9Ar2HGnHeURNfRnUiO0k50388puVaEXtcm2g7bOPe1gn3M0/wC9GmG2EKS7HyLLC21g3DgF7ixSCbKIIIBuNNuVLegY8wQ3WXae+/NpyOEt1pSUrcuSc4vbIsX0vYHMLemzBWXiCpdXo2KJ/C+ydQoNUQ6lpTsJORLibdQeZWMqwRpqMwB7jQ7NGZg+VRqCxPdp6EIWhTqFtXSnNoAcp1BsPI2+mxc1X6DjeltxXaTwMUUTI1FnrYCFPIuRw3NPNNzckEX072P9jCZiNql8hXsPSqXFWnoVmzsZQTZwaXyEanUHUaWG1DJzDb2VN5NBxRWX6N72R70itJ48B1GReVKrZwOxSbixBPfa49sHCWLZ+COawb7offYypfps+PmaqDWvwgbhIcPykjQ21HcZz9mujz8L71abiiezyueUuP4vlc1H0IuB20F/ptsjeBAwu7i2JKrNcmwkIaTITF445V5YIIWUnU2NjYEC4Bt22HKGZe3a+zBhzCUWJvGxRg1cVE1ppS4HOnPSVKIVkCb5V6qIKbm40I0JJdvTx/XotGbi4cqPAhIzcwhrpdUjVKRcdidLgaWuPSxfiPHzVexQ3A+AugwkKzNOqLSpC1JPUFfLYEWJ0/bqha7iCBijG78CjS2EI4qWmlOo6HEW1C7juCSm4HcX0AvtfdJH5gtAxXi2fWfejUTj06EnhP8AzOsujXS97pAum4At5kHavwRHd3ob2m2ory2EQkplSmsmTMgDKhBHqTlJBJAKRoLDZsUike5p7cCA10LQrIxk6m9dcupvfzGpNvPYr3ebqqNheVWsW0tpcVE11K+Fr8NaU6jLfpTcXCfK507bU3bpAs5iX38SZXv5jC8WXnp1ORxVNK6uGvubeY0PiJuNQRoNldQ6PS5VUc59lbzD6E9Wq1N2Glwo5gALAd/w8tiHGbs+fWalVHf09RkLQpaljw3FiO2lrKsNLnyvbbtg/B/KtONVmWtheVKml5MyPxJQb6gHXUDS42gwqyibhwKXVOFFloYyKTHd4rBy6nKlzKbAoIvqLgZu486/Fsz7OOuUtp5iLOi5XVsLa6VNEXBINibi5uO+uuht+Vqc1ArL9Lqmd9C3V5F6K4d++XyI0yixsSAL6EjRtAwJhffJg2DS+UYqlbpCUoYqSLcVtBTqlaDqRcWtr56gi21cTpmunVWLwon6DO/1utNIUpDiRe+XvY6ai+lzf12aD+8SqUagxIFAw9NYfWhLqJEdOZjLpe3VosCxIub5tLm4BbUPZ79zVRifKaySoqlcXgNDI4kjuQLZT6HUE9wLgg+l4dn0HhtNNN8B/JxWHUhTTiRa3rZXYA+Vvy2mcDEnuvbqlUx43Kxk7nYlR0tPtLaKkpvc2WD27dtDe3oLku8OixXXX8L0ahsPscJK2JUd0JUlQJytFKtUqvYi9rAkEgE7NXeW3Axlg2I7AiwsNV6ErJHrMVoZXEix4chjRK7alKrhXlqCQUJi7EFew5Rvf3vFhc1DqWnZTSQppxJWQC4kXKUm9go9ioC+1SknMhQKLWWosujVmXUaIvhO8rP4GZClhpQKHU+h0ufOwN/XMrkmqRXeQnuoWvpyfMnXzCvEPp5fs2bFd3l7y6pFcgOy2FsLaUtDSGipOQgkAKHSLJ8iOxsQL22UNOme9OHFleP5c6c3+6fX6bQg2Re8yZHR8X4rWfP4lZOlXlrtbO09p2B8JnI4j/zSfy2mwafwmv0Wf/H/AB5bSzC4X/oGxYs1gWA89v7rzTUvOtHgaz/lb6kj8f8AXb4w3WvddU4v6BHhkNJ/ZnA7fiO/ntb1Gnu8/wDCiI6/lX834fUfnp+Gw8IfP15uB4HP1vmTY9vrt0IDuh7Wl0af91deyLX1x3UIzJzfUd7HtoQdg2VXfc33B3rQjpzJ609/Imx19PX02m1difFnxIrWReRf+7qdL/8AL/oRJpNLd+9OxOBNYRkfYX1JcSfO3mD5EfgdrZnYlTRsQz2mvhS2JsVfRwnWihafoDcjT8r+m35JhtT4rnCeXkXm/wATav8AWx/g7SAzAitPyqM8hHizMOr6FfTXt+fbaliYnoPFcade4Di+laFeHNftcefoRtMjEp5FS5Cfwmmm1rX40L6kqT9diyiToEqKxwvgPoy50O9SVfmf3Hv9TsLwhxao+61wH0Z8yUuoHSoAdldwfqNj7DzMWV+lpPAf+f5kq+v8a7TiRO+IKhFlRW4rv93/AHf+O1TBp0Wf+iezoQvr/u/j57XSsMRXeI618ny5vDbXQf6bfsOJFgfomsi/n7/v/H1/6bdmSJ9yWGmovC+TJ1frZf8AjsH1J6LKiuQIEt9eTqRn8aU2Olz3Gmh2YkSK067xXfAtH+JOwhVMOtRao5yrS1o8SUI8baj3t6pP6p/LbhIg6qle+YEThZ1rY/8AK89Lefb/AJbSI3wmuQlZJWTNwl5epNu4+hHptOaU1FiucLoyLSpSF9PVfy16TtYOSIsppuV0If6cjq/mV5XP7r/tHntBE6Qqep1ppufA6P10L+ZP5fx57cwzK988/wCDP4k+JPl2I79v37dUS2mpTn9nn8TX635jQ/lr5+e3Ohs8Ksvympa+Aj+y+XXyI/eCNqP4ic0vAmBS3XJ8pnJn8f8Ad/D8fPankVB2U1z7vWhfyf3df8vQ67R8Qz3ao7wmuhhj+Cdoba3f6q6z0LR40r6VfUHyP5bVrG6QJ8y6VFn/ANVydHyK8Kk/j9PI+X4a7QvsZS/9qtj5snzNq+nqPT/PaXEm+65TcpqWh9GdKFtK6Vefb6/UaH6bW1ejRZUVDrTuTP1p+ZP4X8vp5bF2yZQu4Zdaa4UV1D7f6mTq/f8A6bd2MNtSoHC4vKzUf2T/AEpc+gNz38iO/a23ZdanxYrcVpnI+j/eSr67Vj1RrMriQJ7yM76Fcvm8Kr9xf8jtGJeQERHeLwpUToz5V9X+R/0/y2kuUF1rhtQHc/z5F/5EbSIlO+6/enkMfrtZs3VfuD9fT/rtZ0GPzUrhNPfoPm+XL5WO0gyDOMWK7Fiv/CyLy9WTp/P6bcKDih12U375aXzSMvCnsWS76dY8Lg8jfW19drFLjvPy4v6m1OYrTVZbd/Xy8Vr9bXRVvX1+m15WXGJMJ8/w8R0b46GEpRMitI/R3Js4kd8ve6fLy0GwnUaNFdac8C1o6/8AqO+xVBrsrDmI25TXEWxwsjqUfMkk3GmtwO312ucWMUFqe3z7XAi1BHFhVGPZX+JK0aBRF9SLEix1sduInboknG+F+ie/3P8An/rs4MKK/oFj/DsL1nCsqlxXKo1ERVKf/wCfkPrQn0zgWUj63Fh67FtFRwqW3wuhGTYLzpDmSPi8L5/1P7u1Ilziz/i7ECqHPnz/AITPwF/2vy7TGcFtQOJPdl51/qq8P+v7drD1LAweqz3C4bTXz7DrsiV/skdH6l9iGuSYv9q1/hX821xh7CrU+A3P5tC0P/Oj+O427EGwT5g4irOtQOE7L6PGnN1cNX08038/Lz+u0X3vKdlcLm+hf/k/n/x2NZGHWqW7xfH/ALo2parR8OVT9K0uFK/2sfpTm+o7H9l/rtUlB7ge2jSmdgyuLwpTv+D5syfoe35HXaTBokB2LxZVRyPo8aFI6VXOlvr67dxEdiwOE18fJ87XV+467f1BpkqVVGOK6hbC/G1+qv12sNjepIqSG2EqG01Fb4vyeD9XYlkutRfhNbcoKWovDaa2kuRIv6XY0KEVZUuPcXYQXP5/EfC/89f4/MbX2K8QRaXF+6tcdf6qFBOb/hbYFhVBr3y2600tGdXXm6Vf9L/s2C4lxDky+E7xfn2hVhmLK+K6z1/7VPiy+h9fxOo9drBqFzW1i1TWpUXhO+P59urSDvqRxAppPF+6xcmdjrT8q0p/1SfrcX2/Mv8A59Nf76Pl/Een4bcavS5TUr4Tq2H2P0Skfx29QdCNulExTAnu+66yy3Fm+HP/AGTn/rJ/aPw2k1zKNeJ2dpvwuai/+UnqSr+PMbV8qS7wnOL8mxO5S3YvxYv/AJHiSpP8em0STTWp7X6LIv5kfx3G0bJXbtgxApTVU4njR/h8SfS3l+R2q5An0GVwpXWhfz/KpP8Aofp/nsXw2+Vd5V3aDiGL8LaO3DodvqBlQqLTvE4ufh/+q/x+f127YVxV9l6y3P42eK/0Oo+bL629R32mMw4sr9F0Po+T5XP+B2q5tC+E474F/q5cv8X24osfXyWPWHWGpTTcqK82thaM6Fo8Kk/x39Nuqp7Tuy53esVmlxXIs9n7qvqQj/Zq9R+PmPPYgqNaixf7bZY18zgJ+1lhriuO/P8AwdheqVv+ya8aNrONClV534TvwP19uVWwZyrXNNda0eJP8f8AC3+YsuFODL5g6Jzs/wDv5/Ej9ZP59yP27RZFEdalN/FWwwvKtKs5TmV5WI7H9h2mvy6M07xYsTIv/vEdSCpCVDzSe6fqO3+v45jRr4bXKIyI+VXzJ8x/z2YHjJn7IQ1yv3qX/v8A8aX/AA/Ye4rGi1FlNutPfN/H8Xtt1m1igu/FaZX1p8HzJ/AjuPx7fXamjyuK7wvk+X+P89oMqTLqopadd4v/AKBtHjS3WneK08tC/lUjpVt9OyOLFb4X8eu3BKNqiT9yyampwJTvCnxOv/bx7JV+JHY/jYH6naQukNOtOcg7zSPH0eNP+6dT+Ww4+eE7t3YqXK7XEWIklfK/opTX6P8A3VJ/Ma/kdiKjN0vhI5XP8vQvqT59jtQsVx2U621PiIlf4/H+RGv+exhTmGpUVt2BEWj+PUbWxunEtifz9H/tYEtbC/1M2ZP77kfl+zaVBEqsz2Gp72SoxUZUZ/C819D6i17a99v5Zda/S7RpDvF4f9zqT+slXqDtR0gA+2CWLGJ8WsvtT8+fP0/4fLanUdmViKH9qKNz/jqlOR8XL/3hj9a3qO5/PTtsvFRHdqiE3ThxXf7V7aVCic1+ieRt9xqY67/Y7XsGg8J34u3Ykb5Hh0mU18V3b5cp7rvxXfh/+s7X8pbTUXlWtoQ5p3ahKwTkSAiE01t2Sw1/sdphpjvC2kNwduGIPMhR4brv6JrYgp2H+L/Wujb+p45X+x27zJsp39F/5P62xkx8ywaNivbqp9UntyqC1FlIzq+LFlNu/sCTm1HqCPLbQW6vD0XCVGblT+Ah9COtXhWn6W/z2xpUd5E9qfwoudCG19C1oH7fMfgdDbyB02+V70MRymnIvvuUv/ErN22R7TqMRy+ksNgm3ahvXiyp/uugy0Lf8K1J6sv4D/mbbDS9329+qYoYrPval1GiLWlciK7xWJDKbaWKVgK118h2BBsTsqfZ6r2Dao7zVZxDTotRYyqWiQ7wlK17i9r/AJH8L7aXnbyqDS6W57mloq77Ccy2oa+K72JHQLqN/KwJOwuczN7LocYhOzQXaXS22otRlMdHg5grUn81Xv8AmTtOouHYsr4sqWtcr/xelSv3kbZzpG++vY3xHyEVqVFYR+ladTldbVfUZTYjTuDqNtL4bLXKt8XrRkSrr6v8/wBuxftM5gy8Gc6jUKpQf6qyiUjwZVeFX565T6G1vx7bLLfHRMG4jgMV6qYe5WqRU52JGQKUlXmMwB0/EDZ0PstcX4rO3Cs4PpeKKM5AdidC0qy5k5sqreRHb8tpxu4lU+6ecWKsbz5U9yluy8kVhCkNO5fFfTN2t+HfavxE3KqlLjyouReTpy+H8Tft2/077MXe/uLxbhLFHKu0OVKhPqUtqQjwKTc6E6kG3r37i2uw8jcfiP3W47Al8qvqVy63+hSRfzGhPkLgg+ux60VOBN+pQUBEpMD0CLPn8hVKIw+h9aVod4q2ltqF9EqFxr9QQbbGqcZ17BtU+zlUwm++ta1IjupRkVk8iV2KSQNT2JtoO1qmg0uqYXlQOaeQhbGRHXbLmuB3H7tfx2e1XThyswGHay8j5fEjw6eXf8QbEfhsVk3Q0X9SNZd4cqVx2G86VMSEeHN3sfPWx/LYdm8WfKc4r2d/9bw5vLXsP+nfXaZinePhKLx6M1VuPwFK6NUqy+VtLajsf8tgiXjCV/3CnSor/TlXIayJUnQ3F0gHuO23mdX0+5rsiY99N1j8S+l1VrDjTjsrIhbaM+RXTm00sR3/AC/Mix2ro2/HeDXmuQwlTuOtH6qSrpHpplva/it6X1sRqv06vV6KxVJTsVeRHWhCsq/Tt2PqdR+G1hu43qVndo6+1ApMWUwv9K0pH0P5aHyta47+Yco0/wBOn7w9SPpVhJS8Q1SqO81iOnymKi2pPFStJa79reQOncaXuL7aLpTzuMsOMe5sT1Ra0ITlTIdC1s6drnVSTfzJB/Ztlepb7vtRi1h2vRPd0Ja8nFjtZlNpJ+ZKfId9O3177aWw0KNAo0efS6tFmxZSEqTKjqzIUnyIKTa/00PqBsTS0u1mSOIxUXfkyureFsZYSafxHAxOvnfnadioWhSRe3e1rA62sfoO+ym/nv3q8V+lu0+nLR1I6UOJypvra5KtR2KVJI73O2hkYjo3KuNSok2toyqzR1XSpSvRJP5i4vbz2UTeL2ncZN0ug7uH8i82ZqUrI6yryta4UPRQ/YCCNtp1RY4pLSbuuxLjzEbXIYoqMJ9xGXKqVH4TvCAsEcROl/x0PnbY1q+CJ9Ziv/0dFqjCE+DmEodbvp0nTU2uATbTt32sqHRZUCVz9Lri8NVtCeulzbcvKVfsCoBJ1Nh5m4sB5TWDPlVn3pKiMRZufIrgfCSpQ9B6aepB873tssxVvUOoxFjgeP8AZyqP0ultSmMmb4EpooU2q/UFa3CgToSdb6Gx2fFJoX2ooznvRlhfQr4T7RQpP1C0/u0I/HaBPpsCs8N2g0TgVtHiazjhSvUpB0SRqRa19Rf1IZOLotBoP9Mtcq/4HVtIK8v4hNyD/Gu0BfmcTFvXsA4cqnEaap/AfYX1radSpSu2i0CwIPkoAfge+11g3CuEp9LcgSoi319SGlcwUO5xpYZhkc0AIHV3uR32o8SwqXXp7c+jVBCJX9lxWijN/hIsQT2sTY39dNv1qBP5XlWsnNMI+LFkXRxE631Iva/0UAfPXSkJKjGdNlUviUuAyh9hH9ktJQ63b+6q/bytYHyG3zgbBrs+qRKpFeQtmL8V1hd0K89AoG4JOpuCNPTa+XWp7sD3XK5VbHytPrz8NXbS97EeViPwHba5wnh/3M05VKpL5Jb6/wBLnypUgCw10GvexOlwbbdKmVW9DeFS5UpjC9UZfYR1LfWhIV4tBpp5HWxBsexsdgekb0IGA4D+HGqguVTnEqdQlKytDemqAD1II1ASQBbQXFjtd46gVR1p/i/11alK4uUPoUruNLajy0INibW0Oy3Zw1WXZXCrzTEL++hB4Sk/RQBOvqdB3J89uJkgQy3We1dAoNUfoON8JrlUGUromRUHnYae2dSE6PJvc2GVQGmvbZztubm8RxffNBxvS6ixK6o8jmglSb65CLJIVbQhyxuLWvtnbDO6Kl1mVIan06ov58nCnwsshLP0UUrzakjQX08tdriPuIlYXdflVmh1HgZuK1NdRnRm9SsXKOwFjYgeXoRbcrzI2bY+KTh33pK4UrgTachH6VNRbStP0BbUSfPQhIHnfYZi7uN3MDGT9LgUSU/KlZeKhcpTSldzq4kjMANcpJGmlthmgPxYDXxaSh9DGVC1tdLuQHWxSBf/AF2dNJxvu5pdBb5WrRVuL+V3pdSrzuFenqDb67WR5UiUtRp+77dzFcdo2GFsLfa61IUVrT9ElRKiPRNz9LbL9vH+7mLPcn4txDTvuq1L5d3OwuKoG+dJCkqvobg3N9LCxGzHxFiyvRYDlZwlREYlYQtKJkNHDdW2we6w3fMq2ngJ+oOyanbvaDjLm8RysPPxWJTSkpW+0UrSgaXsQe2oANyBpptaVjak+0juRqlL+4bx6C++wnoTK/S/q2zG9lXsCb29ddoOAPbBw5hJ1xqvVFFUpb/hXFiqzs3879nEd+wB0OpvYZXY3P4XgVRyVKZfio6siHXVJjqTfQBxJC0G3rcdxqRtordo5giqRWMONYYhRZqMiEKdypaldvNNgSCDa4B1uPQ3G2VaE+P8XYjrzrmLcB06aiKtKXU8eKUtK+iu5TcfrBNiLHW+31u5qf23pfK4tp3Krf8AAhMopTm7myVAJ/3ST6ixGzaNei4cpfFda5VHhdSjqSlVvTuR+/bOmI6Bi2fXn6pgiIxwJT+d1pazwMqrEm1tfMi5JBsbja7fbKgxkVPDW76l1RuVAlxV1FvKlcVSHGFuJ8ilSSoJJ8lEFJOunbadg/EtLxu7LpcDmqdKhO8J/wCLl6hcEWULLP8AdJv53PcKrFGM4uA6M375pOSqLQlDWXO+09YXskt3U1r8wzJF9U9rQ6W5/ONS269iityqDVGP6vKjqKX1MX0bWtA1sOxsDbvfvtVBIaN7F2L8B7qnW5+I6s+vwqkMKWcqlEAAlGqfTwgfgdh2tY3wliOlue5nUPwsyeYiuqKHVXOpSQOpAHbUA9rnZQbx8KT8R4Sl0vAeApWIloy51uyAtLlr2NlrB/C2t7aC19hf2aa7vBpc/wDm5x5hldU+Ork5C3W0yqSqwsi985aKraEqAJ7AdrESoMd26rDmF8L1T3XRq3K93TXVKVClKK47a1KFilSiQm9/QX8/LbZmBsJYSoLXPtU9hiU+lOeQhGTiel7aH6d/x2R8Td/WaDAcqkqnoyLRnUlKfD9bA9vpbT67V1U9or+b6A5F5vOxkytNPq4rSlW+VY1RrplNh6eu3VnmBsO71HrvT3q4SwHRpcqsy0RVsNLdQj/bW8kntf6XBtc9hfbys9q/2kq9vBnt0tquSm6Ih1XhR0q1vkUkn8ekkAC3n2l7+vaKxHvVryGqXT0LhU5SkSIvMFCHtdCL2ssJNvK1/wAtq3d9ivBGI3eE7Q5SF9HF4qQ+lTvci17mxuLEAj9tjn7ZCVxV4dwK1jJ1ufFZRNp2ZKHZTSwnh38zm1SfxAJ8r67aS3U0zG+5aA+7Rt6T9Lpb6eKqK7AEqL5/ETY50ruq5Uki4uSNSRKhOYNlSuVgU+nMIQlPNJYuhX5gC476mw173vtc0Dd9Fi1lug0HFnu5ia0ppDUxPHivLI8gVDLe9roNwT52AIRGNkJKFi6LvQozlL3g43izosr+qzYTXwFKvpZR6kkWAIBBJ0N7EbTsHYLqm77FHuaLUESoT/6WUl0oTkJAsoaotYjUgWIJBBuR03d4SpdBo2IcL1mJChTac6p1bTV1tdQKgtOhOU9we4HexuAGVXevXqXXqLXsL8CVwOO1Ka46FocRYA9yRre4IBGuoPcc52wDvsaaAqW6/BvP++WmV80+jM6tp05XrDQnKQFEX8zbXXXXYMxpUaDhyjOVR3nZVOp2fmoSbupy3FxkIJ0GY6GwOoAJvsvcW+0HXoDTdUpeE3lwsqEvutXSqP1gkPIF/Imy0HKdPwHOXvCaxu03QYuT700taH2FBLrdl2spJHVY90ka63I86AhoZW3T4nYopcWfTZ+Eoj7FI5hpXCdspHcXCc17pN/K5FtLbHe86tRWp9FqkrFiH6c/AdQunSorchhxSVAjRQz+dzY69tdLVFJd3S8gxhzFGIX2Jv8AZZbpS4sdJzIIugm3nYa9/Labvw3btSoGGqzQWedhMSk9K/ElOVQIBGuqrXBtr6dtokmLzCc37ebxpeHJVJyURhHFRkdcSp5ZVrlV3RYEAC4BIsbi42Hd92EZW7TGUSqbvnZXuiqLTHmQpSVv8usE5XErJCk3V0m4sRaxBOpwy/A3fYopuMp9DlIQx0urjrzKyXHy3BJBBPn+/Q8xPXsJYtisV6g1aLUaXKTmad0SptXmFA6pULagi4tbttUiQfUCsXqrzWDabXvdyFv/AHfO7HupWqwfUFNu+YC3nYagMnFuIZ8Xc25WZURfOvx8iuF1KUtw2Fwe51N72P7ANouNaS1Wd0DDsDIhaJEVP63TxQCD6ggm/a/7due8NNUdwlSYFL+6rWtLqmtcuRsWFrWukm9rdvMC9tgu/bG6QgmRsayJTrsSg8VD7EpOfP4ctvCoE6G4uNdNCDrYgfmScWu0ZuBwVsMIdQhqR+qkE2FvO9tDe+ml/JzVndE7Xp7kqVkYQ/lR8JrPw/LwXu2sdwoDKbAGxGmkd1/s3Yci4SboOKKeir0ua0lp3OspVrqVg3JSrXuLWsPIbRRqK9QM1nMKfGee1FwNPxRXmKW67zT7nQjM6cylX/Ri4NlW1Ce34XF9U7oqHi3d9KgVmjYeqK+VXwn2OXXkcR5i6QQpWhtoNbi4BNzXHXsVUbC/AqmEmX6jCYUnJIdWpMyOjsQpTditIFxmsTbQg3J2v6rNqm6+gue+cQzVo4XQh1QUpPewBFvKwJAAPfS2jO2VjA93UvGTTdUaiPReO1nXxUFDqVfqqBtqPX9mh2ocSYddpcBt11599iKtK83iypOhzfTUfQG17d9u+6ip1Ss0tusu1bOh9Kl8Jdsv0IIAvfX02scZmqSoD7sBlt9CM2ZGfKrNr2Oo/IjXX6AwUkpAWtwqX7mc+N8CUnKvIjPmv59iSRp9R5a7ZYxg1xapLo0rJN5XraTwuEmQ0TcLHYZxYXTcEWuL6gaOEb+hn4Ep5zJ4mlo+VVibEeXp6W2T+OsHRZ89uVxloXm+qUZ/JWYapP0IINrWGwv5oeCtHwi1Po1WiyqSxCyMOri8VSk5unyOoIATYgXPUTfy2yxIT7rrMR1qIjIv5kr6VI07n1/GxFzfbYlTwzi2g0ZiU1Lmv059p3KmUkcJy6ekFQBLQJ8KgcpJsAb2OSn3+K6401TloX4evxZvQjzt6j9m1wIrfCh6VKixeaayZMmfOr5fx/122fui/k9cWYnwajG+/wAxszu9p70fi8hFS2qay0QkodkPvEMxleK7RQ4QCm6kkFIy97MGI8ERt+eAXd78un0vDVLq3Pz5Ey6mMzLTjkUFIBsoykxx5g9voXL/AClPtHRd6uLaFQd3OLEVfBtIgCV914nCcqKnFhxagQLrbbS0EqIOXO5Y9R2tiIvWGaNVv+Td3K7wqXMlbkvaofrtQimylPu02rxG1A6pcTCDK0k6i+fS98qrW2xPvP3N4y3Lb0JeCN41ERTq3CaRIQ7HdL8WYwu4TIjvFKVKbJSpPUEqBSoFIItsPblN42KMB77sEYywbLlRauxW4EX4SzmlMPSW23Yyx2U24hRSQb6kEAEAj0Q/lY6bQRE3ZVl3gorHOVGE0v51RVIaUsepAcDX4E/XaBLr4cTG+5H2dN43tLYtcw5gNmKwiFkdqlXmKKYtNaUSAshPU44cqsjQsVFJuUJBWna7vsH+z9hfkMO7xvaTMXEi2kp4XNU2n8ZdtS3Hf4jgST2TnUfqe+yt9m72td2ns8+zfXcERafUWN41UdqkxqaiA2uG5NWFNwXHFFYUUobRHChbQpUBfucwUaA7VHX59ZqMqa/KdU67IlOrddeWo3U44tRKnFk3KlEkkkkkk7WkuTmO72ufYLxRuXw5L3n4XqyMV4OZRnqT8eKWplPYNsrzraVFLzQ1zOtlJSCFFASFLTj6n4ZgOwH3XWs+TrzJ/cQe40110P129d/5P5UqvezpijBuKC5Kw9TqpMpcNEpZWhuE5FaW4yCon4aVOuWSNEhWUAAADyepCYtL5ig83n5Jamo76/EpA7E9rgix7d9oJ2zhB6nRWoHElNO5Mi1ZHcvSq307fiO2xuqS1RorGI4DP3WVlRKaSvobd1stI8gTcEXtext32r/dVLdivtSmkLQvxJ/zI/5bFe6rdjijeXPb3c7vqe/W6vUc/KsKXl4aBYlx1Z0Q2jS6laC6RqSAbZkyiptRlSp/PwOtC+h2Ppm/b/lfTbav8nrue3Tb7Zm8RneVg6LXl0JFHXDTIU4gx+MZue2RQvm4SL3v4Rt90r+Sg3nu0aPKqm9PC9PqhazOxYsCS+0ly3h4+dBIB0J4Wvew2dnsC+z/ALzPZ/xvvXoW8Wi8PnY9AXAqkd3iw6ghBqIVwVWBzIzJzJUEqGdJIsQTEhiPieaeN3oFL3g4wo1G+BFpFeqMWOhF1cFpElxCUFPfKAAkHuQLkHvsOz8RSmvvUqIjJ4OO11J/4j8DqPQ3ttL3lPu0vfJjuVFdQ8tGKqupWb9UzHjlPnYdvTZy7gPZU3le0/Acr2CaUxR6I26uLIrNUzIiqdTotDQSkqkEHQ5QEgggqBBG3SYj6jJiz6XxXWUIzp/WGVX5j/X9m1bDY+68WLkfYR42s/V+Gh0P7R9O227Jv8lJvZo1Kf8Ade83COJLpzqpztOfp3X/AHHc7ov6ApAOmoG2RsW7mq9gPFtSoMqI5SK3TneXmQJVkqSruAqxKVJKSFJUCQoEEEggnpOQYMNvUufF5X4aH0eFDtkrT5aHsof67TZSeQo3xf0605P1lagDv529L6bfrdEntSm+fiZEeFaV9XV6g+Y/YdoOIuLxW2vh8Bjr6l5UpsCbkk20A7k7L2t8SJ9UxmL8N2U0tHyf3Vfj/H5bV8wNOz3IsXiIYQr9TN+Vhr+fp69ttc7lf5Orf5vQwuxiOvSqXgSl1BtL8NmsNOvzlJN7OKioyFtJFlBLi0r1IUlNtrveN/Je7+ML0Fys4DxXhfGsphOdcBphylyHkgE2Z4i3G1r7AJU4gH9Ydtjp4rO3LMXSMMRZXxeMhaEKzJWtHU3+fn9Li424opjrTvC43wPkyKzIV53+nfUGxG3V+TWYEp+BPZfYfYdXFlRZDRafjvoWUrbWlQBStKgUlJAIIIOuzU9nD2dd6vtD16XRt3VEZbg0tSPelWqLpahQ1KsQ2VBKlLdKTcNoBNrElIIJJOi9cwdKditz4r3Wj5PlUk+RHY/joR67RazRaXVIHKutcB9C0+L+zV9D5jb0DkfyYu9Sl0VwwN5uF6vNydMNVOfiIUq3bjZ3O/qUAettk5VfYV3tUbdVizfJih2FRGMKR6k7KokxaufyRSrNkUlJaUlxKczas9ilaTcX0qZGRMlR8LQOa4TtQ5r+4v8A6fuOv12KqFBgUviOtM5Nhpuc060400yhEptXRl6lOJvYC3dSu1rXN9ATttHdV/Jv7+N4uEmKziiq0jAiJrQWwxU47kqbkPYuR21JCLixAU4FC/UkEEbQBLEzHFOQ1Kqk93oyLWrJtR148rVG2uLnR0r/ALyVXsLfmPLba28T+S83+busOyKzg3EFFx+hjM67FgtOQp+TuSyy6taHVDvl4qSRoATYHGDmGKpPqjkrlH+PFVwn0LTlUlSVEKSpKgFIWFAhSSAUkEEAg7WzIBn7MVxZTf3TOvKn58qlfh6H0/ZtZQZNGr1LfwbVJa2Fvr4sLipyqZfANsp7WN7EAi4JHnt81/CteaitymmfhoT4k/Lp32pJtP5qKw7KdWxKRl61WSlSvUH5Te3oNrZnT8YXWcOSv6GlrQtCuE61nyqSrzBFtQe/mP27G8d512LxeEhHzLSlOXq8yB2F+9h+zYfW41KlMT6p/WkJ4Tq0eFztZR9FAaG3cfhswMAYDxbvQxbTcB7vqI9VK3UcymGGrJSlpNs7ziyQltpAIKlnQEpAuSAQvOnxR32moG2x/wCT93Kbqt8f2+a3l4OhV73P7qMPjuuDg8Xm89sih34aL3v4Rt+UX+Sv3s+625VU3sYUhVFac7sJqnSZDSV27cwVoJAPnwvy2d3sFbit5e4jFG9DDu8aiIY5pNEdgT4rvGhzkJ50KLK7A3TcBSVJSpJULggpUZEqTPIPfWzAoO8bGFGpbPAhU6vVKLFa/wBm0iU4hCb+gSABe5sBck3O1ZgeZiiBw5UVr7qvxoWvpUn8P8rag7GG9uPS3d7+O3Z/XkxRVv8A1Nd7a7NH2c/ZI33e01FXU93VPi0HCjLqmH8QVbMiK4tOiksISCt9aToSkBAIIKgRYWHqSfJeYGRpHNNcVrwL+T9X1H4j8L7VVWpTTvEda/8AI22ZI/klN8eHIr8+g76MPYhlZc/ISKc9ASpffpczugHuBdIB8yBtlrFmFsR4NxHUsG4ypMqkV6lu8KVCkWztqsCCLEpUkpIUFAlJBBBIOy9g/MDj8RaOx3WtrLD77vNNtNNLlSn3UNR2Gmit95aiEobSlIK1qUohKUgEkkAC5ttIqMf/AMLZv+w9V92GEvaVw9jLe9XINHouHoc2fFkSrqaVUsqWmEmwOoS884nTRTaTcEDZJMo+MyQZpjd1/JzT2sGN4z9onewxgFtbCXXadAMbPBvqBImSCpjPlsFJQgpSc1nFCx2tZP8AJy7uN4OFpFV3B+0yjEjzaul+a5BqUNxXcNF6AGy1f9Yhyw1yHttmj+UM9oBvfnvt5XCeJ/emCsPRWGqIqO792ecU0lciSlNgQ4VrU0VKFwGbCwJKg32KMVYs3fe1Bu9n4Ilv563W4tEqkNLpyzKfJcDbwUNcwaSovgEXBauCNTs8t6s+yWzFhv8AsMYo3aYnnbtcb0l+iYopDqWpkfNnacSRmS624NFtrSQpKx3BsQCCBbeyx7NW9T2oMbuYT3f8GE3SEtP1mrT78rTY6yQkkJupx1WVXDbFs2VV1JAKhr3+WHp+HYu9nd1VOUZXNqNBmRan2zKYafSYxI76Kdk2P4+mzd9jPkPZ0/k38T76aBEQuqTYtexQlTqs3EdZU4xDSSQekJjs6WIupR1vqaSWlWP5Pb2dMJVCm4Sx37V0qLit9pP3DnaVAVKWALqbiPJcfykkWAcURcanvspvaQ9j7Hfs5xvtj73i4kwW++hhVTaYMd+C645laRJZKlJsolCEupWQparFLZKAvB32srNaxHLr1Zqz9RlVSQuRMffXnXKWrxOO38alHUq766WAA29e/YHr7vtD+yPjLdBjd5+bFpD8zCjTj8grd5CRDbdaGfRQ4ZkLQ2e6UNN2NxtIeVD7p5lYoYlSqyxS4ER+VNmqaYhx46Ct2Q6tQQhpCRqpZWpKQkakqAG2vN3n8k7Ei4Xbx57TW+djBXEa4rtOpyozYg31AemyCWisDxJQjKDey1AXKg9jHF+6vB3tM4cxtv3xDCw9Bw3SJ8qG7PzJaTVTwmW0EJB6w25IIvcAov3AO0P+UV9oP+fjfktrCWJ/emCqDHYYoS4rp5dxSmkrfkpFgQ4pxamySAcrKQLAknnMAQqtkzTw/k1932LcLP172ZvaibxG42lWVNReh1KmyFWNmzIgpQqOSRq4Eu2F+hRttivGlKrOA8ZVbdzvGoi8PYooLqWpjClhaNQFIcbWNFtrSQpKuxBF7G4En2E8cYy3de1Tu+ewa7LX9pK3HoNXhodOSZAkLyPF0ahXBSeOLjQs3uNTtpX+V+pVBi75MA1mK0wiqTsPvsT8i8q1NNybx7/muSASNbEeW3B5OwWiJ/2bdxED2lt7LG7WViZ+g/0TMqy58KOl9SUsOMoAyqITYqfSCb/57a4l/wAkVheV+k38V5GT9WjR/wDVZ2U/8kPQ4krfTjOvN589IwuiKnP8vNS0qNvS/Ki4+m2XPaqmUfHftU7zZXGjPPOYmnteFK1pSw6pmx0JFktpGum3b5HaCjkTcT38jXhJvPKb9oLEnEQn/wC00X/1rbzww9SpTuR2fkRk6VJ8SUq87GwNvx/6xqBhjDD33otU+Uj5VtNNqTmHoQLXG0yrYp5XiNNfPm6/mzfjsMmM1jAk6u16BS2uE00jweBGwlQ6LjLeXiNFB3fYTq+JKo918nSYbkp3Le2chsHKm5HUqwHmRsOVSfPdd21R7JPt6z/ZV3QYkwRhzd7Fq9erVedq6J82UUxY7RistJQWkDO6oLZUopK2xZWirkjaAJxjv3Efyam+2u0uJK3jS6XgCKvLxYr6k1GoqSF6jhsrDKMydQoukpKhdBsQc/7xsNRcJbwcS4Niy+aYoNXlU1DrtkqcQy8pCSqwACiEi4Gl+3ltuL+TW9qbfF7TeNd6M/ejiFuVHpEWjKp0CNFbjxYZdVLDvDSkZurhoJ4i3FAiwVawHnV7RWKXf/Rgt6MDrQhGLaunOlfy826NqPUPiVztghiF+K1Wo8CjU96bVJTqYrEWK0VyHnVLypZShOqypRACbEkmwHbbaW7T+SUiNYSRvA9qXe6xgZD8cOv0unKjITTyrUCRNfJaKwLhSUIKQey1Aa5o9kneJul3N+0Ph7e1vQaqkql0FEp9pDDQkO86totsOWUoApTnWrMTcKCTY2uCr29vada9qDehAqmCKtUfsbSICGqdAmfCUzINy+9kSopC1khOa5ORAAsCQSJ4iQXj/rv8kxum3g4Rervswe0wxiCQwlWXnpESowpC7dLZkwgCzc91ZHP8O3nfjDA+LN2eOKtgPHdEfouIaDKVFnw37Zm12BBChdK0KSQpK0kpUlSVAkEHZ+/yeFexZg32xt37WHZcpCK9MfpdTYaWckqGqO6pQcHZQQUJcF+xbBFrbNr+WRo1Fje0VhOswHUe8KhhNlFRZTbwolSAy6rzuocRNzfRkDy1sfUr9wzMTRmeFxP/AC9v1xtpr9FtqPcF/J/72faM3QOb3sG4hw9S4rapUWnQ5/F4tSWwSlfUgFLKSsKQCQq5BJAFictSw7FdcansrZWwpSXUK8Tak+IH6ggg9xtQwyTe/s5fyWFF377kcJ72sSb3KvQZuJ4rk3kItLZdaZaLziWrLWoKJU0lCjcWBUQLgA7Mn/3ipgj/AO79iH/5zRv/AFvb69rSUzgj+SY3dYYn/dX63SMJQuE70/H4LcxbZB8wI69PUbeUjUeEWkcTlkZ/CpSUpSrWxsSNbH02v9sGZtL2v/YTo3shRcF4oo28abif31Un4rrE+A3HS2lDaVApKCbklWoNhp38itKQmqYtnsYc3fYOqlbq8pCfuFJhuTHcpNs5S0klKb6FRASPMjZJ0wNwGnOHkRxMudKUhOa3a9rdrm3ptrL2WPbmneytuqxRg3Dm72LWq9Xa8qrNT5kotx2WjEZZSktoTndUFsqJBW2LLuFXuNrA7ZcDiMbdR/Jke0VvAlMVXehUqRu8pa+pUV1aKlUlAEacBlQYbzJuQovqKTa6DcgZZ3rYVi7vt5eLN30WorlMYerMymtPu2zvIZdUhK1ZQAFEJBIAsCTbTb0g/k3/AGod8ntJY/3myt6eIG5UWmQKQ7TYEWG3Hiwy6uUHOGlIKjm4aTdxbitLBVtB56+0tHdle0tvJixfGvFdU/8AUpzaD5Re1RAWFU3YEpt1r5P4t+e3Wo4fiynW58D+qyupCP8AZq+ZH5Ht9NrPAG7LEePMeULdzQWUe+8Sz2oEVDq8jSVKuS4tVjZCUBS1WBNkmwJsC4PaP9lPeJ7KUmhN4nrlLrdLxCl3lZ9OQ4gNyGcpU0tty5ByrBSoE5usHKQARfzRbylJ7N/sr7xfaWxRLoWCWotLpdLy++a9PQpUeDm1S2lKbKeeI6g2CkBOqlIBSVazc/k3fZgwtKiYYx57XEyHit9ARyvvCkQFPO+fCivocdCb9klaiBpmO0ndN7TG6bc37DT9GwRvBpbG9CbS5UpUPIeZbq0hZSFHpCVKZbKLXNsrSRc7echi+9OPKqjz7y5q1uvrddK1OLUSVLWVXK1kklSiSVEkkkm+1yYTKIPyZq32pP5PbHns/wCHZG8XDeIEY1wdFOae/wAnwJ9LaOgeeQlSkvNA+JxvLluFFAQFLStvZV3E0H2gt58jAmJ8YrwpCRQ5VWRUUpaXmdbejtpZs4oJ1TIUrvf4fYi5G8v5M/ENUxv7KWKME48lrqNCw5VptBgrmXUPda4bLpYKlXu22X3UJHZKAlIACQNvKaly4rtLYad+PkSnKt1Nl+HuRrZRB19LkX2oQs50Aw3xPSD/AN5dbpv/AL55/wD+ZYf/AOM2/kfyXe6Zr/8Amef/APmWH/8AjNvON9mltRf6pkc+T+9s6/Yb3HRd/ntF0Kjz6cH8PYXy4jraspKFNR1p4DJPa7jxQMp8SEO+htYY+JwCMfUcntWewvhj2at2sfHcHetOrUqVVGIDECVDaZS4lSVrUpJSokkJRe1rWv277ZNajbai/lMN+jW8Hfu3u0pdR/oTAbSobqErKUOT3Mq5Cu+VWUBloG10qQ8L6kbZZu1wf0v/AJracytiqrcTtXKNApc/kKpkz5M/6u0NuDRos9vhfDz/AK/h2Icfq9/cOVFeX0eNhaB+0KBJ9NPpsHRmf0fFZW4j9Vfi/brsJA3801Z1qcP3NVHHeChbD/Wn/Xt212+KOuU1Xm58V5+KtCvGl3KrT6/8dieSvDk+AxFlOykLR158gVlV6fUfkDtZ0vD2A5UXlZVWfhTfkdQspS4nsQQUlJ8tLjt3vrtbZIwI4sIbxp8XkJVUdYqKP0XFfQlbrdu3xB1C2o7kfTbUOG65FlQGJTTqMi0J8O2AKHTqXhye261Lmr4C82eKkqT3vcpSb2I1Ngfw211uzrTUqjMOxXkLR4+jp/cRf/XZO2vtHIiGtQYzG3WarFdgOcWXwOhWVefp12x7ineFvaw5jx9qBUHF07MnhcJ1aEOJvcai+W/4kfQeehcV1ji0Z9pp5hb/AAv0S+rN+Xfv6ee2VMONYorNenuxWVxXOYUhbHMH4dj2KVDXT6A2v6k7GqO5YPp9e59xhniLe7vGqkWPxZc3oyryuu8X0uUnKdbfiPyvtNizsUYtisOz6dCX4lrTIux6jOl9oFGa17JUlPoTrtKpWCHeE47VHuSWvqztLGRX+7YAH1Pbv32GH94WI8G1ltqqcrVKXmyPuxWsjqUdrgAlJHnaxJFtdb7FG35m8F2rxLevR8G0uK37+a4/gVwlqQrqB0AIuLX7Eny1OmgvUMQ0vG7XuGBUV0HJlRxZCgrL+QINvPS2nnsQ4vwhu53l0v7Zbuce06U/0rlUuUhyO+nSw4iF2Uk3Fs2QA+R12H8HYQw5PnuYXr1EfQw/4XV3WlKvVtf07hN/367HFglCILYr3ZfzfSokqqVGnTWJvXFmRXeKhStTZQ7pN9NRY20OxLRGqXVIvIdDjC+vLqhKleo1JBvfUabMyn+zlAa4jVZqK36chSuEuOsqRrqMyFA2NrDxXB7fTpNw/Fwa05S4sRirwsnwuLbMn1CTcKQR5KB0+t9qP5zgJnaoxJ9BrzkVpmUwtf8A58NdLyNQLkAJVp8wP5jaXLwbKpfKVSqU7gQn+tbrXWnKCLk5bkAXFyQBa58js0cMR8R4oxG5A+zEp+nMO51okWd4arWuhQsrL9SLjW9zqTXH+6qLVKM3S4FWfhZ8vwsmZCki97gap08xe37tgvXKtXvgc3hHdVXqXElQKSjjvoRmdj2zfQHUjse9yfQ32uqRjSqbkeG7gOkxajS33fvEd1pKEJvorP8AKfXNYH1PntZYB3Fyp8V/+bmo/eoq1IfhKfWhWbTVF0lKgfQ6G2vncngbuqpQZTjVZpz8Wbk+L24DyDY6oTdNvqQAD5jUGU8fUYRFUYlvXvaBntYcbqju6FDEqUhOdGQITqLXBAN9TbQ2vpc3F1XSahK3g1R+VVMMrp638vC4UgJyqHopQtmN9Ae3532bCKfRotL5Cs0SVFhP9CJECUXYrKrfq3PCvl8gkEkeeuwLXZlLwbP5WK1UX4spGZp1GV9Cr+YKNdfLQnvfsbWd90kDbDuJOnuwG6Di1mUt+F+g96RfispHYtrVZVj3ulRBBt56z3ae07Fbd4SM68qUdHS4rvYnyJ9fP622WtL3iVT7xRqpSZUqEhH6J3qV+SFAOo8xdF9fLYjpIwbWaM/Ko3vdh9jM67FddLqMo75HBZeg1CSFA+ttNgy0mVLiz/6L5SUytfSlfhV5+FRulXr6bSqPg+VFa4sriTX0Zsq1Sj4T6pVcD8jb6bDzNUlfDitVaVwOrKha+Knz0sq9j5eR/Da2ViafRovxfvXTkaX4vyUNFfmCdryRLmfSXZUBxp2XFYRl6mpCMi0q8u1wpP5fgDsGORKpS3W+LVskJH6J3MFISk30CwSlQHYg2It5g7Hm7d/7WynGqzSeahL8CFrK0pv5ZVXujTS9/Mm57llU3dbvqXxJVLwmwjIjM7HadUnp73LdyD20NjrcAjXahEo9iqYsWMOUaqcOBKZR8RGbjpXl6e+hGiifQ32OVOVSjQG2qNXIT9OX/WoE9gOsKaA7C90jy87jaZhTF+6pp3kPdMWF/iaQnp+ih3F/XY2YpW76U6/PoNWpDC3+uQmPIGVz6lAVlP7AdiYgDqOYtqjh6BRpUSqQKIwthC0qVFiyF5VI88ma4ULdkmxtbXy2Fd4tOw5K4EqltSosWUhS1tLunhu/TQj9hI7+uxZjrH8DCUCW1Ap8Krop3xeVQn5U98tr2WBci1jcWuDqKvd5vbwHvQpblGaqD60P+KK6opkR1H5kFSSCR63B/G+oyIVLg0W+G91WI3Z/vSg4hqMWd42pDScrqU/7mUrHnY6HtYbHuHzvG59iBi2oc6jpzr0YUpWmqkiwJOvcDQ2PbUzFEawl/wCcHFlR61/CS6006jvfq0C038iDYm9x5iVXUz8RxWKp0e9ISMyGsqMshIOiCDbv9LnU6+W3BIYtAvFuB6XhyVzUVlEXj+NaM6EpWQDqg6IJ9RoTrbagw7G5Cs8KfT35Xz9bQfQpN7XOl0jXxA6W2Np9aadaYnxaIuUwxmalUlcgtKZ/vsrJsQe2U2HoBtLmtUuBAbqlGpPyZ0NOu8JaVaEoNgcv5ixI8+23SZxYf3c0ue3VGslIqKP7Vj4Tqrd72GVafLUHzF9raXhal4y/842LELz9SmGkNq4ygq/a4II72AudQRY7Br2I8G43a4WI8Mriym3U5JDqwlba/RakEg99DcXv9bgZqmFHYDXCw5T31oWv9BIStbSldrtqRcoUB8pIOt7m9hbMptjLqe76VAlMOtPMcCKpPHTIT1Nq/WubJA08JI/E9tmNQt1276VFcxHFapC330feHabk+IsXsVJT2Isb3GtjckDZaYU3db1XYrc+VzSIq8vCdXUlrWyk/KLHOQPRQ0Pn32b1L3N4NqjTc/EfAfm5U/emPgLVb1Ug3UBr3Jtf89p7gX3BP/8AWJ2v1+l16fLoNLlyoq2FKS1KaUZEWVpolxsk5e9ipCkkEX0FxtaLpTsXCTdUaeXFmxehMqE6XenvZQ0LgvrYC4PbvqV4yw/u0wRAlu0aIhcphClI4T5Q/m76L11N/Pv+3bOm9Xepxd30iqUt6bTpSEqXwnbdShexuCL9tDp37HyILN/qQPGTcUKnz3XGpVJXVGF9CVtRSpaU31KDoTfuU3uR5HYRpMOLFrLc+fiZaIv9lldKcupzAp7DsAQR6/jsu6F7VOLZUCJhKs4e++v5YrUxEhfxlG4SbFJKTcgdySPMXts26fu+xRjejN+/uSq776/GnodynsDZIToPI3v6jYiznPE7Yhx+7yrFG3c55VUnK4UflXUKa17rzINhbufTZ27jNws+gxftRjdpC6vKyuqdUvi5VamwJufOxvc28++15uV3I0HdzF96VRmKuUtCet1ASpNuwBNgB9ANTfU7X28LffhfCUCW1KqCIq0J+Fm6kqV2sfQXsL637DaLH/lgNsFt9+9BrBtLciyqhwOnIlSV+ugFtSfTS22OF1treW1WotZwxNi8DNwqlF4iUJVkJspQBSAdDYgDWx102G8V77oG9XGUhqvS5UVhiatphWQLivIuU3STcgE3sLA2IBA12beF2fsvPgVTC+JoUJhfiQ71tOJte3Ta1ram4NjawtrFY8pOInt18LBEpqfRsb4YfclQnVJ59N1J4p6sltFpNinVBJt527vvcpgPdLKr0+l1l7kmH2EJpbqZRadZXnt2cADirAHrBOp17bf0uJu0xRXv6eifZ6qMrT99gXXDkKOnUkABJKtbgJIPkbW2X/tJVGs7uZ9FgUuIw/S5S0LanqYzMOa6IzpJAUb9gQbWuBcjZqTC+Bu95DGVSdiy3HEUie7HjykNFCpCEkjMFAlNyBZSCLAg+ViTvENB5qLEqlBlseNLudKClKVCxBFgcugsbaHzGyzw9voxbg2KxPgYN5Ja0pdqUWQviwpTR7m5SSTbULAuD3BHf7xHvT5ppyqYNiLhVT9OqjOupzKubBUcZilYJ1AubjNY3sNq/wA0vNWRsIfbKg8+0ywxVOV4TvCWU8ZI1BB0sQb20uL9jtnvE+7/AHaSqNPi4ywnFoNeQpfHqNN+EmQvyckR0qHxDpZxsgq76dtircPvoxHK4DVeicB/NkdaU10q1t0qNiFeZSQRaxzXuDy9sKXu+qlGg1SBL4Ne4vA4GqeNcglK0diR3BBBubg99rbA/BgiJk+k0nGUWqT2sOYhmohMOutda1utOJBuLJN0m5GgsdLaeQvMGY6qkDEfIT8MRULQtSudjpKEq1tYjUgjpOhI0Og02N8DzoGF6Nys+Ixkfyq4615UpWbk3UbgDXuTpa3bXYS3gbyKXRmnIsWnIRNXlWt3N0OJVqF5hcEGxspJIuDc3FhUVLVzLAbYZ4lVhyqVmBiOeywwhiUnizc5T4e4cy3BT9SLjXUajbSm9ibXoG6BufhKnU6ovsRUSGmHXQlEiykkIS5qlJN9FEgA9z32xxgfETvIcLEcRhDE1GR9Ckhaeq1jYG1j5KBB1vci22zsEttV7BrmHIrK+VlMLaR8vSpvLodBrfvYa/t2Va0P6nBt/KzPy8f4oxbhd+l1TAVRp059rwupC8qgDolQ0WBa9gQR6EgXzhQd4VUwvz9BxRElclUVKzKhXQ7FXrZYTbrtoFJJItcj0OrpFUiwIrkWezKWiKhbrqVxcrtPVa+chIGdGmtrEX9CNkxXMAYSxbi19p2rIfi1FGbhJUpCm1AkhZSQbC2UZhbsRbQna4MsZpD2TanAxRuql0F2rMVHgKX1/NoBZZHdJBsRrpbuLbFlentV7lIEV5hEqFlQtCOrKoaWtcG17XHf/PZaezxRKXulqjdLivLfYlJU1md8Tib3zK0ve97a2PawFtiLeVhaBRseLrMDoXV/i5dULbWLXKbXFvUkg/QgG3LWLPFpQNGFTaFQcRxW2uCiLVEfIlWVWb9dn1B809wb6bXgxJiPAbTcXEcRdRpfh5ppr4rP1UPnHqdCPrpslcPb2oFGxvAoM/Ivj9CuycydOtPlmH42P1uL6vgxKNiigt/GRNivoyZ/m9PLsf3jbzOopbp9x7XEOTuHM+6dU/fNBblUZ5C+Oj4TviSr+PMHt5jZbe0Zu+xRjfdVLi4XpzEqvRWlOxWmsqXVK+YICrBQIv03BJtY32razR94O5aqOV7C7q6vh59auYiq6kpVfTMkC6VWuAodza/psx8F7zcEbxoHK8ZEWb4lwn1ZHUqHmk6ZrfrA+XYagaWj6mj4SzgwZTHIiH3GSZTWA4EWezwJSEJS60totKSsCygUnVJB7pOo7bFmJ5sqBFfiwInHW+lWRSLLyryaXT3P5X7du2zIxng+BwvfMVr46Mqnf1nEjzV5kgeewZVKFRp9GcntZ4r6EqdQ60vpzD1F7G9vKx9NtfcrSQYjKHKnympbVZZRx2HVoVlXmSr87A6+YIvf9gFKxUJ9Laf4VOYmo6vu67J9dLqFh3/f5bW8SdPaxQ+07EX15s/+IX8ja9+x0Nr99vjedW6DQaXzUpnrbR1NZx+Wh11+ummy59xiLGHvIaxbS5+EnZc2FTpTCpDTEprqbUgEcPN5DNlslJsT2BsdstzZXxea/t0JyrdT4u3n6j8R+zbVeA8ENYyo2JXaNQ5S0cJcr4DWd1lXDGoIGcAEAkXINzfTbI1fjyqXK4UrjsLX/tWsqv3gG21ki+oEHMTVbn/hfP8APk+a3nby/H67XGGq7zVLcgT/ANOhPQrwqUn0PqRtyaoEBp3iyms63/n+T62H+o20l7DHsW1P2i8ULxPi1mVTt21ClKTPlIdKF1Z1OvIx16KAA/SuggoHSkhZzNkip8Yyv5OT2TPtbiJj2m95bSIuDcLurm0HnLIRUJjJJMw3sBHYIKgo6KcSCCA2SpH+357SzvtD76femHHlowvhdKqdQf1nEBWZySRYEF5YSrKSbNts3AVmAePtxe2RT8bQf/RedwTrFP3e0hCIEyXTkBDNUS1ZKWGAmwTBbsALWD9rj4IBfxfHo7rrvCddz8fx5+pX46jW58j+3bpAG7mXGG8XRcR0ttqf8OaxlSv+96Ef8Nt+7hPZd9mDG+73BmLcUb+JUWt16kQptRoKa9TGuXlONJU7Gyqa4ySlZKSknOMtjrfbIuGfZH3tO7r5e+6jYOYfwaxFlTXaoxUY2ZLUVa237sZ+LmQtlYICSSUmw1FxOgtxYrX3/rYzdf8AhPnt0556je1icY7g/Z4+wm4fd6tnBy4q49XrMWVxXoMdz9I4pOriuJmOeQSrKCSbaKT5VV+l+5p8eqO9fHzId/z8vz29R/5Ois1XEe7TF+77EUx6rUGlyGGoDUpXFSzHktKDkZJNzwunMEkkDiKAsLAeau9lEXDlZrWF4vx4VOqkqAw74lcJpxSUque/SBr6+e0ESggoeE618KWjIvLl/vdxb8Rt6WfyauEKFuz9nnGftA14oefqMievj5cqmaZTQpBaB+rzchRNhfpuOkbeVDDjtLa5p2Wt9C/0rSk+ptdPp63/AH7erXsjRXd4v8mDiHCVBeW5UH6Vi6l9HjS+49KUgf4ih5BH4jadsu/qYP3ge0Rvk3x4ynYyxHjevRVynVKjw4c91pmnpJJS00lBCUpQDlCgApWXMSSSdvQP+TC387y95+HMbbud49bfry8Brpq6bV5jpclvRZgkgNPLOruQxCQ4olRDliTlBPlzh2rxXaW27wX0IWnOl1N8qknXUeXfuNPXb0F/khJLMus74nW8+fl8N5lHwqTmqlred73vqR2tt05gNsxlJwS7vQ9qCrbvoDuR/EuP5tJW6myVsoXUHA46m4IzNt51i4N8uo29APb83i449n7dVgjcP7OmGa9T4s6Mth+Vh+nPOrg02OEISwlbKSppbqlElYsopaXYgqzDGm6GbBo38oHQqzU3UMxf50KjHUp2ycq3npLLf0N3HEJHncgEX2317cftp7wPZMxHhCDQd2VOxFSMURZCuclSnWSzIYUnM30pIN0LQoDQ6KOoBtAlT8Tz03d7wfaW3N43o28qgxN5MrkpTT9Rpa4E91ipRc44zDjaklBKkXAUoBSVWIIsdtR/yue76AaFu+350HPFqD8pWHJ7rScqpEVxlyTH4hGpLamnQm5sOMoeY2CJn8stvPgzhFe3GYbyL8C/ez/+WTYA9pL27cUe1JuvYwRWd31LorDFRaqKZEOa46tLqG1pyHNYWs6Tca6Dtc7TJ+6Z0wnWao1Kciz5b76MnTxV5v2Hvsf7rcS0bCW9XC+PMUYZXXqRQaiipP07OEc0psKUyMygUjK7wXCCCCEEEWN9lhRy01Pb4r3j6NtC+zRuji75N8mGt3UrOxS6i66/VHWl5VphsNKcWEnuCvKGwoapLgV5W2Uf7pYwl9qX2xN6ntQYopuF91VIxjS6DS4qVyqJRkPyn3pClLvIkcqnMtvJlShChlBC1akpKDT+Tzn+0bu/9oalYTruHt6H2HxPFmMVFqvUeotwIL7cdb7MlK5LYQySpstdJGYupBBsmzp9p/2sf/RR6pE3D+znuzw3Tn4UBqfIkSopVFb4pUQ2llpaFrcKRmU64vutOiyVFIZ7J/t4e0Xvf9oLB+7XHrOF/ctdVNRKTApy2HUcGC++nKVOHTO0kHvpcedwyp/lg4if5TnCFMw57VFdrFHaQwurUGBW5iE9OeQEuMqUfLVEdB9bgnW+2w8Q1ud7Df8AJ50mTh1ltGLnqbCaW+uyj75n5VSZBzA5+CC6pKSLEMoToO2Sf5V6vyqN7Ui2m4qH2V4IgXSr5VKemD99gNtL/wApc47jL2I8IbwMLvh+lxapRaypaNUPQ5UR2Og6HwlUto+etu+xJ0854W+/e/FqjmMpW83GXvTi80iY1W5PHSvNmGpUcwv8h6SOnLbTb08RvexHv4/kt8V7zsWhn3xUcEYhjTHWkZEvLirkxuNlGiSsMhZSNAVEDQDbyYjwJTsX4UtHAX8rqc3DVbuO3566jy29NNzbfC/kf8UNfqYXxoP2VCobQZLzPv8AJh7nqDvU35OYoxHT2JsXd5AaqzTTqMyFT33FIirIvY8MNvrAINlpbUCCNrL28fakx5jvfvVt1OF8TzaXhTC8r3dwIExTHNSEDK+68UEZ7O520oVcJDWYC6jYj/kYqvGaxrvYoMl5HOv0ujSWkZupTTTspKz+ALyPL5h9Nst7+6e7gj2pd5tBrzKxKYxbVJnnm4UqSuU2R63akIP1vptEj+aPb2P/AGgt6G5vfbh7DlZxjV63grFFRj0mfCmSHJCGVSSGmJLIUTwVtvKbLmWyVNlwlJISUsT+UW3UUfd/vjpO8ahQ+BGx/FfVUmmk5Ue8YxbSp76KdbdauOxLSlalRJzzuhXFxbvGwZRqC7x5U3ENOYaaT403kt3XbvZKbqKuwCSToCRrr+VprzbVK3c4cjf1556ozv8A0m2gR0a+mYrNvXIr026dMFVfF8DkHIEVpb7+fJkynp+pPkNhtWGp9Z4fxsjHStX637fTa+pVNaaa4vzry5/8W14ktNNbdLyph4cixYvxWs+3on/J0YWwxu09n7GHtA1RpCnKi/PWuRkyqbp1OzILST9Xm5Cj6nKDewt5/S3uK1t6EezVT5O8D+TTxRg6jZ/ej9LxbS8rXj463pSm7W+ZSHWlD/ENqfzSp9Tz+3he0Dvk3yYtqWMq9vCr0Vb8hS48WHUXmmIKLkpaYSghKUpByhQAUq2Ykkk7ehv8mPvt3jby8G4swTvBxC/Xvsa7T/dtUmOl2Y5Hkpf+C8s3LnDMe6XFEqIXY3ygnyapVY5Dhuu9bEpGfOn6+f8Ax29L/wCSUciu/wA6jsR7iZ/cWb9ZP9e7j+LjaROI8Z521PBVU3te2FUN1cB59v7T7w5tMW61bOy0upOh50X0uhrMrzJy9j229Kf5QjeNj3cHumwbuD9mrDNep7E2Gtl+Vh6A8tyDTY4Q2hhDjKSplbqlElwWXZpdiCrMMLbiajAo38pNSqnVHUMMHefVIudR04j0mS02PzccQkfUj129GPbu9tzeD7IWIcKRKFuzpOIqRiiHIWmVNmOsKbksLSFtdCSDdDjZF9fF5Da0qZ5obl95XtVbnN4tK3jUynb0JTcKY07UqW/BqLsepRcw4rK0LSUEqRmCVHVKspBBF9tsfys2B6W1S93W/OlxENypU37NVF3IEqejusuSYxWe921NvBNzb4yh3IIW3/vaPep/9wHDf/z5f/8AWNdlH7Tn8oHjf2s917eA6zuyotBYhVRqpIlQai487xW0LQG1JWkAAhwkm9xYC2p2gjcMSIo33Hf8f9/+7tUPt8XYaouNXf6rK/SfMhfzft2Loz8We1xYvWj5kfMn6H/jtmX1Mn9JziVbkDhf2P8Avbegn8nV7NlOwRS3/bL30vM0Wi0mBIlYcTMshDcctkPVRzMLgFsqSyB3StS9c6DsJew/7HsXe87/ADv72WURt2dFWt9qLMshFbdaJK85NhyTZBzk6OEZCcgcContxe1vK3+VT+bTdpM5bAFIdT4bo96PIPS8oC1mkkXaQRbs4RfIEXoq2/qH+wlPtiC9rzff/wCjI7361vBlROBCQhECkML8ceEyV8FJPkslbjqhrZby0gkAHbedISGv5HBY/wDiBk/vfWdvLmr0iVAaca60beom6oO49/kgqlR6O05Kmw8G1yCWmkZlqdiSJByhI1JKUCwtc3Hrs5W+/wByQd08g20/o9vWz+Rnf4u7TeST/wDBFE/9QkbeTsBnitN8Lr29bP5H+kOYd3G7xcTz2lsRH8T2S6vspDEFhS1D1ALhFx5gjuDtZJWueYW9aoxZWN67Fd6Foq8xrL8uUOm2w7C/RcLo6P8Aycu1xKq8XGUqXVKpTkZ6i6qV4v0anOohKtDoSdfO3bbZPsCew/S95P8A6/TfS0hjdhRCuVCi1GyGq0tnVTrxVYck3lOYmwdIKTdAUF9IevdGN/J0+zRRt2lAke2tvudRQaXT6W/Kw61N6Ex4amyHKm4CLgrbKkMp7lDilWJWi2OPaq34172kd9NZ3l+7lsQl5IVLhu5VKiwGbhlolNuu6luq1VZx5YCikJOzd9vn23p+/wAxE5u53fS1wt3VEkJ4CU3QqrPoOkp0aWbB/QtEdIs6sZyhLOZcI4cnu/FldEXx5P734/xfacy1ePtE2Z/Jd75d1e46r49lb2cTrw7KxOzS2KdzUN1bOSMZBcu82kpRcvoASvKTlJFx2eNT/lNPZ+3c1SdRt3242a/S+adddlRURoSpjq1FS3g3lJUpaiVEuKSslV1AEnbG1B9nvfbjLdpP3l7vt3D1ewvTkSuamMVKCjh8sCp74Lr6HlFKRcBKCVaWBuNs3v4valSm3WuhGdP/AJP7NNoyYfAnsVjbdT7PP8oluSl7y91dPi0XGrCFtRalyqI8+HPbTnEGopRcOtnOO5UMrgcbVqCfI12n1T3XUotZiZJsJ12PKiu+OO+glKhf1CgUn6jb0+/kpo89qVvFLTq10h6LRnUJ+RMi8q5Hlcoy3t5AbYL3umB/P7vfgQGf6OfxbW1p+XvOeuR5ZSb2+lje21sSoiJgRnZ8rleEv+4v/n/A2nzaG7Rnfi9fE/8AJ/6/Q7SaGjlXXHYr3Whak9X62osofj9ducya7Pd4TvgR/wCSn8NrYlLDtnol/Iqo4WIt74/+E6D/AO3J+2L/AGkEtf8Aoxm9H/076v8A+pbu21/5GFPDxPvfH/whQf8A25P2xV7Rrf8A78jvR/8ATwq//qW7tIEE54EXqYnNbP72PfZ93Lb7cUYoo++7eu9giLSIEWRTn2qlDhqmLcccDiLykLC8qUpNkgEZrm4I2Xm6nc7vG33YscwLuvw6it11uA7UVxVTGIv3dtbaFqC31ITop1Gl7kG4BsbUG9Pd7jfdVjGdu53l4eXRcQ0jhceKqQ0/w0uNJcQUutKUhQKFjVKiAbpNiCBzyiGex3s4+yP7Pvs/U+pbytwR/nMxW3DdjwqjPxBGe8Xdlp1lAYj5rAFYRmtoSQSD5Qe09i7ehvP38YoxFvookmg4oYlcrKpL6SPdqEIAZjIBJHCDeVSVJJS4XFOi/FJMr2NMcYt3X+0ju9rODatKi+98S02iVGK06pLVQiy5KI7rTqAQlyyXVKRmBCVpQoC4G2sf5YPClFp+9TdtjGAzw6pXqJUYE9SFH4zUR5gxyR2uDLeGa1yLAkhIAE3kOIXO4cTLO7D2nt++5zBNW3f7ut4M2kUKqKW67D4TToZdWLOKYcWkrZKwBfIQL3ULKJUUnMDsqLL4v6daFo6elOo0H+m1zLVPi/outG0ejUKvYoxRScJYcic1VK9Pj06BF4qGuNKkOpbZbzLIQjMtSU5lEJF7kgXIp5Qk9dMYfygvsU0vdXhqqNlvH83D3A93UT3TkkwZDbJY46ky0oSxZC1pCxdRC1BAUCdq/dV/KXezpv8AcSMbqt4O61+gxa86mnMO1dqNNprzqyEoZe0BRnJyglBRcgEi428xN8/s+739wVUplL3yYDXhqVW2nZEBCp8SYmQhspSshUZ1xIIKk3SSD1A9tdlu9KEWNLDegcaX+22mxAZOJuP+UU9jvC/s64spW8Ld80uFgnFz7sb3X4kUupJSXOEyTchlxCVqSknoLa0g5SlKcZzV/wBlFe29a/5UF5wew1h52vf+dddUoa/i+PmQwsu/W+ULvt47R5M9134W1pIfaJ6Z/wAi+281ize5zP6T3bQ//J4s3bKntHu8L2kd5v8A6dVU/wDUpzbV38jIHftZvY43j910P/29O2yF7Tjn/vyO9H/066p/6kubVPqK3ncmYMwcXVmg1mBiig1aVT6vS32pkCYwqzsd9shSFpJuNCBoQQRcEEEglG+L2k97W/iVTZW9DFnvddIQpMVCI7bCGc2UqKUNpCbqKUlSiCTlAuAAAsS07tyUzsLyi43bYR8BqVA59rIvJ4v7u15uu3fY83yY3pu7nd9RPeNbqisrSVXQxHaFs8l9YB4bLYN1KsTqlIClqSk1O7miYjxRiiDgjC9DlVeqV11MOHToqMzsh1VzYXISAACVKUQlKUqUopSkkem9Ni7qv5MHcYZU7kcSb3cYtHP3+9Oo+QGwW3AjlQBNgXFEaZ3EpFkEKlefch+0rjPA/sQey/A9mDdzVVv4or0B1MyVql8MPrPOTnCkjhuPKLjbSQRl1KQUskbeXD8zhcTheNatr7eXvLxZvPxRUsY4yqz1Qq9UkKfffd+ZR0Fh2SkJASlI0SlKUjQaiLCXdrNj1JsOZ0kS5Upr4vgRt6j+yZSoHsZ+wriH2jsSRGPtPjSKisxWn+guIcHCpETNYkJWXA6dDl5hZtptg72YNx0r2h9+WF92DrK/dcqQqfXlIunh0qOQqRqCCkruhhKgbhT6COx21n/Kw76Y1TxHh72ecOy0Ip2HEIqVZaYUMiZbjRTHYISrpLcdRWUEWtKZUO23AS1Y+Z5+SqrPr9al16sy1zZVRkLlPvqslbzq1la3VWAGZaypRsALqOm3WbM+E3ws+3UtQGmuE07xP/QtquZxWmnNqGVxujOovClO81wc6P7juVXr3Fjb8RtIntYN5r4tRWwtautHizftGv7dhF2outNNtQJaF5//ACv9NqtUWqO/euCvP/HrtcmaIhlOhQGvi0urIWj5ukZtPp/w2hVCoOxWuLFZ46/m6P8APvtYYXwo1XovvSVh6o5EfpXaW6On8UKOh9O/4bF1BoOA+K21FxC/NyKTxYsxpDUhKv8AEDlV+QHlp5kfc2wuzdA+iY3lSpTfCiLRUUZf0SSlKk+lv+e2id2+K6pS2nPekR+Kh/q6+lPYXv6G/wC/T02AqzhfCTTUefheh1Hms3jQjN0+fbz7evbt57NSnYX+0eEm+fq3KysieFzDWTKq3ZXa17/iD+OwdRZuGItqKNwxP7GGJaNWWviy/wDClCsqkq9QQbg6dxtRLxhAgcN2L96c8GbxL/D1O3yzuaalO8KfLyP+DJzA4Sv8OYa38tfy8tuit3X2c+K1Q25S4qPkdRny+uVRBV+Kb+Y02mkbVxGNJQtKYkHFVfrNUa5B2nzYLC8vxeEVJ19cuoH5flpsKsGVS+JzUvj5OnioXmUruPARqPwuTcgjtc/iY6lVlpyjNMxYS2PA066tP0OiknKdPMjTtfXamk4blYjlcWL/AEdOYyrdaWnioc763BvrbzvoP2HAjGd0l4dwxQapAcqnFYWh/LxcjWReXseki/lY6A/htxk07kKzEdo1RfcQ+71ZVnK2keRv2/Owv699iOgt8rA5WfT6dKXl4SnY+dDravUHW1/Qix9TsMTJsp2qPwGqeuajP40XS7kHkCnz/EEdtpzJxNOU3C0+vUFt1qocB/InLISvKpWnY2sPp5aft2Wlc3X4jpeI22qpLYlRX1qWhbqMyFJ/y09TY66fSNhzEOLcL4XclYXZm8dGXNS57C82Ttonun8RcfTXaswnjXEdZlS58+rdH9rTVOjOn1yNrsr63FrjXtbaN+2dshtU6VWd19L96UGk88xnV0NLKlNqtfW9yR6AE/Ty2/oWNJ+I8OOSsR4TQia+j4TrV0qT5i6T1BX0F/Ia7T8L44dntOcrnlI/893UFSsw8k/l+O1XWN5VearLdLgURC4T/wCnz3SplQ7BIKdTqbi+nbW2lQd0nbthz7LOPqzxalS8R0ngfeFcgp3x5O4uTYgn9XW302P95Mvn/v8APeXFYY8amLKWn+9bvpshG8eUGs8ejVSJVKRXqd1tZGilLiO41RcLQDob2I0OmtiOBTMZV6K3KaiTX1o68i1lWa2thYEkH1Pl5bROnairn1SqP+62YVRRnTnW0tCFqT2z5TZOY+fa59e+xjV5GHKDF/7b4ChTYT/glIihEhvta5F7n0IPpsPTa3PqkVv3NTmKDXoTvC48hIUhKReyV5VZtbdiAbHUabFcpuqYtwlwq9RGJS0JSuR7rfzZlD52gbLPrlAJ8rHa86LGrVLC+N6oxS6XEQjlcyEOup4TvbQKv3H4EHa7ZwFFo0B92l8qha8qloU6UoUo9yCokAkn1AJ+p2mzcDYclQGJ/wB6fQxm61IHFj+osRmSR5i+nmNqqrUesxYrbXvxbkLL93dW0VZkg3AUQdT+J1t9NunbpUR8Gyqo0570dRTn0LVkWpQ+H+JsQoeY109du1K3U4olSv6ZqyFwvk4XVmT6g6/u/btZKq+752jPxZ8thuUwhWbl3SlWa3fKbEgdynUfXZBVn2gazhyfytBzriozIV1Zc2ne19O3l+OwyZVy01fhbEmF8Bz24tUyZHOhbqflubaj011OzQr+CaDiiA3VKM8iVnTxWuE6E9x4kKuB+Vx+O3mujflVKzWf6eiL5Veb4ufqT6m1tfW1j5/jsyMF+1pXt2krhOtLq+Hlr6ouYZ09/iMquU5vVJNj6jaoMWdYb72dzO8bn36pQaHUej+1Q1nzJv8AMkG97G50I+u1Tut3GcWV70r1Wir4C864UjqTl7qvm1J1PaxGuh77G0j20KXiOB/2SrcKUhaP0UhXCkNq8wUKsoEeouPrshMQ7za9Xq8+7xlsPrXnR/4nn38Nza1idfptxMoBNX1bA27SVRufwvT8k1GVpTHFcT1+WW5IPn5HtqDsla1Ii4cxRE4WHkRX0KUnOhAQpxIIuSpFrEWNrgX9B22AN0jWMsZYtcntVuVTn/1HVLRxLAm1j3t2FwRqew0NjjOXiNrG7EXEdRfi+7kZ2ltIUpTl75ioJOY/st3Nhfaq/dCJjdNTYDS7ihrn3Zbj8JGX+1DvDVYaKGova3fXag3pUeVVOJAoLSFrR1Zs+VH+8RqkHt20vsrd3G9F2jVThQGoU3ncyeKwoJU4oX8SRoojQHzGzUoGIqW7P5qVTke9Fr8DUr9J5WKDZVxcaajUbME+Ma+YIUGNVIE9xqqYYmwqo4j9KiUHWpVuxSvquPQG/e312PaZh5qstcWfh6rsOL/S5enN+KE3Qe2pAFz+B2a271jC+I4vFaonJPoWrioXZSkqsL+V/LTuD+W31iabPoLvCa5V9hebJ3QtP7ND/wBNs19VtbEMBugfhLdRheqSuK1E47HgdakWV+wfsv8AwNmzRMFbvsJRfurMVjIjwaf5nUgeQPbZI4q3rT8JReLKq0KKj9d3pUnTzI9fK477Zdx/7R8rFDr+HMJVGVVKiv5E9aW1/U6AC/e/l+I2mux7fQgXHlNS7+PaYwbghpylxaswwv51pWOlIt9bDvodknhf2h5WPIrlLoNWWjiLVyr605FpUTcZVEhKxooWvmt56bKvDG6BqVKYr2LaiuVV1u/1VK87CvTpULk+vcaeuuzPgbn3XeJFqmGGItLfQnK0hZYfzdxZQI4VjbTQ6+uzf0/5MrONe3f7xnf6ZaqEp+aiQlTuTqSpN9bnQA2GgXY28j22g4+odLqnIRaznfivrTzTSGCh1vUEr7WIvYixvaxAPcX2LcU7xsByomHHaTUURVpU1An1JoqSpJ7tF9P6a3kkgm2unYUOH6RvQr2KOLVKjwIS1JRkWpD7SrEfKSQANdO9rEA7GG2oYlSZFoG4qlyp7bWF3aoiEjrRxWgpOpPh1vcX7k6dXqRtrvdLuqgYSoLE+fVlypSGk5uL09h59gT6m2vqdLDNAhxcONNuymkLfRl60Jypc/DQDX0tcee1BvY36wIFLcgUZ5bD+VXQ0sKy9xqk+R9Rp9Rpt2+VI3Sd7QO8/wB10tyLS6twFsIUrhafEt5WP/A+ltvOfe1vHxHjesuQJ/RCYXlStriJS5qQSQdAoXtYGwANjqdnKKr/ADlyn4teefYWjP8AdZWdpL2Ughac11XP0uCdQfMxMQbsuQoPNNYTfQww7/WkfFTlFtTluNSO51uB3JI25PIy2InN08CLAxQw1WaS4+w/1odaQcmX1WO2g9bG9htuXd9u8i1l2I61SWGISPkU0E5reg9P3EfnsocAYHw5S2mJXzvpzu/C+UnsdNB+z8ttSbsae0605A+Gv5ml5unXSw8x56D12M/iJG2V0pWF4s+XhJpqKwuUnrQ60FNOedlDt3sexHf02XeHGpWHGqthLGWE0Ylw1K4q5FLlNBeVFyfhp8JsDoUkGwFrEbMrEmCIruMuf8D62siurq0vqL/kb+o/HbOe9iHiil4jcnxajKYm0heZKGphRxkWVfM2ejT6i5tfXQbUFhEpL9vDTu76lv1TAbM3EOBn5GdqBI4cqRR1qJugodsVs3J0CkqTa1lEjYUdw7hKqf0pFwQinVGLmf4UCaWlJUQSotsu5kpJBAORVr9wLauzCEqfWaC3jKlxGH+PHSqQlPSmUiw1Unw5tbZh3tqO1gzeju/wQ7AYxk1zUVCFL5d2O6tPLukatlNrWIBFiCPMW7lhPOW+2L/dTvTwbFxa5S59WqiMjqeFzUDLw1XObiKRcZwekqKQNP2v1zdtQd6GI22pTy4r/Lq4S46hlUodlAapUfMggjve+u2c8E4HoMXHjGN/fkV+E/lantOu9aVeELVcEG/mCbg63OttX1CPVIEVt3CTWer0RKZ8DhWzTI4PUz5JUSjQa+h17bEHiZQmYq9pGkY83c1mfhLm15EdHFQ0WkOMK8LltQBplNjoRcWuBsKbtcKtReBKrMR+qMP5kutO+JtdweknUa9WmhJ7HQj00xvu4oO/PBtJxvS4jC5qIvFS0q7SnGlAZmwoAlKh3TcEXABA2yfJ3fSqDiNyjOusP055auFIdQEutrBBAJTdJcCjY+R17aDYGusxSce4ta52YigxvhqsxcUU2LhLJwGH0qdhyrpzIuSLXHbT1BFrg67a73cz8btT6S77plRWJUd9qVlR8BSzkKLi9k2INlaG6gCdlvIw5Ki1mI1WaiiUth1PC6QrLm18fkPVJv6+mzblb9IGEqNEi0bDy6o/0NZELCFp6st1X0KQLajy9ToUdOmEAjFK7K4rt4MHFFLx5UpVUwnUYXAnrTHqXCdQl5pXUkJcT0kjPlCbm4B0Go2m0uiz4EB+qO4Tf5XNxVKRF/Qq7l0iw6h3Ogvroe2zbxRvMw5S2omKHa3yqJUVPNR5DuZpldyM6kHUAi1iLXGuptslt4vtYUaLP+znvaLFYfTnafiupfQ9e48Xa9wQU6EeYPmxJLw0ptdpbUDn4EuLNQjqQtP9mkeR+Yed7gEW8+2xjVFfzoYIptUaZWw+jI6lSepKVAG4BAuAe3YEj8QRnbdBi/C9exHUqX/iWtTqQlKrjQ21sb3sfPU97bPvcDLpfCru77m30LirU6w078qCLjIoDsdCB5WA00B4MyniVT3Mk7w6LVMG71W8Rz4lR93dKVrX1tKWDqQrug+EHyIAsCbAay9n7fB8X7q8t+nP5FKTrl7HVPlcW1A+uwVvmoHvmjVbDlUdyTX2ltNP+HiJ8gq4KVC/ewva/a+2cdx1arO77FHuvEbvKof/AF3TlUoKAF8qrHvpqT21FtVNZV3lyfcbT1iesyG4tei81FeQtiUjxpspLiT6jsoH0/y2T+PdxMB11yfhd73RVM3FaQj+ruL79J1U2r07jysdqfA29D3C0xwpbi4T+XmI+brZv/aIve49Qe4uR9XeiptVmA3K4TE2LKRmQtrwqT9RqP2beetozwYJ91Ridwnvkr2HHW8Ob0KGteT4S32LZ0p1F1JJsrt3BFxrYk7fm8TEMWl0v3pheWiVSJqc/Q0c8dRtYLQbKSn66D8Lal2NqDAlNN++Yi34Xh5rJmfi+hPfOgfXUep2X2NMCYjdpbcWl1BD8XpdafaV4kaWsoXIT+He9jpsWrWX6QYPIko6McxEVel0ugtN4jgVb4a+t2Ku6VNrNybZtSDqRqbfXTZW13E7W8Z1+BPiLyRV52pHC62V6gG3cgfS+hNxa937XcNSmoD8Cs0n4+RS0ISgJQ538tRqPQAeVh3CXxBSmoHDnwKItGR3K7n6sqfNCiLgaCwBta1gRfXW0utTVrke/wARoCC6t72I92lLc5XCa2F8J1pqqUtRaSlKkKB4yT0jTzGXUgG+h2Q7uMGsWxeVrPWhH+1ayrZUBe4Ivax7EEj67a7rlIpcrBEt13JnXFXmQtGbqyH9ttL+Wtr7Yhp3CgVRtpplHA/j09f4ts+kV1IjE3YbuqDvP3oYTwRWcV+5aRV6oxFqM9pbaVNxdVLIUvoSohOUKOgKgbKtY+uu8LAm6rEe5ZvcRu/3z0jdzhtEVMBfuSZDU8YY8TALiiAlzXiGxUsFQJ6lX8VqpFgOu8Xi8B/qStTScqlegV5KHoCPz2gRIM+fxGpVP4//AIqF+L8tdixMhjPRdr+TO9nlt0u/+jX1Fa1+JXMUr/1jYN3zew9uX3TbsK7vBwx7Qb+J6pS0NLj0512ApL2Z1CFCzICzZKirS/bXS+2JYmGoEX+qy/nyKYdR4f4O31Jwo1S+JPgePqz8J0pzflpt0nB/M3N7E/tf7ud3+G6nuC358rCwbV3ZC6bVJDWaEymVfmYczT4ba1qWsOqGUlxxKymySo+V/Jo7p6y65Wd2ntBLbwvKzOstOtR6lwWFahDclLqM6ADZKlhSrAFSlm5PnGzHqlU+9e7sj6EdakKzIcSfIo9PW37Nqem4aoM+suQJ9EhMZ/B0pyqV6XOoO0ZkbPxPU3FG/T2c/YV3OTt025vGLGK8arSvMpMpuY+mYptI5ma40AhvKnKUMgAkBICQMyx5g1Sq1SfxHZXx+aWp1KldSlLPr+sfXsbntt+1bd81RnW5UV3PFRl6M36H8PQfXtt+vwHeF+l6MqVJ/wCfnf667dmSBtgxS+FzTkWVx20L/slI8KvO3p9PLS+2wv5Or2sMOezpiitYIx3UVsYDxXKbkKmLR00WohIb4rgAuWXEJQhahfIW0KICStScxttcXh81kWtCuhfhV52H/O49Nu71H+LxXciP1s3T+fp+NtPoNpkkbp6Y4s/k79xuPK9O3lbtN+XuTDtedVUXYcflZ8BviHOsxXc6S22okqCVFYTeycqQEhn+yvVPZN3QDEO5zdDjynVCVSCxPxBXpk1nLUpbhcasJAytOKbDBSptkBDdwLZlK28aRhGltT9aeyjP1IVwgpKl973tcH07Ha5h0Nri8X4iFo6FOrutKk/5j62/L0PSmxpfbw5H/r2sb1Tm1xX2MVVGZCmx1DM3aYtxh5B1FwcqkqAIvY67ehuEt+fs2+3xuhhbnd/eIKfh7HcbhOoVzCIS1T20KHO01x26FXGfMwcxSFKSpKkkKV5n1uM601xWnloWhP6VHX/zI2BWn+f48WsxGFrR4VpRmVl/A+ID0AuPrtYCSRPTNz+Sc3NUqqN4n3l+0a45heH8R1pMeLTi60NSFyVuLSkEdylA01BB1CM9sveD7LWI6zh7Bvs34Tp0VjCkVNOdrMBKmmqkwkWQ0kH9OlGqhIVdayelSkklWTqdHw7biRWmWHkJ6uF0LTf0Pcj6f5bXlMh4cd+K09n6+rq6kqPr+O1SJAElvUpqU191/ToT+v8A5+n47N72Yt9Unc5vaw9jyoRFvrojq2qlFaWM8qA62ppwovoVJCgtIuAVNpBIBJCs5XDjrvxZb0V9H90py/UH0/aPw2FMRUJ1qU3Po2IeOtHhXnKV/kfPz0H1FthmvdLGexm9P2e/Z59taoU3fHg3evytQRATAfkU11p5EhhKypKJMZyy2nWypY7oUAbLCsqQmp3QYI9j72Rt5VKow3hN4k3jYocVTEVKU+057rZLanFA8OzUNtwthN1kuOKKE3IFh5CtYfn1nhu1l7j/AKqnUBX7bjYvpquLF5B1lD+TpyL/AOHYf5HaB48n3I2TTP8AKlQ1VT2maDizDr0KuUir4TjQ+LDlNyEJkMSZBW2sJJA6HWyL2JCiRexGzs9jHf7u6x3uRf8AZH9o/loUVcB2k0uRPf4EWpU1zRMXjC3BfZzBDYJBKUtlCitK7YUo9JdalcX+/wDx+P8A122Hud9kDC3tAbhpdewdvDgrx+xNXxadIumLFQm4RGfSAVpLgs4HwCBmACVWNy7pGIbSP5M7cbg1r3ziP2iajFwjF+Krn+Taf4I1sqWSEHTQqDQJH112cG8Oq7qqn/J37wFbkmAzgenYLr9JpOVDiApETmIy1DidaszjThzq6l3zG5Udse0L+TR9oKViLlpWHqDSGHHUpdqLtUaWylF9VBLQLiyBqElKb2AJHcPf2x8R4E9mD2PYvstYSqvO1qr0tFIUnKnj8otziTJb6UkBCpCi6lIGpW8SAQhVulZ55+zZven+zxvUpW9nDAXKXT87E+BmCeepzlg/HuRYKOVK0E2sttF9Lg+hm8Xcl7KP8ou7Td8m7ne77hxezDRAmcLhqfU2kkpamwXSlaXEEqCXEFN0nutIRbyOoDFUa48rir6MyXUf53Hlr+/ZmYUo1Ln0v7/EYWtaPGtPr377SfGWxunpTux9nL2W/YLqju+PepvhYr2KIkd1qlpkNNNrYu2oL5OE0VuuPrbzJKyVEIKwAgFZOKN/ntBVT2ld6k7eBPp7kKntoTDpMBbuflYiCrhpJF0lwlS1rKSRnWpIUpKEHZH1zCjUCe5FpbXAR0rTwrJT31Fh6akabFtHgtRYv+7n69onYm29yHs/+y/jL2Up28XGWLMmK2Y89cqb72UwulyGysMsiLmCF3SGyApCi5nuDYptjxt112LxfnR0L+ZKvIj8L9iNf8tocCJFlO8Vrx+DOjpVl9L7WaGmmvhbdJkd5HwvhbaH9hf2sqN7PGLKng7eLLWxgjFcht9yo6qTSagEhsPOjU8FxCUpWoeAoQojKVqTnycj4TjX/k7CkobDPudPRbeR/Jmbh96lel7xt3O/h/DdBq7qqiuLEESfCZU4c6jGdK0qbbJJUEqKwnNZNkgJDf8AZQneyRuYZr25Xc5j2DUJVI4E+vV2bPaV7yluFxqwkdLbimxHKShoZGgUjxFW3jXU8O0uVKRJ93soX41u8IZtPPtc/lqNo9bj8Jpt1pnO+jozLRmVr3+uv8dtrZldphFj1XK75Mb1mLLeYlN4tqU2BMYWMzakznFtPIOo0slSVC40Btbv6R4R34+zf/KEbl4m5j2hqtCwxjxjhrSFyG4a3JqEECbTHXboWFJzFTJzFIUpKkqTlWrykfm1SV8J1nJ/fXf09T2+m3ymM1Ja5WpvdC/9qnMhKv8AgPUdu+1pOJ6WwP5JrdBhGX763i+0m+5hSKvmHWkR4tPW40NSFyVOLSkEaFSEA21BSdds/wDtw449lvEdew3hf2c8HU6FFwxD93Sq3TUFpipRwLIaCezyEaqEhYKlE6KKbk5Wj0iBA4nCeisPt+BWUJzJ/wAQGoO3Jx9r9L/5Sk+L9vn+e15AErqvhrkJ/wCm6H/0Tv8Aofr/AJ7OD2Vt3GEt5/tA4J3dbwa2unYaqkqQuqPolCKrhR4j0gNF0kcMOKaS0VAhQCzlINiAOGXZX+BH6Lio6dP8vodNq+eXZTrnFiI4CPkUjxeh/H02E4lbEPtZ7o79t3e7XfRu0iboKNv4p2A8LsIaYkQ8PyoKeYjtABqMc6iEsCwu2kAKskG6bpOa4f8AJrez9Ae4n/o19QWvNnOeRSur8em+3mVQWYEWfxeF4/F/z/i2xPX8KwJ8Dn2mULWx1IX/AHfT+PPauAfiU+5czZXtOeyFuh3Tbr14ywnvnXiuotzGIvJKdhq+EvNmcsz1XFh9PXaB/J/e1hhf2eanXdy296ZyuCsSSxPgVR1orZp8tbaW3kyBrkYdSlBzWyoWlZXoskYqpb3IO/8AmFo16k7XlRmRazAbd+dj+54k/UeVvI9to+0xc2c5E9EK3/JabjMY197Ge7Hfv7owjUXTKTCitRpzcdCurJGk8QJDYv0haV5RbUgAbfXtK+0RuI9mn2c5Hst+zziGLVKi/DdpMx+HK5jk2nyozHXZDZAVMdC1gJQQWy5nISEoQry6mUOmfpGorPX83CCs37tuZT/4rn/l+H8L+W1g4l0tDHEevssbpd3W+jfbhvBO8qtt0/Dcp1+fVPjpj8wlhsu8sXCRw0uKASojqylQBBIUPVz2g92u7Tflu1iboYG/2nYEwoyhpp+BQZUJPNMN2DcdWdRAYTYfDSADYA3Att4aRH/7J3J+unP+sNQfyOo9Nr2BhSBXnW3Z7KF8Nf8AH5bWJjJE9D4n8lp7NEaUiUPaoqK1+LqlUs5vx0Oy+9rD2XN1e4LdL9t8B76PtRUEVFiGqAt2Ir4Swsqc+D13GUfTXW2h2yZWVUujReE0z1o2W0xXNSnHWujP0q6z1J9D9NhkrKHCTbn8nt7ZlG3B12s7ud77S2MD4ylpmoqmQutUubw0tqLqQCTHdbQhKlAXQpAJBSpSkt/Ev8lD7Pu9SsOY83Je0EikYYq6ucRChtRqpFZQvqtHdS4ghux6UqzEDS58vNCBU5UVptr5NrRWI6N8Pn6cxx0f2qWh+/0P1Hf6bW38cSQd3InrfWN5u4L2BtyMvdXuqxYziTGrjS3Ehb7cqUqYtGRMqYWrJbbQlKQloZSQgJSCSpY8s5Sao1PfrztRXKffdUuRzHUtWbuVeqje5INyTfbk1VYE9ph2K7kfY8H+H1H5dxb8trCKriu8WV4F/wDmVf8AD/LawMuBAmrtOtO/C8D/AIFfq66i/mfx12+Wo3Ca2uMQxWmp/wALwf8Aq21eUbFETtPlN9fyQOIsO4cxPvYNexDTqdx4FD4XOym2OJZydfLnIva4va9rj1G2NPaLltO+0PvJlRXkPsP4qqzrTrSgpDiFS3FJUkjQggggjQjXZfzhFd/skLyZsivmTfv+3sdo6m/7XrX/AOa/D/htQmdncMRn+z3vwrvs875MPb2qPE51ulrW1PgBeXnIDqcjzQJ0CrELSToFtpJ0vt6N7zt0Psh/ykvu/ehu+3zjD+MosNuFI4XC5tLQWooamQHileZKs4S4kgEXspaQm3kug8X9E0v/ABbTRQIspriyoiFuf3khW0fdC1oZ6q7pfYs9mX2LsRxN8m97fmxWqpQc7tLam8GIwzIUgp4jcVClvSHgkqCEgkAquEFQSoYv9tH2lnfaW30/aOlxH4uGqJHTTqMxItmS0FKUp5QF8rri1ZiASAlDSTqkk5vU5FpfworKGEfNwunN+NrX/ftCcxBwtuCQoXbPRbcH7MnsjbyvZHqW8/eBjFaMXxWajzs9NbciroshpS+XZ5TOG3DkDSviIUXeJcaFIGA0z6xRZdMrMCWYVWpchqVFfa15eUysLS4m/fKtIIB001vsMqrfxea/t8mTi/Pl/Hvt+wZ7rrvC+Re0MJJnrp9vvZX/AJTXdTQsI7ysTMYK3mUFPGaa5hpiZDlKSlL6ohe6ZMV3IkqQCVAJRmCFJBFRu+/kwfZ+3GYoib0N9G/1mtUjD0hNUYhz0xqXCUWutCpKi4ouISoBRSCkEpANwSk+Vr9JdlNcXlM6EePozZfr+H18tpWHaKXqo3woqEf3kpCf3jaFO6VzxmbG/lHvasge01iylbvt2hffwbhV111MxSShNSmqGRT6UkBSW0IzNtk2Kg46q1ignK9IwJPa4fNZEf4dj2LSYsVr4TSEbdVnhbMAYijWEzYX8k/KoOCca70BXq3BpzEql0XgKmPoYDhS9NzBJWRcgFJNu2YX7jbIftJpgSvaH3kz2qi2tErFFSdadaWFocQqSsgpIuCCNQR3G1ZNVxYvxWv99P8AGmw83Ai8Vzms6/8AzXTsE7Zx+zEN/Z83e4Ix3vtwRhLeXXPd2DavUeBVJSZQj9PBcU01xTbhh15LLJIIUOLoQbEND2/9xG5HcZvAw1S9xtQXytQpzrtXpfvRVQ5F0OJDCwtxa3E8RJcukqIHCSQBmN0NDZi8LlWmehfyr8OU7S3aa1yv9xHhT8qfwHYbdtlVbjGJ6LfyYOAdy+CN0ze+eu4horeOMSPz4K1VGayhdNhMSnGkstIUoFAc4KXVq7rugeFKbTd7vsObpt92PalvFx57X1QlVOqL6kJkUvgR2kk8NhlKgcjTYUQlNzqVKJUta1q8sqzJi8XhNMo2gxYkBp1xp6IhHH6VZP8AXYZfbxiGSz4xPST/AN5c+zd/99fUP/milf8ArO2Kd8+7Gjbpt72KN3+HMTfaCkUV9tqBU18NS5TSmW1kktgIJC1KT06WSL632Va6E1Fdca4OT9X+9tKpjrsV39f5Ov5U/wCm0od0jIb4npl/J2Qt3O43cjjP2i8eVylt1esMvqYhplNqmt0qDnIbSyFFfEeeDigkC6kiP52285d4eO69vL3g4h3gYnd41Ur096e/1Z0pWtRUW0kgHhoFm0XGiEIHltXyozXF5prozqzLyKy5ldr6edvPblILXC+FtDvJLcYlepzabSUNSnfi+DaqdU1K4jTTqELR8q/m/D67RINY5DaoE5BCeOy61+l61ozfu2IqXP4v6Vr5tp6MPT4rvNNREP8A/hKRmSpP4i37jtZowliOe63yFDWhGbJlR4U/gT9fK+11RmmlOrBnwHfelLlvwn+nPwlZc1vUdj+yx2rH57Ts9btUz8da8y16dX+X+Y2OqPu1xu61wpUTgI+fmE5un8j/AMb9thnEmEp9GqnK1RpCP1FNLzJ/bYW+ulvK+w3qK8mWDww3bwJVense664hDiMvRmKFKT5jKqwUfoMw89dnFi+o16gwG4sqI/KYfUpHFYaC0p0+dOirfUDTS+mwjuRww01Fcn8L4fgT/r5afkdhzeRXZ8XFrjUWrTYqEKy5mnVo/HUH9v7DsmUZ3lfveH+Gt5sCgutxcUUOorpy8vVHRmQ2nz6Vg6a3sCO1vXZktUfCWLYHNbvsb06osP8A/dZUpLTrf9wpXa3p3te4NrbZnm1GfKiolO1ZEpDn98JzfjawJ9Ta/rfappjUWBK5qLniylqzeDp/dswBtjJmoYe6SVF4jtewnKY+fioSVtZfqpBUlPfTsPLaY1hZp37hRq5FiymEK+7yFhPT9L629CCB9bX2QFP3048w5K5rDlQqNOfR0Z2nyuK9a/jYXcJ/xAgkkaWA2dO7zfPhLfJKbw5vBw8/hrFcVfFj1amtFDDir91ZLZSb63GoUdSL7HB3CQsqnsP4ogVlx33Gt9HSh11HTmt5XFwr8iRbZp4aj4cxHw4ruE/d1Ui/2uRvw/W1jc21uPz2vplcpdBitwOMw/K/RcVKQrjK8jewP7RtQ1fFruHIvNc38dfzu+HXy/E+W0S064wxL9nJTEV2Iy/nX190ry/4gCdPSxGvcbKrE2E3cWz2/ukVbGfNkdSEu5v/AA1Agp87277XEHFtZn1Tn69g5+VF6skpCA6pn6nTS58gfK/lpEqePWospvmonKoWvpVkClJTew1B7kjz8ztUyRPhjDjUB1igynX6PnSlKFIslSfokm4OnnbTv9dmNhaM7AgN0Gs1H3owwnKxMdir47aR2Dguc6f7wKrjX12rYcjC+KIDHFlzUPrRnSpqEcrl79hcoUPWywfUa7fJp2I4vE5CtsTWEeBC4+RafobHS3ncD6gbSJxhDXBu+d4cWs8qt9fhdYfWjyt0K8SSdOm4B06TbaXTZVZdi8rhLHq2H2Mq0tVJISrJ6oWhIB07i176k6jYXoNIlV6U5FxHhlGdHUiZFdC2lf4kK6gfyI8r7X2IoE+fS3IFLiReaheBpaQleXzyq0I0J0NtdpkS6xfXYFeozcXHjNIqNR4Smmp7TXKvuJOmrjXit31AHrssY0TFuEp/FwviyqRYT+XM07wpjCbdxfUpv3FySRpcW2A3KNVKXVH59LlzWH+KtUiFIdcW0lZ8VmV3CL6nQCxJN9TsZwalijhNynaGtD6PkU1nac9dOxB+nYem0Eky2IV0OoSmq9AqngW+tPOozlLT3lnA1Uk+fcjy+pNt6uJMJNUthrgrRKf8HKtBX55R3HqRbTv67KeVvBadd/oGnopdRY63YrrQXHct9DYoHoUkEad9ir7Q4NxbAb96RGKdUWE9bC0K4ClW0Wy4CSDfz0I+lxtAlCYv8USoE+B9/p8WK+jLlkKilp3INDr2XcW7HvfTZPVGmNOtOOwGedYQv9K00VZU/WwNtPU+WzfxXiuqNSvcMVnmkMdfxV5lfT/FoO5N/wAb7LGqy5TVU5qBnhPufpWtEJV+8JFu9zpbv9II3Sp8oBTy1AaW07E6Misi8gUnN++4v6a+XpsJUQc1VHKDVMjHzR1o6c3+Em4Ov/DY7Rg6qVmvONcWbTkLy548qPlzKNviIUCQpPmSCb6ai2xJUvZ3qlUabagPI46F547vhUlQ8woG/byHft67VxF38YD4cwRxa821FZzrfX4sub6drDv/AJXOz6wZugnynWHapEYWwhXydPSdCPO/5m30Go2v92G6CqYXitz6pw5TiP0vFR1OWA7i5t27+uuznqExp2guT6DEQ4wwjJIaydTP5jQJ/HSx24iD3yA9u/3c0altz2sQrpz6EZmnUpKuGoeRt1AX8wD6212RZVS94OLZcV3EMJb9ORwkSkpOVVlkpPkUqsrUgfiLAnYG37b7MUYcd+zjTyOVlJ6FpSc7a790EKGnkbEix1A0t87inP8AtQxXpT3NMvNZHe+bv5gC49P+RO0hcTq/J41XPZ2lNT258qtsTUdOV2OsZ8tu4spF15bdiL9he99pNexRQcOQHKDP+PVGIq+XW6wVJc0OiyqyvF5d9bC1jZuCj4IqkVyB7uYRnQl1DSmi0pKu+gA/YoA/iNgbGdKwlhyBzTUvPw1Jzx56CtKU5rCylEgp+W2hGh0vtXymlEthHfVvfwRjJvEdBlo5XMnmoSnVuokNX1uF3C127KJB0AuNdtS1He5F3jYciV7BryH1/wDf4Tt48iOod7IcAunzB7EdifOjf3D4XxlQWMUYXaixai+0lb8PjlTTybWLjLibLSfMpIN+1xbZURMfYc3VV73DjfDM1HAdUrixUl34Vz15U2Ubj6G+oOo2F9ItrbjJ7m3iGuIsB0HFv9M4jrb8qVlyLio/QKQSLgpVe6rCwIWm/p2O37A3QNcq3Kw4zB4H6qEHmG7nucxBUNb+Imw0B02sZWO6DjeAxS92lJ94omtZ48qLFKFt+RzCwCVDW4NrEX7AksvcrgzEdLa5rFFDfzozfeuLmd1750nyNrixUPOwudmUTt/bBE5iIiQsR7vp7/NS6c+tCFriv80tpLyfNLwKSlNjoVACw1AOxfhvEdUxvK+/xH+AtOdppa0rY7nRtxtRS4Dr3At6A7PDFW6zd9WZTk+VSWEPv+LrKEKV66EZVepHc99hW0CjRX6XFp8VjItXyJ6vrdNkqsOxAB9ddpMrmCtWxRKi0tygz8lRpb6fiw12kNNpsLFINloI1sbaEabCmEqvFoM/7/SVuUt7+1RfKlX4fh5DXvcC2s/E833W65WYEtCH+pbqF+H6khQuNfMWuP27A1S3iNO8d2A0+w/08dppYShzT9Q3Sf8AFa/qTpZO2l7WyDAlecxg44xxFai8rRns7C8zS0frJIOqbHTTvcWJOna+2VMR0reg1jfn4GIX2Iq8rsB2RZbGY3JaJF8oFh3AuLkAEE7GVExvAxvPfoMCo8rW4qlKdgSE5H8oNuIkHRxGvcE2vqBpsR1/CmI+FxWqehedHxULX0qT+wa99B+/ttoV1bFw0JDjdVjWgz6C5hzehSaIuavp4q44SlSvPpPY31zJIN9em+1NVJE/Dk+XS2nuapcp1aIbHHCkpSrUIub6+IAgjtrfvsmMP0alz68/8aosTac6r7rxVKQ4rQgEIVfNawBHra3o7Ka9g12B7mxbSZS3+n4rqc6Ff3DoCB+B7Dsbna4Tacy+6Q6JWYvFciz6e/CX40MTWgnKr9ZJ172vr9DbsNmrgnG2HGpTjTueDKR+naauprUXuAewNjqLg2NrEbJPFuL3aXAYiu0OVwFrVlfYkJlJVb0CtQRf1Ava+hOxfu2wk0603ij3svO//ZLQtCFKF7gBR+GfMpNwe4Ot9qOZ00BSXKXiOfzUV7oYzZOKjqT/AIT6G99L7Lf2icCfaOjc1QacxUajF6nYuRKlSGB4ulVtRYWINx287E5wnI/Tu9Gf/wBC/wAwduuM8DSsW0ZxpppbD/UtiVFWUSI7ttHEqSQQQe+uouCDe21JSZc3HbxpWA+JS8WxFop3TkzdPD7/AAwT5nyuBfXXtsSVfedgiLjJ+jcVE3C9eSpDqcgW0275pWNcqxe4NjY27d9s94ljYtdxlWqXPxD99YkZX2ltISh5XYOZCABmAzWte5He20vBuCKpvLrLcCfUGKRUYS/0sXPH4ybKSDqFtFQ7BJAvmNstgRatthlrPUt6tulxbgje9SZ7tRRW8FVF0IgSneotlRuYzvqQNUk3zDyBBJ0Xj3EX8y1UwviOl1DPSFutMLirVk4NzZVio5S2f1bgg7VFAk0HAcBjDmI6jCm05/K07FfslCVDVJbuTlUNDobg6i+1xvkpn2jwlEoMV3PFfyoa4qc6FJB/WAICvMEgXta4vsx3PmL53TRmC6l7ha98xci8L1tPONOtI6YrqgCoK80gnXUEXvr6ovedEo0/eM/Ki0laItRyu50NDK8+QQXGb3QpeXLdOhUTcai+y69nfH+9/AfN7pcW0l+bRM/3CYtJUlLWmlz2sTob30NxoSddNYSoON92j+F5TTC87SuE6i2aO6DdK0kdiFAenpsOxO8cQDjziGn0yg4citypTvGWtpS46+F1ZvDpqcx1Gnft3uNs/tSazAxbWqzPZf5VGVppSFZkJSWxfMk3sokkd7dtLkkvyAXeVl0bFDWd+LIUiQ06nrbWD+lZOtrEAlJABGoB7Eer27WV8SstVyE+wtanUcJA6kq8lXBSQRoQRbbu3tMbDgrAP2i8ERd7/s+0nHlBokpFXpDsVMjklZVPR7KaW2tFwlRC7KtYkWNgdBtnXd7uUozXNysW0OosLX+ikLaypzeQIFzqL2VYHsL223Numj+9MG4hwQ1wEdC+B3+GpSMySO/ZabjU9+/fanqu5NqqYXfdozr65XCzoj8UKzK8xdQvr6Xtfa21ZG3dM7bnqZAw5jJ92gusSkLXwuVmNZ+IkHztYgjWxFvXXy0NQZtLwbi1jFrVEm0t9eVM1pGdaMnkT/4Y8jplF7gako2n7t96sWqNz6Nhh+FNpzqcvMKbTxkpOqT1XFxoVA2+vo+IuNKpKoLlGxlh5cKo5E8JTrWXr10CtAT/AHkkg+gB2Bb4nIlShVt0Nt4MSLWZTbvGyQprXFyZMyFaG5BHna2uunp32xXvfw5g1rHkCBFdq6FvqSpLvFCmm7fISTob2NiCO5J7ba+wlN+1GA26XXmUSn2GlpdS6jPm769xY2PkQQfTbKNW3PwKXvBlxapjeVF47ual84gux0qsSpsrKitJKfMhQIuTcADaMbxGK2xHnu5cgNUaI17xYlZEdCmnUrVoSD2N021BBHfSw2eO7nHTtBlcq08t+nLX8WKq2ZtWt3G/9U317jXvm/A+HYtLle9OUgsP50pdWxIyp0JTqO1yOxPp6dmxLxVg2BPiUv3gwiavoy6JVnH00uL2GYXAJANrjbPfT74SzyGJqRmZFrMBt1rJKYfR0LT4VJ/j/h67D3uP3M657rZyRVqUt2Gr9FrqVt/qK9U6pOugJvsrsI47+y8/hcXPFf8AGjXpVfun6+vkdmwitNVThutOoWhac6Fo8LifUf6juDshqE7XDREhlMhVDDtGr0Bxp1nOwvp/vJV6Eeo2Tu8vdBPagOVSgxESlo/Sp0StxAGgVpZdvI6EDS5uBs7CrhO81FyL/wBq1n6XE/8ArQ8j+I7HSxQYsqLxWutC/H/qNkaT2n3pCpYyzzhxZWHWos+A61yr8Vh3jxUNFC8pRbMkWupPcEHXQEEjvjGtxnWnWKpS8mdH6vh7flcHzvr/AKel3tIqo0Csvz4tOhZ24rqHXV2aVlyqIbKiLEg6pB8z3AO3m/NMDiucLoR87Xh7fTt+NtDt6jT2d1cwlx3YafMasc/w5UqIjJ4FIX4sw7EHzG3drFHFlcrA6P76v4/ftyYQ7Kacaap68n+1y+L8QP8AMX26R6a607zUqnIX0/J/wI77HisvXYbsr4rv/wAtT0q/Z6fs2kvUmLPitxeLkf8Akd+b8Pw/fsHuYl4vE4WdhCP7vT9SLf8AAbT04h96NNxYrqOP05kLVl/O34bSTOlg87WcLuttc3x0Z/8ACr8/y/5X251+HWZXDrMXIhaOrKprMlz809j3sbWJ0uNpESHK5pt2fkX/AI/m9LKF7fgRr67EAjxf77C/47jsfxGv124GdASTvC4rTbUqnZH82RSvlV5WN/2a6/jt3UPhcWB0frtZvD65fL8U9vT0NtXIsX4nNNMP50+JKMub0J+v12BqyzVKW63Ki5+V8GVfiTc9wfm09NdiZWdC0R4rsX9F15vD/n/Att9zRPaabdaiLWhaPk/4H947/jtQ0qpymmm2netj+yX/AHfRXr+I19Qe+xIw47P4fCe6Pm/VT/w2gyDK41nhNcq6zxM//oXl+G0iAxK4TjrTy86E9WRXy/h2/i+0WWlpqfxZXyeNHzJ+u36HWp7rbtLeyLR83h8/obH6g/v2tKyrjTq9FnuNcHjoQvPn0SrXU6G2nfXa+k4coNUablSomRa/7Vr9a3mNLH9m0dMR1qU3zXgXm+L8qr/Ww1/Ydvh9U/DlU+Fx5sJeXMhSM6k/kPL66f8AGAZ0q5m72VA+9UuXnR/snU9P5K7fkQD9duNPiyqC7xZWRGfxp8Kvx18Q/C/l+OxkanKalcWKyjlX0/7ub6H19UkA+YJ2jy5EV13kKpEQxx+trPZSHPw8r7XnSFTX2p/3WqNZFrzLadR8yR5H1t9QT9doFVYagf2ORC+hfR06drg9u9rjYghYJqjrv3Dgcr8mZXhV/dFiR+R2I3cESp8Vxqe8xnWn/F1euvr5jamJ0BcP1iLK4lL6Fr8Sf9UfX6EbftQXyDrcpr4eToXm8OX67XrG7Rpr9K1yr6F5kOteH8vTY+3abocObwd6GDML4sqrEKkTazFRVnZCw2w5CQriPtqJICC42hTYVcWKwddBtUiTmNP2bPY432796CxjIxadhrC8rrh1SqZ89Qa8nY0ZAKltk9lrU2lQspBWCDs6Kh/Jwb+MGn7T7pt/FIYxDFT93yR5dIUr1SZLTjqrHvYoIJABt3ET+Un9ovEdL+y25zcvixEGivwFT6tKoMrJxEhZbjxQ6yoZG0hpxS2gRmuyD0XSrDO6vevvV3G48g7wMEYsqjPu+YmfUYEd5XL1ZoG7zD7PgdK28wCiCpKiFJIUAR0qMnmOrGPtOe3pu5xHP3Tb0MeV2kVeBl4rfCi8VbS75HW5DaAXGlWOV1Cr3SoEhSVALiiYJ3jb7sbxMOUaJUcV4rrbqn8q3c61JTlDkl95xXS2gFOZ1xVtUpBKlJSd4/yp9Eo32DwDvG5RCKuxWVUtDuXrVFfjOPKbJ8wFsIUL6Dqt31CfYe32biNxm7XF+I8b4sgxcZVeatTEVUV7iqhMMJ5eOFpQU9TpfVe48aQR0g7dJH25g/RP5InedPi+88R74sK0ioym/jw4tHkVBpJtb9MXWCo27nhj87XK13s+xLvo9m+luVmutU/EuFGOhdboyl5YqSUgGVHWAtkFRICklxAA6lpJAOZ972/HeVvLxbLxRvAxtUKhV1yFSms0haWoqjpaKi5DDabWSlu1gASVKJUfTL+Su3oYt35biMbYD3sVWViiFQqj7rYfqjpkOuQJTF1R3HF3U4EnPbMSQlYTewAHHyEjleZ5oYtddgy36mM/BjMKd+F30F7eXe37dtG+0X7IO8D2asB0PG+LcZUGqRa1VGqM01TkPIW26uM++FHiAApyx1JIFzdQ8rkZyxwx7mexnhfi50Uh6oQmlqVm4jTJWhCrnU3SAb66+vfb03/laf8A62/AP/p7w/8A3E1HbpJM848NO8LiRf1F7aW3BeyBvL9oHDkvFtGl0+i0Rl3l2JtUS7lmOpJDgaCEkqS2RlUs2TmukXKVhI37Ffsr4j9ovGTlUrzUqFgCiupRVqim6F1B0AEQoyu9yNXHB4EmwOcgpfntze15QcG0Zz2ZNxnKwoVOYTS6zKgWQ0y0kZPd0fLoAB0uqFgP0YJJcydIJ/Ex5vAokDC+I6lhyl4mp2IWKc7wk1SBflZVgMxZKupSAq6QuwCsuZN0lKiBS1bSoVQad4nFzrz5syvmzbRpQa2G/wB0mV8SotSnXGv1Nm9uh9i/2kfaBgMV7AmE2Kdh6SnisVyvSuThShcfokhK3nknuHENFsgKGe4AJT7DPs20Lf5vtRArsRD+EMLxU1mvRVeGYpSymNEVa3w3HErUruChhaCOsEO72x/b6xbAx5P3L7iK03h6i4adXS59WhJb5iVKbu240wbEMMtKCm7pAcUtCiFJQkcSQJTMzb7TXsf7wfZSwlh7FG8bFeHqp9oZqqdwqPxl8u6louE53kIzp6SBZIPnbbNz9SlfpWsi0L/V8X5pOzExXirFGLWuVxvvIxLiRHFS6hqs1mTPSlf66OOtZST2JBBI0JOwtJplG4rcWA0jOvo/V/g/XvsTEsJpD2ff5Ozez7Su6qmb2qDvAwjSKdVJExhiLMiyFup5d9bCiSjpsVNEgDsPrszoX8kBvyiuIvvdwItseNPJy+pP7O/ofLZtmqV7cj/JKUWfhKsVekVibTYUiPMiynI8yOqqVhLzqkuNkLQoNyXLEEEAWv57efrXtC7/AFr4Ur2id6b6/nyY3qicunmOY89okeUZvtY+xLvK9mXBlJxniLHGHqpCqlUTS+BAadQttZZcdCiXAAU2ZKSBrdQOgB2Tu6TdLvL3+4oYwRuqwyur1daM0xS1hqPBYuAX5DiultsE9tVKOiErOm0nFePN4O8altwMbb2MZYlgsO8wwxWa9MqLDboBGcIkOrShYSSnMACApQvYkH0C9jHEOBPZu9hvFG9qBMoMrH1Uj1WrOwnZjKZUpyK48xT4pSFZw3lQlYRa4MhwgXUduBk52xbUX+Rq3nyoLE7Em/7D1PqJRmcjwqI/LZbV6B1TrSlD6lAv6bLjfN7F++72bqX70xazT8SYUz8L39RlqyRyogIEphaQpjMTYKBcbvYFYKkg5jxzvV3jY8xH9t8UY8rdUrfNLlNTJkxS3WVqOpbubMJ9ENBCEiwSkAAberv8m5vPxR7Sns1YrwHvplnEqKLPdw4qVPu67Mpr8VCg3IUskurTnWnOdSnJe5BUa+4OeUlXpbsWU+61+gR8Va/lbT6n0HfU6ad9tUbhP5OHf5veoUTGNUep+AaLNa4sN2sIddnyUGxS4mG2UlDagTYuutr0ByWIJC/ZdwBhfFntK4Fo2MqtFRQaPVn358ibKSy1IYjR3XUNLUohKkOPNsJUg6KSpQIIJG2iv5SD2jsW1neBTd0u7rGLjGF4tLRMmv0apZUVCU6pYLbimjdSG20os2VFJLqipJKUEDtZQMmDNQU5lRjH+SN3uwKW/PwbvXwrXqh4uRlU1+lpe9QHA4+M1uwKUgnuoanbDuLMGV7BuKKlgjGWHpVBxDSJHLzKdMSErbdsCACLpUkpKVJUCUqSpKklSSCXt7L+9zeLuX3yYTk4YxNUfdVRrMKm1ejLfVycyPKfQ04Sz4OKnPnQsAKCkgXylQOkf5XXAdBexHu5xk0yy3V6jAqlOlKSgZ5DEdcdbNz5htUl0C/+12DWQ4yJVqlPInnpu03S7wd7+8GJu53aYelVetTczqWE2QiO0m2d59arJaaTcArPmpKQCopSfQLDf8k7vTTRmDVd8mFKPUOEnixotGkz2kqt2DynmCofXhj8DsbfyS2GqfRtzm8HeM7EQ9WJVecgKdy/FESLFacbZPn433VW88w72G3nXvZ3470N72In94uJ8Y1R+oSn1T4qETXMtPzapbi5SA0hCbJTwwkkDMbqKiWf5RDITjEPfay9i7fv7OkX7UYniQq9hFb6WPftGW4pplajlQJLK0hccqNkgkrQVKSnOVEA5xDHCa/83t7CfyeGP8Re1L7JmLMCb7Za8SM0+bKwqubMuX5VOchtLSH1kkrdRx1p4twohKCSVAqPmL7Nu7yLvd3tbut2tTuuLiGsxGp9v7SKkceQk6ju02tN76Xvra20FIG1S0bns6fyc+/P2i8OQ8bc3S8HYUnJzQ6jVkOOSJyPJ1iKgAqaJ7LWtAUOpOYEEtvFn8j3vUoVL5/C28jDWMpTHigSIbtKdcQATZt0rdQpZOgS5kSb3K0gasv+VX9oHFu7lrCG5Ld9W3qDCqMNVRqnu50x3XGErDcaMCixS10PKUkEBWRAN05knEfsye0njL2fd7WHsR0bFsqJhp+qR2MR0t11XJSIDryUyXFMghAdQgqcS6AFJUnW6SpKp+2WUhOJTS8G/ZOsz8MV2iSqRWqW+qLPp0xrhPR3xa6Sn8CFAgkKSUqBIIJkstRYrTnwkZNti/yve7eLQcY7vt9FKiIZerTUjDtWdQogvLZAeiEjsSEGUkq72CBqALYYZnyp7XC2kxgGHO5LcZXvaa3s/wA2uDq3T6PNXS5FUTKqKHFtZGFNpUmyOrMS8m3lofpfRrn8j3vyc7748D//ADHL2xnU6zWcJNe+cOVuqUiooaWlM2lzHYr6Um10521BWU2BKSSDYEg2Fh5G+zfc60461vpx/wD4PtLM/wDxm1t0CaxnmbmP8jjvz/8Aux4G/wDmOX/w2XntAfyem8r2at18/erizeDhetU6DIixVxYEaQh9SnnUtgjidJAzZj52BI7bLX2T0b/faH38YU3afzx7w/d0qVzlZX9op3waax1yFXDosSLNJN9FOp20t/K6b/4ruLcN+zzQXrwcNsJqlWQhfTzbrZQy0SD3bjlaiCNeaQe406WAUTCTFUitNOOxciFo8P8AHY/5/wCsSme/sZV6BhzC9OflVurykQocBi2aRIcUEobSNALqPc2A7mw2qBPiyv0TO3o5/Jrez5hzdphKte23vjZEKl0uFI+zSH2s2VhIKX56QdStzVloDUgrIuFpO3SxMSu/7+Th3n+zpummb3sb7wsL1SFBdhsSIEBp/i55DyGula0hJCVLvewuBcDy2yVIptL/ALJ5e3s5/KAYrb3jfyebmNuU5VGJW8NVTgZ83BTIlRnAm/Y2zWv2Nr7ePkjD7UWK5KazryJz5MvV+AHmT5eu3bpTuhfEzlu+3XY33oYoYwHu0wnUMSVuajO1DhtZlpQCAXFKJCG2xcXWshIuLkXG2xcC/wAjv7TNUaiT8U4nwJhptbQdXFdmSJsplZseGpLTQaJFyCUuqFxpcG+2rMEUbBH8mp7JkfFs/D0WobzMXIj8/mVlVMqS2ysRy54kxYzeckDvlUQCtzXCmOfat9ofeLU3KziffHihheZakRaXUXadFbSo3ypjx1oTlHhSVhawBqtRJJgn8ytlgHuL5dBagOv0t3Jniurju9suZJIP5H/La03W7qMUbwceQME7v8PyqvWqgoqaisWyttJtnecWohLTSARmWogAlKRdSkpI0/X/AIrkp17Ota8y1q+ZR8zt6S/yY1CpW772b8fe0XXWm1y6jKnr4+QBSabTWyA2FehdEhR7Xum/YHaEI+ICsb4L0r+St3szqYzJrO+LCtInLRd2HHo0ie02v0D5eYKh9eENs++0j7K++n2amW61i2nwavhp99MVqvUlalx21q0QmShaQuOtZ0FwpBNkhwqIBU2Jt+O8rfRi2fjzG2JpsqqcwqVHVx1ZKeo9m4o04LaAMqQi1wm5uoqUfR72CN40r2rfZvx7uO30VFzELlH/AKEdfkrUuU9SJkc8ut10nMt1LiJKUu3CrNIJJWCtU9zdxC9sep5aSqs78R3jcNCEZ/7v1vfTbTu4H+Tn9oHfbQYmMqzUadgHD1QaS7AdqzDj8+Y0QCl1MRtSeG0oE2LjiFaAhsghWy29kbcx/OL7UuF90uNojEqNS6zK+0EfxNPIpwcU43awzIW60lBBABSpQI1ttrL+U63/AONom8Cmbh8JVydSKRCprVRqnJyCxzjr5WENLKCFFttCAch6FF0EglAtVF3QaD5MEcf/AMlfvywbR367gjG9Bxw5FSp12ltQ3KXKcSBezHEcdbcWf1VLbB/WJsDjWq1t2luuQHWn2JTLqmn48hoodZWklK21oUApCkqBSpJAIIIIBBG2h/Y19pbG25LfThbC7uJ6hUMG4rqkWiVSkyHy6wyqS6GmpTCScrLiHXEFRTYLbzghRCCkk/lW90FOwTv/AKDvCorKGGN41LdVPaSnKlVQhqbbce72utp+OCABq2SSSo2uTtnEBl3CY4KYE93i8pkX/dX/AKf9NpFLwtiPFtepuF8JU9+r1eqSmoECA1ZLsiQs2S2M1gBc6qJASnMokAEiS3GgRXWGpWRtf8fs29APYP3S4S3Qbvq77be99pEWl06A6jCqHWTxUsG7TkttJtmdkqUI7AAupKlFJIfAFAJyJuiV9oD+T/3l+z9uv/nGxbjbDdXixZUeE7HpyHku/FXYEFxISQnufMjsL6Fcez/7NFe9obeC5u6wliel0uot0aRXOYntOLa4TLzDRTZu6sxVJSR5WSq57X9E/wCUHxO7ib2GoOMJLKIq6u7Qag60lWdLan8qygGwJAKrXsLjXTbybVXMUYXnorOF8Q1SkSuEppMqnTHYrvCJBLZW2oKKSUpJTcglKSRcAgbPsOIR8LNr/wDvITfl/wDdewP/APMUv/htwc/kfd+5/R73cB//ADHM/wCG2MpO9rfA00t3+ejH6P8A855v/wCN2Z3sWNb8/aL9o/C+AJe97H71Ejums17/ALSy8opscpK0n4t7OLLbVxcgu38trDE5NrS19pv+Tr3n+zBu0/nQxPvCw3W4XvFiAYsBp9D2Z7NZQ4gAIGW5He34bZTS207+l6P47jbfn8r1v4+1u8+k7jaFMvS8FM81UkpUCFVKQ2DY+YLUcpA1seZWO42wDGLrrrf+Pa0uds2bLqeEoFGbdnusZPDxWFBWVQ9RqUn1B127UhfPxeaw5UeOwv5snp+F9g2i4Ao2I577WI6s/T+aXkaUhaU5ldhcqFiBppcadjft+w9yVUoNZ5Cl4slMZ/ArMWEPfiNU38vP8tii8LNHEODjGfQfhT+O/wD3FoypT+Gw5Wa07ih1xqLT1r6s6OrN/wAbbGZwDKgRW2q8796+SVmzocT9Rfv+Gu3ShYRnwK9E4sthbC19edoJ6T+qrz+v/LWLrd6yCNsMMMSWsL4N4rsRCF5M/hypVf8A12TtSrdZrM9xqK0/TlrdzfHazIcv5i4KbEd/M/ls+MfYdgOwGIDtci07j5cqn15U/hckDXt/oe21dJotUo0BiBPofHYWj9Kiy0uIt3BF9La28vTZbT8CdXXt8pn/ABDQZTTrbs96ncf5FxUcLiK+qQfTzAH+dpbFNrztBbdi4eQ+jP8A1hpWVSVDudbev1v+zZ202jUuV/RcqiU6oxX/AA8010tq+h7pPoRY7GWGqbAwu63yGTJ/57586PwsbqP+exSVhCIm8E7j8W1lpiVWcjFOX1qXkyqUnyv5dvMfjs3ItKoOF4rdGo0Tjv8AgR8yk/XN+87WGIcdVSVxKNFZYpCF5etSTl/EJF7fuO0jCdIn0biT571OqjHUrmmL50/imx7/AEJH1ubbV3S4ElQYPuaL7+r3EzoT0o/VT9P+Y2kN4ca3jRXJWHMTQkP9X3OUttbUj/AtJtfvodRb6bKvfZvUnymmKXQYnOsPrSl/hKKVMoN9SQOnQaXAF9Px60MxaXhxiU1Lfi+FaVcIJfz/AFCelQH61gbeRN9pCbpzRuYQptGw40/Fn05+FOY8SM5SlSh9D39fIG99olWr2A57T8XFGCH0Pr6XZXL5VOJvbqKbBQI/WB0PfYZmVjFE+jN1Sl1xC1oyfeOFlWq3kbWTY6aWBOmh12jt4yrNLi8WvS0Sn/HkycJSk/Tsj8gD+G07ZAMuYGBItBgcXBFWz0h9eZLXCOaP56JvlIGoukD/AF27UKs7wWneK7Ei1GKjPmUhAz5dexUB+Fr3+p81mN8jsqvNyqN7xpCEKyPxX2EKS9YjXWwAt5ix+vls03cVypUBufS5aIsr586jkeT52PiBt5G+txqLbUIl8wgTOpeI+I1AZfhVTJmWhpBaWnTyt0m3nYkA29duFMdntSvv9cQ++heVHHQczf0N7EH6Ed9b9tlBVsb4tgV5hrDjrfNOL/RKXly+pSoeRt5i2hHpY3r+P3fc3P4tdhLmoR0O9DS0rt200UL/AJE+W07JWE+KMJu1niOuy6XzXjR+s5axulwag+djp5XGw1hfEeKIspyBPqCFwmFcLI61lUlPYhRN0n8QAexv57UWGfaE98usUuVh6LKYYXnzrQEO5ha1rXAPnfUfhsXVveJhyvQOagU9hD7HTIWtJzN275wjW1vmHbvptUySJYycDQJ9Zbr0CWhb6Ep6eY6MvfpJuQT6g27abVGOorVBi+9Ps9yq1r4XFyIW1nPa9jb8yB3tcmw2VtQ3qV6jT+fgRGH0dTrHAlZHVI73SodDiCPlNyPPXsM1THtG3jT+LKxZW6IvJlfjtMcVCrkeNKbqPYAkE2voPLYe5pUiMKRialuxXKpKpPAlI6s7SM2ZN/IWsR9NRsqMeVSvSnW6zRpbErJ1cJKQlSVA62PcG1tL2OosNr5jDMCVFYi0vHrE1D6fu+V1SVKT5kBRJv8A3SNP3bda5ujddpbbtUxDwEMZV5s+RTlvUpFgLa2I7+ncFAgswu3c0aVVKWxPdiSs/iyL6ktqItcenne2h89nFhnCnKtc/P8AAjr/AFsv8enfbP2Ft78DBEXkItWRK4GZOZSglKvpmIy319Qdrs+0NKdlNwGnv0/Rwvn7anQ2IHqDsN4MjdHDX6z9wflQJcWUwx+l4DvxY/8AiTooaeot9dklVsdY3o1UcrOF6tKhSsqsvCspLybeBQNkqBtYg+p2FMVYor0Ws++aNUeBKyZuK0vhKynQg9gRrqDe/pfXasY3kVn4k+s4NRKR878Xo8u6k6pue+gBuPO+vAwJG1pn7eVi3FG8HeN/SjTLcphaWlMMJLTWYnqIQblBJ7puQLC1tb6r3UvV7C7USLwoSH15HetJ6bm11NqT2BA1B7dvTYbgYR3Vby6oxi2jM+7sQxcudpp3Mh5KL2C0agEEghSQNLg31A0KxLoPIMUbEdJYXFWnoXpxY6z2WjsoEH0I/Pttf7oSrxMPML1afVKXxazEiwnGMud2EgOoT9SjRSD59gD5edumLsQRZWEpbXKQqpk6MzFsuo+ZCwVIUexIuPw02DaHHdlT/s41iFx99H9Sd8Knri5AHbMLEEW1t22g1imu0GfwoFQQuUtXCdTIayJUo3Oi0WsTc62UTp27GQkc3QNwdiHeNKoz9LwlLYhVGnSFKaamtFKcoUSLpJ6hbQ2tp5gm4Zre6CVihpvFuN5bCJvCzq5e6WnLX11JJT6JJ09T32IKbS5Uql8rXqchaG0pU1IyoUv1uhQBun17H12r3ah/QMugwJa0ZMyGF+HL6aagfmLbHAlYpJHtJtbtJ8/DmDcHRVzYS+E7IQsMJVaxGp8VgQb9rbFG5D2o98mI8ZS2sR4ep0qkITlWphZQpN9QCkgpKgLXIKdCLg7ZtrWCZ9ZxvLdpdRbcmrUnmkryJV20NjYK01sDcfS422duiwNS8JUFuVPpMViVwvGhHCS56k6kXOmpP/HYdh2SpMOMQVl2stOcrUeB4l8LihSFaXFiCfzSdPQnZX12XPapciVKqLGdhOdpTHSvQ/qKuPD9dT2A2J8UYopdG47spnJF+f4R4rd+yx8iu/kog+RPYZr3nb0KpXmp9GwlSYtbQ+0vKtqQGlpT2ISpQ8vmStJNwLEA3AQd0geUrsZ72Yvx4sV5FRc6mnUozoUlXbpsdfra4Fuw2F90rDUrFrbsrG8WnRZWb7rVlBKcyjrw1gEK+g6QD3JuDsizhveXRpUiVAqy2H3FK+6qWEq/BKTf18jY66nzcvs607FsDEbkrG9JXkWtKeO6nKtNrEnKSB387A9/PuwlZ9zpoLEsCLQXWHYsSnVGUjKnj5RmSoehHYfUH629bsYtw5FpbcDEdWYRNmp+7p1Ul5foD/kNPx02sBhqqT4C3YtQhIYfa+FIaaKF6+o11A7dRBv22EaLgTCWA5/vSvM+/kcXM606spW5fU9X9mPLQ+mmlti52+50CKVT4FLr0uXxosLjuqU0l3pSnWw6relu17X+g2aVSwvVMW4cbapdWhImsdTSnbZJCvPX1Pko9vS23DHUv2acZUuJVMCYerUWqRc/wlOryNrv4VpWopdQSLBQsRcWJFwI+GsR0vkJ8CBLRFlQsqnYCmjmbTbVVhoNCL9rgjvoNq790nECaHutr1Gn+9MUS6iiVmVwuKlzhZj8pzAZhpcWtY9iRsaYimYoa4bUWkoQh/xOtfCdUrQgnTKodxY3/wCH5H3yY3rNG9zYXpyEcPM1x6i1lSlIN9L3Ur6WAGn47UNO9q2Lu+lP4c3jc1KWv+yitNykpzdiB4hqOxAt6nuOI3Qcc27CqReE5FlS8k35oq15Vpse4SqxIta9r7aGoYan0Zh2LkX0fJtiLD2PKNvfrzkWl4eQhCHUcB3hFCXr63yuahY7EAkC4IPcDR27yqz8OQOQi0/j5/kflHOlRP1ubDtr2Gwim2WMU3tHezBS8W4ycxvS63klLaSmVA4oQp5I7WPkddSAbga2tfZM4BpVGo2LZGHHYlXlIYQnhT+azKbXfq0Ve9uxuDYgAC1ttT72UT4vDrNeZYisIy9KpRyuKvoFAp07+Rtpsj5+LMGyp7dUi4eySmOh2VDmpVmUNR2JAt6aXFtPPafGWBmcscHHjW8uW7FlrqMVj4XCXbq6/EB5EgDsbXuRfbSWD8T1RrC8Rr3guKxm+79fVHUNLdrEX7jsfIWOy4xUndpVJ7k+U9iGkVHxrdTHSpKux6gElJBuAD3sTr3vZ4ax3u0pdGn0uqbwlvQurK67CKmm1fQ2uk2NiCNTpc9trAyMYlt7R29/FFBwk3Ko0Rhxb+RpchCOhKjpe4HT3vlOhuLEX2XHs3b5t9NBxQ3iOVjea5CfyJlR5t3UZLhN1JvonKDY6Hzva97qkUGl7xotS+yVWYqK4ubJFXdUWYkdgpK/CohVwdPqTY7D+B6U7FxQxzUv3XFiupRwkozK4qTaywCdOxsDfTU9xszX4wU1dv8AWKzAdgbxoDLEqFVMvF5X+0sn8NFaCytdBr32G93GJGsUUaXFqlPXKpy0qdXFkJ4UplJ7utm+thqQLdibHsXhSqZA3jbqnKM3kYWhGbrT0tvp1SsaA2J+moJ2yzjjDLrTrk/CVb+z2IadnS7Fd64czKbkoVrYnTvqLk2sdOfbtzKp92IS4Nkz92m9CW7AxuxUadNSnlY81IyqaBvwie+cEaKvYjzGiQ3zUYsqK5KpcR+Eta1L4WuXU3sPS17fltnvAmLMOO/+xRSUIqjHjdadKkqV52So6DvpcAjsNmXh/eHFnutwGsmRzwd0/S4Pp+I/DZIvumgleJFx+xVP6+1UFoyZlO/F+ncjz/HZCYvrmI2p7nK1yahGRPRxSpGnbTt3/Hy9Nnzj5TrXwvHn8Hzfx+GykVgOfiN1/is5M+bqyfn6+nfz8zfYZEICo9ylwZ7TdZwlxIFZwmxUYq8y+Kwvl3Uq0vrYpUfS4udbm9jtLrGPd1+8uqc/77lUhEpCUyIVRinIpSTdDiXm75FDq1t5nUC42rKjuh5CU467L6P8PT+3y/eDb8bjNUwlQYDvKyon+Feqfpbt+Xex/LaoyhzOIRo7GqI61AiO0aWxVIq8qEymHeKjKNNVCyu19LC52kzd2NB+1EDGVUqMpE2E0rIn5G82UnQ9/CNe21FgfEUXdphzmp9PXwMvR05VK1JJA+hUb66eeuy6xR7SGN6ziNxrBrK30Z1NcvKj8VpxI08JtZPbzFiO+ttrjyiYOWjS3w7wnaNQZcqA83FfQnpyKKc2vf0P/D077DPste1nVGp/2Xx5UVyqW+793fR4oKu2b1ydrkkjzuNRtb4S3d7xsb8Os16iUuEhaOprJmQr0ug3tp5i9yRoAL7Myn7hcJYc/p6Vh6EhfUp3l05UquMpBGo8u9h67D1GmXUDBlyN0fkLFNGdab4tchLWtGdp1p0ZHkd7jXv6jv300IHaPi+lwJ7fCqLD7D/6VCFhSk3+e308/p6W2RFMoVGrLrjTURjkkeDJbKn8B2H5Afs2Gd4tGgOtN0uB40LzodQvK62rysR1D6dwfX0zj0sL8wfZmq8b4Ww5WcOVaVKokKVx6a/nzNBaXE8I2v5K8u9/L028dsS4KgQJXP0uJwEdPFa8ScvmU+aSB5dtvSrdvj2s0bBEvC+PJa1oXAdahT5CgrqLarNOHvc+Sj+Btpt5/V139J/h/wBNj6QlMrAWDbKmiUyjOxeFFqKFoX1I6h0/h9Ppp+G1wmmRYsVyK6yhaF+P+9snX6rKpdUcdayLQh9XCkNK6k69iPofx2JZuOZ/IfFeYWv+70qzfh/w0/DbSWUw0Ha9E5WqPxWsnjzIV/c8r3727a7VFep7vKtutZELR8yPw8j3Hra+h27rkSp89uVFqHx1q8K7ZvS2un1A2muNyuLxXfh+LwI/bp/oO/odulpDwxjZprhwK88vP4Y8rN/5lXqPqf2+exnJxc0018WIteT5MvVl+n+Yt32DJuApU9rn2onQvr6UdWX1ynvb077RodPntNch72bWhH6L+7by89P8vy1jE6MlqQ1KablQHkPsL/X6k/mPLaHKjRf7JrgZ/wCy8SFf4fQ/v2oadBlNRXIvNrRKy50OtKyqzfh2I/H921NLRi3hfdaiiajNkda0SpKh+IFv8+3faZ0t5zEWV8KKyuK+jxpR1J09D5H8dPw2tqa81AgcWU0tHT4vw9dq3D7rrv6WX15cq0L/AFh6+f7b/QjaYuW61xGnWkLR4FI0yqt529fQjXa8pK6bTufdbnu51oX4lMO5VJ+tidben8CcxFaixeL19fRxVpGZKr6BVvXyvf8AHy2hypDrXwqXkR/Hla20vnOLF+L0L6c2VeVKrevl+789q5lsTjInT4vEi8Hx/reH8R/w27tIantN809wFo8K8+X9/l9Npjc3ixf130eJp1Pi/Aj91732pqk46678LJk+dpacq0+XY9/y/EHa0mW8mpNNQHIsp7Ov+ydRZKlKHb8T+N7+Z2o4GLJTrTjU+nof4HX4On/GkeX+Q9dhSoKlRZXwnV5/1PF+0Ha3oUrn/wBFkRKR/f8A+fY+h7evbawMpGFh7ee0663FlUlbCF9CHUL8P+L0/wAtjRVcitOt8XOhC/7mZP7R22TrsbmvhcLlZS82RHhVnHlrofoOxGo2uKHi2qUaK3FxGznyKyodWgoV/gNx9fx+h77TIxGFU8S0GA027KqDCM/g6htTLxlRnf0Tzb6P7mwNivlao63KgRPGn5fAqx7a9lfsv9dqthvitcVp3o8LqPmT+H09fTbpYCFdZxBFaiuT2s+T/wArKr9+zm9gj2fKp7SG95GJJTEpGAMJympVZlOpPCmSkkLZgsnQFRNlO2uEtmxALiDsAezB7N2LfaQ3nubv8LvLYoLbTcyvVnhZ2qXFJsCCbpL7llJaQdSUKVYpbWRsD2xfadwH7Ku7Rv2RvZfaRT6jCi8nVpkN056ahYutsOjqVNdzZnHL5mwu9wtSctJUnbxBH+UL9oGl73d5cTdxhKosyqDgp11qRIYWHESKgTlfsRcWaycIG/i4otYA7ZWqUaK7/wCqbLfd47PM9xvwZ8vTl6NLCwHYADQAeXls44m7veNPwvLxvA3e4llYehNPyJVZYpMh2Ay0xm461SEpLaUt5VFRJASEm9rHary6cR7bs/5K+qb/ADAeF96Du+2HQYtehJlcgjDin32UFRBQXDJSlZ0JCsgAv2PnoneYmi/yZnstS8Obm8HYjr1RrT7hlYnfi8WPDmOoyc5MU2AGwhKUpabACSQhJULlR805EqvNRf6LxDUYXzo5WU41w1eqSkgg+eljfb0G/kt99WO992Dt4W5PfTVXsZQsPMReBIqyuYdchSg805EeUoXdQCxcKWVKIcULkAWkSlgInlhVavPnwJ7ruda32nVqVnzK1Se589O57nb3P9r72bqx7Ue7/d9u/g1sUinQcVxavWZ6QC+zART5jS+CkgguqU+hKbghJVmIISUnxb3z4Li7use7wt31Ld4kXDdXqVLYClkq5dl1xLZJPdQQACfMg3N9vZL28PaAxd7PXs+06vYECGa1ieqR8OR56wFKpvEiSH1SEIIKVuBMYpSFdKVLCyFBJQqZUyP7WjmMvZq9kaXB9m7DDMGnYdYRFmOxVnmqXS7Hjy2RYlx0HVbijdIUt05im23kJT6c1WeJPlS8760cVLviSpPe3r/n66323d7AHtcOUGvN+zzvpxCubS8VurXhqo1R8v8ADmPrJcp77jhJWl5SipsrJJcUtsk520hIe3D7LX/ore8b31QeOzu5xfKW7RHkpKm6TKsVLpyz2CbBS2b2ugKTqWiT0keJmeacuLz7/CdWjJmS6nxJzDzH+o9dR6bdqmHduFCjNNOvyoryH+OtS+j9bzP/ABt57SJyvi7Bc+UtPSr+SRw4Gt0m8XFjbSGajUcUJpaJKmurgRoDDjYvoVIS5LfIF7XUv1OwViPeb/Js+yFUHcBu7uH96WK4TqmK7W3IEarzHJQJD5elS1pQXM6SFts6JVcEAgjZh/yW1U96+zLjmjUt1aKjBxRPbRl6V5nIEVbax5jU2H1SdvJqIMLuwG5U/jrfWhGZLt1K7aX+vrfub7FHqDxPULE/sv8Aske3JuVl7z/ZOpdLwliyDxURzAi+7kc6lObk6jFQMgC7j4qQVDMFBSxdJ8rpUGswJT/vmI/Fm06Q6w/F8K25DKylbavQhSSn8Rt6HfyP9Xda3qbxqBS2nm6W/QYUyQk/o+Oh9aG1ADQKKVugnuQAPLTNXtbsmL7We83DdBpXHRKxQvlYsVouuyJD5SS22hIJUtTy1AJAuVG2pOsyRPRmk7xPZCa9ird3hze/jzDGJ8NUHD9DhTKdAmc4qXPixUAtGOwS4shxClFBFhlJVoDsE4G3r/yV++SuxN17W6LCFFlVF3k4AqmEGae286sgBtqS2LNuLVYC60lRsBckDbzJxxhLeXu+diNY83cYkwouopc5VFbokqn80lspz8PjoRxMudF7XtmTe1xcXqcaVPpfNQHfif2rS+lSVeoPkQbEfkQe23Sds2N7cnsdwPZWxHTcW4IlynsAYokLisImOl12lzQCvllOKJU42tCVKQpV1DhrSpROUnLiKjS2vitS0f7q8vVa19Pppr5bepHtjz528D+S8oWLMbD+np1GwnVH1utFKkzXXI3EOU6gniuA37BRvt48sQ5Uqe3AgRH5UqU6mPHYjoK3XHVHKltCU3KlEkAAAkkgAbVxOBhrEwtVMe1mBhfBtJeqlXq8oQ4EOKnM7IfVolCfIepUbBIBUSACR6l1BNG/k1fYk+xrVRiv7ycXIkLUtq7iXKs+0lL0hN7EsRmwhKSQMxQ2DYuW2ovZl3G4E/k9tzcj2i/aL4Lm8KrscvTqS1lW9B4icyKdGubLkuBJU86CEoSlQJDbanFYa3/b68ee0PjyXvBxvL61/ChwGlHl4McE5GGb2JSL3KiAVqKlEC4Sm0DY+IJYemc1S+E6z8/R83T5a+o02v6bEaad/jp2ocOs/C+Ftpn2TvZor3tDY35b48LClHUhdbqiEWy3sRFZJ0Lyxr58NJzHugLzsM9kuDlYc+wb7NU/efvLj72sT05bODcFTESo7r6RkqVUZOZttGbuhhYS6tYsAtKEAkhwIoPbX34wN/u+ltrDjrcrDWFGl06nSEeGQsqu++k/quLCUpsSChlCh47bNX2zParoGE6F/wCiuezyGIVJpzBpdYmwNGm0J6VQGFDvrcPOXNzmbBJLmXFUOTFpbXxc+dfUpWziBUG2UmnfYH3417dXvff3VwcJ1TENBx86l92LS2OK/T5TSQgzFJ0HBLeRDpJATlatcmxam93+STwbjLHcjEmBN8MvBtIqcpUqRRn6SicllS15loiuF1stoJKrJWHAm4A0ATte+xscO7oPY5xt7SsWkom1pcKs1R5eQcRUem8ZLUYHSyCtlayLjVw37C3nJijEu8He1iiXjfG+N6vUapKdU7xVynOn6NpzWaQPJCAEpHYdyZ3BZeeintA1Cj/yeXsq/wA1+5fCeIVrxCp9iRixTCXER5khIQ5KkupGUSVpCUMpKQgZUC5CAhWIPYAi8L2wt1DxZCAuo1HKlPhT/RU0gD6DsPw23D/J97wKrvy3c4+9n7fG8/i6l0SHCQh2rKL7r1PmpkNmK6tV1OcNUVSkrUSqzgF+gHbNPsr4dpe7320cN4X4vH+zWKqtQUSnUozucNqXFS4coAzKNgbAC6jYAabX+7mDI3MDKr+WBklr2qqK18n2Ip3/AKmT9sRTA7yL7vycJX+W3pD/ACpOBKfVfaMw9WazF4jc3CUeK0vPl6mpUoqt/wDLhf8ALbH03dC1PacpeHHl87UU8rFaUrMlx1fQhHmRdRAuL9+20ESCPKei38sAT/MZu6k/OMYI/fTpd/8ALbzMpkjhNcXg9e3p1/K6tCVul3e0dn4jycUKlZPNSG4bzZNvoX0/tG3mQGuF+l/83svfZs9Q6mVk0z57rn6nybDppjTrv6HgL+ZKOlKtjtLDTvxWv/odrTAe62p73t5eF901CaWibiuoogpdT3jtarkP/wDyNlDjlvPJbYFWoLNtxJzN6/yb2CqLuN9njGftd7x4jcVEuE/yDuQ8T3NDzElAtfM++FAAXzpbZIvcbeYu8/GFZ3v7xsSbwMRy/wCl67Pfnv8AXmSlazfhg2HSkWQk20ShI8tvTX+VC3j0HdfulwZ7KO77gQoi4sWVMitKH3emxbIhtEAhQzutlwGxB5VQPfby4dw1KgO8000tbHjV+s3/AMdtFZU/mN/2NPZgrPtIb46bgmz7FEi5aliCei/3WnpWApsKHhcePwkagglSwCGyNtY/ylHtC0t16B7Le6vgQsMYNQ01VGorWVpUppKQxGR8pbjptewI4pAuC0QdX+xp7OU7c/7KzbWCa1T4WP8AH9LRWZlefhF9EeRIazRkcPMkuIjNrCQnMkKWFqITxCBnaR/JC4+lyn5872iaK/JlKUt113DD7i3FqN1LUpUwqUokklRJJJJJJJO3QDA44h/7UyuV/kscKcT5KDg1P/m4g289dxtFax3vz3bYTdZbLFQxbSkPoy3SppMptbgI9ChCgfofPtt6872/Zaqm9D2SKT7NLWNotPm06m0WEusqpqltOLgFlRWI/ECgFlnRJWcoVqTbXzop25aV7Jvt1bp8B4nxZCryEVmkTPeLEMw0fenXGEoLalrIIXlJVmsc1rC2tXlLFOQf6T0R9rvDXs1tjD29D2n6hzVBw0iTFpNBdW4pifMkZVKJjNm8pYQwMqSChCeIpQtqlAYB37/yau/jEkDdDP3B0XDzlUdFOoztSwzCisvOr0Q21IjKUphajZKLlBKiADcgED/lihPG8HdgXXX+Sfo9US0jXJnS8wXLeVyFM39QE37DbzrxC5KajCVAdWwuL8dp1pZSttaeoKBFiCCAQRqCNqlsNLF/PbNF+3p7Irvspbyqa9huoTajgPF3Gdo6pV3H4L7eXiQ3HPnsFJU2o2UpJUDcoUpWyfZ3HD/kf8V/+mljf/29P2sP5UZmLiL2PcC13EbnAq/2gpcppKrXckLp0ritnTtlK1G1tWwewsfz2S4Axb/JZYnwlS7PyF0bGFMUlP8AtFuy1Afml1JH4jaw+6G+2eY1Eo/utrmv9vmzfx6beg/8j6241iffG2f/ADzw5/6HU7bYOgR+LFbd29Cf5JGhz4s7exXnWvuUpqgw2nf1nWzUHHE/iEvtH8Fja2zHMAp3PM9+zvjCBu1/lDZ9eqbzLNOm4+xHRH3XF5Q2JcuUyyfzeLCfwUT5bMn+VX3Y1/C+9Sk77Wor7mG63S2qXMlJR8KDNZKgkOK7JDrakhJNgS2oXuQDlTehIiyt6GPp7T3wJuJqtKaUlfiS5LdWCCPoq4ttqXcd/KiYyw5h2PgPfbu+RjiLFaTHTW4spDUt5oWCRJYWktvKsDdwKRewugm5Mnx9TkwcgzPHsvblcW7997WHouEojkpinVSHUp8xF+XgsMvIdU444NEmybIRcKWqwAsCRtv+Vti0+VhvdsZNuOzUp62rd8vDZB/eR+7aPTPbpr29/eNgjcluNwHFwbFxPXorU2RnSqUqA2ePNyJQgIZIjNP3UM6iBYKbJCwq/wCWEx9Fl7z8EYIiylrOGKDLqU9pKtPvbqMg72KgmETY6gOJPY6xChAoiT9mb2eXPak3203BzbS28NUdpE/FE1q6MsILNmEqGoceUC2kgghIcUDdABbf8pj7SsWs1lj2eN2jrEXCmBkcKUiEsoaenttlsMhKbJ4UZHQBcjiFegLSTttL2avZqqW5v2Wfslu7xLCpGPMXQE1KfiJ2KZKGZ8hpIC0t5kFaGWyENpJAJSFG5Uq+WZv8jpjqep9yX7RtJcW/mzrVhp9a1X7klUwkk+ZJJJ1JJJO1HzjiRggcRm+3Yf8A6Wzhf/4zwt/7ba28sqc9z8Bylu+NHW0v+96fnt7e7/PZaqm+n2YKT7PUXG0akSqexSWVVZUBT6HOTSgEhoLSRnKf19AfPbyD9pX2f6z7NW9V/dfJxZFr0qLCjz0T2IpipUlwE5eGpayCLWvmsb9hbYdlZY5g7Qc5iNrNQdd+6/qLy7ep38nng6i+yl7HmMvazx7DWio4jhrqEVpfQ65T45UiGw2FEDPJfUSm1goOM99DtgjdJuKqntBb5MIbuqM0thGJJ6WqpIatmhxUAuSnvCQCGkqKbixWUg9xttT+Vu3xUbBuF8GeyhgRpmnU+FFj1GfCi9DUeK2CzAihIFsgCHHMoIKS0wexB2svqET1mebGOMZ17eDjKrYyxHL5qqVuY/MlO65VOuOFaym5JCcyjlTfROUDQDaCwNoITt3S5t0oTNdVeHS4spvkHZUV9f6ViQ0Uo8tQtNxbz1AOzT9zO1TBrfNMsSmMicic+b69C0m4I7gjb+rW6rlYvNT5b6OP4c6hlV+B7fkT+ewfFjT8OPORYr3wM3Rkd6Vf7oN0n6+e1TNcCRZOFIsWA5/S1RQhHVwnZS/hq8u/SbHsCAfrsTboJHvSU5Fn1bjsMeDi9Skq0tfzv+0W9Nv5igfa2A5F5t/j/wB9GdCvpm7/ALdjDdTu/n4Sacdns9a3VKz5PEny/wAtldQeJTUHYkvsWYCqlUaW79nvf0FCM62mlDq8+3iSe+trbL+JiJ2jfdaC1VIsVC8qqdVElXDV2I1Oo+oNtf2Oug0l2Lx6o1x/jq6+AgpSn66Ej89NpU3dw1WWnKpKqKEOI6vitZlK/E3v/nswlXgJ1NgVYlfdeI8Wym/c0T3chCOpaFnKpR8wD/lrs0sIYIgYcabn1mrZ3+niuuq6cw/Ht/ptBn71aDuvgP8AP0nnWEf7Dx/Ui4sexNiQfrpsssYGVvaiuT8G4hXTuPm9U5k9tbH00+muxUolzesZm8bCsDEbsSqUHEORaHUrzsSArq87pIN/ysf3bDbFExbwnIEqWhbC0KyyIvSv8SDex9bj67AW7DA+8HBtZ4s+rMSqe/1ux3UZury1OvfzFvz77OxyZF4rfClohPr8fXlzK+l9ipV+Zws3RdUvAsDC7r9ZlS1ypXjU6rpW4keRANtPTt56bLTeLvxoMWU5S/d8phCE/KoKTm+moGh9bX102M/aCxr7mitxXXl8d/50/N9bj073HfbPlQ3Z4trNG+1vumorpb/hlcArR3t4hp30/LYm3bJLzUuFMRO17dK/PozqFrbY8HhzKt3soev0sPPYP9n7n95cqXS68yxk4qkOpa6F6diMpsLa30/ADa03GU53+bRzlXkPoWhWfqCu+trdxoR5bLLdDRcZO48n/Y11+FKhSErztK6fqLG9z3JSdPSwtsCzKicPJo695W4qvYcd4tBalVFhfgSt9CkqtYgEqSFIPlfQEaEnaPhCoT5UDlXaTUYq4vQ60+0VJbt5Z9UEX87gG48js8mYOPKzS22qpkYlIR1q8KlK8jY6DXXufx2l4exTWcEcSLWWWKiv+41lUn6G2l/PQWOy4sHzC7GWKh2PRoDTk+VEYYX41qz/ADegv/x2/MJ4GwvvVqnK1njrQjoRkdKenuR62/z9fLaz3kVlrFEpzlcEPo460r6U5Uqv9ALA+ug02bO4jDDUWlsc00hC0dfX1KSr8du7ob1JI2rKuL7IO76BF4UV2oxf1VLXnSn89F/+a2DcUUbBu7RpyBiOuMPo8CJEhI4voBmABULaDMSfqb7agxbiqBQaX968H9zqV+wa7ZP3qbqmt42N4lede/ov5XXVOJSlY10FspNu4Olhp57SG3SqRbqom7SVx58WnIqmRSnVu02UFpbudM7B60HSxUAAbHXTbjF3FtVSe3iOg0+VRGM6nfirK06julKiSlWtu9gPK+hdFVoe77BEBiVykWbKio+A+011t/gU/wCXb6DZN4+3r4tlRXIuF4kqKxkV1tNHMpPbUjQeY8vPa4G2VbmEr1UwHhfiQGuBKq+XrTop1VvO4uR+Fvy2XFen4t3gynIDWeLFQlSfu7uZLd+1wbFQHnax8x9BeJhuqVRpvFDTWerxUp4rCeriJCuq4Cu5TcixPpY9tiJ6pYygUtjFG755E2K/HSp2lzLOpz+ZbXcKSbaFIJGmidrZlCkW2LsBfZd1yBXmpTbi8zseUhGVp65Ppexv5Xv+Owi9hqsyorc+lsvo4HX0KKctvNNjf6WsRtorDO9/C+LWnML70MEVGEjpTIWhrmkNqJPkAHBbvcJJF799ueKNyHuaA5ijdLieLXqCvqdi5ip2P6gG9/yUAsWOhvpEpEWxvoxbS2mIFZpLFX4HQlTqylabeSgAQvz1BFtDrbYqw/7SECK196wEtD682drNx2sx7dVgu/1sfr53+Kfu2xHi2e277kXkX15ten93l9beemxxF3Hchw2pTOR/xrzNBSVJPfq0Hf0Nx3I2psCyhG6c92kr7W7xmK81h73WwvN+lUE5legIAzWIIF9e3bbVmO8IOyqWw7F8DCU5P7v5nTZKYBwrPw46xA4K0MZk8LMnNlVe+h10P499njvMm4ooODWKpRnV520o8PV566bEQbpw9xEYtalUae3VGnqvKhRcq1tMfClMrGuYW0cSfK3a40trsU4cr2LapWabKge9H4UrpfddySFMp0KQtKlFY9MoBIPppsx2ET69QYk/7MIqiH1J5jhLCHWUkauAgXBF/Q/hbZgYcwBhKjRW57rS+P8ApcykDP2+YDvb6W/LtsTbC5kGp1d2lxW4Ep1Da3EJyq1QlX0F+x+h12BJc2l1SLL/AKRWh9CFZkZfF39Ln8LA39L9r7F2LIEqqcryiJUVHRnSjMnMNNQQR9Nrjd3gag1mf70lUlDDGfOnvl8tfQflYfTYs7fti73LezfPlYtcx5WXX5WdpLSUSvElrUhN79QBJIv2CrAAXJcuMnmqC1yDsvgfqLz+H0AJ/wAiDszJLtLwvA/SoYYyeNfh/b5fnptk/frvHi1SvOUaK7FWvIprhOpzJ1+vpp6/XZe3yM5Ruie9oneF7rgOUuLiHkqitSlNI4RSlxV72zIskH6aX10I2SW7t+stcSe1EXKXKWla3UpCVZz2JOgGpNiLC5tfQnY1rO7aLVJ/9PMyqdnV9zlcwt+A8k/KU5lFr/EDb1GhJZWE92LtUw43S/dL9Em0tLGSpIShXMWPUR8riSBYqubE9gQRtCCG27YSYE3O/aOjN1mfSWM6/EiV19XfUEkGx7akA6g7EZq+DcBwHGqzToT60ZUqaRdSfoLXNzp27H02tZWN4GEsJe4YstD77CcvT/Z/iR3J/wCeyUSXeafxHWXkI6+KnOo9Kbfh3P4dzbY727V4lMRjI3lutNOVRqnohU7qXy6rqVl7CyTbJp2Fj6eWofiZyVvV4jVLlrgwlrTnQnxuJFr620Ntbi1j2PnsN0pNUx5Pc4rL8KnMK62nVDL+Olr3FzoSNduuKMfQMJRfc2F2eJNzZEJTdKu176DTXtqfwOmymWZocBVXdCOiez7heBAcdn4nmoQtrI6607lUlOuhKEgjzFyQfrtWQqTgjdK65VKNiybNYYQvJkd4qW0nVVwDlX2GhuPKwvqB0vEWN8OOt4tn49qOHpqF5s7SRKi5TqEPsKIK0HzykEa6jUAkke0dhyfK5rGW5zCGIeOvIqr0OymJlu6iAkKCvVKhcEEdtdmkr2+4B33fbA7HvtB1TEbvK4XeXFQtGfmMgQrT9VKu34HS9yNLE1eC9zmMt5bTbrTMrnc2dp+R4FK9db99BYaAfnszUb5NwXFcai7kadCfzqXldQlKk62IAKfX8/psc4E9q7BuHGnIDuA34q8yuFy9l/kDYeXb/ltfxgp9butyFZwQ647jJ1HHQlP6BXwm7a3HZWY38rgWsfXY4ms8WVE5V19CM/g4pSnLp3FxZQ/D8e2y+mbzMUYtqjlZdpy0U7qShp2yFJQTobi91HzHYX7m19jDCc53EbrjTrz/AI+nr6k/gfS+uvYbDYS8b2KqRAxvu0fwvK60Lj5WkOqzZVDsAq90m4FiP8tsbxcBb0MGz3KNKwm4thchSWpSFhTDiM/YKSbZgknp0JA0BNgds4ew3/2ccanu/Lkza+H/AD/12zRjZe8HAeI36zRmps2nIV1RWllXESLnLbUHysqwUCLG9wQMjdKRdVbB+LWmpfv7PFYWnNwlXWlSRp5+Hz7WNjcgX2hfzZ0tppiqf1VC82dLquhWnc2vp6k2/wA7sJW9KLVGufxHkYi5Er6rK4KSM2RZSSbg30ue3Ydtqqo1Cl43gORaDkXTloU06wtHSq9usHQWPawsQdo/7cv8Re7mcTtQN4M9rC/DQukK8SLKTISdfpdPfS9/qNnDjGk4Xxa63jyjU5GR/oqXL9K47oVq4ACEnXuCASLEG9rpbdTg6VhfeNLdlZIUV91LSGn0ZUPa3BSvUfQC4J1Gzcw/WWsJYtfgNU5HKyuuQlKwnouBxCnzHkSPK21K7WawpEgxawiH2A5OI4ED3phzFlUhMMfd5rTTubh3NrkKBuiwzWtp+/b93j0+Vz7DuI3YsqbUUZotWYaCFSrDzUjpKrWOozW8yNvjCzkXBG8HkPfiF06vR/u7DqMqla3AGmVdvpYkakDa4xpKad/oGUyhb8J1MqG74VJtewI8+klIPra42cNe1Jeuvzivk4Hdda96NeNHj6QpKk2sb21A172tfz9ZeHJ7UB1h2Uytjwqy/jbQnsNP9NjmGjhf2vy5f27WTmB6XPa4vRx3MvSu2VX+qT/eF7+YPkiJriEVBqVGrMVt11pC/wBT5k9vrtT4ljcKV916ELy/4fy27U3C1eo3wmmc7HyJR4sv8eh2tWYMqU1wpUTJ/julX79jLKGK6vU+U6186P7+Q+ewBXaTWao621Pa+AhXi8K+48wP2X+uvltoN7DHwnHWpaF+Lp+bYLqFGlOxXGmv/Wk/XapElIr69h77R4cbw408tCM/62X63AB8VrgWJ1P1Oxpui3X0agut/dPiMdfV8vqTp3PqNbfjt1apTrXDaa8bf/lJ2KoGIqXRoDnFe+Oj/dV/w2qCFldkM/tY1FdbitM5OAhObJ4Mv07eXp22pMc40a5VuLFd4efx9fiT/kPz/aNNgH7XRWmnJXNsZF5lp/WT/He4/ZsA1TG8V2qOOu1Hwdfl4vTXve/l6327fO2Rryq01hyltyouTwJ4vyryjzPmR+OnnsFsYsarM9yVzfx8+RHV/mPL177JjG292K6021zfR4MucJX37Dtp63tYd/TYSpO8511p+VQWULfYycVpXV0frk3HSDbQdzpp5d90pkTbj+J8EVTAdSwvP5qVN5B1aOA0vqytm6wRf6XuPO1tdvPRVVlNNcIvLfRky/F8bf8AxHr6elttO0X2g2nd3L7uHMJri1vgKalJSvixZCCNXQfG2tIuSACTltfW4x+1XJ7rvNT+vqzIyWT0/iOxt3PY9/ptCVBfKKWncZFkNOtSnIsppGSV/vJ/Z/H5bfaKbxfurrqF5PDm6VpT+qT8w00vqL99rSZTIteablUGoIz9OeK/0qzfRXr+y+1at2U1xItUZyLR8q+lSvr/AM9iym6RpGG4DTrcrrzt/J/r6n9t9pa/i8Nri9C8vz/8ddvyLAdlNf1tf91Wf/UbVNZpsqK6w1Pz5MycqkfMoeX4/T8diJOaOJSWmqDwmnvl6Nls9SGospx2V0Pr8eX5vz/47W1VrzTVLiOxXf8AElfi2ixqxFn8N13o/uq6sv57UzKiVyWeE7zTUvrRtetzIE9r4rKOP+v837R3HodoUqPF4v3XP1o/xJ/j/LvtRxosp2e5xc6OH/p+H+e1RLSxQxFi8R13hr6/1+nL6A/v2iz3ua+F1oQvqQtP8f8AXb7dYdlOuNOu/D8C/wCPP8dvoU6LFi8J11fX1oV/H/XaZ0iqj8KL91ez/wBxXiT+B2+TVPhfoc/X17fwa/8AF/8AdtvxMJ1rP+ovw/N9Pp/lt0pOqa1wov6ZC8n636v8em09NTalcPitf+bzfsP+v+e1QzEalcSK6zn24Bh2lu8q690fJm8SfTaQZ0s6jTmpXxfB/e2qfcEpp1uVF6FoV8nh/j89reBArM/71FZzsI8WVY6VehH/AC27yn+F8LwLR0rz9PV6bWk4kyG01VIrbU+IvOhSeKprxJsRY/gPTvb9mxTVaU1PgIaayL6OnP1JUnvr6g/Xz1tcbK9nFU+jVTiu8RaPB/ey/TyIHodbdj22ODWZ8qjc1S2s7mXNk8Kv3/u/YbbdIkNdOnwPiwOhHzNLWFJ/CxuP2et9NumH8Gu4yxlQsL0aoRYUrEtbp1G+KgqSy7LlNx0uFIIK0pU5mIBBIBFxe4CZ1edn/FdlrQv9RN0/t89Pr22jwqpKgSmJ7XHQ+wtLrTucpUlaSCCCDmSoEAhQIIIBBBG1sQmJ7sYf9m6buW9n9zc37M1Xp2F6vJ/rOI6lFL8hyQsAPzlJSAFyCAAi/wANsBACSlAbOJ6l/I9b1KpU5FVlb+MNuPyVqUtTtIlOKUpRKlKUpTxUtZUSpSlElSiSSSSdsnpxdjevQG69S96eK2H0Jyux/fMlKNPLxaK/vWufPaurWMt4LsBif/ObjJtCFZHeFW5KVJ8tbLAO0Ygds1div+TLx3uR3f4g3i1Pelh6sMUKEua7Fj0t5p15KbdIUpwpB+pGzJ9gT2hsBUbDFW9n7erUIUKl16U67Rn56w3Fe5pIbfgLWbJSpS7qQSesvLQLEJCsASce4yixeFVN5GJZsV9OR1p+qPPpcSe90qWQR9Dt0oEqgu/pcTsOIfR+idtl19Qex8jtG2T/APWbnxN/JVbwIFakMbud5FBqOG3nSuH774zUyO0eza1NoWl4gacQZCoWukG5La3dYK3Q/wAmhulxLiPGOMmK7jHFChKWw0kNOzltJUI8SM0VFYZQpayp1ZsC4tZKQQkeesfHu8HC8VuBhfe7i6l05CcjUKBiOWxHSkdgENuhAAHYW0GwFiN+qYjqj9Ur1clTZUpKeLKlPl11Vr2zLUSpVr6XJtfbp3LQXxnXvtlWcWYtqjueo1d2bUn1JvlU+8VuLIBuQCtSiBewFhYW29Wf5WZP/vue73/0+oX/ALiqjt5eM4aiys/yP+Di5f3KHmPw26Viq7y3eBAxHiat1SnMKQpDUqe7Ka0vZYzqNlAEgKsDYkXsdozJ7bTtj+I1wqY61LXFXnTwlJUUqSsaggixCgQCCNQQCDfb009lLfThL279wdd9m/2gXmJeMoMDgT1ps2/UIqSBHqse4ID7a8mcgEJcCFWCXQnbzXxPS3cRwIjUX5Mquv8Ajvtww9hOvYcnt1mjVuVFmsJVkdhSFR3UpNroCkEKsbWKb2PYg7V3LLGtmhVvG3F4y9nPeNVt1eNviSoXxYU9DRQxUoaieDKaGtgqxSoXORaVpJNrkMqy+F8Xa2k1HFE93i17ENUq/AzcB2fKVIW2k90guEqGvdNwL622oK5K4rX6JGf58n/DYf3NK/bH3/J7e1jS/Zv3xz6JjyocrgbGyGIk+Uq5RTZrZPLyleQbIWtDhtexQomzZG2kd/8A/JaDeXjipb0PZ+xthtikYvdXVJECoOulhmQ+c63okhlLgUytSirhlICSTlVlslPmYhDTrvC4Wdxf/Ht/wP8Ansa4dxlvH3f0vkMG7zcZYbihavudIxBLhM5jrohl1KQSdTYam/c67H2yMfieoO67d/ul/kt9xmIcU46xlFr2NMQ2WpLSQwupPtJVy0GIyVFQaQVKKnFGwzLWopSAB5L13HmI8W43q28GqS1orc2pO1bn2r/DlKdLvFQFKJAS6cyU3OUBI7AbfdZxBWcZT3KpiiuVSsVHKlpUifKckPuJBJSFOOEqUASSASdSSO+1VDVFadc+L4PlWn920ZnbJ6zV2Luf/lXPZ+obdGxrFwvvJwk6mU6zwkPv02UtsIkNKaUUrdhP5QpLjZTcttE6trb2U27P+SC3it4oY/ne3m4b+yja/v8AHoiZC5U5oHVpKnEISwFC6Sq6iASQL2IwNAW7AnxKpQXptLqMVWdibDfWw+yoi10OIIUm4JBsRcabMJ/eZvfqsDkKzvdx5VIq0cJ2LPxLOlMKSfItuuqQR5WttGZ2xpr3+VI9pjB1TwvTfZ43a1GLKhUiQl+ruw1hTDa2UFtmGgi4VkuVLsbJUltNyQoCw/klvZPwvKoH/o0mMuBVKo5MlQMMw8hUimhpRbdlKuAC+pQUlNrhCBcEqXZHnTi1nhNf+Sj/AHfT8NpmCcS43pcTkKDjfENLhNrUvlYVUeaYSom5ORCgkEnUkAXPe+0iDsOyeq3tL+wn7Q3tLbxXMY1/fbhWDS4mZijUZNJkrbp8UkEozcQZlrKUqcXlBUUpFglCUhUv/wAkTvVda4Q33YRR/wDkST/+O2xynHW8bhf/AFR8V/8Az5f/APWtqiZjfeg67/8AVNxehH9ytyU/5L2nbFi6tziNzD/s21ig+1f/AOio1jFcJdQcqkeGusxmFJayLhJmKcQ0pRUFBsqSATYqAJIB09WsUbjMRYc3JMbl/ZzrdMwOxw1R36pJacdkBpWrziSggl91RJU6SCLqKbEpKfDik4srMXFDFZqmIai/UelHPuynFSNBYHjE5rgdN73tpe2mzXbxZjx34v8AOFiX/wCej3/rWwwArQqNumsWv5KbeUy5xv53sLlf0pEgfgB8TQD02F993sM4t3G7tKlvLr2PKJV4tLditLixYbrTiuPIbZBClrIFi4CfMgWGpG2a6lireC063/68jEv/AM95H/rW3N/EOMp8ByLVMZV6bFWnrYlT3XUK/FKlEfhpoddp8YSbM9gf2it17WEqt7Le9SoQaXFq78pdDXMUGotQamX5mEVk5Q7xFLWkKsVh0hNyg3oa3/JU736DXVxd3O9HDFUw2t1XLKriX482OyTolzhIcQ8oJsM4yZiL5RfbAONWOaaca4WdGb/En8/877T6JvU3yYTpbFGo2+PH9OpyEpQiLCxPPYaSgaAJQh0JAA0AAt5bVJX5kPhfc9YsLQt038m7ucrNax5jaFXscYhs+tqO0mO9VHWgpMeLHZzKWmO2pxZU64ohJecUSAUoHltD361Sg43/AJ0ON/TyKymvIkJSWmnJoe45JAJUltblyRcnKoi58wjGE77RuuVSqVao1GovpTxZsp9TrrygNA4pZKl27Akkjy2oGVutNcLx/wCLahsEguonstjjDu6r+Uv3L4d3g7psbxaPivDylKQmQgOuwXHAnmYExpJzpSopSUuJJF0IWnOkkKF9xf8AJ8V7d9jem7yt+WPMPe6MLPpqjUCAtxTTz7JC2XZEh5KA222sBzKEnMUpBUEhSV+S9Dq1ewtVPf2Eq5VKDUUIyc5S5jsV/KbEpztqCrEgXF7aD02IMQb1d7WMovIYt3m4uxDF6V8CrVuVNazJIKSEPLWkEEAggAggEEbT3FaU7yzXnt1+09hjf5vagRcE1BubhjCMd2HBmZbJmOuqSqQ+g31ZUW2UoJAzBkrF0LSTnyeMOV5rlZ//AMtQvItP4H/jcbKdqTKa+L8/zbffAqk/9E8+j/DfYZy7ThaIQPYcqmF6o3PgVHnactfWv+7+qseX0VqPw7bekf8AJk7m4NGTin2msWtoYgwortGokh39G3HSEuz5QNyCm6G2gqwILL47E7ebtBpmKKW7xXZa30Zf95P5G99i1eIq9iPDcjCVBxZV6W+jPkprE91qLIvmzt8LMElK7nMgggkkkHXa617W3ESwdWkf2h99ErfxvzxRvQlOv8rVJ6uQYdWfu8JADcdsA+AhpCFKA0DinDbU7D1Jk8V1vhPdC/k/V2As7rTrjUrOh9C1Zs/izX1v9b99rKmVN1qU2618nVs0IfHjGZNVyrTbXNvoYb/V8Kb6n8NTfarecddac5WrPr6FeB3a7R9/itu/ItGfaKaa007xeD/vbWMzTPSP2suL/wC8scMar4nuPBqs3zZuLDN9vLZMye07Enxai+iVCUmRDkIX1x3UqC0uJ9CFgKB9QNiGo4jxbKge4XcWVd+loRwkwHZjrsfKOwCFKKQBbQAWGlrbVAjcLZZ5FljPjbPVCPK3Vfyofs8RMO1Svs4b3kYYKJTqEJC36XUQgoU8lkqBfhPC9rEaaEpcbICp3VfySWKIGN4FZ327wsNSsK0iUiVKgUlp5a6ohs5uC6t5KEsNKIAWAFkpK0gpJCx58z6jLw3KYrNGqMqFUIuZbEyBIcYkMqIscjiCFJuNDYi40Om3Gs78d7+KKeui4o3sY1q8J9PCVFq2IJcyOpJ7gtvOKQR+I2lRvjNfnyRzNk/yontRYc3v4opO6Xd9V4tRw3hB1cqVNiqztTKkoFB4SgLFtlvO2FpJClPuiwDYKrz+S99qDCe7V2rbkd5VVRT6LiuamZRp8xYTFZnqbS07FdUeltLyUNlBNklYWkkFaAfPZyX/AGrr2da/1/8AjsT0otSqXwnWkLQvxI+VSddrgS75XmekeNv5LTFreLpcndPjjDqMJTpCpEOLVEutP01pRuGUlpC0vIReyFdByhINyCss3Ela3e/ydPs0zsE0vFbFX3jYh5iU0tLQS7KqTzaW+dWwld2ojCENgAquQ0lAUp1d1ea1B3iby6NS2KXhfenjWj05hCWkQoGI5seO2kaBCWm3QgJA0AtYem1FW35891+qVmovzZT6uK7IfdK1uKtbMpRuVKsALkk2AF9NrwW8D0JQS5XwuVa6G/ChP90aAfkLDbVXsp+wXiz2kd3Te8+DvXpmG6f7xk05UN+iOTHfgKAUrMH202N9Bb8b7ZHdVxZW0mvY1xRAgN0qg4sq8KCvMt+LFqLqGFK+rYUE3I7m1yLAk2Fg53NB1+TbjPUqjx/ZH/k2aVVq9Pxs5jjefUIvAQwt9lc/gHUMtst9MGKVt5lOOEqUUgFThS2geXm9re7Xt6u8bEG8/FD3HqmIZipT6k9KU6BCG0jyQ20htpINzlbTck3JCGorTTXxXejx5UdKc3+EWAO0OW5xXdrZhmOZMiVGe7Kjtc2+hjP0IR8tz/xN9jSsQqpAgOf0g+tHAUtC830OwfhqK1KqjDTr2RGZOx5jGbwmmIEXrWhHX/h+u1GrL+pHxPTz26lf/S3sLu8VedEXCi8/nmCWiD+3byTqM6f8N12W+/kTkRmXmy7WcjFGPJcD3NVMZV6bS8iWkQ5VRedjpSPCA2tRQLdhYCw0FhtAlM/C2aVPGVL7p6WfyUO7KBgLddjb2t94ryIUKUxKh0uU/bIxSIZK5slJzGyVvNZCCARynmCDt527/N5Ne3075MWby8RtOMSq1UXZXLrtmjtWShlm40PDZQy1mGhDQPck7VAxxjKlwG6NFxliFil5OEmAiovcqlB+Xg5smXXw2tfW23CUlqqUvn4v6eL0u/rKR5H622Xs8ZdjxBtLPF27MNfF2+2JDXF/UXtIAaO0YgzPSnhT8W8fDkppCFo6EupUUJUryunX/Xamh7razS3X3a9EQhbfQ0pMjMhSTr6i37Nk/Ex/iOjT+a4s3jsePKr/AJEH/l57OjdvvEqmN2n2qpLXKY6V/FyZu2oum3n6gfhtye5tvKGDNpcWs8q7EcivoXl4sdWVafyHf0100+mz0aEr3Mw0199RlT1K8XbztbW3oO+yhXhCjT8W8J2IthfFStDrTv1vr/zsbabNYVaBAdiUZp34/iTn8SrH9+ydvlcEidzZwsvqVT2qXA4sXjsPuI8KFHKr8tqaXPqkp34ruT/wnelKv9NiGNjCjQHW/f0tiL4cmfw7Uu8quRWmm5VLd42fqaWnqQq4vtpLzJxE9vXwzS6pwGuN7u47vxci+lzz7ag/8u+xbFZawlg1x2VSYT622v0rVvhptpcXuB6WuLbfdAov2o+LXqIv46OtKk5kq7/s8/27Cm8Dc/7r5uqUarSorC8y+BxVpSlNu1r5ST53FvPa84RUf+jBypWI32mqdkisdGTP4rdz2/j6dtvjE29xrFsVyLFocpbn/hXUtteoBFhqDrpa+mynrdHlRao/KdiLYWj/AHen1Vbz9dmh7N+HOfxlwnZbHH/8912zOJP6vrr6XI8x2vYQu6TqNuw3l4ygRHZUR9dOYUl34tlqSn9SyjpodRfy7bbC3SUmLQcBuUFpphxhaVNZEo/Edv4/LY9wthmLFo3K8Lxo2qpFGaw5Fcda6PEv9XqO0WGWTyiIwxhP3XKq0WLwOAuQvJwk5UqST2KRpcdrga/u2vtze7h3DlUl16AzzS+KpbrSFhLqdb+E2BGvkTp32vHk+4ay3PdqCFofy8VCkZF/7wsc346f67FT03C9U4btGxCinVTLmQrOMqvoR2P4ft2RteNViS6xvBapbvCqmHpqP76mijN+BIAP5E7UFT3t4SgfFdaWhf8A4qPD67EVJxVi1qK570pMWrsMfpXYds6U+pR5j6i/4DajqVf3VV5pzn2YSF+JTTrQaV+fY+o12ReGlSjeDAxH/wCcuIhaFry9HSrN+FreXr5bFeDar7rlOcV7Ihf6/wCtt9bsqhu+wvxKXwUck+tSvirzpTp5FVz+/YZ3wYow5AnttUt7OheVSeF9fI/xbbk8VgbPIw8Vh/EePKy5xWvurC+laLZf2Xudfp/x2W/tQ07G+7nCTDuF3ciFvtJdQvwuZjl762I7jt57MncnvApc+L7raztzUI+fpUr66gX/AC2sd/NLxRijBr8CBEQ/nUheR1gupTY9zbqFvpp67Sh3GWTiD+Ad2ruKN1TbzVPYmzVxf1fiqXa+lrBY9ABe1vPuA4c3OOxXX2qo6hhGZSV5VrzZ/MKQuyk9XlfTW23fDW6Pf7ulgMYywvjGLKgxVcd2l5HWmnkdyglKrj6EX9SDtZNe3Hg3FEtjCWMt3tRp1R/RT+KlL7SdbXQvpWpPfUgdjpbUurKuPKBtc3Z4XgVnhQInx3+vjsPlSUqPayT1J/C9wPLZdDAsrAdUlxWpaJtIlK64uqXY6jqSNSLE9gSNnHMqFLqjvCoL3Kr6uErOcuUnSwcub/3QbC5sBoNivd/QGp8r/tRLRNmoRky5PEk97JV5nzt+/ac7ZQzOtMw9iOLPbdgVHP8AqNSovFTlv5KBFvQ2KgL+EWOxA/gzFHv73zS/67kyLRFd/TJ9Li2YeViD627bamrFFwvKi8J2JFYWx4eKgJUn8Dp+zZU1SK07iNtqLnYyK8aGsydP4+m1cyNsG8H12l4crPIYjokql5/7XKhaFL881rKH1NiB9D3YlawHFrLvvSlvIXnRnyfKrzBB1Bv6aHaQIdLd+LVGmJSEdXFUjLlUPob6/t2CcXe0fu+wk77mdqK0SmP+7x0ZuJ/5F7dra2+tu+1eW9TtsoYcZqg4ybgVTIwiUvKhGQJTnP8Ad7WPqPx2Nd69SaoOF1tSmW32FtZM2Q+f4H639AO+yWnb6t3OPK8x7m96MSkZHfjx1/DVewuUi1uw8jqLgXBOqU4ewvvGwG21P6F8JSESo9lLbVb0Oih9NL+RGxq/E8yhExG9izeNS/utGrk2nMPu/d3YcrmEM+lwpIItfW4Plfyu1aFTt5eI6W3XoG82Eutwk53YC7tJkZb3Jyqugm17BBF76gabCu8DdQ7u+xG3XnadNlQkKyc7CdKmMvkHGyk5LjT5QD2J0OxFguBuvxRKbddocrO4j+18SVXBuldwsa2I0I7aki+zRIIkfbDPdnjH7ZVRxrFtJYhSkZWnXUdKnFDQpUE2QsC2isoJtcW1G2l6PHoNLo3FpbyFsIR8l1ZfpbUj8gfw2VGFqZQaDA4XCQtDGbI6tPXlvfXtfyvbv3O1BvG3rUHDlG5rhPsIWlSETYrudP7e4/C+nkSRbYHcg87pd72t9kCBRp8WjRFyn4qFJyJurqsT2HiSbWsL37WG3nlL3p1SvY8iT4FEfYzuqSmK0kqzdShcII0v3tcADy0J20bhp/dVvLn8/Qd5teROQv4qfhutN37hd0a9j53F++t9q+o1DAe5Zpx33t7xqMrN8XoS/IV5aJsCPrbT6DYip+YQS9o+DKDKgR6zijPTsnxX4q1fAUqwsVC3SQfIGxt67fOLMcT8UYXnwN19Q+9UvoyP3+8aA5GyNRe9gdRfsBqQq4eLd6uPMR8WjO5KItWRVLlRW1IeQRrb5VHTuDawtbts+t2eE4GHIHxcMcBcrMpeVBUlKtTrc2Frm1tNLaWG1SVWEHlM20Wdi3FsXhUunQospfyOysqnld7JBF1E+ZNrEm589ulRpeLWoDcqey+whheR2Kl0KUlQtqhxOhuewNwe220zgHC8Wg819mYS3/EpSGhm9b31IP1H57LCp0hp2e/wqIw+w+1wuVfW3ky+ZSMwUVnyINx5a7CB3y23bEiZ+I+Qbo2F4nAfX0urQ0GlN+RLgF03te5GhtfXXakxXQnd3MBusys79QlKShchKMyvr65U+XnYfns2921OoM/FtW5B6awhC0JahPqPFby5r+IBWp7XJIA1vrZW73cX4jdqkvDlZpyH0PtL4TuRPVrl6bdJta+llAnzvtZRhpBfdxByJ9qN4MV9r478X+y6cyc2vhOhGvcXI7m4IIJDhndzPi/cJUSnPxc/UiQ0UuqQNLJeQUkW76n8O2zN9ljDcafg34ryH/Hn6P79ux8wb3JAI7bE+8WjO0F2JFgS+A++tORfza+l/wBltL/XZwjxi380Sb27/Dkqqe5mqsjOj9E1KdGfQi4BUASL6HUjvqdbXycHQMOSm+ap33paFKTmvlVb0sLW9DcX08tjCr0yl/D+1EukImo6EfCSjmFgE+gAVYElI1Oup1vIZp8qqYXbn0br5JSulpSVZkeE2Cu2tjob6a6G2wYWAa942LZ/EgRaJkhI6UfC6sxIINrgBNvMEH1Omzj3MSP6BcqkXgPvsKXm7qTlGlr6EdrDtrpa42UFRwrWcW1qRQfvWGqjUUp5KUq/KyFFCdc6QQhQIsQLg2NwASRb7s90ntD7r6o/AlUmosSn+uPNYdbfhSE6eeqbW1yqAIJuQPOHCym6bUw9LgV6g8WLx2HkJ62krKk/gPI/Q7L/ABhTXZ9LfiwGl80jMppfzNrF7EfXSxT5gn12/cP1fEeEqDzVeaQiqISnNwkBGb1RoSkjXQ9x67GGHZEDEf3/AK0LX4mlI8P4d/23Owc7Z088cQUufjfFE+K7nhVGC6pqVAQ6EpkdRPFCgDkXbqCTmGpB0AJNd2zDVBxH9l3ajzXO9aUSGuFIb1Oi0jpNiLBSTr5gG1z32htzON4uN28eYDpPHfW1llLjqQpakdrlCiDcJvqDqLDUgArSiu4oaxbSazihpj9KjhO5T5C2VSTZSVaAXII9RbathzLrP7e1hKvQK8+7FqC2M6E50J6s3fXzAI9CQoaEEedZh5crFEVjn6shFRpaFNIfy/pkA3AIzA6EXB1t2PcHZv8AtBQJVQdoU+ltIQiVmjuvp/7urJcKKQnUdxqR30vaxVLrLWHIrkV2ooqK30ZEIS6hD6UiwulCrpyjyF7a27aGyhV8pTYud0aOFalA3q0ZvCVZlsRa9SHUv02Z4vio7Adj5WKbi4JGt9juvtuz6XArMppCKjC+BNSn8NT6+eYa+nl3yBGxJjfBH/bel1FidS0O/fIrqhzEdCVWClKNlZtL2NzYkX9Nh7q8cUbe1g1usxeiahCeaQnpV+NvO3qO34W2Z370nAeWZbxqN8Jv5OnOn/CdQfzHbyO06j0iVxeK06v+5/i2vKfTGmmm2v7D5f7t+9vLvtKix+Qd/uf39lQkcD+MJaRJ4UVvi+P+/wDNtcyKXAntcXwLR4/lV/z2XMzHVGgVRuA69wHOnqdvk17XIGg/vHT1I2MKHX2p8px39IhCE52vF+fmP2bE+2AJ5nCbhJqU04009k/v7L/G8al4XpbnPvI4nzK/y/M6efc/XZl1zGdLw5S3J7WR5jqXk8Sv2d9sI7/vaEan4jc5B3JFRlzpzdKnbdu2lvLvf6bVcwiQlquPuFKcai5OOj/eV6j6fnb/AC2Xe8DeY601966P1/8AqPzte19lbJxrWazP5Wl8dedWRTql9SlfRRB8vMk3Pe/YRH8Ez+E5Wa9LXOWjLxY8hpWVN9bXGvfsSTfvtQVlpL3BZMn77pTTS6XAZ47C/Ah3qSlVu4tYpIPax17HYXVOxbXmua4z/K5szrrSD09u41PpqB2IPlte0PdzFrLXvSltZGF9aUZ834j6EX1BvoLg7OnD+HIsrCXKwImecxmaXIR0qbWB3UDcK9LEG/112t29sF3GaJGLgmBwmPtRLQ+w/wD2uq0puL6gWUP8SQfO49HDu69jefvLa5rBuIaXF4CMzXFdUpEq6CLZkkjL2BJBIvqNBtUqw3KgNNtV5mVTpSFK5dTscLQpV7aEG2U9yL+pBFrh1bvsX4owbhLi0Zp+LKRlU0t1BUhS7m5Ch1Jv5AggjQ2vqTb4ymIAz8CfzfNVLC+LaTKoNbitKR1pytOdJsW3AAhxBOlgQQEk2IN9simRVOLzXBQtj9dC8q1eZIIuCR6G19vUyLvgn7y93NWoOLcMsRauiA+199QhTTyg2etJKbJsbHW2tux281pGA4sXic1LYYQvxtMKOT8gT+7/AC7bVAgrRiQoc7itc1S5bC31+Np1ITm+h9D9TYfXb5lVx12A5FxHRFo/ueNCk9ukgC35H89oSYuDaC641Ke47a/mTfMn8wLj8jtMTLi8LmqXL48Xq4sd3q6bX/b9bX2tBSDDbai/FpcvPFzfolqzKb+hvr+Hf0+u02XSnZ/Dadl50eLIrxf5+W35Jw87wm6zFiIfiryrQpCutKfO4+n7dviUx+glRZa1o8GTwrSo+vqP2226X2z4lU2e01wv60x86PmT+Xp9R+7b7wqzFa47UrP0KUpKF/Lrft+7a2hxOa/S51o+T5VJV/Hrfb+doM9p3mv06Ef+Xl/Efj2Pfy9NhESGXbJ0mR+j4WRaP4/jyP47DNWqXKuuO+PJ4/1tursR3+ydX0L/AMP5j024T4nNNfFZXnyeLKM2XbpbMg0+e667zTT2fP40/wB71/j9+1g65K+I600hf/hf8P8AhtSUynyorS+LEWtGfo7fjtdMVDhNfFZ/xIX4k/XayyJDZZ+Lxf4T67Wxci8LhO7Q35jTvxWsmf5doPEdd/StbdulJ0lNSmneLFz50dSMni/522mzTzTTE+V+p4kIKVfgRbX8R22hNzP/AC/1fm/L+BtPdd5+Lwnej+P4/wCG3SRLmh1V2A1+h4iF+FSP+X+R2kyX+LxJUV7I+tHWl3qSr8vX67RMPVWlxWvdc/oX8i1+Bz8/I/j+3b7n0V2U78J3o/ubWMtBmQh3i8XlIv8AfaUjMn8r9jt/Lq8qK021FZXCyeDIvMj/AJfQbWUjDU+L8VqWv/f2ht0ifxfiu9H8d9qzpMj0+LiNri/AYm/OvJ0vK+o/W+o7+Y89vudElUZpt2fQ2H4q/wDvDSsv7dqlceVQZXFlZ+V+d1r9X1Kfp/B2nqqMB3iNNVZa2HupSOLmSr+PT1v+RBOnaO7S/icrx2Fr+VC8yVfkfP8ADbvSkReVfgc3x2H83Q6koUlX5j9n+Wu1G6iA18WA9kfz+D5Vfl2P5bdDVnYrXFlRMmT9X5frsSVMqZ8eqReJAnxM7CFZUyEKCun627eXpY7VAp7UWU2614F+Pa8kYhgVSU3Kaecivo6Vr+RxPlcev7vptcS6dA5XmmmULz/Mn/l6bVnYlTHpMpqU3KiuryZetOuX8tvpydWWpXC4PR8nzJ2vIDjTXD/v/wDmk/Tb8xA9Fitfos+w3MkHaZY0Piu/Fd8e1rOnOtNcXhZ8njR8yk/TYFg42apf6/8Avp6f27TYWMWqzK4TUthC1/Kr/L67KndGAQ0M4NXi8r8VlC0L/wB1X5H12+otTgcX+0/39hZcDhfpZfARn8Gbpzf57V6g01Kb+KvxJ6s38W2j7pP2wrqLzXF4sX/e/wAX/HYTry/8Gf8AV8ObYhDHCa/X2opKovvRtqUyvIteT/et57EQRYtuOZDp1M4X3/rz/wCyXbp12rKhM96SmPjLRkX4fD1f8tjOSzwmuE1sDSV8Kf8A30LyZP7t/LyOzQlZZ0+M1FrPFleB9CV5v23vt/VRdG4vwmUdac6Ffq/T0UP3j/P9jyHf7VpeTInx/wAabUZZ/smmlr/9V2E0vCqlyorrXC6M7f8A6D5Hbuqbwndg6DO91yv03+JC/Fr/AANrORUNqzpAxXO4rrbX+0VtaUGLysD/AB/NsNyFxfejbsrrRsRv4jozTXCa+T5f+e1lidwLepdqe4X6XaLPqUXhbDzeIIs93lWnvj/Jn8KvptDqPNNcR3bi8WCNPiozf9ls1MC4h980Zv43x2OhX+h2Rr0p13azwniOVhyqNymvB4XWv1k+n4+nodoAMYrTbH1UzxWtq52d912+26pFn0tufFezsLTnT/wPoRtSzJvxfhbUPuGAlfMDU91xrozo/wDK/wCm1NLpbvF+LtXyK67S8UNu/Ihf/mf48tjyYiLVIrcqL0dO0kboDUCBXu8/+Ht+Ipe12qlbfqKI67tQVxPMphR9pDVBd2sDB4X9tt8mQ61/bbdhVnZn3Hwvxdial0KLF2HI1Vn/AO22loxBPad2OjosnMKzG4W0CfRosrhu9aH0KztOtdK0q9b/AOhuNoDeLP8AatbWMTEcCV8Lwf40bG7iNLAwcxlhJ3EbXvSK0j32wj4vCRlTOSB4gPJ0Aap+Yai5FtgumU+B7rcnu1FCFseNKunLrp3tmB+mt9nKp1p34rTv/kq9NdgnHWE2p7T9epcT70jM7KYR4nPV1AHn+skd+4GpG0eKxmuz4k3AlYaqkByL/sPBsd4YwLjLeNXmMG7vsJ1HENalIUpqHDSFKyJ7uLWohDTY0BW4pKQVJBUCQCnt3lXaanuQPBx0dG3rbuSfoPsj+wjI3+NUmLKxDiGlsVx1Uq6OYflqS3T4y1C6ktI4zIKR5qcIF1G8sYMpueZgj/yZHtZyovNe78DxeJ18vIxE7xk/Q8OMtF/wWR9Tsg98u5zeruHqjdG3q4DqFCefz8nIVlfhzkpvqxIaUptarC5bJDiU2KkJBG1nXvbi9qCqYkXiP+fPFEWVnWtpEWUGordzcDlUAMKSNAApCjbQkm5PojuzxhE/lA/YRxJG3lQ4v2hgom0qbKaj5EM1eI0l+LNZGmVRS5HcKUm3WtHYkbD2wgqQzxsqkue67xfH/d254fptexbWYmHKDh6oVeqVFakRYECG5KkSFAFRCGm0layACTYGwBPkdpEZXvCMwGoj78qVkQhhpBcW46qwShKe6lFRAAGpJA29csG0Ddf/ACYHs1R8bYoojFa3oYoabalZFhLsyeW+IYiHSklmGwLlSgkk5c2VS1oQbfbGPtHEwrR/5OL2xp9LkVN3dG3RYTEdT61VOtw2lFABJs2hxawQB2KU+nrsj6OtrkG+F0IX1/wPLbQ2P/5SL2uMd1CQ9T94LGHqY+lTXu6kUmKiPkNwRd5Dr9yk2JLp9QE3O2eIaP0bXCQjr8CfCn6D6DsO+1SYK31GxuY3VY3304tbwHu+pzM2trhvz0tSJSWE8BooC1Z1WGhcQLdyT+OzpqX8nD7XMprhNYIon/8AkDCf9djL+Siw+J3tA4lxGe1Iwg7Fy/3pUuOQfxtFUPwJ2EPaU/lA/alwjv4x3hjAe91+l0GkV6ZToEJNEpTqWUMOqa8bsVa1XKCq6lE6/S23E8QaVBhzB6R/Jp+2O00459g8PZEJzf8AsRx/z8tsardqlZqkSBRqdKlTZTqGGIrTRW+86shKG0oAKlLKiEgAEkkAA3201M/lJPbVDYb/AJ8ZLmdN1D7PUXt/8xbUPsBVLC9L9tHdnWcW8rFp7lRlNNLkLCWm5jsN5uKCVX1LymwnUHOpBHaxooEKK1SGrf8AJb+2XKwd9rHcKYdRKLHHFEVWUpqX+G2UsBZGuUui3YkHTbLkfCNZ59+l1SnyoUqFIXFlRZTRafjvoWUrbWhQCkLSoFJSQCCCCNNvUKrbrPb1d9v77WwahidvBSMUMSmp6KsfcasPBxPEjKjFwoC+XzNcMNhRe+IDc8UZ+9u+ThOT7XGN5OE8mR5UVqoraVmQ5PbitNukakXBSEKtbrbXfW5JAmYK31mZkpuEmov6Xr2d+5r2UN72/wAo9VxFuvodPqMWkT/d0zmKo1HW29wW3QAlZBIKHU2V2vcdwdlwW9tufyU+OfdW9jG27qVKc4eIaExWIref4aXYLxbdIF9FrRNb7DUM6nQbWPiIFBuO0zBLkf8ASB1pbK/Atp1ooW2od0KSQClQOhBsQe42sd226HHm+jHkTdzu1pLFUrU1p59pp2UhhCWmk5luLWrRKRoPO5UkW12ZHtT4H/m69pXeZhNoL4CMQPVKPmTlytTMstKU6AFKUyAkEX8NjqDtqH+Sf3fRPtPvB30VBpHAosFrD8N3W6FuWky/7vgREse/URpfWMlfUhE88Tz/AN9G5XeLuWxu/u53lURmmVpiKzM4TUpD7TjLoJQ4hxOihdKknQWUlQtoCRigx5UWexFitLfXKdRFTHT4nFLISEDyNyQBe23ox/K+4KZnjdfvyoIQuLVIz9BfdT/aZkiVE/8AMc1+4em2O/Y23fvbyvap3YYYkFa2RiBqqSkpTm+BCCpas2hASeClJJ0uoC+uwbAX9xgKczjv59ivft7OdLg4s3n0SmQqZVKjyENUWptSHVL4a3OpCNUpCUG6uwJSNbjZYNs0tr9K917eh38sDjn3zjzBm6uBMWV0Wku1mVFT2UuU7kbN/wBZKYrlgD2c1GoO3nIxT+a/RZ9oP4lmTdNr1XBmKK865/2TfQt/+1SnheVtLWBv+B2Lt0m7LEeF+O7PiPsIWr50FKv8rH8Rtp2Nyv8AsUfu2t23mnWuFwUL2yK+qH8CI/6u7H1MrQcOT4uMpdUlZ+AtfgXdOXvqT2sfK312Hd6e8Os0avMO0GIiUthGTNmzdQ/Dt/z7ba2nUiLKiuNcoj/cQNs34xw39kq8/K93rlPrVnaV4Vdu3bTz12NVZXdZ3PmaOmvr1X9Yi8RTN7+8aexzTKGIufKpCX/CnzvoPU+V/wA7baF3e7vpUWlwIrWIZXjQt1p1Ry6WuBqR/wAdgeXimvSnWHZWGH4q0KzL6eLm10IWkAn8CL/js7d39Yr1UajtVSnMZ/kd4oVl/YL3H110120Q8fCbYzZsbDmHML8/VKi34M3FVbMn9nmNdsyY430UGvSn6NS3VykIVkStFlJc+twf+Wzq3n7uqNi2A5ArOIZUJiajhcVfSpX9zNa1iL9yD32X+FfZ93fYXdcgT+SqL6PAh2UUZk99FAlJPbQgH6+ezSYg8RFM4OxQ1VHJU+kofiv+BTvUlSe5Hp+Xft22Pqdg/BFGlRJUXJCf4qf0V05VeoGot5aAG3nsX7xIXuv+gaXh5+Fx8vLuurzIUodglSbpP4Xvb9yhq+FMeNRefqlOmoWx18J1rwpHzpWLpUm/qrUX0BuNuaWxNu4Wqc92lsNNVFD61o/tVdeX9tz+/ZWe0rvCr2EsLuNQIi35T7qUpQhRR0AjNci9tPpe/wBL7Lbd9J3g4ow4xP64vKr6FKulSk+tgek+lxr3H1DMfY9nyq9EoNUiPzV51MLa6sylEHsbHvYnX/XYed0uJfUHeJXt6uF/dbtPfXKY6GkuqQp1lVtLK0JHe17aDyI2oxg2vUuV70xlid+KiKlXCyLyrbSF3BK7nt+B9Nvxilu4NgOVmA9yS1ozpTKt4vMJWLE3727i37EzjnFOPN4LTkWfUVvxUKV0I6em+l/UehufP67CNZaXFm3mOqbvBgOxXJ+A8byve8JefmI7RStSki9ipHSrS1wRqPxttVVvfRWZ8Di48wR70Q/458JHCUpR0zgEFJPqAR6bKjAUus7ueHXoERibk63Ysi6Uqt6EdvxsdPx2cDHtEYSxHS3GmsGyoS1ozPxXcjqO/wAqgACNO5APqBsm9W2HFu+GG5fDkqsxUe4Zb6KdK+K1FkKKlJvfQAnpH0Gmz3oOAqNQZTfv6krlP9GTiry5bemn/Lttk7BG/wCoOCKpzTTT6IubMhrj5XU/TKUm1vxI+vfbT2Gfb03BYtaRhfHlDxDFWhCVNOrgB9OXyILZuO3oD6jXYBVpJmkcGQKNPitutYTisZPCpds6e3kUg27W2qsY4ix5RqzE+xuDUVtCFfHaW/kTk8+r5T6Gx9LHYew9vi3c4odbpe7nHkVcpDXFRHfYdSrJ28wCk6i4JBHptxxBvFn4Sd5911GdHiUwrMnt2IIB1+v79r1rzK+vcO8SbxotGgMVSe1KoOf+sIdtlbUdPENO/nYX2zhvmnUGV/2jdpNLnRc+eQ/HpwS7qf0ikt2KvUqbKTcapNzsIb0PaCxRWao4608tiC2lfHa4WdCmu2qe5vc6gH00GwYd+8+K0xFwvEWt/pyLaaC0J/FKtQe/lpre2ziyhjOozlGxHRmGuFS63Tn+lErNldjqBvZQOoIItmue2pBsSetMRaNFY4r2dDHUhbT4Utv8r3UPqCdk3CaxljKA5VIsuFTpvjVyqMinL6WJAvfTSwB/dt+4dh8Lhu1SrSpS8+VbqEoUlKx3zJGUkHz7Hz+m0su6RmPKtyqXKgMSqpx2EZumUh9bXnoDbUfn9PXYE3hY3xRg1qB7rpMKrwpTvC59DqMzKv8AxAL99dQBc29dhvGNfxlS2mGoFJlVGFnTxUtKzZkeShpmAva6SCDpqO4/YGI8OYoaYaaw8/TpTGVa8sfLmTYGykhWVX7jr2O0qn5nZlBvFxnvBntRHaX9y46kodaQgq6D4ifL6CwuL+fbYRg7kaXiP+mfeDCJv6Waw66VKc0Pmoi2pNiATcWIsLBxTa1S58Xi0aWxFmsfJkzNOfQpBCkn8QbE+nbjHolexQ7/ANyirYzZsrRS6q/nr39bEXHrtf7ZQiZoxBQJWCMWt8hkfztJzK/ujTuLa/l+/Z8blfaHwvhKV7mxliH3dCfdQhp2U0cqVqHY5b2Tf5hca3IHfYX3iQWsOVRiBXmos1b+ZDTqXSlTatCek6C+W+hNyPyIZj3dXVMW0Zt2g05edeXOhTXFaVpoe2ZNr3uP2HXa+MwROJuOsVXC+I6M5VML1xha8v6WKtK0K/0UD6G1wdhnC9Paqjrbs9mEhaF/FWiOEpUoHTt2P59+2ym3KbsKzu5oPClVxcpC09aF9Pex0FgbD0JNv2WvazjZ3CUrhNPcBGdWdqQgKS4nXv5i3kQbW8tqTi0Z+L687hxrlaW8hGdKs/Z1hz0zIN7fjofrbbO1a3b4j3lz3IE/j0SlrzcxKproTmXc3KUqum579vzvrtdI3he/pXws64XTnzIGbPc6JN72t3BB8iLbdaxiKqVmK5RsLvLpy+lGZFlIT1a6EDuNDoPxvrt22XQcSplUjCW7SA5g3BvJLq6EfCUtGVXa4W5ayjf87289DsiTusrM/FH2ox5UYU159XUvmDkbT5WNhluPLKPre9tmriTdPApbreMp+PH4r/Sl+A7lyOJub5HCbg91WN79ViL22oTS4DrsuVS5a1ryZU80wVR3LeQWizgJ79yNBprsbMnbHlu8wG1Faie68jDGRK+EnwZf7ouct/obfQbWu8fF0qgyolLivIY6kNO5/wBX8D62ufx2p/Z3xa7Kw447KpMphCHVtNL0W1p3Fwb6KuPPSx02Ja3g5reXVOLiN5cWFCX+lT0qc11SlYtlVp3IPnYbCPk0IJd4ZrrtZi8hFlo4iEZc/wAjf+ev7dq/eBifDmCIHIT4iJUqb4Uo60vK7ZlqCSEpBt3H5a7VtQxNhLC7X2I3cy6d70itdEWU6Ph37lZ0zq0PmDfv57LKPBlOz35VZq01c1a1eN3MlKr3KE6HouNBY99TfU0TwMloFs1+Vg3GTle90wlrfRk4qVlKFJCkmyk6i1ibG1xr3Bttf4mx/gOfK96St29Emr/tUculSlJJJUoo7akalJ7nz8+9ShUusyvddUp6+OjradRZKtRcgjVJB7hQIse48h2qO7TCUCK3PixEZ8n6VaEZm7jXW50PbQA/57SfcpjxhxuXxNu0apbk/BuDnqdCyK47EJXFQyq+pDdyoDzIFyL9u+1ZvbrVBlYjgtVT+qysqobqkZmnFdzlWL5FD0NtfXtsM7t8Pe66NUnYrK6dKyOrQ7HWcuUE2J/EWJJ1vtY0Kg/zg4ckYSx5UW4tR4qlxZSLqRxbWTcCxFxfzBsogAGx2Nv4ggJQ4e3V4S30159qvY391op2ZEVp1IStxAt1C9kkkDQi+nkNdmdDp/s8boKM5Rq9ieVNioTlUtDqlOs5rDNZvUDQG50089kbvKwzjzBrTECs0OLUURUfcp8V0qUlrU2zBAV4s17gWCtSdLBNKxFS6z91gUl/ms3CdkKXm6tdLaFQ8tL/AIDyofKXm8t2WO9xlegONYSqNOqKGPlWgZ/PUg9QUO5vr53264+9oHC+CIDnxUZEf+Z8h9dew+u2PMA7vPsvPcxRKlrhSsnS610pbQLWzgdzbyNwNLdiNv2t07BuN57n28xuxCYQtTrTT8cpQ5cnLmJuEHXuBoRoR5djbKQqxR7RkrEdUbditLfzrUhCdfF5aAeY9O3120RuaxFKqkBh2qRMi8uTitXyqSR5g+fY62O2SaTirdpg2eul4XpKJq2MrSlaLSn5T8Q3z9j2NtfrtpfdVW5WI4rHIMoixV+HhNDLqTp9B6E62tby2o86G++intNYXfnxai/FfYyrQ60jOnKPIgWVY9iQQR6+Ry05hJ2s8OqOy1ykTXeO1NiuhaU219Mp1GoIv56HtqyuxazQaW/8JdXRlVnj8LPxE/Qev4dvw2QEPCtGpc+fyrtUp0Wbndj/AAloUyu98qwruB2BuQRYAm1tgkGdLrHkaL9g4jsrJzUVCf73kdD5a+W2V2ZGEsR4jcalZ4spfwvAcqkhdtLkZfLt36tfI7Qw1u9wvWcJVas1Suc6tC1NOqR0ozJ16U9wq3fuCbnXzyQXosWqVJqfkqlLXKWppDV0yo6SbJKLjv6276fXYiZxCCQqnu34vEi82hfNIytKdQeE5Y3DayCFDysdP27V25LHOI91+N+QlOvsfFW1yS7ZFJuQQCDc99L6fW4tsVVPF8qLFbddiIWhebl5q0KjrUkG+RweFwi17kA+euwNieX9vIrnCaY52nZXeYQgJ4LosRZV9FfibHuRsasShO2eh2FcXUuVwGp/RFm9cObl6M9v0aj5EntcA9xYkbTMevxYFLcdae4C0IUrP+/9/wBdhzdByte3VUmvT4nwJUdDUxpSClLbpT3sdRrcG9j2v2F8+469qHFG6DG1W3aY8wGjF+F0ZXabKQ/wKjHYUiwaVpleyqCgCbKylOqr32P2yfUgWS+pGIazVK9LalVFh9iLlWlp1HUnQ5rE3te1soNj6aX2NcNbyKNhfj1Tm2GIuTpyLypUodxl7C3kRoe+vfbOGIva63Xyov8AQO6GqRajl+E67lQvUH+8SU6d7EWFwCO6MxNjLFu8bm2oDL8KKvrdjx1lSlJ0ve1iR3BSAL6kjYGxt0tvUR8b+fa1+27T9Bwa8whC8yXZrXhy/wB0gXv6kAgW/HbOtDofNT3JVeZ5qnL6luoazIbvfU+Yt3J8rHTzDQ3G7lKDjyK5PayP8BWR3hWXl72BAIy3sO/fsR2vpLDfs90Z37g0yhCF9C8ycy8uosLEKB1Otxbve/a2zbKGzdFbux3WRYDXFi0595h/K6tOdL7TjQuQ42R20OovcWJI8zoeLu7wk1g33zFyLYfT94jyEBfTc3ymxsQdbG50uCDt2pW4Wfu+ozjWHKtN5X9KhpVlrhruDdsqBuL3UUquDqLjQ7Juq7wceYclT8L155COaX8VDUcphykk9LzYN8ir6KbJ6fU6HayJulcwgp25Wg151+fherIZivrUh1Efp4a7gnRQNwD2IPnY7WeD92sXDkqXS6pLYmsPIV8VHT05x3RfQgGwINr66X2o912GKpWYs9qjYmfoNUW6pSXVRy7FV0CyVW7XPncjsCDoQsN4je/Pd9jyJFxHLQ/x3WlomQLKacavaxQdUHQpIIIv4VHvt2MNDAR11iJgjBECW1i3FjE2nP5srTvUpm3YoIByq8/MG/mbbDNI3xQIsV/DmF3kVuEvMuPIdT1ZEgDIVWCuxFr3HmNL2+cQ4IlYjr0CqNf+zGKnM061mRp4jcAhNwodxYketwSBO5eLF+9UtlfWvOjkkBPDUO4WgDLqO1/wGtto+2TmClNib0Ko7Ln0vE0XojurRHW0OpPDUC2pWlhZVj5k29L7Y6xDRnapP4sXOwvLmdirXmyq9U+qD5enmNtzVLBspqgz69hd6qQqihh9Mph2ykuWbI0t08MqGiTqCe9ibYhNVdnu8Key+xKY+Racq29Pr3H7Qe426AslfQMHwJ/E+dbC+ppfTlttPdwtS2uI1wVsOf8AmVfQ2/zG1lRqhAiu8Xr46/H/ABrc/v8Ax2k1OrtSnfheDapMoq7pQwKLKpfEaiy88Vzxoz9Kv+e1k3Haa/stv1ouu/Ca2v6ZQv7WVtA8oyQqSDTqbKlO/qI2sKw9Fo0Bz9fL4PmUraylSosCK47+ojZM4mxPVK9VOLFz8qwvJl/W76ny/C/7drkbYu77pbonOu8Tis/3838f57SIkp3i/r/rbRokV1xpv/Dt2Wy7F+FssTM57zun9IbditOO+BC+ro+u1NMLUpr4svIv5M6PEn0B8/wP7du0+fwvhf4tqKXIda/tuj/yvw2lfujNHrM6tsO/2Xx2/F/yH187/wCW3Wzrv6J7Iv8AvXTm2/hVWvhtfr/+hdr2H+nfaSulV7hfoULR+shf7D/yP4EbWhZ0pNK5qVwnXuv/AMz9PTa7cw3KdlNtOvf+q5vxH+v79quitVmL8WVwMjfV1Izfh2t9f+exaKrFlNcV3oWjx9fh/Da86VLuFaNFacalPP8A/lnMn6/xptXRatPo3xYv3pthXxY679SfIp80n8NPUbEcqP70a+FL+Oj/AHcybdvz/dtTzqe7Aa4vFQ+j9V1GVWX6ev7QNunSY9j6K7F5qLEXnb8bTqOr8iNCP4ttb4UrtLxG05wmUMPo8bWYKSpPqPprqPI7CMZTTrXFi09C/lX+snzuPUfv+h24pZ5V1bvKLiv9TqFtK6VfUEWsfUEA/jqdunQuxBSWorTjrWf/AAI6k/s2r8P4Sw5VIHNe7kIWvxo1y5voPI/ht9pxNzVGXxXskpCOvP8AN31BHcfvHmNomFcTfCb5roWtXydSf3eX126dP2oYGo0CU397yNr8KHV9P7TtJRhNr/z7/wDVk/gb7feP+K7RuK1+ulWb+PI7CrdVrLUVt2LL47Hhyr8TavS/+V7X25ZecK3hGLFdc4TS/wBfK14fyB/0O19Sqa17rs07nRk/wqSq3mNNoMOoVR34sr4m00OymuHK4P8A5HzfiL6/uP126dPqFIiutf32FZFo/j1/ft0lpiutfFZz7fzKIEqVzUVrgL+ZPy/iP9R289pjkN13aCJRoNPYei1TiNfr7BNSw3KoNUb/AFELStCv4/jXZroMX4nCe4b7H6VG0PEdPiz4DbspnP4erVOb8COx+uv4bQFnLKGc61PisOtPfL1d0+XntVVPmoEXiwHc6FqShTXzd+4/jTvtcqhQIvDi8Vf/AKtl/LT8xt9sUqK1+idWvqT/ALtv+Ow9myXJ3S4pL7rtLY4rvXk2rptUixXeVd8a9roJ+6/qbClSjcWe2678m3Iu4ykIwOLF4vG+J/HbYdmwoE+f8XoleL/0on8fI/8AHX12IWUfcNhutNutOsO+NCFf+Z/4j/InZgDbOlhxZXIcLjNvsN+Fakdbf0JHp9e+1bFZ4XDlNf4FJ/V2u7NNOt8X+qzUeP5c/wBfxGwvUHnaW65F4vWjw/3k/wDTaCJwO6c6pIpcqVwpTLiFo/tUfL9PqP8ALblUIspppt3+wX4V/Kr8/wDQ7Vb0qfKd/wDV9uj9Xdai8h4/+XbapE6RZbfC/tdq99513aSlfF/S9C9ub7XwtuEq0iJV/ateNGxB7z5+L+o+hHUn9b6j+O+w/tY06G67+i2giVEghO0gM/C4uxfTMIxXeG7K/u/xpt0reGGnYv8ARbvx0f2S/m+m1pE+MDVl2BxIEp74D/63yq9drtqRxZ7jWwxRYjv+x8HizbXyIjrUVuV8+wCeYRRxB3EtKlOz3HWv4/D/AIHY0wpN5rDnCd6H2EZV/wDHaunQXZTTcprrXt+0idyvEadzozo+baCYtZnODLB2pOtNcXoc/WR/rtyjYqiu/CdiLR/h6tqyoT+K1wmv1/4t/F9odNW1F+K717WB4ndtWhYtTTrX/oG1VKkxYrvxf/K2hvVdp34X6P8AU2iuymneJFdZ/wB79XbsK0r2Vk1+sxWtqt/FkBp3hcJeTb7jQWpXwub6/wBRfhV+B/67QZVN4TvxWUZP7vi2sESd20lg1iaK7/Yr2+ZeKIsV39Cv/HtUNMtNO8L/AN1241GHzTu1+2JfsJCinY2gcX9MtG10nHMBp1v738/i+bZUGC61/Y7dUcX9F1rRtU1SO0FjJnUSK7KbxRQcn6z7CPCm/wDaI/uE+IDwk37bVWKd4ON5TTmHPtPV/dyE5eSVMcUxk8gEKUU2HkLaWFrW2rsPYkn0F3heNj9VXy/h/qOx/btZVaG1WXWKzRoi30SnUMOsJaKnUuqNkhKQCVZicoAuSbAA32jke5ONsH8LUmvYor0HC+HKTKqlXqkpEOHDjozOyH1myUJHqSe/YC5JABO3rZj2RA/k8vYBb3YSqtFXvDxfFmR88VXiqMsDnJKDlJU3FZUlKVKACi2wk2LgAqvZZ9mzd/7DW7WR7UntFtD7cSYvCpdL6Vu0tLqemIwkkBc10aOLvZtOZIUEJdcXgb2pN/GN/aH3gy8eY8/Rr+7wKawpSo9PigkoZZuATa5UpwgKcUVKISMqEXzLZln7FuF4u8D2qd1dClNIXFexAie618quTadmJH4Zo4/ECxuCRt6o+2B7P+5HeLiek71faf3jKpGA8KQOQgUhEww0ypj7ud5TjiTxHCoIjpQ2zZd21Ekg2Hmd/JwPwGvbN3Za/DW/Umms/wAqzTJVv2i6R65tnP8Ayt1XxFP9oug4XqdQf9wwsKxZkBjwtNvuyZKZCk+qlBpkKOpslI0B17MuY38C+zz/ACW3tIuy8B7m6tJp+JWI6+BytUqUWflT3dQzOuiSB3JKFgi99LnbFXtC+z7if2ad6Evd9ix5E5nhJn0aqNNFCKhCUSEuWN8riVJKXEAmxAI0Um6uwXiiVu0x5hrHmG5a2Kph6rQ6lFyLKVKyOpJb0tdLiboUnsoLIIIJB9J/5ZSjQPsHuzxbwkN1BiuSqWl35uXejF1aT9M8ds/S31277pDpulP/ACP8ZqTiLexX7o/qtEgNdQzKUFTHHNO9gFNa9u/pteYr3J/yVNCxviBrezvMp1axXUavMm1R2biqUgMypDy3HGrRFoZaCVLICT1JAFyTc7eXqKs3h2Vz9LxC5CqKOlDsWUWH031tmSQqx00vY+e1M+jmneLwVr+X/CnyH0A8gLDauZONs9Jfae/kx93Evdo/vo9kuuSahGYge9E0Tn/ecWpRAMxchSCVLLmTUJK1pXawKSbnz5wrh9qqNc06znYWjozfqnb0n/kZMcYklYd3kbq6o865SKDIgVamtOrKuXVL46Hm0A6JQVRwuwsMylm1yScdbxMMxcJ7394WF6WG+Vg4qq7UVCPC20JjuRsf4U2H5eWxEHMFaxUQzj+197VVLwuMGtb7a89S22uXTxUMKlJaCcuXm+HzB01zFwrvrm2UjIdddcnynlrfWrOtS/4/jv67d1s/2W3ZiHwmtjYipdmnB47NT2Scd/zde01u3xE7KWzGfraKNMy+FxqclURKVf3Q6+04b6Atg+Q2Vqmtvl1M6K1zVMl8rUGMsiG/8zLyTmbcH1CwCPqNoxKqdrTX38qfgtqg7/cL42tZjFeHFRVJyf28J4hS7+ZLcphNvIJHrs0cLEezn/Jiy6zxlsVfHMJ6Ul1LWR3PVXMjBsdczcQoOuvwiSO42I/bewV/6NL7PO6DGWE8+et16hqQ60n4rcOrtpYWUkXylC3mVm4I+EQR5hS/yuu8SNhyjbutw+HehiKw5Vn2mncvBbQnlooKR3SU81a+gKBoTYgRO0RoDaS8sZyv/RjP5JR/4qHK3uwhWWpS8621UVzUk9wtdPF9fJ7zGpUn8jvgw4o3+Ys3gyeGtjCmHExWv7sia8Akj0+FGdGnkr67GP8AJAY+i1SVvP3B4jKHotdgoxBFirQcriQBEmgnVNilcMBJ1tmIuAbNf2BN3w9kz2ed+GNsW5Aug4lriFyuGc0mFRWlMJWUi51dRJISL3zCxN9hg7uZdTnBmF/bW3k/zge1pj7EbVQ40Kl1RVGh9GXhohhMZaR5kF1l1QPnnNja2yKnHhT3JUDwP9af7vqP27RXps+qT5dUqjvHmyn1yJUjT4z6jdatLC5USo2012nR+E61wv8Aydg58pCXAnE9WEOtNRXHebQvJ+lyL+bt218/rtOhS2nWuK06tv8Av/L/ANP402zxFwxPwRKbi4oqKM7/AErdQ/mTr21uB52/02clLl8hhx9qK9x0LTkQhfVl/MWO2Zp+konJJgU6VWnvMYlIW07F4splfzfol50q/Z/kRsgPaJqleaaYn4ciIfWw6pTuV0odSn/BqFW1NxrYWsbkg/j1WVRqC5K4y+hpXznLm/02T+Msdyqo1wncnX+Gb9un4bN6bThSY7pqEo+yc8Ib0oDTTHv52K++vKlbUqKM2Y98qkjQ6+dtfLbSeFI1G5VivO5EML6+q37zt5/VmkVSqVnmmmkMrQv+yXl/zPf89jnd/vC3jRcW0nCVZrj66I+7kXxUhWZIQbIuPw1vr5377ObCseLrN2VfGcCsxfddLZYfQtGVeZIUnYQreDWoEDn59ElPo/Xiu5sv1CfO356eW13RaBQaXAYdi5Pjpz/9Np9UmYjixeLQXYr7eXrakXT+wi+v4j89qd/nERNvniZke3iu0Gve63XmH6c+pOSLPQcitT0gkWQvQaED1F9jKs7y2sR0FyBAiLp03IpKV5EuoSn1sUlK0n6fkRt13hYbgYjac98ssIzo6loSFJT+Pr+ew3hLCUCBF4VBri15P7B13p+uU3IJ8tdb6bF3bo1EvLTvaiynJWHOahPr8aqXm4Tmt75FKUNf1R+HbZ0bqNx0/FEBvEeI6i+t5HV94acaXmtqTrc3Hf1102OKBSJUWstxXafnYXlU6p1HV+AIAB/PXt+Ox9i7ebQcB4ccpcXgMTeFlaS7ZKcxGmu19/Eso3TG/tDYxn0avN4NgU7mm0ISnip+KlSr2FyO1vF9LakabU8zBcCLg3n+EuFNW1n47SylKVkfW5/FNz6XGxuKC7VMR+/qpEiyn35HFdSlYWn8vMG3+Wxdi3DcDFFLYo0DjofX8rVs34WI12Mg3Sj+MQ+GcE1R1r4suDKYfSlHRIzZtdbgjRVvPa9i4awvgOluRXfvS0ZvhKdyKV+A+o/G37dvv7BT931eYa4K1wlr+Kld0ZleRuOxufMW8tiKVgOf7+j1SjRETULQnix5TuZKVevYXsNbg3uBoe2yttZBlkO77YtsIYew5Wap96Zzr6lriyI4UhX53GmulgDptbYqwPRuK3ysTIhjL+ivmzDsNQFfioX7X1ts3GYNBgNcKs0SFT3/ANZdlfvsP9CPXaxoG6qfiOU3WaC7Fq8XOlS0sOjit2P6qjrrpoST6bCxCCZqexLi3AeKIFUoL1UiymMq2n2roWlI8uoAKH43BBPrfbbe7L2kKNjyjMUHeMzS1vvtISie61y/EuNAoKGUL73sq2gNtkpvmqGMneQoNBw8h6VxfioW1mWywgG4CTrfSwA11/I0WFWKM065Pn56dk/rUJGZCU2OpLargWPkRa1u1tqlJL+QxGjvtobVG4kWLysqFKzcLhWzN38r2NvoQbGwv2GyPwdh/AbWKGPfNRqNLm508LirKVeVzfsqxsQPqO9tXFV8RwIFBbn4c93VdjIpXCS715Rraw+l9QbDbNW8bEUrG9U/QyqRKi5PhLSfxBCh3PpoP89jonEohxwZqeHiel4NlcLg81FWn+tNJ8Xn1pF7HvY2t6+mw3jjGTXNOSovKsof/ROtIyKzHzsLdr3FhbQ6bJndzjXG9LlN0t173pFR4+KjOplCdO6eojXW4JvYX2c1Vw9A3gtcq1W4XAmqTlS0oJUlQ0ISToFA6fh5i+xAIQmfOC95M+fRuVal86+x08VC82by8wO9ibgC/psTQVVR2A461E+OtHQnIE5lfu/4bc8JbnGqNKbaalvo68i0OtZe31F/+GzkpOBWnWm2ms/8f6bExBEzIcWJiiVi2e1Krj8KbxckdEqOWlKTYeFWiFpNz0gEdxbTZ1bvcQ4owlw4G8Hgcda1JizENFCZCR27gJUba6AWv202JsaufY2sttT3eh9OVLqkBX5ajX112n0eu4oxa05QYFOiyoT/AELaWgJ6TpcpVdOnfTUfltBrnb4jN8VErOLao3VIHHfQw74ErSpOumdPbt6g/sIvs8d0uGJ7tGYdr1O+PwE5VZglSvwIuD9RsYwt2rWHKW3zWfj/AOAKTmt29bX2+vtP7ma5WfEQ38qcvSn9w0/ZtR2/lEE8HcS1qBS3XIrudHyJzJy/5afj22ROLY8rEc9vhS0clmVnXnPSm/h9RfW/pYd9mHvExbFqk9cBrwLR158ikKT9PO/cW7bKTFGJ+F/2coOdiovtfO1m4aLAKJ1He+ltRptyq3uWUbpMTjTdzS6oxhKs5+a6UIVFTny6edjc6C/qB5DycW7LBlLqlUbdda49IfR0Opd603/uixsPOwPbtrsj8G+w9KxlK981TE9UYffXn46WkrQ4r8LAj8bgW/dpbd1uQxRu0pbkCVjLmkRUK5d3hZVfS/r6a3J9dpYwoi93s7i69Qa9z8CorqmF38vL5sq3WVW6gT6diLi9zY9tY+GcGUt2ByrVJRwFpUleToVr53739PLawx5valSpT+HGqhwKjF6M7STwnkeuYXyK8rEWv5+WyyYc3gz5TfIYhlQkL8aWvD/iv3v62te2o2FmXEbWCcFysBuuO0bGUJ+EvNzVOkfpfxAVcE+dyATqbnYmqW8ql0aB7moND4776VZcl0tNrNzdRNwkk9gNfQaHZT4jg4t9zN1lrI/NY/SrkZ+Eq3clSE3Tp5kEE9+5Ii4VrOI6y6401nizW8uaPotKk9idQQRftYH62ttTMJLGVhji/wBKO0RiFNzpzVGncRhbnmeI2rMhY76kDytbatxHR+QaiVSLiGowlry/emGAppz+4tABBSbgajS9xfXY6WK81w6zKpK86EqStTD5YzXHzAXSfzA87W02pWY7U/m2uNUIsV/rU0062vKrzOVV7g6nQg3N77RKSTFrLTVLbdaloRNi5erhdLn10B0PncW112i1eoUHFEVzhPcCblTxY6elDiR9BbL6Zhfvf6ECTSMUUHFrfvTmpUVjMiPPaSVNKzEZQsjqSCCbgk2sb3sDt1lRMW4cxR8KIwwh9KciV5HWnFXGiTfS/e1wddQdunStgVWvYXafd4T79O4qk5+EVcrqRYFCQDfXUkfgbnabUcUNSqW3XqXwOaQ0lXLyPC9mX4bgjKNRZQOnoddrCNSKpWZ8uswMTv0hcpaufpzUfMnNf9RehI9QBe+p26N4Udw5F4XvxirofWlGRTQQtKvRI1su/dJte4ItYbHHlKz8nY6n4jwk3ArLK4tRQnO1xbKS5l7a99b6K1J0vfUbDdGo0XCX/a2vPMZ0J6E6KQ3b081K8xbX6abXVbw/Fo0Vys157gLXmyIzHp9EAahStNLAeX1OywjtO4ylS3ay1918cVC1lHY6G+tlWtfytYD12vjbKQloe8yvYorL/uvDGekIzfCkL4C3tPGCAfO2hA7E+l2Fh/DmCMW1mJQceUnleazNRZSkp8Xfhk+Vx2sRe5tfUAU3N0uLxXKNVHckVC/hdlZbH/PTsLeW2kZ2DsB1SjOQJURh9D6OtpaQpCvRQB1Ch3CgQQdQRtVp22ZTx/ufgbpd5bmF4stjkpqeLTc92lJSdcvknQ2AIOt06DQba39nOmchQeFKZ6/F/u+Q9D+Xptnbe/u+o1UitwPe01D9LVnhcWUpaUp00BWSADp37EC5tqHP7OWN5VZoLEWLLYfXFQlDv6ybd/O5Hob+mp2FZ4yTXtWaIlRpTv6KnZ//ADKk/hsCYyoc91p/itdC0+BdlJVbUfmP27NOkSOait+DPtGxLSGp7XK/2i/k2geUBmZOn4dr2DcEVZ2fnRFmodR0u5MvGJ8OlwQk27anbKuEK7RqXi1x2vYIqNYRTnVsZouZSk2WDmSlI1VltobA2NwdL7e304uoNLnxMB1RlaH5Wd1LSunjZQAAFdrm5t39fI7ZRqU/BrtZci7vqj7uxDClKQiO/wDC5pKb3Tc9Jv2B7g30te1hDpDPeTXaNiigxJVGpL6Iq1JQ6mUgIdUnve4v9LgkK76WvtAhYQaw47AxHhL3RNp01pLE1p2KhXDsdA4UgEA+EKFhc6g3vsJQ9/8A9nJUiBjykymFoWlEiLIjjKlVtDqP2K7HW1++zEwrVPfzreI6NQ0Loi2k8V2K6FLSkkC1uxIuT3A8vM7FQSHEcvspTeLAxDu55RtEJuQ6tqKpZUltCrEoSo3ukG4A8redr7BntK7hpVZaYlcH+m6Q0pEdSmgrnot+plR1ClAWUlQN+3a6gZG5Z+fgPfc5XotWp1Yw1Xvu7vLvhL8dZN7rQdUqCjqLAEL0JGz39qpLtLwlExlS3V/0XKadkfCK/hG6VBSR1W17gGx8rbNrFnmOt2vs+YXxvhd92LSYr8qL+laWs/5mygb+hPncHaNE3HbvoFUcgVSXUaXkyoXytlLj3vrbKpKge31t3OzBiwmotZibwcB4hXCp1b/rUJV1MJkHRSxbVFxa4OhtcJOo2545wNVKzS/tlQatKp0phaefi5ypOZPdbKtVIBIByElJFxpe+1H+6VkndZ7MFLwvihzG+Dcboq7EpGTo+ErTUocsdTftqALnT1bkqg1lqU3/AEfFmsZsi0SFFp1OupSoAjQ+X+Wyh3N7zKXAlcq1iHnX3/0rWieJ5WCb6EH118tn4iqNYow4/wC68Q8k/lyJU7HzcFeniToSL2vY9r7DkmXdDeaagchKafi9GTK66F9P0P8A12U29fdu1ih1x2BDQ/UWOtrJbM4n0BOhNhbXTtqO+w9hyLvklV6fS6pXGJT8J1SmkNWU1IaPbKdCFdgb2I7G4BJvpe8al4ca5+qZHFwlfHaQ7kfj2GpIJsU/iQLXIVprOdskCJvCuMJWDa85S6zTpVLz5mmn3WinNf5LkFN73AuddBqNdiiv4gr1ZdboM/kquhf9SmtWS+ysahqS2fCq1ilYsFAgZRoTB311aBjKg++YEtHKymuYju6JSlae6b6gE2BsddSfLZZ4QxZjLisO4oiU6aulqUuLKUoJUprUhu4AKALXtcpuTYC52g+XlDq8c9Mq09rCTdUlfdaphqQhL7WUp6NLg6WCCnUkXFtCDqNmRhXF9GxbA984cpyJT/gfQiyVJ9bAkD8D2I7G+mwngWe7jJ192ezkRKipamtO+PLYi+YdxrbzH4bA0PA+Ld1WMm5VLxDN93dfCVHjhaHEfquJNiSBbsQfMA3I2gzhDGr4+rzrVWpcqh+7l8B/+sNHMpOQ3JOlzqLg/Tv3OAMQcXmm/wCq8dGXIrL1ZfQ+oP5a/XbeeJ57s9qfPlPMVGE/CWrO0jLmUE6hQvmbUPLXyAN+xwNV3ealN8q8voR1NO9Sk/QK8x+w/jsOCs9yLMelSovFixIqH0ZfVOb/AIfs/Pb5o9Lnz/ius/8A0X09dvs8rFdb5/8Aj8dpkjGUCA1wmuj+9/Hfbh5Tg+2X0GDFgfpduNYxO1Aa4TXWvJ4Nhh7EDs9pz4q8/wCsnw/s2H4DkqsyuFKp/wCg/tUrP8fj5bW+2QTukpdeqlZac59rgdeZCkX6de/4eu0ymjitcX4HE/t2lW/8oX0IJ73P102+p8Bprhtf7n/LaIvhcXiwM6FsdC8iv8/4sR5bRndKNLxAgNRfi9C2/lUn/K3+pO3wowOFxeDtTKbadacd4u3PiSmmuE11oX/H47DmcR58yrrzsCU7zUXx+HwZVZR5EHz9D6fS2wywealcKV0dXR/B02vqvzTv/mtoFNkNf1CfEz/qq8X5a9xtKR9BtlyURWsjXKLz5f1Mv7f+I/bsUscJ2l8WK71o8SMnUn8vMfXQ+Wu1PT47TrXCadRkR/ZL/wBD5fhtHVIdo0rhO06Vkz5c7V/L18j9PxNtrQgliuPKd+LF8H9qlN1KT+XmP8tuxoUB34vF6/F/dV9Dr+P8abRYdTaad4rTuT/0qjL+W15Sk8V1x115HDX8unT+B+u0CcZHjnhOttNO/ER4V/qp7WPrt3rnF5Vt3x/rZfm2+ptOi8VuVweGv9ZpR/eP9Rf0I89u77XPtfdehf8AfR4v49R+/aZWUTNNixWuai8djP41o6k9uyh5/wAdtuMuPF5Vxp2X+n6mloV05vp6fVJ2J0w3YvD4rPj8fC8KvxG3y5R2muI1ws8V/wCRfUjN9fNKvRX5bdOiyVDqkXiSmnfB/H8Dz2kUVqLKlNz4DXAyf1qKnwJV+un+6dbjyJ9DoWTGIvNcq7nRn6UOp/cD21Hqe/rtHXHgRXeK78Cax/ao+ZPkSLefY3G3Tpd4ghuyqC40148nT+qr6bCuHKY61Kc4vgX40/N+f1H79NrufXuLA4XCWtH/AIXiT+H+mwr76lcXhNPOLfyeDL1KsLeXf8dukiFLkGK1/HTt2Wy1wvi9H/mv+f8An+O3OlRqpK/r+Tr8ObpX+Y/1/bt/VxXub4Ur/dz/ADfgduk5nGnRXWnXOK9n26TXp8B3ixfiI+eOr/MH/TappU6fVOI7F/qqPn+ZX4bVFVrcpqVwmns+Txf8/XbpVoVUODArNU592rci+jpU1k6lJ1NjfuB3Hn+/YiqczCUWA5AdqzC+jwZwpSreQA7fj5fTZRxZMqVK4rry1/3k+JKfQjzG3SqxOF8VproX/ateH8x3G1522WmJcUUbhNte70IfR8ybdXp27324YRq3PtOcXoX/AOq+uw+/EalNcXoWvMn/ABZf+GxBRY7TXD+Cjr2C4nQrKvhbQ2obTrvF+dG0t5Pwv7mwrJxhyErleUWtf6+0J906X819pr4TW1VVkxeV/TZFo+X/AIbR2qjzXxev/wBW2q6y8078J17r+XJ/H79imdJIxe7wuVdiNvoyJz/L28/x2tKnQYuI8L+/qW996hdTrXzKRfWw+g10/ZtTR6XxWuK7txjvyoHEaaeXkXmzoSv/AC9NuzOlY+7wmuF/H47QDG/tXfHteJjRZ8rhfxm2/K7TOVitu+DYcGX2nEHFq2/buu7fQLTX+5t1bT8Vt1racy05xqe7Kd+E0vYkhw+Va2s8MN8+1+hR0ePJ/H/HayqdFaaacdae/wB1fy7RFnZ5Ue9HeFwmnsm1euoSnXfivf7+3yEu8X9Etf8Ah24vjaDBbjCCgl111zYgmw/6Lc/wZ9qLB3dzYvmf1D/AjYRjlR8YP0Zxp2Lwvn8O1VUKj8VyK6z4P7niT67cqVP4VUci/wBnnybTMRxOK1zTTWf5f93a2N0q/kMymKHXeJwv8aNoThd/8jabAfdaac/9X/j9u1bMW78R3bgJRTifC5MX/bbW9Nj806341/8AmunamjUbi8N1rP17G1Ogcq038i0bG7cHc2JU1GLwnW+F49uHOSua4TsTj/30p8W1lXG5UXhz/wD0Db9gSovCbd+da/k/jTYJG1vGVTxGZXyYUXi8VrOwvJ1IV/p5j/L8NqWZTXXeI7/5r5dmk9h+BPabdd/V/wDK2qJNCapfxWnc6FqyqS6nMnL+X+t/pswP3jCWq0XjFPd/tXtpTNI+L/50Uf7+xi5QqDFd4sroQv8AUX0/l6ft2r5FHozXxWmnFo/ix2jdLF1nw3huVKa4v6n6m3pT/JlexdApcGJ7T28F1mqPykLOEqWmykxUpWUqmO3skvlaSG09mwM5OdQDfnLCxS1Aa5Vpr9H0I2Y2F/bF9oHAmG2MI4J3uVqi0en5kQ4TXC4cdBJUUougm2YlViSeo2NgAI/lg1yJtn2nPZp9uX2kd47ldrNEwrCwpBWtqiUn7RD7nH/XVZshTrlgpxV7eFINkAqSle/kxPauqGQxcM4R0/WxAB/+yP8AmPz2UkD26vaudk2d9oPENl9GT7v+0HJ39L6eo261320vbCpcVt3/ANGDxJkz/pckfqT5X+GQD9Nq7hmTgZzFdFm489mTf6w7LiMMYr3bYgQ66w0/mYedYWM7QctqhxGZBNuyyfIbeovtR7i6D/KJbm8H78vZ+xDT/tJS2FpjsTXciJDC7F+nyCkEsPtOC6SQQFZgbBYWPI3GOLK9jfEc/GWLasuo1uqO8eZMdtnkOnu4q1hmPnYAfQbFW7TfTvZ3LSn6zul3j1fC8qUhPMIhuhUeRbsXWHAppah2CikkDQEAkbWMLNcezD/Je796nvaoWKN/tEhYXwvhqe1Pdh+8o82RVFsuBaGUhlS0JaUpIzqUQctwBcgir/lZ/aQo+8/eVRt0uDaizUaPgfjc/KYWFtPVVwhLiEkafASgNlQJBW68k2LZ2QWM/by9r3eBRpGHMT78q09CfTkkNQmo1O4if1SuI00sg2sUlViLgggkbIdx7iu8V13+5/hSOwA7ADyA0G0yMz0+/kq99m77Fu7TFnscby6gwh+tqmv0mLKshFSgS2csuK2Top1JzuZTdRS6ogEIVZNY6/kt/avwTi1yj4DwzTsY0TmFJgVaLV40VRYuQgyGpC0KQsJAzBIWm5NiRtiZie7FlMSory2HorqXWHWllC21pN0qSoEFKgdQQQQddtE4V/lAPbMw5S2KLS9/NacistJaaVNiwpruUaC7shhbij/eKiT3JJ2gyJ6Yezhuppf8nv7PGKMd73q3T5WKKw6JU1qG5dCloQUxKfGUoJLq7lRKrAZnFnRKL7eZsupT69Xqti2fk5qrz5E99SfCp95xTjhF/IrUoi+uuw1inf1vQ3q1lus738eVfELyEZGlSn8yGU+eRpNm27+fDSnNYXvYbVU7eO1wuVis7WDQT+cNHJTXF2+VztlgrFtUd2+XK9WZXwuN/wCSja2+DNRjHlVmBFa4rruTYVqO8SA07wovXsFSIlZlO/Fzr2jLosr/AGW0EyuFWe3v8mdjmn72fZMoVLqWSU/gqtyqSpKv7PgPiTEt9EtOsAf4Ppt5s+3nvPa3s+1HjasRZaHoNHme4YSkpt8KHdlQ17jjpkKB7Wc0uNSrd1e/ff7uSgTqLur3mVfDcGpyEypUeHw1IcdCQjOQtCrKygAkWuAL3tsJSIter0+XVJWd+VKdU66vXqWdSdb3JNyb9zc7CbyGIQsGGFjw9h3eS7um9qnd1iHiuIg1GqJw7PQgjKpmf93Ga5AyIeWy6dbgNXF+x9Nv5SzFsHdh7JmIaPR3UQpWNawxTUp/2ynXTKljsfGyw+knTxdwSDt4mohVRp34XHQ+haVpWhWVaVJ1CwRqCCLgixBAOzB3n7+vaL30UZijb1N4NXxRTqfI5qK1Kab+7u2Kc6ciRqUkpJN9CQLXO3IvjiSowu2BjMZ1prb6bcdad2qWJ8qL8LjdH6m30qsOu7DKbYvsOZ6W4omRcR0bmoDKF1FH9lIR0K7Ea2NvxF/XyGw/u7xHvLlVTkHcPcqwheTMm/4aWJTY/nsGYU3pQHWuV94Slv5fn8f4aan9h02OsE4mle/mOV94xc7qVeSmnLeZFv2ajudoD7fum+9fzGZvKqfuujcWVE/T5fAnL+ZGgttn/Fb+EpUXiymetfhaTZWZXnY+R8/O3ps7d5eLZXIMRZ7zD6Fr6krQPF5ZfTZcMUug1T4TuGWJr+ZKs7qMqk/W4Itr6f8ALayOPcpUm6Bu7jd1Xsb1TiwKghiEwrqRqpf53ASPT/TZ3Uz2eOQnsSp9R5rIvOjoyqSr1uNOx/b67Wm7FjkHf/OfwFoV4VeFSfofP8zqdms9WYvC+L0bBstZm2zN1ljI2BPmCw1AgMQOLn4CciM3i7bfcqqxYDXFlPcBj51fq/jtHp7Eqsym+V/j/Tazq9cw5QWvcOKPuvNZkoW+10dvW2w0BYymmqZ23xUVnElLpdU5V3+kYspKnUOoRnaUn6LRdJOuo8ri4G1thrC2F2v6UgZ/jqz5HfEn6HTUDyvsAUHdrPo2PKlVGqixOpcp3iscq70fiUX7+V7aW+uzBnYigUt3hco+3/fQgZduttx4iMai1j4JCeMqLF/RZGEf+SnZIb9t3uN8Rz2KzAz1GnMdakR0Z1+l8nfKLk3Atpr22ZDGMKM6041KdRk/UWrJ/mQD+R2DMU4vqm7lpys4Nl+96X1LdhSHcyk+d03sct+4uBa9joNi1Vv7l6BZWOYF4Lwy1A4k911DaPBk4ubKnTt6H6fQetha0imUaVij3pFlzVri5ktZXzl9e6e2g0voduFB3jYN3oT+LVKGuiTc36WG6pPEVbW4H/oVyL2FzqNvmn4Mo1GnvysL1tb61rzZFI6kqv8ArDX/AE+gtbZ7uFEjB8vcY9XreA58+JArMtaF50tfFtxe3c3Nj+N/x2tce7oZ/uZis4IqyMmTOhTTvAUlVuyk3sQQT2Jv6bZ5x1RMZV7ifp1vxVZ2ltNHi5gNMqgLm3lY3Hl22hbrd7W9CqOv4XqkuauFCXk4quIh1KtAW1mwzG2pB1Gp1vsrvdzCV7VkjF2FsRtcd2qO55WXwJdzJ/ED18joD9NrrczvYlbvsOS4sWnLz5lu9fVmVqexsRqANL2/AbTK9RnZWR2qVHgIz5fH0pT+oT6/X102mJwXAqnAitZ2H38vCU01nzJ9ReyVadxcG2u1ml4HSN4FZr2I/tlP93LqLGbIw07kWpI1yXvluPQ2JsT9NnHhOn4S350v3zhJ6EuqMNJQ/DddCVqVY9Cx4kqB0vaxPrqdhiR7PbrTsd1qkrfWtSfvEe7GZVvPQ2P0N/pe19rxG6ivUGqRKpFZXS6ijKlqqMJQh1XnZZbslXkNQL+Y73lJOZKpe7KgwHX4tZofAQwlXFaUkL4Kgdbp1Nh3uNR9Nu6t0FGr0V/7OOxVrYQlSY7qwtKk+qDqRfXTUD08tjZzd5jyfPiVSVW4srwpdkRWih3t3WkdKx9Qfy89jah7mWoH3p174+ZLvFaujq9Ta3499i4lDiZ2dwtFoMByL7kiolMdCHWmsqkq/EAX/PTalwTuqnu4y+1HwFvv/pejIpSRbuOxP9697fgAG1jmY1hevORao8wt9eZbHCR15fUp8R/EC3177T90+MKNjx1zleA+/FXlV8LI6q2l+2vmO+luw2IsjdDqFBa5Btp3+Pz2u6bT3YrXFa2tYlJi8L4uyy3x70oG76jP/e0IfWnI0j+95abWEGZTY+rG6+fWWIuMsQsU5aF/CVNXwms3awc8IUb2AJBPkDtxoWJKDAxGxS8EVyEtfj+E6lWZPqQSSR+IvsicK47axlPlxcZYei1FE1eRCXeriIPlc3srzHSPx02eO7Hd7u0wQ770oNDXF6OlGTrSnyR1EkpH4/UbUd9smMDE9enymm+f+RCfD05lf8LfXZSbwse0uBw4vKPvrfVwsmfrzfT8NjLeBvEpdGa59ppCOnqS6rKn9h0Gydo9bw5vBrzleayLixf9lZSVKsL+WhHqCRb9pHWN3lK7JJYhwKXhdyvVlqVKXlz/AAGitalG9hYDsPMkDt3F9pe63dngPFFZbx5Fzyn1+GUjqy5SAWiO6FC2oIBHpta4YxfRq9i1zDkVpb7DGVK1cJWXN2sVWyntpqdjqrQqNgPh1SlxOVRKVnlIyZkKVbVah2001AvYdtikwqw3OM3cOOtxYFJYWhH6XN0qy/Q9v22/HZPb2vaDlc05hyjRPvT+dHCW6hCVeliSUn9p79tiHFOK5XuFt2l1zgcdGdSF3djvX0ve+ZsH6C1j2GmyKm4fdnyufd5Xmn1fpeKVIT+VtP8AFbYBk5g3g+pUGjT58/HktcWUtSVyM6CrLf63yq8joSO/bts28K1ndLiPhu0vHrEHj9DTspBQhSu2ij0/vGuwq7gGB7r4VUq1OQ+tpXCU6vMlxZ8woXSQNNCRY6WNtIWH1f0W/g3FFJp3KtpyNT4SClDiR2zIVawPlZR/LTauJaO+Y/RsJNNu/ayFKRk62lr4S3EeZbc1acP926SbEXG1Czu7wvVP+2+A8Qsyor3xXUNIHHju/wB5KSLpuO418xmGzEwhu+wbAwG3S3fj05bWTMhYUvXzTckX9Em42H8KbvYFL5+BgPFmHqpKi5vuq4phTEpuSeIkKOZQueoJAJv2ubdiSDK6OK81x4FUlxX4r6FIRIjoVmzH1SQLgeZNrWOm1QmgysLym5VZaYyLUnl5C0hLTl/kvfKSf1bhWtgDfYtwLzU/Eb9Gn4hiwpqHVZYrqMi8/ogklKvw0JHl57PbEeEKNXsGy8OYjZYySmlIdyICeq3iAtYEd9uAkEzP09+jRaX75o2SEj+1YX1NNu69tLgHt218ra7LvG9dwviiAw7iOhyor7CuhcVHFQ4oa3ZWmykdrlJ/IaXNJKmO7oMUfZevVFhikVF1cVE998KhqUSAErzEZFG+gICCdARcbXTFCxbFrzfFp8J9heVcKZFutEhq1whY7XH46ggg67X7crmDdKxJ70/84zM2UtClJzrj/H00tqBc2+uvmb7FTOD5TrrlU5vmprHW1lRk4d9LZSSSdbEjUeQ9bmuMSmqC/VKXh5hc1CFZmoHwnXO/cG5t5E6+pHc7Az9ZxbheVAxa00uV1JRwEqzJ7Hosm1l+YUB3ubHUbF+2V+6dMQU+s1RrlcURMi+rlULTmzJ8u/mb9xY+g02WlZo7rs9iBVK5KhLW7ljoWgZVaEhCrm5uOx1Og7anZoYo3hz96tLbi0vDEqnVRjr+Kn4rax3VoOsX0ylJuL6g2O1PV8NVmvNQJ9Z4D8qK78VLXhVdFrqHiGo0GoB8/LaDJWQ8JYVdr0V+gxeOiaiOhfHaQcilHNqCbKGqewvp5XNwSUTGFZwlKbgV57OtCcis683SLDzsf29/Tb8RjCl0ZrhQIj7EpEdOdr5stzbKrQK1B00It28tgRL8rFsp/mmZUWqZlO5X7pW4gi+nqR528j522GTtjFP3Rl19mBih3i82hvjo6O2XXte37dhrcih3dzjyXRp8TlWH/jx5iF5mHEEnMc3kAogC4Frm4tqQx2FiOjf2r76EL6kf3Rrpcd/QHXtrrsTUOmysZT4Mql8NiVFVnzLWtKXEC9xcjLp6E+osexA53Q+oRds2xT8ZQIEXi/E+InP+t/rr+I2vsO1pqs/euv8AwKTlV+3ZDUWS7VIrcV1lba0J8Obq/cSP2HZuYWfdixW2vnyJ26uZbyg397up+KMOP1mlxIsqowmlLajz2A+w8nzSdCpFx8wBt3tt5d42bdlV6W7FpEqnL4qlrQt0r6rnwrJudTmFjpm7DQbezZ5qVF/Qo/w7Y+3y7posXFFSlRYjC4VUzyn4qo/W26O60kWzX8xYEkXzdtry9bfEQW7Z5rEcWBhzfJhNFep8pPCh1FWVT7N/JSwDYAa2J+pTe1tBbsN0WHMJT5cCguvsUt/O/wAJ1WVWtrApBKLdrKSBewGwBukwTgOjT5bruLELhSkfCaUvpSrQm6RbKv1uNLHvfZhJxLS6M1LlQM8piFmSlCFZk5Abadz+wH89ioZZoAb4KDS930pyVS+Gt/iqlNOoRlXnzXtdNh/kDbUC19tRYOxC1v8AdwXCgPf0pyHCUhV8ql8PyP18rag/htkTflvJ3c7wcEP+662hiqMZkcKUjgPuWIvlKvEDYXI7i3YnZk+xtvF9zYN5+L1sMJ4TrWbKnKk5ex0B7kW/6NVnxgHEiJwnVKDxMG15lcVialS478VeVTawPGlJ+cKF7XFymxsTpQ0Bve+7VJdBad52KvK1IkOoyJcV6FN+xAPc3BHiI0Nv7ZW9ujOwKbjfAbz6KjS6ijnIS0ZFOXQoEEKBBSTYnL5i5t32utz29nCW8vDjeLaXx4s1aUImp1T8VI0C0myrgk2UQTbsbHWGEjbKKXuUdaityqzyqJuZS1T4HQvOOxUkjy89LG3YXsLzBGPJ+F5X2XxlT0Z/DHqKVnhPIHYn5kEE2INwO97aA1fiu1n7+091o/StIulX42/Lv2P025UrC2HMWtf1REpf9q0rqSpY7EpPmPIix+up2giU/mgli1VZadbqkVlcKL1qTPgO5Vs3PSrQWIBsfMG9ra2OaN7u7neXPx4xVK9XF15C8vClMICEyGiSoB4NgWcF8tyNQAbHS20sZUWVRsES4tLiMIlRWlcJK1/L3Ppr5D1vbZZ7vXeaabn16XFm0v8AsuAtD6mdfMJv0g2JTqR5a6bCaGSQMM4SqkXC7cWLhj3pTn8ipUWU14UX1Xaxz21NwLkagX20Hu13Lbqmorc+LhOLFffaS7yq7LQpJHjQTcFNja41GovpfYKriJ8XgT8JVZaEIWlbTseykqt5KSQQpPkUix+o2s8Mbz+L91rzqIq0O8XO10pZd7Zkfqg+aQSAfptAMkxkzt2uEqX8Wl09iKtC0qStpASpKh9f4B2+JGGKNVJUTi5EP5+rJ/aeR07X+o2pcRYtr0XgOuxGJrGVOd1h0JVk/Xsbg+VwCe/YbUFT3w4Sw5VKLFqlR5VcqQlppbvSnMSBa/4/8fI7TJhvjj2dMB1nDlSntRJVLm8g+tbsN8oQ58Mm6kG6L6dwAdvI+t4AnwHeLFqPNIy+FfQv92hP7Pw29w6rKalYNqXCe8dNfWj/AAlo2tt4/wBXR8X/AHU7UgH9xNLb4spuLKzrz/rJ6s3125SqTFi/CnxM7C/CtPiT+B9fx2K8Y0rhf0zFz52P0uTqzJ9beo/y/Laqam8/F/Q+Pa4EWssK+oFomyoE9yLwkLY+RaPm/Ly+u1jHmSmneK10L/8AJ2vGqK078V1nbsYEVrapDNBPexg9JVKlO/etuTMdriucX5+hWTa0mONO/Ca2iGM7sNoFXdm4kFhnlXXGnXujN49rYr+6uNNO7V5da5pvi5/8f6v4+u1ghDX9r/5jbgISytl9ygkMuynfk/3vDtMi4H5r71xUZ/8AzP5f89v7kOK641+otWxdQ5UVprlXXsjiE/738fv2gGFos+JSM4Sdi8R1rx5Pk/4bD8yrVSA7yDTufJ0ZcnUnz7a6bNBKmtqLEFNgSnW5TTzDE1vpQpXzfQ9v2g32kGNQWiS6878XhMSkfOnhBSvTUeY+o7eu36jELTTrkWVQ2P8Ad6U/+6k/sPntVVOoyoDvxWuAtCvE0r5fUEDz9NpQr0rlW5UppE1jpz5/F/5QIN+/b9nlsadJEPE0BqV8Ljob+dpS/wDLv/w2J4uLIvF5Vp7Jn+df+o7H8tgRr7L1TicrUF05bnySOpGb6KHUB9Tfa1pFPdalcKeyiUwvo47SwpPn3Ntfpcfs26dLisYlnwJTfNMoWj5FNL8W3OLX59U4nNPLYR40LR1dI9R5j/r9NqHGdAlRYHFpby5SGFpX0KKltp8wU3vYC2ovp+G1JRqtPi8PmnV5Fo6Vo/d+N/4ttGJ0aS1UavQHIrTyESkIzpX4VadvxB2qUttV6l8KV+nY6M/hUlQ7g+v56HYaNcdiym3XWkPo+R1KerL+Pf8AG3/LabT67A5/mms6OP0utK6kqV6jzB/H9g27E6XdIpjTXxWpa+GjxJXb89fIfT8bW26KxRS6M05ytJzrR41ITlT+ZOv7Nvt6jNSmnJUWorY4ifk+a/cdvP6/t7WHH6XWf0sWWiUjwL6ClX1B/wCINjt2Z0/Zdan1me214GH/AJGulP7fXae9hafPab96S18BHhaWrxf8B6+v7dorbMqlxW3fGj9T5kq/Lz8v2bRarKrNUgfdXVoR8yELyqVbyPmPyI9NpnSbOr3KxfddGiI8GXP8qf8AD9fU7BvvaK07ytUiZ2Fr61r8SVH5ge/4j89rfk5TtL+dD6PkV0r/ACI8xft5+u3N6mc/F+//AKdH9qpHUr/n/nt06QZcP3XxHYufJkzp6s34WPmNo9KcnymnGnXl7FdKo7vIfroR/vJ18v4026M4eaadcdiso/wK8P8AA9O2uwhaucTt0HW4Dsp3lWmeItHX0/q+dxtcxkcJ1tp1nb5FOn0avMT+MjgOdGbN83pb+Py8+Tk513EfC/v5svy62/Z32550Jn+FyuwDiOk/em57Xg+b+6r+P2bG8tXwth8SmviNbQvudOUSS1Fa4rWRfhSpP6v8fv2rqpB4sriu9CF9aP723wimNRZTkri/7vy/9dvyZO5/4TT3g8H976Ha86T3H+LFbaae2oUqda4nFd/WRtKp33/7r4PFtXVeLPgO8J3/AHVfrbTic0m0OI7zTjrudH8f67XdQhtT/uvG6F7U9Am8V3lXf9zbtWXuE6200983QvNl2G33RRwzGfE7C3Ci8WK9nyfL838fTanaY/tf9n/ptYCrVT+18aPn+b8/W/rtFqUOU7xHWvn6vH823QyKfmGeCqhQYrV5Vbp7a1/KuU2lWv4na+kTsONSuF9oacvP8vNN5v2X29p/aa3/AGHPZb3f4cxlO3fIxCitVdqjJjx1tx1NqVFff4hJQq4AjlNrDVQPlbbM9S/lYt01P+Fij2fKkYSx8XlZUaQvKfRDiEJV+BUNrzp5rVyZFoLvFist51/J4kuf8/r32GJ9cgS88pxngn9g29Ud7HsnezJ7be4uXv8APZVocLD2K+XedjpgRRCamSmcynYE2GmzaH1FRAdSAolTaitxsgHzp9mjGlP3Vb28H73qzhoV6DhupInyKd0pW8gtrTmRm6eIjMHUAkArbSCpIOYVIkFFMqMKI4RcadafYfZV8Vp9JQtu4uLpVYi4sRcag37HYun/ANQ/3Nnb7aXtO4C9p/G+GsT4HwbV6IKJAfgPu1RDKJkrO4lQDgZW4jI2UnJ8Qm7rlwnzTMpj+i+L/d/02C48oRBtEWb6fvTjvz59imkqaqkX70z1/N/e/wCuwjKltNSuE66hHV+ttf4fmcKVwvkXtdZTI9SuqsaLAqn3DrQtHxWlfKr/AI7cpETmmluteBHjT/Hltf4jhtNfetqdHwv8C/HtB3RWxtrbZQ06dKiym/1M3XswEDitNu/3Nhf7LNc1+l/vbFLCGmovC43Xl2nefUqwhput3Ib3990WrNbtd3E3FcWlraRP5WVEY5dTmYt347zd7hCrEXtl1tpcHqOGWsOVR+BKZfYlQpTsWQ0uylMuoWULTppcKSU3BI8wSNvQ7+RylmXB3vDyZm0ZKf8A5XKO2Ft5dRiu70Md8V3/AOyaqI/ZKcH7trTiNqgyuXI+6/8AoOTaJzrrTXxWc6F+NGwXNxFPo0pz436Pw/q5fT919q+RjOoTxdp1DYR4ktK6vx/Da3lLJUW5hSYzUr4TrXR8m3I0p1r+qvZP7i/402pk4q+F/f8AnybSmq4678XapO2W2Ok+pcP4X3+J/wDJUfx/ntVPUJ2V/UJaF/3V9KtrVdY2HajWHWnfuv8A5SduDtDISfcrpHPwHeFKZ4C0frbE9BxC1Pi+5qz8eEvozJ6lsq/XB+np/wBNn3/JvT/fPtt7sIs9tDzfErPQtN06Uab5G/nszP5WGmxWvauhsxWmY3/YumrQhCQhKlc1O72H0AvtYrulpiLFNNlUaVyrvxELRmadT4XEeRH+o7g/ltGgS+K1yrv+5sSwV81Fcw5iNr7rmzMSvFyqz53/AFD2I/dsLVOmy6DOcgyghDyPD1eIHspPqD5H8vLaq/gy2dsrHj8Xb8B8trdujSp8r7q0tefY1om7J3hcWqfq9CP4/j8di4lYBxIP9q7tZNr/ANkznR/c2OY2HorR4XjYR+vtZx6DS2vitNN7RiCazbAJFFlSmuK0ztMj4Pd/71sccJpr9FtyUNq42xcu0oY2GosX9L17WKIEBpr9Ejbu45/ZbRHV7TIzI0lbTXHd+RlCVOqydLKCbAqPZIKukE2BOnfaItrbaXsfe25u49m/dNiDdri3dRWKvOqdRfnszKciKqPOQ60hAamF1xC0hOXLdKHLotZNwQcauJjPOyDGaQzF4quE0nRLaL6AegHYDyFtqmcU8cyvWja/oCmuFwv/ACdqlcfadAcaa+K09sDHM5W2GWBitfEdlNZ/FldR4k/8fqPw2iUhXClcWLkWhalIWj/l5f5em1iKjxeI06znz+P/AI/Q7frDDX6VppGf5v8An9djARjurIlZw3An/pWcjn66enYUl4Y5X9F1o/jy2M5tY4XwnWdq92c078Vr+NdquYsxy3jNLTvZk3jYXqjeI8Ly2KpFX18Ja8jvkfXXXXTUeQ2PsATMWxayxS8W4T4HyLdRdKk/nqFf59u2z/wxhd3EcVuLVHpUVtj5/Dm/A9xb8NiSXu/oNLaYdaqK33GPnX1f89l7X8ptu5xEnvNwrA4UCqOsoXkSrJ+sm+y1mUOfiN3hYcq2RebpayZVq+hIPa/1/HbROIcCQK86w7xn1oYzcVKFnL5a2/jvtxpGEKXS2nJ9Bp6FrRm61/5fTXvt1di4lqnGOIPYIwtKwbQfemN8Qr4+TO71dKU+np/oTrtcuYlw5WWuapctb/V1/CKVfjftbYMmYvxRVMR+5p8SEuKj5Pm76/T9/wCWzEpvIReHysRhvw/INmRQr+UFdWj+RhvhOXS6XFbdivZ/1kK/02+8b1N2qQG5VL5V/r+8RZTQWlSbeQP8WvtRuuNOtNutfD2/ZrrXC/v7AsbZwsQbVdrhYILrNLw5FclSqI4wx83C8Cfy0sNkHvD36te/m4uF2VzZWbriraz5k/Qg/l6/jrs+sW0yVXqW/FpfQ+hHhUrLm/A2Nj6XG2Z6nuY+yWLftbzb7i1/pY8hOfKryIIt/l+WpO0aekfe0a05FvljmUO8reXjLhMSvsRNpfX8V1CTkynvca62+tj9O2z33S0Td9jfdy47Wag+hb7SkfFfyKT+GvTsShzDmKMONtVmXCyMNIWpakZXU28rKAJ/EXvsNRl7uYHHawvRIVeiv5kSmoSyh1u4NzdBBSSL/wDDZ0FY3saCG53CjWF8b1JrjIlU5EhKGneKFKyCx1+vf9mz3i7s6Ni2qOVTd9LpcWqI61xVSEo4ite6Unz11A/PTROOsUGg/dcL4TqPAWlSY+ZX3hv/ABG5C7eRFja3bUbC+Ht3GPJWLWKpQXaihji53UurWtTah6ZSD5aA9tg2HJkhI0sS0rerFxQ3QcUYOXTs/wD3iFNKmsv+0ukg/ikg+huNrybhZrC7XP8Ax5T60/2vUpSvVVu/49xswYlIn0ulsSsRvc0thKlcVUgryp0Nteodux02iRcJwMbz258p6UxkR0LYlDhZfQptcH6g7VSXCbZlzeBhWqY8qjcCg4hQhC1J4rSb50628rEDuCSDa/lsyMBU/Fu6rDnK1mrMTeAnMjupLaf1AD3/ABB7d9NnHV8C7vsG/wBKNdD60ZXXXUBSlJHfLYeX/HXagkwvfzXKuvU6rxX/AOq/dyh+Pp5LBN/rc2Pp5bE27p0jbvd71Zx5KcpdUwbNpD6FZWJrDqXWHtO6k3JSe17EjXsNdm+zhZ2qQG2q9Egyloy5FrQtOb8bG4P7fw2H9127RrBrrkqUyhfHXnzrXmX+d/8ATZkVOuwIrXwv/I2kJtMgmVUOW1QWkRYsTJk+TPnT+RsDb8QPw2nt4udd/SxMn/oOw85XYsp35OJ83VtV4kr8CBF4vvBhvJ40qdCen6XI2PB4hXV6PhfFsXhVmkxZyPk4qeptXqlXiSfqCNvmnUig0v4UWnIRk8KsoUr9vf8A12QmJd/uDcJNc07iHI31cVpS+pKh9Dby7W01Guuw1J9u7dLFiuNRa4iVKy/osikq/IEa/wCnbbpE1FX6vApcBx115COjozqy/s2wNvT3sRcZY8n4cdp02UxFX+ljpbdTm8tL5tL3NgQDoe239iDfpP30xZcB3EL9EYfTkaRmGdWbS1r6W07X189qjcluSnxcWt1mqVBt/lXeh+OpXxPLN3Ch62J+lztOdq8zj4xu7oN3TXF5+s58mfO18qU9jYi5SSPUfTts26zW6XRmuV4yPgI8X6tuw2IIdPiwKNxWuD0I6sqAlKv8rbZ43x4rdaiuNRXlvsLzZ/ny30tY62J7EaX89lfuMruiu3+b7KNVJTmDXeOvj5fvEVOdTOp1IuCb21Avp5HaXuSw27hfCT9eo0uVK46Vu52rpUrU6FP+f1vsIYU3K1TFsp+qT6c/8defiuoWnpufCPT8QbADZu0LDTuEmm6XzeT9dSVZUq/Edr+Xr9dNmARUJI8owPZoxRWXebo1ZwywjmnVOx5qEZVKSTYZuxFh2uLjX6baMe3WRa9F4U/jvoX1ZFq/fpstN3kJqK0w741/4f412dtDqNUda/ubUJ3SYra5uJ+E4011xfzzpT5WUCO34fjfZU70xhzdzA4rvEleJOXRTv0Qk979++g20pvC3gtYSpbnCyLlOI6Glr8SvIbZFxFhmfjzEblexvSUSkP5sjDTq0qjp9RY2Ovcg6+gttTK/MsJSe6JVUixMUUuW+hiV18JawtCk97FNxrb6kD00uONREWVFfa/uZFKakLQ62r6EdiPqDs3cG7s59LgONQMPcejrXnW1KfHT2F7L9O/r9drao7t8Gz4r8qlvIXwE5H2o9uaj+Z0vcj6EaDzO0b0+JMEty9flUbCT8XFtElVekLzL4rSwtSUXsM6e5Nu5F7fTW0fElLo0/EcTFu6quVGLUYvga5opV+BC7q9RYkjsdRtOwvN/m+qnusy2KjQaj/aqRk4atf2HtcXUDbsO+xnW8L0ujcOvNc9CRK8K+FmYVe1r6W18iT56X02j7ZeUE2O7iOfExHWafFRV+hqRk+Fxl9hcXy5vwAudnNSHefoPCaqMp9baOqLKdKnW/UdV1EegPlsmpFLnuz23YtWYR05ci7tKy9ySD38rWNu/bbnWU7y5XDixZdOlRUdHOsKyvspB9DqPyN7fhrK+Uq3qAG8yJjKvVmfAi4NirY4vRPVbNHSTe5AOawPpbwg3Gm13QN5sXBtBiYNxHVl1GUtpKULaYSp9y2nhFrAW0J19STrt1xjOxG1S3OVqLD9U4S/jpz9Su3xACSSP3nv5nbPOKaLjel4jiY3ddhMTUZci1JC2Hra+ZKb69tDfUX1JOPEQQMfciDihp1yqRearcV/5mEKafi30GYGykpAPfztbXYXqtJr1G+9T6hKfYcfU6lqUrLlUQOw7XtbSw019drTBXtK4jlSokCvYepyEITl5qEtSVZQfIWPcakAkaEW7bHderlBxvxOVeQ+vhK+7qSFKzJ10PiSR2NrHyI12HCQTbpP2jpfvSjMvvrYQnOuLHK1tp/WUE3UAPUAjYOlIx5/52YDr760O9D6knLmBBsvz1BIufzGxxu5puKIFUl16g1H3c9CUpHu6VZSJCBbsfNP42AN9R32s63j+g1Sstz6XSV06U/93ntaqYUrt0gXt3OhNvTaA+3iTiQcOmLiPh8/SYqKihrrdYaCVpV3t2GhJuAQLgmx77Qd527+V7mRPgZ+PFd4qJEO7S2Vpva4vofK4JB87XAN6WIrTvFlVBa8mZMVXFyyI6e9kuaLAJ+UkpOlxfagSxjyfijlftDCqkKUlSOFo1KSjuc4SQlX45bmwF/PbvukQKw7U942KOJFa93PrY6H/eULLlTe1yUWIUfKxJ/ediWPR3cJcd2LSVsLWtS3filaVK73zEXQB6kC3mSddiLEFS/mq4dZpf3WUvLnT40PIHfMhVwfS9gRc2OyfxBvxxvFlOYowvEi51u8VcfIU5bm2TLck38jYi+hA02owhe4zDBjt3O1h2VVJDVZaWiUjK74syNCUgJNzYEC4Gmh2fNDqTUqV8+Rjx5f1tsw0jGTUDlMUT8PMUuVNaTzrUVQ4SnTexSBYH8LWIPkSbv7d7VYEppufFl/p8udC0Hz/f8Al/nsvnbAuI64j7XKodaez/3kbAe9Om+/qM4610TYSFOx3UozKSr8BrY+Y7HYuhraaabda8C/95O3FllqfKca6OtKs6F2UlSfqDsUGB+2Y0qmAmsUOuVmLToqJuRKnciQhKl+ZNrEa9x2PmOx2rvsni2LRnItGp7EJ9DX3iK71NKV83DIAzA66AA3B01B2LfaBoVU3c4obdi06osUuoqTysqB8Vpt0k5m1A+D1CSTcXA7W247rKo7KgVL7R8daGFpQtqQhX4gpv1AHxXJFux9NiRgeUy/MwJPrNecw467Fp6/1FeDPcGyTe/byBJt3BsRtpn2RMDSsOT6lgjFrKFwpqOLHWhYUhV9D9CO3kDcm40F1NvBq2HMB43980FmVW6JNdU1Pazha4rtwqygo5hpqnysLAi6QCPdbvi9zYygchUH5VLXKz/eElSmUKOgVfqHl5WFj6jYtRwZV/KODfnuUwvAw5UqDVHvuq2luxZSrKXlAvkUVaGwFhcjy12xrQ6v/Mtjdv3DXETadN6HUao6LjqIHe2tvqLW7Hb0H9o5uLiPd9zXKLlIfjrzoa8WRTZBAP7P3fht50z8JxZUB+VFafffYSlaGnY5S+lINyBcZVpGpJSQe+g77M7oETdW7epRZ8VifxeOw+jM11Zuojt6gjb6xRToFLrL9Zo1cYhSn8q3ULUWuIsnyPhzep0OgvcAWUPssY4iyqDHalPfAX8JaFdWVY0zDzANj9P2DbTVboOEqo0w61yq/DnQvw/tvofwI2h/KUIi8rWLa9AoL8qqOwp3QpPCXZSsvoFDuRpqQRtkqp7rXcZVSpYtwvXJWEJT7ubPAddRHcdF/EhKhobWJsSb6g622TV9ytBr0Bxql1DlVxc2aLny5kX+UdjYXuPS/psEL3au4cnucrUEIirR8vhUn9UkAgeuoIPa/mFYdYjN0u8PergisuYIxvUOeYlJ+ErT4mn6RKkgIUCBe9gdCDbsDCvJxRAnt1RrO+xm8fiTlv3+hHp6fum0LBlZaxQ/wokWqQs+bK6nKttXzZe+VJt5Gx+ttPnefiRqgtOUas0OooQ+hTSFRXc3UfI5b9rXBsCD662vB55hTDx5jKfRnKDS6jS5VRWhS2Isq3CmKPdsq7oc8gdQRYEX12XeKKpRt6EBjC+I2kYer0J1WZUhRQmKsggDXVJ76EW+vnsE4bwtQa9S5c+BUa2w+wtS48xC8ymV6G60JJURYi6kA2vcggHbjiSrVTeW1EwviOWwxjKnO/0NXmrJRMUgdMaR5i+oSogjW4PYGAdsYA8Ztzdfi+s7vsB/Y3eDiFiqU5+A61S6pn627tHK09qcyD8qrki4BuBfbBtVPxf/ACdpFSo+8uLgie1WZdepE2FFV7xpD+VaEpNyXEhJJT5WWAARcjZM4P3iypXApdZ615cjT/61vJX+h2twfUWtG2MKoqadacad8C0bDbMFpr9FtYurdd24P/Ca+FtMzrG3SHK4UXarUOa/ubflSkbVJqLUX9K9tQvti5M7SYvK/F6NqT3q67P4Xyfx28v2g7ftQrDUp39Ktbfz/rbc0z4EV39Lnz/rbBJ3SycHIklUfhO8WU7nR+shHUn8b6fs24Ny3WnW/AtH+1R05k/UeR/A/s2lGqRXcjvBX/ufxfbnM5XlefpfWwtac6U/Kr/Ty0/ZsNXb0Yd7Nw5k2Ol1134Xz7VOMkOtRW3fAtH+7/02n4afd5r9L/u7V+8FLrTXFayLQvo/3tjAQdXk06RcacKl8Lr46E/P/wAfT67ClYn1Se63K4q21oVmRk8P0t/Hrt+QHnfhu8HOj+PL/Xazmrai8CfFyLR050fqqOvb/UaX002nZNGR0VOVWYv9KRG87aP0qOlSk+Vx6/3hbb+ojbXFcgSvAv5flV+HoradaBK+9Rcja1+NHh2hTGpVLdblOs9GfOhaP4/j/OVnTpWqLRqXw5UD4iF9C0eL/PzG1Q8ZVGlfdZb7CH05/hKP+X+mxJKMWvRfuv6fJ1tJ+b1/y8tpMKmtT6Xyruf4CvmT1tq9DtedI1Am1mqO8J3gSsiOl1PSrL56j09CNvjFcfitNtRWfnzL/W/i/wDrtfUKhNQJXNNO5P10/wCo/j8/LbhVU8KqON+Pq6VJ/Vt30/jz2kTpS0V2Lwm4E/oX05HflV+PkD5ZvPzv3Fw7TmnWnGmsmdCM/wDeT6H8Pr29NuUiHz/3XhMI8ORXhzK/L/S31G3en0qVKa5Xi/HY8HyrbT/qP4127M6SqJUfurkWU8vo6ejxZf4/gbSX6q7S2uLFeRKYX4vlV/wP52sdoNFplZi1RzixEL/vafsP8fnt9zqa67xIvKcDP4E/L+X09dqGdOQnNSuI609kWv5FdOb6en7NvqjwJTsr4svwfIpHVl+hB1t67dk0JpqK21K6M/gV8ub0v5fntA5efF/RfHbR4cq+tKfUd7j1Ha21p0sZ9FixZ7bvNryfqr/jX89qbEEtpp1tpr/zGxFRufqjTkWe0haPld8OZP12+KzhyjNNf+P/AB67Cc7ZRztWVNGm8q7yvyL/AI/La0kFpr4u1A/91db/AMe0qpOfdeLxf8afy8tksxZLDiDFQmOtVn9MtbGZOVGc5U/QD0+m1jFb4uKG5XB8cdP+HTv+7ajqiXXXW3f7+xDhxr4rbvG+T5/8v9dmkbcIxWdwl3VB/wCDk/8ANbAEid96ca/vbHdYe+E47sHhtqe6470Z0f8AmtrpCSC7MdlO8LjfHR/5rb8jcJ11x11ledG0x2ktOxeK10LR1ZF/5j+NduUOU00621KyL/VVsWdPhqW1z7cpraZW+FKa/wDN/wC95/h+XfaPV6b915pr/wAzt/U+RFlQHGpXj+RX6qtLX89q5nSriR/it8Lxo2luxeK65zW3yl3hSuK1tIW27xfhf3V/3VJtrtUyMTi3Fd/qvzo/RK+VSfT/AIbRJDzrXE5ppeRjx5fT+P8AntbVBDrTTbv/AKBtDlvfdX5TX+yV1eJOa3mPrtWSBPXn+V0nch7OmAZf6mN4o/bS5428kazXp9UlfFyL/wAfyp294Pa5xh7NWDd1VCqntS4eZrWF36uwxCYdpzk1KZ5jPKSvIjUENJfGbyBI89kTuKxN/JZ74941OwPu03R4WViGUh1+A1U8Kllt5bSc5QgvpKVLCApQTYmyFEdtrygOJ9fyRuFa9gP2c8U4txQy9TKDXsQO1SlqldKXIbUVptyUP/DUptSQo2uGri4IJwl7O1IwvvB9q7CFMqmGYtQwvijF7rsinTYoW05HeQ+6GnGyCLA5QUkdxbbXH8pZ7Su8zCVYf9mql4aZw/hesUtqR7waUVqrEJXStkdISy0haVNraGYqGQEpQvKvJXsbSuF7V+6iM1Lz8bEqOKhXi/QPG/7dulWj1/lIN1G7DdPvQwZRt2GA6LheNUKMt+QxSYTcdp5YfUnMpKAAVWAFzrbT02k+x17IED2hnZ+KMePTYuBqI7yrqGFqYdqkjKFqaQ4LFDaEqSVuIIN1BKVAhZTefys77Te+PALfznD7tv8A5pVs26tW/wCaH+SiYruGGHGHqvheFxVtPKQ6ldZmNNyHErF1BSRNWUkHTKkAgAWp/NJzxAKu+1l/Jq7r6xIwHhP2cYOJ6Y2rhSKtS8M09+M9YlJUHJLiXn06XDoBSsEFKlAg7dd6fsdezz7SO5xzf57F0OLTqqw0677mgIMeLUHGtXYi4q7CLKA0TbIkkpzAhQWPMJCnWp7kri58683/ACt9PL6bej/8j9jGeMa7xcECVemSqXCrPA+VuUh1bK3B9VoU2D9Gk+m1hgwPc88TDZdaqlL+f/eQUqSr0IOoPqDYg6bUTsT4X99H+mzj9pKgwMG+1BvRwvS2skJGI5UpppHhb5g8cgegCnCAPK2yynw+F+i24iVuG4Zmg/YE9kp32msWVas42elMbvcLqQxM5V0tPVKYtAUIqHBZTaAghbikkKAWgJIJJGnt4ftL/wAnHugrMvdLB3A0vFEWnPrgVJ2j4Zp8iKy6k5XAp2QtC3yFZgpSM91JUCSQRtbeyHWHN2P8mPiTeNQW+FU2Kbi6t50+IyGHpTbar+oSw2AT5JHlt5J4ed+/ucXrz/rdStNBqdSbeZ2geMtnas9x/Ymwn7MLVLxZvU9leoLRh7GciK1UaP1pTS58XjZ0cJ34jBKZCTwycoSlCkdKhfx73kIi/wA5ePnGnc7iMUVfpTdS83OO6ADUm+gABJ8r7egf8jyy01E3ucM+OZRVKT/e4UoXt+AH7NsW7ksNQcY/yiVNw5VAXIS95s+U418quWlvyEg+oK2U3HmLjz2kySNwmtd1nseezp7LW6GL7QPttsM1eu1DhcDD8prmo8F1xJUiG3FRfm5WQKLhVmbSEKICUoU4bLAXtE/yaHtP4oibnK77O9OwvJravdtJk1GgwYIedc0S03KhOFbDijYJOZN1FICiSBs9fbd9jCs+19Lwu03viYwjTMPMSvuDlIM0SHn1t3eNpDQBSlsJGhICl62URtl+D/IvVOly2KhA9qmHFlRXUPsPt4UKVtuoIUlQPO6EKAI/DaZcccTLft6eyZ/6KjvaYo1BlSpuEcUMOz8PvylBTreRQD8VZ7rU2VIIWQMyHEXuQo7ZwYdd4XC4u3r1/LIUpqV7N+DayXWX6hSMWsIU6nupDkSQHLAE2BUlBP8Ah28gUu8X/Ht0sJ3akSmvhePPtb0fCU+qf3Ef39qanOOxZ7fz9ezfpMiLwmy14Fo2sIG1yvqOT+TvwS7RfbR3ZT+L4HavmT/dNHmj/O2xj/K00WVVPaugOxXsi0YLpv8A6lTtufsGLv7Xu7oertU/9xUzYh/lRT/79dEH/wARtN/9Sp21j7gw52Zkz2JPYj3ezt2E72nvapmNnCMVqRKgUh11bUXlI5UlyZLKCFOJUUqCGgcpSLqCysJSfRPbG/k7arP+xrvsrN/ZtlXC94u4Npq2ENDXicBKjICfMAILgPyg6bI72efZ+9qD2kcOP0HB2Pa3RN3kVSoD8irVeWql5gLqYjQwspfyKy3SAltKiesLBGzfhfyf24zd817mx57ZeF4tXR+laW1BgqTr24bspah6XJ1OthewoYZWyMtOftg+yBuq3aYOge0DuHaisYRqjsXn6cw6XYbbUq3LzYaiSUoUpTaVNglFnErSE2UFV/sB7ut2u9neXiig7wMEUTFFOhYfTKYi1SG3IabdMhCc4SsEA5SRfvYn12fPtY4coWCP5M+RhfCOLGMS0ei07C0OnVdhTamp0dFWgJQ6ktkoKVJtbKSm3bTZEfySch2Tvkxvxf8A4F2v/UpO1v5ZbMYm8XCfsF+x5jKrT94GDm8ZYoq8pdUgYaYgMyI9FhFdmGmY7q0RmNNQpw8RRzZbIACTDAVE9hr278JVql4O3cMYXxDSGGuPy9JZpdYpfEvwnkLYu283mQQU3cbJTZadQDg/2wmua9rPehxev+mz4/oy2kfsSkJHoAB2FtnR/JaFxr2n6s006tCHsBVNSkZulSk1CmZSR5kZlWPoT6naILd54mWcf4TrO7TG+Jd32KMnvHC9SkQJD6OhDyW1EJfAucqXG8rgSSSAsAkkHba+4b2QNzm6rc5/6Mh7Y2R+K9HbmQ8PykuKjxWXdGG3WE9cqU7mHwSClJUlOUlJVso9/eEWcW/yiVdw5J4a4lUxvQY8pCk5kqYW3CDyCPqgqH5+e2+/bK9lyve1JQMN4Tpe9GFg2nUSU/Nfafoxnc06Ww22RaQ0EBCC8NQq/E8ra1kLXyTM74f9qX+Tk3qYjibsMR+znCoNPnSkQIFUqOGae3F4q1Btv4sVxbsfMSLOEJCb3Kk7Zw9un2TGvZfxvTahhJ2VKwHijOilqlOl1+nzEdS4i1nVaSiy21ElZAcCrlGZTskfyPlYlxXIrvtMUbhrQpKsuEFeEix/7/s3v5SHC7rXsSQYuIqtGr1dwrPoZVUksBrmJQtGffS3mWWwtLryinMogKIzG19oMkjcpyIrv5ObcXuW3qbgsb4j3i7rML4lqlPxNLhRZlUpbUh9thNPiuJbSpaSQkLdWoAaXUT57YP9n+LS8Ub291lBr1Obn0+r4ww9AnxZSQ63Kju1COhxtwEWWlaFKSoEahRBFjt6S/yTx/8AfZd4X/p3zf8A3FwtvOf2Xo3/AK+Xc69/8XWF/wD3JxdqfiUX0s9TN9vs4ewZuXqdN3wb1MEYXoNEp0dcCJQYtMAj1SWs5864bKSqY4hCDlSUlKRnURoCnEftr70PZv3tVTBk/wBnTDESl+62J8WrNQqCKeuQVmOY9kNpHGIyPAdyCuw1Vs5f5Xth6Vj/AHVs8Y8P3XV05L9PU9FJ0+uVN/Ww9Btnj2VsK0Gve0XuywvWIja2X8QR5WXN4lRkLlI/EZ46bjsRoQQSNiS1n4msd2fsi+zz7Mm6CJvk9r6HFq9ampa/oaa0ZEWG+4MyIjUVN0yXwE3UpYUlORZGVCVKP5h72pP5O3e1Wo+BMW+z7CwvFmupiw6nUcPQGIyVqOVJ48RxTke/k4coFxdQ2CP5XjH0preVgTd+7LWiDFoztU4WbocdkPraJI7EpTGAB8g4oeZvh1/lXYHCdaQtC05FJV4VJO3SpOzgCaP9vH2Mz7NVYg43wTKm1Dd7XX+Va5pZdfpMuxUlhbndxtaQoocVdQKSlRJKSckuL/2W3rJieQ9va/kml1jGDi5tQp+C0yuYdN1qk013odJ7lR5cEnzufXbyhpsbmmtg2At6gr02+QnqLhvG+KMOcSg48zxajFTwltLRl4iv1gR3B7gi+nf02/Bvfiyq83Rvd8pGdeXi/In8/L112ZNTxTAxG1z8qnsLR4k50DMnz7/x+7ZRbyN8uHKNVIlGi09jmlqTkUlr6+ZsCe/rt56rWd7jH95oJqe7wRGOiXFw5w6z77Y+PlRwv7v/AB2sKrvOwbAoz8p2WwjP0KTpm7d7dztnneNjOs+5olUitNr6/B8qUnZTbw5uI8R4Xc5+IjgZM6nUK6kqt5K0IJtYW2f0/k0brI28RuYQOEsUYtfrNGqK32H5ClZdUZfLwn6efY977OuJSGnXfhO7ZE9mOJKad4XN5M6vEr5U/wCu2xoJgUaK2772ivtudGTwrzfgTfbcI8OIC/1LiLR2mmtuNSjtNfF27JqsX/bbUeJKu00058bbLAZmxMQhmbEk0PHdGoLrnP4eXNQ58zSwpaf909/27KHepjal16s+9KNTkQmEL6+KjKpxPoQfpp5kHYqpa+f4jsVnI58i/wC9sHV6kYoqjT8VqiMTV5lfCUoJUr6pJuNfrs9s2jbPRUIqoJWNT5+I3Y/2XrcJCG2vvEVaG18S+g0JCrjt3vqPTYiwthDDlBlc/wD+c6t/PKaSWHVK9DbQj6H9+w5grd/P4rjVU3T1teTw5HUdXofFrr53B+h2aeGXGqXK9w1TCeJYSMiUNKmRSthX9wLFwCPK5+gO1T4iMLGtgHAzuKKM3VObYcX1ZOLHCsv4HTv5jttCmYBi+9GGqpToqH0ZviwHVNKV6a6FKvoLj8doplz8JUF+VRma3SFoaVkd4XFjq/EgkJ+l7Eemw/RMc1R3Dj9UrzPPPoaUp3InKpVv3Xt6fu2oPKcR5Qprcql4X4cWqS1sf35Sf8yBbZXV+XiijV73zg2IwuE+hPHTCtlcsfmAIGt+4GnmdhKvYgqm8uU3S6XLqLEVCOpp/NmZ87WVY5de4JH0O1Phaj433fYtblRcWcfP4Y7qMzX++i+vlqANPLaNsvujjpdVlYod+68eFKXlzJdRlUz/ALqrhQ+oJGxpAie5uHKrPKrlf7VEVLSlJ+uXv+On4bWFAcdrMBuqVmkwos3L1qi+FxXrbt+4bC28fFsCgwH5Up1GRCfn+nnsdBAvCw4ngf8An2hH+Pp2WeLN6eHOfcgRaswhaFJzoz5fz2zDj3e7jfFrUj7BvIlRWFL4vAvnTbv0jyHr+J9LLLCeGcW7wXeL7xlLWhauvOVKzdyB6jXy0/DaTxOG2aP3tb3YGHKXxaXL4760/C4S82ZVvof3HbJ+McY7y8UNPz59Wm8BCk5kIzqS2m+hVbS4tcEnTy2ctO3OUaLFc+0eJ5SJSOvKtI6VW/UNgr8AQe2o7bGVKwhgh2l8rAq0JD+TJ4SniX73Quyk310BI8vLawEh+Zi9USfVP/OpUX1sfqqWepX7f37XGFcB4Sn1Rh2qVZ+LFQr4rrSc6k/gNf47bOGobo2vfL7U+nZELdV8VrpT+Xl6bR1bk3eLytLrcVta82RK1lKtfWwtb9n+u0k7ZXZD/B2Cd1UqK3Ao1WhVR/Ila3Y6Mqk/4gb5VdN7Aj/K2j92GDaXS6W5yuR9CPnaVnT/AL3c3/HXZf8As4bsaXu+gc1wkc11Ldz9SXF37gjQeotr52vsb7zq1S4DrdZpdPRCmo/7xHUWnfoCpJGdNzaygb32XttzKfcZXbxcUz6C0/Fiy+Ax/wCZ1/aP26jZGwMG4oxbXm6y7yspDDudpchGZOX1uhd0nyBH7DqD+48xBWazF4TVcXFXKWn5MyM3opPofO1j/lsE4djb38ONP8g9x4WdS/hPrUlKdSbNruRf0ta+nqTyPL7FWarXW6pQcOc17upfwGupaZHhSNBcWv22T0jenQKzVPvVJ60fFzx5AX03tnsLW/f+G1Pu/wAaYcqjsiViioL5pGZ3i5xkyn9YJGVHpc6H1OxTHMCfKfqlG3ewpXK/NmHxE21Gtgk/gQDswPKV9Q7wTvmwa1FbaarkVD2XwcUZ0/iO4t53GmzVwjiXHledbdo3AXTl9HFyFP53ub699Pw2RGF4O7Ssz26pPwdS4spCkoXzTWbKrv4gcwF7G5/PZkSPaNwvu0ajxXaejlUZWkqgL4qO9hcEA/ja50/DZe19vCwoEZdR3R1mvO8WvYhW+xnzIayDKn8CRcfltZUvBeDcLtOO8ZC1sePOrMpO0bDW/rCWLaW3VKNnWjpzrQgqy/4gASn8SALa7COJqjKxlP5qAzFb4GbirYfzKSjuTZNiT6XHnsthmk/bKHeNvXrNUlOYcwGzF6F5JDuc5k/4beZ7edjqR2BCcI7veQqnvmfLqkWavrdlR5C86b62WnwupvobgkX0sNmjgyk7pYEpyVFrjDFUf61NLdyqVYAE5VdvK9vPy2oMbYkdo0p92l1uEuF1ZmlsBXbzuLEW/HYqJtnboM4jwPPalP16jRPeiFq4rqI90ZvrlBKCbDuDf6bWeEMcT6pS3KDFiVGnZ0dcWQ6FsPdvCbXQfKxFrjv5EXwVvHqjtZfalcqhzNmYmxV5cyT2Q4MoFwAND3uDsR1GZz8pyfPiRVvsLVnQjoWpXa4IJBT+A0011tsTbOWcY9Vnute66zT32OApWXqzp09Sn09dPwttbJlSpUVv3D8/+yWFJzeuU9/rY31vbYUdmSq9VHGmmZVO6k5HeLmSpXoLgaHXte3r57E9Mw77m+LVHc+dGf4XTmSL3NvmI/Law8ZxG6VUCj1R2e41KyPvrX944t0O5raLBAv+Wmn5bU1aww01x4FUpKJTD/8AZOurTm+oWlQKFfidRbv2BRiKY1A5SqQKjx2OrKv9X1BHcevfblOqlUlNNz4rSH15ciF6LR28wdf4+m3bjI7Y+JnzFm72fS8WxGqD70w0h/7wmU66Mvl4lABtfkRe5BHroH5heBWaXRm3cWy6XVF9PCmLYDSlKPkpSblOumYpSL99DfYWxtXJ7tLcn1nCa5tOQlSFphKyqbUdCcpBBv8AW3Y6kbVW72o0t2BPoLtDqPut/MlOfP1J0uFAAgeVldr9yNSSg7pUjbCaorlT2n59G5qlzs/3qnVJPS4r1ac/RqSR8ySQRbUd9gmrYIgSnXJUVlcV9/Kt2PCnrQtOmi0JJKVEeh0NvUWJlDoUqgtMO4IxDKm05ebj0uroWh1nzyoeN0FBGgJBseygLWrKzPw5FlNu1SnSmGF9CFtLLTsV3yJtmQ4D3tr+A7gZ27pIkjDdIlYjgN0as1zh5E8Jp9bQQrMPJXou1/K2lu+u31Aw27gjEbjvvybUYSPBxUodTqO4KbAjv5JWLjQi1v73ZVMUff2qjwFsZkofVdriJB7G37idO3Ya7d2q/hLC/wBwxHizIt/4X93MbfKCbC99dL3vrtadiAuPq47iOU+7FlrWtjKljoOXLr8pt3uQbi97XtbYOpFCxG1VIjsqnI4DCVOuqauhSlA2AIuUm5JJPlbTZkY6iSoEDn6CzClMLQleb9ZPqm2t/UGxGmvr/btMW0vFFLl8JljjsOpQtaU+K1+/obi3kb99hPmWAih3l4vxG7iOJRqXEW/CgqS/NTH8TazbLYWtcC/bXt9QdO7kcZNVSBElRWeH0daNUpV9SCSAfoNDtk+rQKp9o3K9AZzrfdUp1GQZU6nyva3kPMDz1J2ZW6neDPi173W60whD6fhJQrKrQjsPMeo7i/f1E6Tn8pvOkYji8LlfiIz/AO8lX5jt+e1xSGovFcleP5tl9u/xHAntNtcFzjrSnpWn99+3l+zZlUx2Lxf1NoSLESnxrSoFUgOcWI+haOpK0K8Kh521B/PS19s04rqVeqkpyl+CbCQrhKaY61JB+axJsPobW89tizEQJTXCd+fZE4+w61hest1SKzn47vQtXSrPp2V+A7eg9NiiXQxMK3cOtUZyVWfda2MqlozulDqU2NxdSQlYvcZdR5i1r7LJ/dJKgcSqYXl/AX8VPzKSq97XJ7D9nkLd9tS4hwx7+ozlU64sphHFWjJ8BVtdbahV/mIsfP1C6w3PpfFl0v4CFoTm5fL1OK7FQ/zNv2eexA8vtkrD2+6jfzVfZLeM8tE1DCmmlLaCeN0WOVXhJF/CbH69gM4R94VGpcXlXXmHKct1SGpTvQlViQm+YaX0OuguDfQ7axqW72g4j3LVZqqU+K/kadkMOoQErStNyDextY6XGuyfo3s/4Sr2759qvRELRKaU6l+K7ldbUoHKb6hRtbRQOt9O2xN8pti1o+P6NhyfwpTXKvvr4qFtJGRxKtbhSLpV+RN9DrrtoKFip3kIlUivcdl5CU9Cv0a/W/1HkdD+euRpG4WqYcdfapbL9UhPuq4DrTRyK79wCeGsWuRoD6m+zx3Kw8UYcgN4cxvEfg06UtKI8hX9jppr2F9NDp3+uxxK7YysXYnxlKoL8rBDKPejDX6JasqpHohKtAk66A2B81JtfZJ7sd7+PJ9efwli11hbD8hSOXlNKjyocgE5mkhVgtBFiLEkWJBtfbSjuE8OUuK3/SMrj/rZvm76gAD/AIbDdXo2HJXN8VlHNP5U8V1AUrQd76HTz1H4+ew7HUe5cVu32wmoVFqjsD+hnmOOtPXxbK/fqSPwv+e2bfaGoG8GVjKBAqlERNp2VSlOxVlSsxWAFEXGcJIHSLKBKSbWGwa9vM3+7lsePxWmkVSkVFa+E1nXIYcQDYG6iFNuWIJ0HkeoA7W7G+qvYtqn/aPDMqK/x+nJdWXve10jUDQXt+VwNqZg0Rlbyl5AoP2S/SsvoffR0ZnT8ZI8rm1j+NjfzPfYi3c4XwvjJ1+stRM62MzS2lJCVt5fF36hqOxFjoR67VVTxzAiwG4tUeRN+ePnTld/dr37n667FWDIbUWjP1mjPck/KzZGnfmTbNlCu1j6aDtoO+0JDs22feNd72HHaDLpbvA52nR1x2ESFDipQpBFkq7kduk3BNtNLjCuF6a1KrLk9plaEfqLT0/X9vltorfjhdrDkX7WyuVcQ+n47WfKptdtNL+H6Dsfx1Q+DZ/F/RNIQjxdCsye3rsTG2I3vuhaDfb6JaG3ILa/tdoU6dFaac+Nt0SA3epT12oRWvhNOoz/APoWwfIDrrvxc6F/3/4tt3lKddqjnCl51o8HX8347QZsuVK+FKaWx/fR4VK/jvsFxuhl04b3ODkN3it+NfzdNs2X1Hkfy24yaHK4vFi9aP47+h2lMNRYHD4ry1/4l9SfqD6dtuVZqE+K63yvR/f+bYRTbKPRskYTHYDvCd2vqM370a4rXz9CsnT+0eY/bsJCFKqkrn3Xs/yq+XLsT4Ck8hPcgSvAtedC/wAfLaVRWMo6eMIWqByvDd+dHhX/AKf9dh3EcJ34js/oR+v8qfrswpC/9ltTVqG1VIDjTrXX8+x8bZVDsgZAjtcJf6NfT8nhV9doK4nF+E18nh/5bcIOHqpAlONRc+T5VoV0q9NPX9+1nCjVRr4sprI42rr/AFk/iNND6/5bVaPo25ZEhcJp1tp1lvIvxpX0/sV8p+o/eNCQU/DjvNORWpa1wn+vlXbK/O+o/MWuO425MniyuE610f4Bl1O1rIjVSlutyqXkf/8ACz+L6fj6HaRLSanC7TTrbUXI2v5P734f8NpMemuwHXGpXjX8/h/5jaBJxDKntcJqkvo/38qm1et7/wCV/wANuxk1mU0hqqPLf4OX4uTKv8/I/sG1p0rpQrMB19ppnOjJ09GVafz7KHof+m0Whniu8WUzx1/qfrev4EeWxFUKjK5Btp3rX+v+sn/QjvtVw2+F964OTieJeTKn6gj/AKjauZ0+K1UIrXwovWhfW1xU9aVeYv639df89u8KsxeFHrPBz5E5Fo+dPrr/AMe/02+amYrUpt11lD6H/Ej8PUHsfQ/S99oLkGA1xGoGdCH/AJVfKraROh/TJlGrLvNQHUL/AF0eFab+o7j+NdpdQpTTTXF2TAiutfFi1HI+jNlUhRSr/n9RtIFfxa7Fc/pZ9eT9e2VSfQ3G0kTownpjXC4UrrYX0bAkqkSvenFgS318N3oyryqSn/ppt9U1qfKd+LLXwH/HmdzZb99jenUGA1w5/Gzry+LPtGds6Tqc261A4rvjydf8euw1VnualbWdYxI1Fa5Vrx7Coq/xfi/+b2XJ5it7/E5z2doM9f6NraxnL5pritbVVUk8Xgfr7BsEAhlVLHClMcVrOji/X+Ndiqix2uLxWv0eROTP8qrnT+ND32Glq4vwvk2KKL8KK3/h/j/odiIfGN1epHxGrhRXPk2C4B4TvF+T/jscYiHFgONf7n8f6bAwhz4rXFdZzsfPk8Sf+Wx64aFEN2LKa4Tvj/jv9dqabTorv6LwdX+H1G0enVRpqU207/5v/Xa7kpagO8115H/GhfUnX/Ta5nSqaLrsVyK7/wCtdO3J1lqA1+hz59p0tf3XitZP/WU/TaVhqnxao796eyeLJ19KtPXyPfTaBOg3Hc4Tv9U/9a2tEvuymvhNdaM2X/Dt3qURqBPfgcXOhHgWn5rgG9tv2BJ5X7r/AIsqvl/5HaJ0+1M8XhtStqirhqK1La4ra+jMj9Vz/n+3a3qTjvF/U2p34LU9pyLKz/40/L/Hpt06etX8sQP/AH2XAv8A6ekX/wBxc/bypwPi+s4DxRScUUGXyVUpEpqfTpSf+7yG1BSFmxF03FlJvZSSoHQkHUPtfe3hO9qndpRt307dPFwuii1dqstTGq8Z/MKRFfY4WQx2sgIkFWbMSCgDLqSMduyHf9zapMgDieyHtCYXo3t++xnh/fZu/p3/AGvw/Hdq8OG0MzqZDYLdTpVyApQUWlZLWC3GY6r5Trgf2N4UFz2qd0FTiutrS5iNCun5gWHrf8dvn2NPb4xb7IUXEtB+xCMX0HEL7U9EJ2qGFyctKMi3kqDLubiNhpKkkD9EggjW4lQfaKo1B9puL7Q+Dt3jdPhRcQLxGjCXvQqaYdcSsPNIlcG4Qpxxbgs0AkKyAEJB2iDmwf5Wpji7+N23/puSf/Uk7O3cVCp/tU+wDXdxDUuKxXqLAfw9ldvkjyGHOPS3zcXKLJjEqTcZ23ACSggYh9o72oJXtcY3w9jGVgJGE10GA7TuXaqhnpeSpwr4mcstFJubZcp0F762FBgnfnvG9n3FCN4O6+tsRaihrl5UWUkuwqhH78GQ2FAqSD1JUCFINylQBUFRnmWxxEFiaj17BFen4NxvTn6DXqQ6qLPgTeh2O6LGxB7ggghQuFAggkEE+oP8lNudrO6vAWN/aG3lsuYepdeisNU73i1wFJpcUOPOzlZjdLTil2TcAkMlQulaSR2k/wAsFu+rUFioY79myQutRdOLFnxpTKVDzSt1tLiAe9gDbtc99kt7RXt/b1Pafo0jBtGpUbCOFH1JW/AhyFvuzMpJTzEgpQVI8J4SUJTcHMXBYCQFWBKBPKI7exvI/nL33Yw3ltdDFerMqa0070qTHU4SylQOoUGihJHkQdTa5rqm99w4v93YJqrPIOufG/8AdleuxdQ3mqpRv9zIvawO6Qnks9Kv5NjEGHN9vsc4y9nmfLbRMpjlWpcpjTMIVT4rrbwT3KSt19Pbu0R6X8tse4GxbuhxlP3fbxacui4horqmH2n0lCXLEgOtlQAcaXbMlabhQII2Itze+beV7N28b7ebsKqzCqcVCorseU0XYc6OTcsyEBQKkEgEEFKkkAgg3vveJ/LFYOn0dt7Fns5y3K6wg5A1U2XomfyIdW0HEg+YCCRe3Va5rOyrcGHn8khuz3gYS3fY2x5jLD79Kp2MZsBdETKQpp6QxHbdCn+GoBSW1KesgnxBKiBlylXndhbeJF3Qe2u/vQn/ANSw3vGnyp+RBUrkzOebkEAakhpayAASSALa7aZon8sbvGpeN67XsR7rafV6RUGIrFLokermEil8MuFxwvFh1UhxzOkFRDYAaSAgXUThLEGJftTj3EOKOVMVFeqkqqJaz5uCp55TpbvYZrFWW9he17C9h0s3rieov8qvuJr28eg4N9obdzDcrsKgwnYNW93IL6/drxDzExOS5U0hWcLKQSEvBeiUqI8wEQDiOVHoNB49XqMpaWosOAgypDzp7IQ22CpZPoAT+zbV/swfyhW9n2dKNEwRUKTCxrgqL0xYEyUqPMpqSR0R5ASscEa2aWggEgJUhICdtATv5WHdzS4r9UwR7OLjFeeT+llSmI6FE9yXGWlrVb0sL9ri9xeDJUnOZ5+b9fZS35ezdAoU/efhn3ZCxXFS6w7FlJfQl22dcR8ptkeQLEp1SdcqlWNkzw+Fs9vaa9oHeh7RmLftlvAq2dCE8KBAYTkiwWLg8Jhu5ygkAqUSVrITmUQlKUpuDBdlO7dnbDAzYX8mTuZ9n7f7vFxfu/35YTVXprdHYqlBaNSmQglLbpRKsqM63nUQ7HNlEmyVEAAK2q/av3IH2dN9Ndwu5Q5VFwi/K5rDUqU6tceRDWMyWkSHFErU2btqC1FwFFzcKSo59wViTFG7nFFNxvgPEEmg4hor/NQJ8W2dldik6KBSpJSpSVJUClSVKBBBI29D8CfywEl2gogb6NxbFXfZQkLm0OanhSFjQqMaQk8O/fRxQ1PYDWAZVk3iDn8mbu0xHjHfvB3oRaTK+ymEIc10VbIUxnpr7SoyI7aiMrquG6+pWQnJkSFEFaQRH+UgxjBxZ7W9VaoTvG+z1IhUGQr5VPt8R9eU+eUysh9FtrB1B2Ym9L+VkxHiigv4c3L4IYwih9rhJqkqQmRLj3BB4bOQNNKGhCiXBe/RoCcNO1NrmnKpPqC35T7q3XXXXStbi1EqUpSlEqUoqJUpRJKiSSSSTtMCV2jAnrBiGk4ya/kvaLA3Dmd72+x9Kfd925hMeZK2l1PJkGfirQZOYJAWSVgWVbbyYwzgyq43rLGE8E0mXXq2+6lpil0touu8S9rcNGjaQe6jZKRckgAkaJ9mn+UWx57NUVeEvcbGMsGrdU+iluyjHkU9a13WuM/lUnISVKLSkkFSiQpFzd54x/lkaV7rfa3WbjHKfW5KVJ5ytym1NMqINl8JgBT1lWJSXG7+u3Quzeojd9p3AOId2H8lcd3eImmfe+GqJhaDPTGVxUJdaqkDiZVW6kgg62toT22RH8j6p1zfHjd1zzwqx/6ljZf4r/lPcT7wfZ6ru43eZuyZrdQxDAmQJGJ0VngLCnHVrYfENMYpzM3a6A6kKLehbBAStvZA9sAey1iis4oi4IYxQur0tNOUw7VDASyEuhziZksOlV7Wy2He99LbdIccgwn9rv8A+uu3o/8AtZV/7bRs3f5LlV/apqf/AKYNV/8AchS9sy70N6sTe9vPxJvUFJRSF4klc47DTK5hMckAFIcyIKwLeIoTf0Gxz7Mu/iqezfvQkbz6Zg1GKFyqDKoioDtRMJKUPSIz3GDgadzZeVAy5QCFk5hax4GU24fMIfajxhKwH7eGNsYxWlvLoOKKTVuA1bO8mPGhulsXIF1BBGpA17jbWX8o3uln+0PuQwXvy3QNrxF9nULqKUwLvOyqNMbbUt1hKblxSFNsLKQCSgLtcgA4D3xbwpW9/fJiHe1Kw97oXiV1p92BzHMJiqRHbaKEu5UFY+GFZihPci2mzL9nr22N7Xs0tOUGjU6LivBr6lOpoM+Qtjk31LKlqiyEpWpoLJKlIUhaCrUBBKirpdA2TMuMPwJTjcCBVualSlpaaix18V1xZNghKE3UpROgSASSQADs2N53syb7dyWEsPY33lYTepdFxWnhMK44W7FdUhSkxpbYAUy6pCVKCeoWFiQsFI2lK/lTt3sVpys0L2cH0YhcR0uyJkdpKl/3n22lrtfzy3+m2St/PtD72vaaxG3VMdy0RaXFUtECkw0lEWKhRvYJKiVOEBIU4okqI0CUkJFCJwqm3/5K1ppr2asfcL/4K5v/ALjYe3nP7Nct2Tvk3OfByI+3OF1K/wDnpF20P7M/tiVT2ad3Nd3dRd1jGIWa1UnakqYutqirZU7HaZLfDEdwKADQUFZxcqIsLXOc93ind3OLcL4ypcT3j9lK9Ta21Cdd4HNclKafS0VhKuHn4QSVWVlzXsq1jGIVE2jE2T/LBB3+cbdPwnbf0TV//b0XbHO6nHU/dLvjwLvPeecfiYYrsWdLRlK1GHn4cnKBqVcBbtgLm9tD2LM9rb2p5/tVVnC9Zqm7dvCj+Go8qKlpqrmel5L6m1FWYsNFBBaAy2N73uLW2SJkNfovHtMnE35/K57kqxvFwZgz2ld3EU1unUCA7Hq7sFPFtS3rPR5gynVlCi5mUL2DqVGwCiPNDBsTG+8GvU3BGCKTKr1eqjqYsOBDRndeWf3JSBqpRISkAkkAE7a69nb2/d7Psy0dvBrtEi44wNFzcrS5Ugx5dNSTcpjSLKHCFyQ0tBAJslSALbOiT/LAbvafGkO7vfZsfi1uV4lzJbEdpSj3KlMNqU5bvY5b9rjvtf7pU4+Y1PacRS/Zf/k/aFuCk1JiVWqjSIeGU5bpTIUMrk54DUhu3EAJ0u42km5G3mTTqU01Fba4WxzvS3ybxvaBxYvHe8urceVkS1HisJ4UWG0DcNMN5jkRe6jcqUTqpSrC1Ay3sYDbFLH3GeiKojsp3hRZaGEfqfL+Gy63jbjsZYylc/RuVfWwpKsiLZtPT63tsa03FeCPdfFd6Onp2Ckb8IGF6zysDEKGELWnKhSCvv8Akf3kW28DobWztUTSroFUV2N58rBsBiBiPPnirVnY1Tmt+Onbz2DaljajYyozcXC9OqmRa1JdafR8w7ap0y/j+62xlv6xfhzG8pv3zL+O5lzZUFCsp7nUZe3cX0B2k4LoWEoFGbaoMuKvoT05wpSb2te9zfb1Wmr2AGE/l4lNuzTKozvF4K0LR4uF8tvLX/nsfrxk7VJXK8VaFo/8r8dokWluwHf0KFoWlX8abQ2aU1z/ADXCyde20gXbKZ/ljNoONOVi8rKl5/1P1tpVXq7tUa/TdH9zZNVaNPaqjbsV7P8A+F4syb6n/TYgYk16e18KJk/v+H9m2UQqWEwdWj890aNFxA7RorjsWkomrQjwZsq/y8u20xzfE1QYrk+VhPlVoR41+HN6XtpfZfUybXoDTbXxPlTn2hb0cQO+62KXKqKIXNOpazup6U+p7a/9dr9wvNLbtlbi32v8eSneVoNPRTsn6JaPEr8Da/pa4G1HQfaU38Yjd5V3ELbP6vMMIy5vLzF9fptArG5eLS6N9o3cWU6qMLy/eoS8q2VKOgKNdL+Z/wAtrTCT7tLgcriPd6uo05eVMerwE8dpX/pVAupJOmoAANxptUiSITyfbZ357vmvdeI8PQq2h/wqSkZXNLWTluCL+pB+nqZbld7VUqjUuqV6kop3NZl8mnwtpJP5Aeg9NqKg1rdfheU47VKIhf6uZOZSVa3y317f6a7X6N5O5uVFfagMzac/l6VcDN5+hUAbeYvtIkNHLh/GmEq9Af8A/OcjJm6MiEKT/rtnjHInwMZc/S6iiVC4uZH6zdv26f57BOLprsp1yqcH4Hh4rScmZP4dxfzFz5bAn2+qkCVyrT3Qvw/4ie302uBulT4zWzvtC4cw5hdv3pLXnYRlVk6laetv9f27Zi3n71ou9qst0vDlQm5F5s+eOpLSfRJOl799CT/ntf0LdrjLHn/aOBUURVsIy5lJOVy/YWGh9CTr/pcYNwm1Kxv9nK9RGGJSEJ4rrDQS05e/kLWV53Ase/rsZBtg3eUW7vB29DDjrdUo2Dn1sN+N2OpK+Inz0NiNL9J18u+zfoG9DdpRqy39qIn2eq76EodS/DyIcUL6+EFKvUAG/lfac4Xd189xqLW0LhPpzcu+sZU/S/cfTyGyv3hQKNjziSvvXAR44qpBdaUq/dBzHKf8JA+g2E3uXEbm8rBVG3gxWK9S6hCc5VHQ6x8yfx0JH0I0PodkXjrATrsXhOy63S0Mf1eqRWs6UrPYKA6bH0J7C+xZu/q+F6pw8LtVZaFo8COKOm2lj/qLg/hsxGcQ4XwvKXS3ah7rlL6FLW6tUeR28QXcJv2tex8vTa4eTMd0LeBvfw5VHKM7idD8VfStUqKFoet5i/Uk38rnW512ae7Kjz69XvfNU4C//CQjIpN/PubX+oOzLxBgvdpjfju0uoQmKojqUhhKEq/GwAuLjuLi2h8tiTCGAfddL4TTK0eFPl+2/f8A02X1LkDiBezbCikzKW1F4UWXwH0I8K/F+7Q7K7eI+1WXXIvvCVFfRmzrypWlSR6i2o872FtNrDGrn2XivypXWthpSvFm6fxsP3DbN0X2gp8XFrk+lvIfirXkdjyEFKslrWtrbX6E6dgdNlqwze5FR3SwlBqLXmGq9VosqKh3O1kslCk+pBJtqfIgafjs6veOHKphxt2jPeBpSFKU1m+mhBJIv59h5i2yIxFhqBvVrPv5qXyq5XQtpKghKlE6EEaqPlY2Onla2zWoeHJ+7SlwIDsRcqkPupa8kLZuPI+RPfsAe3ls2BDGVtCwi1hef9t6XUVocXmWp2PfxX1v3073BFh+3a5ke0m1QZXKyt3sKqMSv++wLQ3+3cpCcjn10SdjKoNNQKM57mZ51iUjpQ6kIdb/APJJStPcXBB+moOygTuxlYjlP8X+i0Z/nd/aUjXLe2nYfUa7FErPrElSo2MmnKzRmqvSFv5UK6c3rYjLY6i2vYW9NqX7KwIsVuqUvEMpcpCfC6rO09Ya9+31Tr63BudiSnbu94OEvv8AhzE8KVFz/eIspjMnKPpm/YUkWFxfXbvI3VO4jd5+U6xCYlIStXIO/AzH8L29LkA+V++w3Euv2wNViivO/CpcTkqj4GnaXIWniKHqgZVIJ88pIH12K8G4x33cVuVKlypqGP0TTq21v669L1gs37EEm20CTuLxRhyU3WaNzXAQvofQrMnue5scpv5kEH67NKjYXxRFozk/m2OJws/KvtfCcVcEEKBIQr6kC/qL224CduhBSav9qJ7EqqUmFKlP5WnfeMXhOtqAtq42Rf0BuCO1vPYgl7sqDWXW4tUolRpbi/man52sv0zAkj0uTsoI2NMURZ7bUCkoW4hfxY8h3MpXmbZtXBfsAR+IFtmnH3hSpVGblOuxVsZFIfYRdLrf+6vqTbuCDbSxO0gSkadKwdhzBuHHIGHMPMPv+P4TqMzi8lhmCzYn1Hn6DZJSIu8F13i43w8uiL6v+65E5bkgAjpJAsNDrb6X2iVDf7g2B8WA6+/UUdfgXmTYalRA1At3uQfXTYnoXtEyseQPdcrDEpCMmVbq2M7TiSLgnTTS9tANOwPed0kCCq65S3ZXuZ1la1rVkYXmyp9eq9im487kfTbu7jHG+F2ojTVPi1SjrV8WOtYkJSntdlQ6r+trG3rtbyWqNxea5Rj/ABo+nr5/htS4nrNLxu79l5WRE1CU8CVmCX8uo8Wiibdjc/ltGZfEvYD9LxRK+6soYizU/HYX4m1jzQoW1tcEG1+1zrstd+cyBu0i8LCVRm+8VqT93aUVpVobqIsSm30IudLbX9ErtL3cxZbWKKg+t/xIdmtK8/MrTdOve9wTfy2S9W34uu4jfnwKSxKioV0JkIz5kg9we9j5A629dohVEY25TeVWZ7TcrjZ5WVKZGf8AtNTprpb+PLZ2TaXPqnDr2HKivD1R6Vu8u0hKHO1woWtY29D628ij8J78sBuyokqvYNXSH1+OUw0cma9uoDuD3CiAfzuNm3Ut9e7mlwGJXvZHAXlzqSleZu4vcptmy9rkA9xpbXawBPqEIRvcsZUfFEX+lHa2h9hebi/AQlSf95Op9QdD5EabLvEu8Gg0Ge41KqzE2U+rKjjqGfKRo2pdtRfsDfy2tcX4zanwHPsvLQ/x2k5cjuXjJPpew9NCR+2w2TGFN3GHMR1mXXq9iZiavi8J2KleVMd21ikpIuFeeptc6A+fBNn3QJ2/EZ8Sr1mstf8AnWhUv9RiQjOh5PewOncd9bi+l++0Co4Ww5K+L/RcKV4eL406EE3uc35g3B9e2yqe3aO1nGT+F8OYsm05EVCHVtaZcvoEn17E3PYdjtfvbrKDArLdLrNWmzX/ANVM11CVad1JCh697211vpsTK4g4R1Cpxaz/ANnHWUU6ajKjOwrix5CLXBF9QoHsb6+Y2HMLR6puvrz8qlvMOIlK4shpC/0yhfuD1DQm518u1gNjmgYEwbS+O7hyJVELiryutO/FdZUerOQL9HooGwAFwNdipMfDmLYH2cxRQ2OOx+gkJQUK/wAQUnufPz9DpptThjK5iRlx3apAl1SjS+VlRVqVkQgZfO4trY/Ua3H12WtIx9Apc/mqzSVvvxXU8WPkGZKb2KxqDYXJuCOwAvcDZoYzoMrAdZ4VGeXKi5E+mbLrobaaDzIAvoDodgeRh7CXFcrPvxhC38/FaW1l4dgSQoEE3J9Ra97nS+1rK8SA+6aj3X44anxWHaXLQ+w/lU1mv0/ge/8AkdnjSMX/AAuLKeyL/wAebq2xvuwiRcORWHaXUGF05/IprhKzcPMPAfMG1rdR/LbS1FkRZ7TDUrItC0pyu58qs317A/t19NkCdrSpEZD9bn1mA/wmV5/lWlXV+7aLT4krEeEpFLqjy0SsisinepTavLv3H+ml9uNEddgO8r40f+a2vYcprmuE70bMCcInaBO3l4SnvwPdOeFxeAvhPnO2jT4qQbpcR6puFDyBG36/hRqLK+1ErgRaij4qHY7SVJynQ6CwIN9QRcfTZoYhpUrmuFAlsIWv+yd6s31TqPxtr+GwhV6TVJUpuLVMi2PkdaUfF63FiPqCP+dpaXlLxNFlUF+K7REIQtGRa4vhzHzyGxAJ8tfx2X9fcw5RqW+1A4CEIy5mkdKkqt03T3GmvlftsxqZAi0uByrTqF/4/F+e2ZvaDmVmg1lvkKH7xirzZkJdLT7PfVCxfy0ykFJ0HoRUHc0pB5W9nEeA8UcX3TFlUuUlWfP0qUkd7WuCR6EEHTt32eMmqz8eYSbdpfKrQtHR0emoTcf8NkOxTKNi3CT7rTr7b6EpWhL6ArKtIOhHbzt56HUeW0D2ct/2F8L15zCWLagxSGJS0oYfdWeXUsnwlRtw1eVjYXNhra7yfbLoBHA5KxbyDbU+k/HY6FfF+X6X2FqvWKo1xHXafwF/rf8AQn/TZl7yak0003KpbrC/7yFBXf8Aj/jsmKzizhNcJ179X+6pPn+d/wA9srVWNu4mxp0XZK2g+/sUV5yjT+VXnRnY4q/mt8q9Sk+Xcd9dNhfFkTFFGr0ujYtpL0VC3eXaXwgpbaV2yrzJ0UPMKGgF72sdmBQMJ1msu8/AyNykIzNNSGl5VJ76KFhe4+p+httMnVKfXmn2qzh5edGZqQlp0rQmwtdPe1tbg6jsbbMUMdvlEdRt38QGpu7f3pXokB2WuqIfyusKSsJWlN+nQEpNvS1wdtJOYKi0bC/ut2nL+6tK/StZs2mqrHz/AA2zcuPKoPArLUvJNhLUuKlaihSV20OgPfUa2B8++xtSvak3g1l1il1nDC5TCEJaVnT94bsO6bJCHUk/LcKISqwOzAO2LOItd7OB5+PKy/S3Xn0UuK0p3Kmyk9IPf1Tp3FiO9zqDm2GhqgtN8L5E/wCm2649MxHKoNan+45UJ9+E6pXMJ6nEEEkN3sUgdyLXtfUgaYKlsSoDrkqqO52F+NCLpyp/U/H66bcTE7a5HOKKpVKzyEXOhtHj/btcVOFFd4cV11bef5kf5abR4MKjNO8/S5efP4mleJtX+o2+6hL4XxXfBn/8n6227MhKwsjjDPISvurS+v8AtfEpKvw8wducll2K7ys+IhzP4P1XPwv57WyK407/AG23SbFdqkDhf+RnT/H7tqZkwJMR1qV/5zl8BC+jrzZVfnr+8/ltIqkfitfx9NihqmNNQG3eL1o/W/y9T+P+W1XLba/wfx/H/HaSkRvsPqCsdfIO/wDof97b7kyP0bsXofRlUlaf9du1QpzrTvFd/wDMf5ee1bKW606260znb/j9n8abBAKzqwzJGTQap70gNuu/p0dDv/HaaOFsE0SPKlf1V3Iv9Vasvl6j+DtNizZ8CfytUZWhaP40PmNjg/7oE7lkypwZUV3movR/g+VW0JeI3WmuVr0RfX0ofaRmy/j52/I7FLchp1r4u1XWqJz7XwnkfD68i+nMn0B9foe+w1+6Mad8cSHEhReK3KadQtC/kQroV/qD9P8ALadLokrlfuD2dH6ivEn8PI/57UUGLKiu/CeydP6/Sr8QR+/aV9peQ4nFl/7mXa8cnVipu0uVytepy8i09D7XUn8x3/jz2+3MaNcXlYDOdfyr+VX012rTOqlZd5rg52G//K1/P+LbS3IfNOttNMttr/Wy9KtO30P5bWPlOnWFVXXXeFKZWxnyqR+r/wBP9dr2oVWBKgORWmUcdaFdG1KwZVG+FP64uf5+rhq+np28tolTbiyp7c+luo60ZHWvmUnyI1Hb6eX4WMATpFjNSmv1+v8A3k/l+/S+0qMw667+lR/dy+NP4j0/ftwlNz4rXFiu/wB/I71J/b/r5bcm50939LE+Oj5VLy8T6g+vpfv9NrbJ05VrC8ri8Vp1C8+X/L9g/bt1obbTX3WV/CRtO+08V2LyvCX+r1dKv4/i21ay87zXCd8C1dKv7u3Tpe4fiUtqe5F4395CF/X0P+Y2mVdTVLac5XOjPm6UL6fxA8jtQsInwJXNNMoXk6si/wC0SfT8PUee37IkNVR37/nQj5f4/wCn02pOkAtynfiu/wC78u36hiVt6Ley7/JzbuN53s80XeDvCqOIWsSYoiv1GnLhzeExHhuE8kotlBzEt5HVAm54hGgAtgGp0+qYXrNSwviOJwKvRJr9NntIvlTIYcLbgFwDlzpNjbUWPnsEjaYhcpzmREM/C2Gqk81zXC4yM/6mfq/Ztfyp/wD4PRt6Jb5MB4IjfyTdDxdFwbQm665hnCLqqoinMplqccnQQtRdCc5UoKUFEm5Cjc6naCm+URN08xlOcL9FsWUw2it7cMB4Dr28vGWHt32F+V974lnogQuadLTXFVcjOoJUUp0NyAfw2bO+v2dN5Xs3VCk4c3ntUVEmrxXZUX3TMXJayIUEkKUppvKq50SAbjW/ltC/bHKD4RVO1BqK7wpTKH2H+lSF9Kf2+VvI+W1VJRKadcaaz9HyL8SkeX0P5bOf2WN3m6bep7QtDwTvtrgpeGJUeUr+ucmmdMSE8CKZAILea6zoQVFsJBuqxs/bL3bbqt1++2Xgjc5XPeOHmIEd9OafzvIzFFYfiB8kqWEpSw4M5UUl1Sb2ACTCGma5UB3+tNM9Gfq6fDtfkNSqM26715PF/h+mzw3DeyNvo9ofC9dxbu5aw0ul0ieulyvelUciu8cMNvHKlLLgKcjyNSRc5hYAAlFR0cWB918DyUupT2UlJANlDyIHfvtcGdKl0tO/Ca+Jw/8AzW1pTmmmmtq9qBKa+L0f9driOlrhbWBnStnH/wB1/wCW3Jt/iut/C2jVeQ61txp1R+L8LbiJ0s57rrrv/pNKUbQ0ONcXiuvIR/fUrKn6d+x8vx2+J1T5p1z4OT/1XZ//AMnfTqXif2zN3VHr1IhVGnSve/MRZjCX2nMtKlKTmQsFJsoBQuNCAfTYZnRHuR2pTXwnv/WVKH4bVD8X4XwttjfyndKoGFPaoXQ8LYfp1IinC9Nf4UBhLDecuSOoNoATm6RcgXOnoNsdSlOynf8A1j5vr/z2rtkbpXuxmtogZdad4rW1w6ri/Cda69ubbHCdb+D0fPteQRDfd5UXXYvxdp+Ln/urm3LBdJ5VpzheBfWn/Db+P2bfeK3uQiuO7BPuWi4+LF/sf8CtrWk1qVRvitf7yNtufyfnsc7oPakwFjDGe9V6tNsUGrtU2AqnVHk0JQIyHXS50m9s6NTYAD8dm3/6J3/JSf8A3zNE/wD9pU7/ANa2NBt5TyzqlQdqkri8X/c2I8F1LlXeV/X/APM/httj2lPZZ/k/cG7ksSYn3Gb86VXscQURVUuBHxzBqTj15TKXgIzSs7lmS8o28IBUdE7YLp0nhSm3dqk4g87YS4ljfeua/X6NqaQOE1sbJpU/FHIUajU5+o1SqPsQ4EVrqXIkPKShttPldS1JSL2AvckC529AMZfyX26Xdx7LWKMeYzquIZu8LDWCalW5TsWqZacmpMQ3XwhDeQZmUOJCRexUlNzYk7QVzKNXuM8sJLfF2/kO/wBl8+38458X/Arbd/sh/wAmrR95+7+Pv99ofGL2F8DvxVVGHAiutxXZENJCubkyXQUx2ChKiEgZlIIXnb0vyQqfbMc03+zad2vHonCa29D8O+z7/JPb0K9/Npu/3hSYuJX1cvCkR8RVBpbzp8PKrmBUWSr0SgOA9rHttnL2rfZfxF7KOI6bS67Vvf2E8SLdRRK9ypaUlxGpiS0i6UPBJBSoEJdAWQlOVSU3gnq/EypiJbvC2q4L8qL8XY192RZ89xp3wN7U+K24sX7rF8ewmfnEmv8A2wXXMlSpX6XJtaKq3Ca5X517bE9iz+Tod3+4SXvk3v4mlYQwB8VUPlVttzKkhu4df4joKI8dKkkBZSpSilZAQAFqdiNzP8jjU619iI28JpmqL+EioqxFU0R1KOgKJjn3NSr6iyiPpba4ELPLpUx1p3+5t9LHF+K1trf24v5Puqey3FibwcG4gl4nwBUJSIfNSmhztLfUDkEktgIcbWQQl0JQMxSgpBKSvJMOM7xf7m1paf0eI667tKff5XaS4n4XwvHtTrcd/tdul5/FfNf2233Fe5V3aOmPxf0W39nda+E7tBlZb0iuuwJ/F8aF+Nr5VJPcfs/ZsZxcUysL8B2K7ztIf6mkL8Tfqi/kR6fnstCPi7X1DqDTTTlLn/1WV4//AA1+Sx+Hn6g7VPhzKRuQMc0Gs8P+wf8A9kvaZU59LixeL0bIupR5VLlORXehaPApPhUnyI9QR/w2juVKqcLhOy38n6ubp2tncMiXjAq+OHf+4NI250fFtUlO/Fa6NhjD0Xn/AIWxqzT+Va4TTO3AQFtu31LNOJ5TW3SPir/a7UbkbaM4tprahO2A+pMKObgT/itf+RtAqNNa4vwth1VR4X6Lb9Fdlf2uw+5CLqN0kynpUV3i8HOj/wBC2iw40CVPblRWvm8P6v8Ay9Nv5yoOymtpFER9/wCLsRGy0iywMIasn4Te1hFb4u1S0f8AZbTYzjvF2bBi81Pi6nOwOI07k683h8OX/XTZHyYrXv5h11paMjqfF/rf+LbW8CbvG5ri4jl5IvyIX835/mP4vsxqHSoE/wC/u8GVky9CvlT52/02xa9OlYwJ6F0LT9xBhKjYtwkxFlNMdC/0vzaafx+P12q6TuwoNLa5qU11sdDTuc+Xn9Py9TsxodMiz3W2oETIwhXhznafX8Oz5TXutrI2hfjXl9R67M1sMYgUPxBmjxJU/wC6wHfgIyoz+LZkUzdjAda4tUdz/wCDxf57DWEaa1hf7q682vOrxfnsxYct1134XWvaLL39CMpWs+KZgbDkV3+qf7y+rYoTgmg8hxXciEZPk2G61V59Ga5qeyhDCEfrbLmob/IFUdcpdBdRnYX8XPZSVK7WFif47bAwzQ4CqJblpqVjJFLisrWhhfyLPl9O37dq/fHTN3zsWJAxHhOVUUZlO/AlZHW1Adx5d/T9lr3O93lMdlNOV6VTmESloyLyKzdP4+V/3bJzfHLqlZxv/Qzq2IqEcLq8GbzPpr+7TZtIEt5QQo0LBtUivtYcwnW5TCFJSh/gdSVa3CspufoQPXa/w/hneDS3eawbUZvKv/Cdi6qTp5lCtD38rHy2tN3WJ8W4DrLcV3D0VaJScrTqV+JXr03H4ggEbNRMjFFZd96NS2IS0ZlraQkKSr6Zh5/lsUFZQ7oo67ubxRPlMT8US19C1KaXkHSogi2ncft/HYFxDQZ9Gn8rPezsZfhSGrp/I+YP7b7aNpuNmqzPboNeeYXkXkWh1eXLr3v5kfjpfa9xj9g6DQXJ8qnxVoy9fZXT+f8A12LtEAXKzGkvE0+jO8rVHn1xfDmT835HQ6eXfY1w9u+wbiOKxiOg+8V5OtXQVI9bEFII/af89hvEmIMEVmqONQK23Toq1qyNKhl1rMT3A1t52JtbsDsbbsMeT8OSmMOYXqMWbnyp4rXTmSB/aINwD9QdCdNdoxj1Lk7o8cCx+QozcXwdClrzJ/6bfGG6NhyLihyf7wXzufw8XMlXloLXt+dthLeriiVS8OOO8VcWVKR8nzK8/pa+3x7OWH57uHH8R1SW5KffWp3O6jq9dPIWFgLft2JswMwYO6Wm9nCcDG9Z4VGqzCKjFSrPCdih1MhB+liRc2upIBHra+ypRhyvYc4kVr4CM6s7C05kflfT9hNu21ZvnqUp2ve/qXLlQX6dKzNSI7uXhqRcXt+ZTcHsbEEXG1QxvB3g4t4EV1p+bNW1k47X/eNBqpI+YWJJ1vfW3mB4xWNss36FS4vDrP2eXzSF51La6+r/AGg8x+I1FtrNGJmsRut0t1n4/ShHNIUnifQKIsTbXXavo0avYS4k+vfAY6lqQr5fXpsQR31B9dPLbQG7RdLxvA+FQ0RUIy8JXKjL9dD2JJuQLfUbUIxIe0L6kDdpgrBsX+lPdz9OlfNkzZPy76eff8tmFXZEWBAclUurMIyfNm6FW7g/l622+q7GgUGluOuvIZ4CfBkypV+Fr/6fjtnzHOIWqpAnu0GoPsSkJV+iVlUrzGh0Pp9b7Jnc5xFfvi632b4qpVJ7lGap6H15+lCEcVpxNgbXTfQ37XJ0/LZejdR70abxHS6HKpb+fPIiv3UlSbnVGtxcDQG/caC1iU4V3eYjxQ6/PgVZFOr3FztLdazJVc3vcnyGh0Iv9O5bjeib86W0xFr0RhEXN8V2GgZVJsALgaW7kEfmB22aHgMRhE2ykw7UItG4DUqnLfRkStSM4zJSO2Y6Ej8iRsd0jG8+vcTDmHHvgI6n6bPSHUJSBcrbzkL8jcg9/wA9lpUcPz5TrE9p5C+AtK1ZF5Vp+hHcA/gb7SKFSq81XomI6DVkMTUJyOsP2+Ii+uigAdT69hfyvt3MLiONlM/BtL+0fNxVsMIzLjodOVKe9y2vsdTYgkj1FtTjC1fo29CA3PgUmEtHUjmMpytq7FKhqbg+p9CNvnBQoON6NIi16nRUSl+PJZaErGml76E65T9Nhin4NwvhKe/7rq32elMOqRxYayjiI7i4GmX6WsPp5sptxBGMx/Dn2X+/yuAuFkzOpju5kqSPOytQR6A/hfaloeFMOYtlS8R4NiL8eWUmAsJUpXndska+ZsO5uQSQQJ7wRVKNS26pPqL82nSsqkSGkfCUo2BvlBsR3NwNPpsR+yhWIDTtS91u50ZlOrXnCuq+tiCQQPpa3Yi42HidmH+CI9BlSn4tLq0rx5JEOUnMhKj3IBspN/MG477QcVYOlYc4nuZqU5FXm+E0oLS3fzSFdWW/ygkDyG1pvPYxHxW5+F6chcqUvhJU1kSpSibgBSiB379z+/YfxLEx5QcL+9MUVDgPxUZnUcLKnMfI6/5G302mcDFpU3qX/VcUU7gL6UZ8h8RsPLt9b9vp32pJ27iV/wCd6gy0ORUdDsd1auK2gn6+R00uRb0G0+uYuw418Ws1xCH31dKtE9Q7ZknvfytY6+fba0jzsWz4DcqBW6c+hhGdp1cI5kouNCArUW+pFtdqS+IJR8CcWU3PgVGCwtjKtcXwO5fmsD2NrkEAjS2nkQsYxwvQZTcCBVuvMlpceRlQttQHra2tu9voQDtUYnpe8bEbTEpp6l/AzLRIjtdSlaapvcDS9xckevfb5SHa9/QOI4kXjv5U5nYWdKlAX0UNUn6g9yNoMlYf0ibAn15tqe6hhiV4OYu0ly/oT0KP4EkeY2HN6+7mfFqnFpbSF5MqkeBWZN9cijfUaHyvpr22I8GQZUDDj8Cs05EqKjNmz3VlTpbX0HkT5+em1RRuFPlONUvEK1oir+ElboX0+bZSrXTyPkPI7FCDbOz5RSPMYo5rkJ9DclIfzeJBUlSfNC9cyDmuAQdQb3Olxym7opUDEcT3phOrxYMpedDrqDkSokZQFC4OlxaxPrbbUycYYDpfDdn0+nsTWPE6l3Lmt3NrkXH0Asdqirb8cJSneE196iry50Jsr8z521Gv1BFwdoCLOJaV7e76BAoLbTUSE+2jrUhSerLb1BufLU39PTYexbK3fUulsRXaS3KldP3XNnVnvpkJ1J1AF7G/c9htLm1OVjKfyDVc90RcnwncudWW/exI7/iB9R5dIGHd2m76qNyt4zMrEsVa86apS5BTIZV3FmyQFWGpAIULC2Yai+VSVEgP0t12A27PiP05jwJUtJQlSvTsL/kdokHc/u+rNUYrMV1EWUv9Ly7pSlxWlwdeknzGl/23aO8rFOCMZUGI1u+xZzqF/CVxYqmnU9rtvoWL5gQCFAk31B77BtApHIO8J3/F0fx/nshZe27EIBxP7EcuLgOfEn0Ghoq/K9PxUlciOn0S4m5Wjucq7kW0PYEZxnNqlUrzFei4ZlU6UtKl5PGlVu5Ch3uOoXGl7eR20xhOh4I91tz6pEyLWnMt1HhV31I7G3odoEiu4ci8SA7LizYrGbLnaC1J9NbZri/e99mE8xmC37Wi3wpjSK1Rm3Z7PAldKULfWEp07380ak2BsL/Tb9qbEqfw59Le5XOvP0KzdPci4uBpf/S+xZQ00uvVRyK1SYuT9FzDVlpUkeev0uCk6g/iNi37GUHBtLfdlUOE/Tn83FydSEp/XKT1DT5hqLemu3fbJJiD3r4SlT6XExHhfEPJVdjKtbTFltSMwsW3G1A2GpspJAv4hbYR3ZQMUT577VZwbFmsPqyOtKY+EpY0NkG5SO9jcjzBA7HeLET6W659nGVsMZ0rpr+cyGHk21bKtD6gXIUNCQdb3OFcYz6W6xPqmE1rRkU1kYWEd/O6QU5j9RY31ItfYu4sMQf2wGr+B8UYSiuSsOUlCIq1pXyEjq4ahY5ErFz9Rcm1ra99iXdXjf3pF5WVL4C2F8KQhXhSu5uPIp/4EbHWMq3RqzRnJ9LeWjJ8kprI62nUKJsShVs2up1A012RtNhyoFZfnuy2H+OvI0tHjUkeRHZQBBt5gaa2vsvZVu5EnM13RVcXhtO5/wC4tO15Lk8Jr4vWv9f5tlnuhqvPwOalO5EI6epeby8j/lsdOvtT5X3WXnyJzZP7v4+f5a7DB2yJYyGos+LxZ+RzJ4FK+mo2qUK5p3hcLPt/VN13hcJr/f2nUUcKLwnWdqb5eUlXpTv6WBLWwtHy7Uk7CUCstcWqPIW+jw9PVm+o8x9NjuoOfdXHehGRCl9fh02RH88dLlYofoMppDEqKrwtO5kqT662Nj5aX1tbY+nG55Q+IkWNucqlLqk+fAqMWVCldfA8Cm7aWBvYn07HQflnLeBuLlRazUnXaTKWha+LwltBOZN7m175ri/7O1ttinFuHOVbdaloRn+Rax+zvt8Kxu007wubYlRfmzfLfysRp/l9dtTbKAtML07EmN8OOt0ulu1FcXqzx0IK8utgEpym3c9gLjv57NzdjWML16exS8UUmVFqL/hdkZ0pUrW17+Ei3p9bWOzur1ew5KiuO+7oq0I/UtmbVrbX9trn1tshN6u8altNcJ3JzTCvurvCCex1StQGYdjYm+tu2wLaQ3OIdLXxtzNT07D/ALhituxXs8L/AGWTP+YOn4a38tl9vawLVK9K+0e7mrcrUUNfemELGSQnuCpJukLHYKFxYm+mwvuZ9olqqUFyBPe460IzrjqVlWm+ml9SbnQ3N/y2+adiWfKn81S5a+Bm4sfo+X0P7SDsKtOdplC0VVT3x1TCVefo2Mt3rnOs/opTHUly4uekiwsTY2Nj20Pdm7iN/wDhKvVlujYjwm/SJUpXwHcwdabVbwlQtlvqPCb3BuNhLelEdrNUYrNUiIyLWrNIT1JznWygb5dBp9CRp3274fwlQaNPgV73fnfQvMtLqvEo27WJFib2OpBtb02MUEgEtNFYu3rYXgUGrUas05cWaiG6vl3VhK8uRQDjZv1JNjqL6dwDpt5XYtfarLv3DOha0Z8jvT9Leev7dtp+0LWPf1BcrMWI+iFChLVI5hIzR1W1SpSewFioHQEa+tsByqo67+izo6etpfWnN9D5/wAdthESl070yBiOBKbd4THRl+f/AKbManU6LXmuFP8AgfrNeJP5HZd4eqEWqO8q7VuSlfqurPCc/BXkfofyJ7bGbtIdgNcV2XKYX+tnCkq/47RiC3Q0h0mlwPhNMoRk/UttCxPVGoDTfC8a/BstffVe4rnIS0Ssisnnm/j9u0mnVysypXIVSJk/x+FX7du2iUP2y8Mp139LtYGJAda4rrO1DJcaiu8J11CPFtEers+L8WLkWj+7/ptOYkKy8/qpJalcThNLyN+JXiT+z/rtUPTaXwvk4n/k7WLeMorrTn3Tx9Kunxev/XYMrMpp2VxWmUN9ewyd0cUBV4l3CqrtLntu8X/yUfx6bWUuv81KbalPI6PApX+h9Pp67D0yXAlUFv4zaJSP91Wb+L7QoFUntNcJ11iUx/snUBSf4/DbjKCvIwYzGHfhN/F6Nvp9LTvwnf8A0LLl/Py2BqfU6pFd+6tZ4qF/1fNmUn/CTrYemumxZFqUWstfC/wrR8yVfx59tuMVNbI2Z8LpFUn/AHWL4P10dSkq/HttCg4PqnNOe+Wf/KUFfmLbR1s1nDk9t1p5aM61KT3yKv8Au09CPy2m1CVVHYv3qov/AK36uX9mxAd00FO5ZfxG4tGa4XFRk2jypsCLKblO52F/Pn8Kkn/I/tG1VSmWp7TbXFWt/wDv/wAaa+WxTNpnvSltwJXQtHgd+b8D6jaDJg7iCV75i8WA62+j58nj/Mf8CdqJilSneH8Vfg2/Khh+fRpXFd62+rr+ZP7P+N9r6C81Fi8X5F/721lkGRz70itcJrO+x+p4sv7doEbEEV11yA7/ALmxcZ1GiwOLzaOv9f5b7CFcotGdd4rVRbirX1NKWnp/z2tJnJ9x3/3ZH63/AAO1hEj8XhutO58niRn6vy8j+Gn57Q3sNSnYrbvvFC/7zSsyVJ9beX/Xa0VAgRYHxc+fx8Vr/htQmdLdubS2mnGnetvL/vJ2nbq937u+3erhrdDRXcn2rqiKc+tHjZh2Lkp1NwRmRHQ+sXBF0gWN7bBsONzXE4X+/tvr+Sa3NwXcY4z38VPh8rh6L9mqatdkpTIdDciW4bjQoZ5YAg2s+6CO1qzm9TRW/T2qaZuR9p7czuIpfKxcPTkCPXmkJKUxWpd4lMCbDKEpdbUVC/SkpJsCCcZfyn26D+br2i0bwYETh0jeNBExa03ypqUcJakA+QzN8usC+pKzbQ3z77Q2+FrfnvuxfvQZqz6GKvUV+61pUpKmYaAluIUZgC2rgtsqIsCHFLNr7eh/tAste2F/J3Ube9BZS/ijCsNGIHUtXWpMyGFMVNkAaqugSCBaxKUH02o0WcbsieXg+Lt6bb6R/wDSesN/+mrgv/1Pp+3mfHciymm3WnkdaNvTLfIP/pPmGv8A01sF/wDuQp+1a4Oj5i19hb2PMCV6Duu9oaTvtYhVqLUfeKMO8BjMpbTzjQZKi6F3UBcdFwSNCO+oPbF9k7BntGYow3WcT76GcFP0SA9HaiqYYcVIStzMV/EcQbAi2gIv+zbyx9kBLTXtX7p2uDkX9qoqsyfmVlUL/s9dtV/yw1Niy95W7Z51lCyzRpqU3+r6f9R38vz2sg4h0G0RBbiPZ3o2+3fv/MvPxXyTC+f+/tRRIzJjAkdBUAQoAeZtc2J77E+PPZUw5u+9rPD3s0z94/8AR1baaWvEEphDSoaVRnndW1LyWzMhIusAlfa4sev8mI6yPa9pMUur4wpdUX1+JSeBb87dtP8Ap9/yrFJ96e1RObDWf+gKdm/ILI2tiFzPRv2Q/Z2wv7PG77EuEsL7y2cXxq1WF1J2YhlptMdZiss8MhtxY0SylVyQert5nzV9qP2KcCezVgShYowbvtbxwuo1dFLdioYYRy7XLOuB67TiyRmZSnUAXc73sDqv+SEYkxfZ43itS/H9sJGb/wCdkM/5beTVKiOxaYxKiu8PjNIz5fCrQHX8Drt2JC/dNnf+iGQJXsff+jRtb0prc1yh++fcnII4Gbi8Phl/Pmt55svfytptk5dMlOtIdiurR/H/AF029UYUx1r+R6Er50YFUr/9ZO3lPS67Pdi8XhdCOtSE+LL5m3mBt2JYP+ZqfCPsJxMUexnUvaplbzprE2FS61P9w+62lMKMGXIYDfHKgoBYjhRNtCo6EDbKWF8NVnFuI4GEsL4elVCtVeUiHAhxU5lyH1myWwDYD1JJAABJIAJHqruckNPfyQFZlvfo14cxc6r8DVZ57bJ7+Sb3e0DFG+3Eu8F5pD72DaCyiH2Ult6etxHEGlwtLUZ1IIIsHljW+kyu6EGBv5IfDdKwu3Xd/m/FyizX0pU7Fo6Y7EWGsi/DMmUFcZQOhIQgHyv32LtwX8nTVdxHtR7vd8u7nePBxxgSE7VGp7q+G1Lh8amyWmlXbUWpCC4tKSU5VJKknKRmKcf/AMoRvmxJvk9prFFGeqy3MPYQnrodJhodKmmeXJbfcCblIcW8HsygASkISTZAGxx/Jh4+xTg32nsPbvqBXH28PYvaqKKxTl3Uw8piC8+08E3sl4LZSniWuUFaTe4I6dzOf8rB/wDXe6//AAJUvL/8tk7J/wBmP2T96vtXYolQMEssUul0xSE1bEE1KuVi5tQ2Ep1deKdQ2CNLFSkgglvfysrzTXtcPuO+BGD6ar9jko7bcom7/eP7Pv8AJ8UrCW4PCcyo7wapRorrvuvKX+fnZVzJaVLsMzaVuZCqwGRsWsANunZ8Ylm/5JrcGy6jDFT9p2qnF60JSppHu5F128oqgXLX7Jz3+u2P/ar9j3eL7JldgNYolxa3h6sKU1SMQQ462mXnUjMqO+0SosO2upKcykqSCQokKCea/Yo9sOVLcn1TcDjF+U46qQuRmZU7xSblwrL2YrJ6iskqJ1JJ129GccYN3i71v5Mus0Pf3hibCx3h7DUqYtE8jmlS6Ypa4shRBI4jrbKCogkEuLBJBO3SMzFHsIezU17TVdxDR6pjFdBhYagRpjqo8dLr7ypC3UICMygkJHAWVKINroAFySFj7Vu7aVuc3l4l3Xu1Zuo+5ZSGkTUNZEyGltIdSSm5yLCVhKhcgEKsbW2j7oMTYowRw69g3E1UoNUyqa5qBKUwtSFd21FBGZBsCUm4uEm1wCBrebPnz5T8+s1F+bNmr4sh+Q6VrcWTcqUpV1KUSblRJJJJJO1Jeeh/8nkWt2n8nbvQ3gSs6EOP4jq+b+5HgoaFvzYIH12814Xs/b+ZUBufF3I7yX4WTolNYXnqaUjyUCGrEWHcabbm9jz+UO3Lez97NMTdTinDOIZWJaI7PkNNIYa5KoOSJbryEh4rJbAStIUVovdJyhRsDNw7/LJbwZeI0e9dxlBfonFHFRCqzyJSWr65FOIyLWBqAUoBOhy9xeDM85Fx3orr8V3jsPMKU0+07dC21pNlJWk2KVA6FJAIPcDbiU7euHt6bmd1/tN+zJ/6NnuriMCt0ikitontNcB2oUtP9ajShbVxlIcUM11IW0pGgUdvPH2T/ZzrPtP75KTu/gcdiiN5Z+IZ7Sf6nTkkZhfsHHCQ0jubqKrEIOw8cxcod02N/Jr7laPhLCNT9sffGwinULD0WR9muYQFfDSkpkVBI1JJ6mGgACSXSLhaCNFwt89Y9oD+T83zb1KzEEVdUw/jlqLFT/3eIy1LZjtmxIKg2hOYg2K8xAANhmv+Ub9oejQJVF9kbdLwKdhrCDUdqrNQ0BLPHaSnl4ibfIwjKpQtYuKQL3aUNml7N6OH/JO7xW//AImce/8A79sSHnj9MT/W/wDCv/Xb2T9v6qPH+TtoVU3cvZ8PPtYcU67FX0e7ShHCN06cPicvfyOgOhO3jkF/enP8Sv8APb1//k6oW9Sj+y1VXfaalYab3JSoC5FBbxHbjppbgPED/E+EIKgbtJcuohRtZBQNunTyGcdditLlNOrQtHxWnUryrbdGoIVe+YKAIIN7229ev5Sx+U57A2FBvLajfbV+VQF5Fd01ZMdSpZRfUWbEoE97Ejz1k7oov8kxB3tQ5W7n7Gt4rXNQume8nZ3Kpl8QFsxEzDy6HM9snDAObLl1ttmr+Voh+0gd5dNk7xWojm7ledjCsil8TlG12CnWpIVdSZigkKJJKVNoHDtldA6dMW4aqnCd/wBzLtBnh2fPfdddyeLKv9VX+vltGho/+i+bb7kPcLauzndLAfM2Rvf/AJQGjY29kynezLg3d9UcLogUul0lc33iH0PR4YbBaUAgEh0tpKrk3BUDe5viotNPNOOuf4lKV+8m/wC/a6ww3RncUUVrEfRRF1KKiqeNOWGXUcc3T1j4ebUajy1tt6qbtMBfyQMXFtNdw5UsLyqpxU8k1iKrVFcVTpIyjJNUGFKvawUCdrTpcY6Zdc/kiokDegck5/BdLYYE2+fmC+zyN83VmHwD6i30O3nx7H/s4xfag3tObqpWMZWG0Iokqrc/HiokKUplxlAbyqUBY8ckm9xlGmumx/5WVv2h2qXSZzrMJ/c+2+hLDtIz54s1QKUKnJPkpJKGlpu2CpSSAtTZKY/kjv8A67SRft9janl/+aYe3Tv5Ya0z+SJq8bHmIXN4O+6Lh3d9S5LTFMqjrDSZ9WSWELWvKpYajoS6ooBJUpXDUcoBCiTY4/keMJVnCzla3Eb936pUW0KWw1WGo8mHMWEmzfMRgkskm3VlX9Qe4RP8qhjnF2KPapxDgis1Zx6g4YagMUuFnPCjpdhMvrcCCSniqcfXdYAJSEJvZI2vf5IPFtfoXtLT8Ewas+mhV7Ds2RMgZvgqfYWyW3cvYLAKk5hqQog30t0rIvs8fyXe8XeDS5eMd/GIf5qMPU+Y7D5eU02ufKUypTa1jOoNstcRJCXFFRWElSU5ChanLi3+R4wHXsLyKruN3+yqhU20K4CasmNKhSHQk2bU9FCVNXNuoBdu+U9tlJ/K6bz8UYj9ob+auVUHvs9helw3YsDP8Lmn2y65JKexcKVobBNylLZCbZ1XoP5JXFNew97WcHC9MqMpml4ho09qow0ungvFpsOtrUjwlaVJNlWuApQBAJB6dMn4zwZiPd9i2tYIxlSX6XXqDMXAnxXfE26g2Nj8yCLKSoXCkqSQSCDtqT2RP5OTeB7TVBb3lV7EzOCsDuKWmLNVH5iXUMisqyw2VJSloEKSXVm1wQEkAkSP5WOlQKZ7YVWegsNsP1fDtLlSFJQE8R7K41mPqcjSBc62SB5bbkdwrXvaV/kxsL4J9nSt09iqSMK0anLjc7wm3FxAymbT3HALhSi24hQWAF3sshKydunRUy/5J7cPjKnro2A/aeqM2vQmlJaz+756G/8AGyyEOZb/AN/T128/vaO9nDeX7MG8ZzAe8aKhaH0qkUurRbqiVSLexcbJAIUDots2Uk27gpUrvVtzftN+zBi2Dj2tbuMXYOqmG5TUyNWUw3FQ2VpNh96ZuwUHwqTnsUqIIsdXH7XvttyvbIwHh6jT908LDUrDdS59qexVzNWpC2lNraylhvKhRKFEgnVtItrcV4E5pe+xT7C8X2jNzmKN7Le8GdSJtFrMqkx6WxS0SEyFMw40hJzFYUCpUjLYA6JBGp2eG7/+TMiNYdg1T2ht88bBdWqCQ6ijUlyLnj3/ALNUmSCl1Y8whsAHQKUBcsD+SOkuUz2VseymghbkXGk91KV+FSk0mnHX6XG3lnj/AHqYy3x1+fjzeBUV1Sr1fqlOurzfUNpB8DSSSEtjpSNAO5NiYMoPeJtj2of5NzFG5zBE/epu1x4/jHD1Ij81VIUyKhqezFGq5Da2iG30JT1KTkQoJCiCq2U5b3DbsWt9u+jCm6Z2uLpbGJ5jsVU9poPqj5Yzr1wgkBV+HbUjvfytt6Q/yVGJ6zjv2S8UYXxRLXUadQa5Oo0BqR18OAuGw7y+t+gKfcAT2CSABYbefH8npLJ9s3dXTPGiLVJSc34QJI2EU3SppXM1BVv5JPE8XeMul/zuxadu9hUuPMlYlnwm0SHJS3XUuRWo4cCRkbQhRdcUAC6kBKyFBJbN/kjt1WJKC5K3Ve0ZU5lUZGXiymoc6GpfooR8i0A+oWSO9j2K6/lm94+Mmt5+E91bVccRhf7ONVZcBN0oemOypDZdcF8qyER0BFx0XWRqrTOv8nFjPEmDvbBwDFoNWlRYuIZy6XU2G1ENTI62XOlaeysqsqhcXBSCNrdsfiWFSL8Rr7nf5MvfvjfGeJKNvQlxd3uHsIzOTmVt9PMJqCgAvPBSVIC2i2pKuMspSkqCSlS0uJRoeP8AyUu6as0p93dp7RtUnVRhJ+K+1BmxM/lnRHCFpF/79/x2Ev5Z3erimmVPAm6GDUXmcPVSBIq1QioV8OY+HkoZ4g+YNhKylJunM4FEEoQRkn2C8TVTCXtS7up9BqD0JdRrjFOlcB0oTKiyDw3GnANFoIVmANwFIQoWIB2siY9TiiAS03m7s8W7l94FS3a48iMsVel5V5mFFbMqOu5bfaUQCptQBAJAIKVpIBSRtQtnbaP8rPT4sbefu5rTLTaJUqjTY7q/NSG3kFAP4F5dvxO2LODwuG78mxRFmG04EacLn5TXKuy1v/qLWvq/gf6bWnubEdLi801x2GP10K6vX/L6bNjdzuhlfDlV5lH939nrszatg2l+5nIEVlHg/i/4bZhdfU3TcuIl8Mzao7A+61FaF/r/AK2vbZkYSrzXw2p73NfJkzhSs2w7hOm/ZxqpQKzTs7C83CX/AMPTttnbfHh2qUuvP16jYhlRUL6ktIdWhP5ZTb9g1+mwEcbsZilWpp34JmtajCiu1Rt2LEWvOpP+7+WxNGYrNBa5+LEQtCEeD5vyH/PbAmEfaQ3q4IlN/e/fDH+ylLz5v97VQ76baxw/7SlGxlhdv7o/FlLT8VpX075T569vpbYxDZwZpoV25WUO/wCxziOvUZyLQYkrPn4S0I6fp5Ht+eys3P0GU7K5+fEWh9bvSh1HiXp5HXTt5a+uzYVgp2s8TEcCuP5H8quF4cqe9rjtfzOpN/LS3DD0asz8RsNQIiOGjMp1f+zSO1rdyfIfmbbNIqqMQLvzHJhyqxaXhxyLKe4fATlzeHqV/wANk1NoLuKKo+00741K/tehSf8AS/02vN5jGKOVYpdGZfQteVTquFmTl/jz2l7uMCVmU1z8qXw/9z9/7/3bFNW0Zg94zFpMpOMsJT3IsV1zgLX0R3XeLxL97HxAfTvt8/zo43wv8WvU5/gIzfMOn8O1/wADqPptol+PgiU17rxHEQ/KR/apWUr/AHEfv2EcTYAw5VKXwoEt9H9xasyfxFxe/wBb/wCmw/GEyYtcFPfzoYjcn0urLi5F/FQ705l2vl08gPPQWPbZz4pbwvhzDjkDEdQYX8LxSEJVlV6JNvPtbzP5DZJ1WNS93MVzlYmd5Ckq4qUdevmPTvcnZfpmVnGUrmpUuU/k+RSlq6fL8f8ATY3cgTXPrElOo3vR+VQYjDedfyoyqe8tTbQfkbf5Mf2fcOOu15ys1mnLRkTlzoQMuUEa37nysdb2v67L6FReLP4UCW/x/na/WVp52v8Altp/BFA+xuEuf6+OtrMvpypUrz25fJpb7RIW9Cp4Xr39FuxGJWT5PD+YOh2vafVIGF91/Fi0ngI4SkfCXmy/+VZXbyF9fP0WciJ70rzfPs5OakZErR09PoO47fTZn71KY7A3c8hFa8bSUp/Mf8/LX6bMXDbgQaGZxxTHgSqC47PefWiUvpWmyVJWo3vroQD/AALbEWBaXRqC027FiLQ+jN+l6Uqv6WUR+wg32LME4SaqmHOQn1Bia4x+ClM5fI31A8tR9bDyJMNbuPf0Vylz4nAR8ik9KcoIta2ypdYXuCVSMDu76Z7cWs81yqF+PxKVY+ZHUQT6k/nbbQ+GcIQN31GbgNO/AQlKU8X8Ow9Pw2k7vcLUvCUVtp3+z/tV/wDH/jtT75N48WgxeFF4D6H09WRfUm/naxvtZyGWJnczQK3vYwgRaNLad4HgzIWnqUlPn+76/s2zBu53iYN3l4tfwv1wqihWVp3Icj3l4gLfttr59ztx3o7xpVedbpcCI++tebwpzo79lAD+LbW+4jd5hel4jiYjdiSmH82d3rzNJV5lPmCbgWPb6X0DXX8xitNsPYu7il0usuQKzzUJb6lOwpTCs6dAOxHh9bEDU99v2bBxvXnX6DXq4j3d4UOu9S0pta4II8tbm9u30DV3i4Y+1HIO0aXwFsIV94R8ub1HY389fIfjtSN7lazVGuLKxMhC0eDKg5fx7/522k7FOcxnDMOIEK3bYIpbUdqvYyQ+vw50dKleVjY6/vI17bd38BYc4rDUB599has/FT/zNv2W/Pzuarugn/Da+5TeB8WOtCCl1KvMG9gQR6E/hsP4qxHVMOUH7rEf5qKhKHUJaKFqSO+UEAEetr2+m05B+2RtPzCid9jcJcBrlFsSvlz3Sr/eB7X1sdfpt0g4b3c4td5p2o1Rhb6ejO6FozfQ3IVrprr5EbKIVOqY3itz+UfhSkLy8Jed1rLfsSBcHX6fhsa4SpEpqjcq1EySlpVlWtCk9X4G4I9RYfjt26QZVT6PjfCUqXhxr3jNw9K/tUIWtLaj5FQuRpchKgB/e8tuPs4xXcJY3qTTTy5UWqOrdRlsjLcDuB03BAvYC/01GzUwTTapyvFr2RE5CMrq2FrShy3llN7bDz9MlYcx43ihqXx2Fp5eR8LrT5i4TqQCNFWNvO21sSsMMTxWqzAruEna2/F96NLXFz9OVZFgCdU+Xcgd7DWx2UGC38ZYjoz+CMZYslSlwszHLzXT1W7AlSilYNwQe1u3ls5sM1GBiOvP80yjoaT1ZTlUk301HltZVndrgh1p+e1ERx8ilf3lK+h73/DYe+cBEMfZzpbTTk+VUeOtjNwoU13pT6lDhuoWHa5IN7eW1dJibwaW639l2vuTCsjuaz6Mtu2ZCunXS5t5j6bTali3i1R/DjXHfQwvhZ85zNrF7i50ItY/5+Y2u8L0WvNSuLxoqOvM0tasrqv2XGn1Av699ozCyywZTq9Pacdiy36c++0jix8/wHu+pCgNfqbEaa7GuG4lLwvx5Veye8Uf+fDQTw0m5shVrG4tqCf89qDETn3D9NysrpyKaTmSlQ89CCNfT9+3fAsL3zAciz8ZUR+U2vImPNdLSm1HUBLg603selSVAgGw9JkGXVSk4txHxJ8V6nMQkdLSEO9ak/U2Fh5dyO+nmQCo0yfRosuU7h6K+wtH6WP0rz6g5kgZSD3uCPO4OmxummwKDKcalNLYfy9CmH25DSknW6cnl6jKDfy2hPzaC60/Ki1bgIR0u5f350mygPxHb8NrAymJlmPh/FFUxbz9GpOdhbuRLq3yhKVE2IsCAkaEFJFj3B1ts9MJbqGorvvSvYIYWt/LmS00FJSrTXtaxtckAd7EHY8oBw5P4fNUlD7HyyGEBSU/QlJ7a6E6Dz2vWHnXZ/uaBLWthHQjOsodZ/uagpWCLWtcG3l22kky0qxh3CXIcJrDzdLyI6mnWjwvXRSewJ9R/unYOq79GitOQIsTwL6OKkLQpOvY2I9P8tdNnd9n3eVcanurWjJ1Z0DMr9mn7tfTZNYyFGozrnIS2F5PEjPlU2vXQptp28hb63vYTep0D59T5CV/5zkMOfOpKcqVfX1tr699u+GsHY3xvWWPddQ5WKh3iqQ61+kTpbKrMCg+pNwRpbXasYkOynf0KKjk6sqUnOn6gG4P7QR9e+2s9y1K4VGbdlRMn6udrZYVn2ZLPgQPxYhrC+76Xhx16UxKXFW1HfaRnUl0g5SBp2OvfbP+FMF4orLTdUr1WhSloUpHNNLPUkd7pNiPK4OnkD3trvesmA1Ac5ppCGOrryZsqrHUeaT9R6Hyvsv8IUGg16K5FgVZD+fpWh1AUh5Nv48tmUO0TPdrN3EWNJwxjzCTr+LcG1unVdHSp+Ap0q7d8qjchVvlzGxuBpYCrxPvoxliOK390lUFh9KkvqWkusNqvaylZSAPxTa2hHch30jcxS930+XXoFWfXx/0sJXhy+ifXXXyGwY6nBtLrL7sVqUiFNSpS462si21HxAG5T6G17j0OxvujCE45idwNVt4Ls+XS3YkWax4X47S8iZCNSFpSTfyzC1yDoCAQNudRx5jKBx4ED77FYUnO1Umg1KZQq17rQMjlr6GwJHcgkjZqRd2OHKzVPejtQXKhLyqhyorQaW3YeFYBspQ1BBSL97etzIp8CgwOE1LRNWjMjO60FKct2zDtp+0fTa6SxEoKfg6Bi3C7c+LUX0TUJ+WykKVlyqBGljbtY29QdhrfRgWBAo1MlYXqHu6rokIYaVHSUqUkWuMt8qhb5gQfQXN9vpOPMUUGe57rw9n608VppWTiJPfL6EamxHpY632+MSVSsyp8DFHumUul5081CdayusrCvO5KfwN9bCw1tsQ+pUy93WuYjo0XkKpUELc6lqUtGRLivW3r639dmrSp/KtcX9RHjQrZV1Outc/EdgNZ2FtZFp8Kk29Qde1u4tpby2JqZV/uDnxcn6uyDwojApb7sqVxeNxPm2uVVppr7r/AOqbAlMrLUWLxXehfzf3v9NqisYuditOSub+fInry5lf8AbbCA3GWhZvQxc7S8JS3YGda0NK6EdSvyHmfw/dt5ezsX4j+1E+suy1rlSpC0ux8hzJ1NkD1AJsPw7X23i9NqlUo0iU66tefNwlZ/p5K9L9tdsuViDFoNef+0dJc+9O/dai1H6f1i0u1xp5E2Jv5200tMqIP3gDmCD+Jt6DtL96Rai+thGbpSpaVJSB2IPULemnlptMwzVt+eLfiwOOtDGXKpHj1872N7aWJuL6dtj3AHK152XRpURCOpWTpQpKr/qg2KNBqP8AoHzgfCUXdzwKpAZyZPnR05mv1FAaH8rC37NmT4+oOBQ3Pb0IFGYrOHMWLlLlZvhSkBaFK7GygCk20NiLkixI77A2JtxO9+vT3PfMSnQs6s+RHEzKR666EX9Lm9we+2vvtBKqjTdUo3Qw/md6LLR+7zHY+Y7G1tpkrFjsqLytZ4D6P7yB4vUA9j+H7drZMgmYGe3QYowa770armfh5vhZcv8An5Dzvcdrg9tmnu8qLsDlOf8AgMTcvg8CdNSDe/5H8L7MveVhZ2sxX3cOS4qF/rqQrL38/Mdu9j+GwfunwHWWqy37+p2T587Cs7SlDQ3Gh7HubH6bJ6s9lO5OBjJewC7Kd5CqRIr8KanMhD/UlxH0KTpqbgg3GhHlspN72HJWF6XLgUFp9C2OvhcXipSn1sb5h2vaxt3JtbbTWJ2KXRqC2668hDbCM6evKnKB9dBfbO9Rw27jeve+aDiF+EvOtTsV2yk5vKxte9vwv3+my2j1D6j75dDFZSptZdoz8WLW30PrhLSrKvqUkpvb6i+liCNPKx2yrNpbvFc4sTrX/skZP3DS+24MXYT4Tr89rIxNQ06paGvA8rIQontr21tqAB6WyjJR/au/+a/4+ezriRbAqk4M4Urmp7Odj5flUn8R/H47fuIJrUX4UWW/wEeNKHen9n/T89r+UmfP+FFe6Pm/WVtyZouF6W1z/B48pHj7qV9dNqwWJTYVqMXhOcqzw1/r/wDHaRVn5TUrmutHzL/Z+220JmvQJVU+4RMiNptaU67Fbda+T+NNqypEH57s+f8AF68nyrT/AJEbWtAalRWvivdC/wC507fEOT/4Of8A9V2s24vF/uI2ptkPtRZXvRGmpTjrXg/9B2oKpG4sr7r4/n/V2Kn0NRf0u0ZZi8LaoG2CqOYIuRXf76P1keLq26Q4jrsptp1pf6+0z7006461kcR8yP47bEmE2ead+9RMmTwL+X/LaSISxtozIkymu8hwovQ4j/ykq2p6LJnwJXF4v+PP83qP4/bs1fdcV39LsB4toHuafxYr2diV8n6qh/xvptVB8RauzeeZaKxRxfurvxEfqL+VW1nTag1K+6us50fKtH+RHmNl0gcV3/B1bFVHed4rbvR0fP8Axp/ltZE2xxPGGUdqlxWnJUXJnR40/rW8j/H5ee0b7eutNNuyqSvJ860K/j/TYarTvKyuaazxX1+F1rwufRQ/4bTH+adit8Vpl9C/H05f+WxNsuZZzq01WYvFgZ1o+Zpacykq/wBfy/ZtU09H3pzheDP1tfLm/DaTSGmpTvCaZWw/k/j8R9RtYpY4Ur701kfR0LX+skeZ26RKGbHalVluLwkdH+70/Tbs9SapKlcg00hbHyqWnqT9D6/5/Xb8egynazzTTyMiF+FWxs0rlWuL4OnaTOgo1gvkPi/HR/gX0/sHn9douIpvINNtNdf+/wBX8Ha6reJHeF8Lr/w7L+a27VOI67n6P1/ptT7peENLqLsCK47wVrbQjOlCUZlK07AeZPkPO429gqXiLdn7APsaYPpW9+hzah7wSmFV6ZTI7Uh2dVJrbsmY3lfW2hTaQHwStQGRtKbEkJPmZ7KELd+5vowTK3vYrpdFwxSKiiszpU90oaecjfEjsJIBupT4auk6FCVg+QL2/lHvaGwtv33g4awbu+xDFreF6DTVv85FdKmHp77nxQRYXLbbTACtbF10C2t+MEfKGI9s7+TGvp7Ei/x+wuHMv7ebttpH2Q/ar9lvfTOrW5Lcluum4HbiwHao7RpVGgQIsxpaktPKbREecQpQzIC7gEhSTrrbx5l0RqB8Lgo4C/Av9VX/AB2N/Zo3kO7jPaBwRvP4q0QafVExapkdKUqp0gFmRmt4ghC+KEkEFTSexAI7EjEH/aA3PV7cZvuxnuqaZf5Kg1Raaatd1cSA4A7FXcjqPCWgEgnqSodwdvR/fOf/AKT1hv8A9NXBf/uQp+yG/lNMVbl96mLcIb3ty+8eiYhqIiro1ej06Rmd4CSXYj9rAEArfQTe/UgWIBsf7z9+m6DEX8mDQ90FG3hUeXjRjDmF4rlGQ794S9FmQlyGyCAMzaG3CRf5Ta5ttG2VxiZA9j9Tv/o1+6Pi+D7URcv/AJKztrb+V3fZa3qbs+aa4jDlGmpWn/5OnsR2P8eu2It1mIZ+7TeNhPHkVlzmsNVmHV0R1WTzCWXUrW0FEWHEbCkBRtbPe+m3qTvexH/J8e2FS8MYt3jb56dRZtHad5Rh2vt0mooQ9lK2Hoz1yrqSOySQR0qsdZxtl2mNv5N6mPUz23sNgPcaK/Q6uuOtXiycEaH+8DodiL+U0Z4vtaS//aDTv8lbVPsb483a7sPaz954ixPCp2G6CqsxYtSlKIQqOtKkx7mxJJTkF9LnWwOmw9/KA71MG70PafXijd1ianYhw9Ko0CO1PhO5kKfRnC0A6ai4vp9PI7VJlTNlfyUTYa3GbzGvTGDv/uKg7eR1Hb/oxglr5UdPh8tvQz+Ty9qfdfuMdxJu13qVtui0jFE1qrQqzK/qrcsMoYdYkG3wkqbaZUlZukkLClJJQFLT2zN03sXbusGwMR+zBvShV6tzcQJRMpcLErVUjQaaqNIUcqE3KEB4R0grUpQBsDa+0od0hDNUUq7v8j5ZpricHAjvET4rcOQrPf8AAJN/S23l1Sw07Fb+ChHT15Pm/wCn023d7BntgbqsJ7oZXs8+0PLixcLzVSmqdPntF2FysvMp+DLOuRJWt0pWoBBSvKSCElRWvcL/ACUmF5S8RnfRDrFPi5pSaDCxj7wTlGvDDUa8tY8spWSexuNNr/bL/bCHdhHXG/ke680GShCsK4tdaum2ZtVSnqQsX7pUgpUD2III0Oyh/kWK7Ap+8DejhOVKQio1SkUufHaUsZnGoz0hDhA7nKZLV7dswv3Gzz3n+177M28r2Qsc7v8ABGJ6JhuoSsOVPD9EwmtTbEltpsOMRUJZbuhtK20IWhANkpWkGxBt5lbjt7OKPZ43tUXerg7I/NpDqkOwnXS2xUIaxldjLIvYKT2VY5VBCrHLY0lcQg9rTBk/AftP70KFUGn0P/aWZVGlLRl4jE10ymlD1SQ/YH1Sodwdmb/JyMCV7Y27p5tlzjMIq7rvSTlR7rkoKiQLZcy0i5tqpI7kA6+xjjj+Tj9tKBSsebxt4NOwbiiLD5V33jWW6JUmWtSYzweJZkoSpSsqgHACVFChc3jbqd7n8nv7JuNqVhbdVXGKtOxK6qPWcZSphlMQYvDW4kGWQEFK3W208KOLFSkqXayL9JzMzfyr0duX7VsqMRZxzBtOSlR7auSgP37bt34b7t4uEvYao2/n2fXoUqXDotHqy+ahmQhVOW0hL5LdwQWwsLV2KQ2q40I28+f5RPHWDt6HtK/bLd1iyFV6QvDkCEiZFXnYU+04+VtnsbjOm+ltfobG3sMe3hA3LUGRuX37xHqju+fU8qBPYjmUukpduXYz0dKSp6MtSlqGQKUgrUMpQRk6SfUEU/yrXtj9H3vBuv8A+AT+74n/AB2gYl/lMfapxlherYcxFLwo9SKvFfpczhUQtFSHWiFtpczkJcyEkaEga220XVvZ0/krsUT3MR0b2k6ZQaXMUXV0SHjSG0wL65ENyEqkNJ9EpIt2FtBsEe1N7SXsrYW3JP8Asr+zdgOmVOivuB2VVHYq1IbeFiX47jw4r0k2TeSTZI0SpRFk9O4mSMFL+4fodqLeO/xeH/c68qfm/j8dtc/yd1Q9lqL9rGvaLaw7zTjUf3MvEbTaoSmOvjhAWCkPXyXvqU2ydljbNXtHpwG7vVxR/Nhn+ynvR9VJQq/THKjYDN1BI7pB1CSkHUHan805YT7wvYd3vbutwdJ9o+sVzBtUwdV49NltCkz5Tsxlqdk4K1ocjIQAFOISoBZIKrC+yPQ1JgNcVp7Pky/5+vptvL2L/bg3c4X3Uuey/wC1TT+ZwUth2BTqs6w5KjphuklUOWhN1pQgqOR1IISmyTlCAomyPZf/AJJ/3p9qZPtG05+l3K/ci8fMcJST/ZkJtLKfK2fN9drETs/mHPs1h7Dv8k1iupYnhuCLKwtjGYxHkXRxY7xmcMC40S4TdJAsQsKFwdVx/J0e0V7G/s+7i5EXFuPEULHleqMl3ECl0mc+/kQ64iGhLjTCkFtLNlhIUoBbqybEkAV9vH25N32Nt30T2c/Z5i8tg6LwGps1mKYbDjUUjl4kVkpCksIW22sqISFcNCUhSConzzSlpr4W0yMT08l0X+RxqE+RVJ+Nq09NlOrkPyJE/E6nXHVqK1OKUpOZSipRUVEkkkk3JJ21nuujeygz7IWIY272oSX9yXuuv+9pC1VBS+Ts/wC8jd1PNEj45BSCo90X028CVJad/ubemvs1b+dzdG/k1cX7nKnvCosXGtQw9i2FHojsjLJcflJlCMgAi13M6MtzY3G3SCJn72psI+xH9qN20X2W6rJfpdRqLsXFvHfqWZKFvw0sD76AoXQqZct9iOog5dtg/wAsVPrNA3G7vsOUAuQqFKxHwJTTByNKLURZjNqA0KRZSkpOgU2lQF0gjyyqNKa+I061483/AD29ItyPtzbhN/G5hv2fvbfiR4sptlqB75lIc5CqBtPwpJeaGaFKFtSSlJV1JUM5Qnp2J5gIgNOtONOs/wAfx57ev29tL2PP5I+m1neXLW5V/sfRJ8ebKdzOuS0vMCI4VruVLdBbSSblXFVqSdgOhezJ/JPYNrCMW1D2h6diSEwvjt0WVjWNKYVbXKpiMkPujTwEkEaEEGxU/t8e3zQd91GY3L7nIq4uB4TrTsqU/H4C6ktv9ChLBALDDRsoJUA4pxKDlbS2A50iYhb/AKr/AI0bRJCnWmnOKz0ISrN+Wu2sP5PKX7KzW8XEP/o0jOG+V91te4ftKlK6al7iK5jMHAW+IUcHIV+WfLqTssfadRuga3+4sa3D5PsU/KSumtR78BKi2njcAK1DJd4hQnsE2ygIyAdLkw23w+whvj9nndVB3vYyq2EKvQZsqKwlVEnyX3WUyG1LbdcDsdpIbJCUXClHM6gAWJIzzKLTvwuFnz/+a29CvZV9uvcvUNyzHsq+2DTg5h9iEmjQKxIil6E9ASpKY8aSGhnYcZAQlDwFglpK1LQsZlEDXst/yT8WpfaSV7ScKbS8/FFGXjyMpvKf7OzYEojytnzfXbpGfzDzdQZeLf5IesNbwnFvsxsG4gahuyka8rEekCARcahAZZyG3ZCCL99sx/ySKf8A37R//wBM2qf+pMPYl9uD2+t3OKN3LHs3ezdTuSwiwhiLKmIiqiIcjxyktRYzBAWhkKQkqUsJzBASElKyrZT/AMmXvV3f7pvaUkYn3n4tp2HaQ5hefCRMnu5GlPrfiqSi9j1EIUQP7p26R8SP/KXR+L7a2Pv/AMl/+4yLsSfyTo/9/Dif+m1Vf/2OwF7fGNsL7wfapxfjfAmIYtaoNURAXDnwl8Rp7JAjtLsfotCkn6g7W/8AJx7y8B7pvagiYy3lYsp+HqL7hqMXnZ7uRrir4WVN7HU2NvwO3Sx+2Sv5VM/+/o4l/wDaXS//AFEb2/P5LY39tLCf/tLq3/qKdqD+UZx9gnef7UtZxtu/xNBrtCm02A0xPhO52nFNx0IWAfooEH6g+m3D+Tw3gYH3Ve1ZhzGO8bE8Gg0WNAqTTs6arI02tccpQCbHUnQfXbpEYH8rs5wva9W7+phKm/8AtyRsAPYN9ur2CmY+8DhV3dzBrU1MBC0VGDNhzJHDUsIejIcdbUrI2ohS0aAEAjttefymO8PAm9r2lftlu5xZTsQ0J7DkKGmbAdztKdQp7Oi/qM6b/j9DbSu4n24/Z09ozckx7PPtwCLCqEVDUVqrTeKiJVAyk8KVzDXVDlJSCFlRSlRN0qs4Wk9KwK3S/wAsfvUp9Uj0/fnu9w9XqC8pDUqZRmnIc1lB0W6ULWtp6w1CAG72IzaixZ/Kc+zhuv3dUHD3tDbsKHCoKK7VE02vQ4DQaizEyGluty0tCyUOAoIVlAzBYJFxc2VC9mH+SewPXW8ZVT2hKXiiLGdTIao0zGUWbHUpJCglTEZAeeFwOgkhXYggkFK/yg3tp0L2n59G3cbtKfJRg3D0jnUypTRadqEooKA7wzYtNobUtKUrAWS4olKMqbxjdIM1X/JXBkeytvMLXWj7Y1JSfwNHpx28iqEjixWGv12k/wCQ29M/5OPflub3S+zpjnBG8DeFSKFV52JZsyNCmLKXXWHKXBaS4AAekuNuJB8yhQ8tvO+j0lqLBYjSWbPMpSlX+ICx7fXadsobAs9Sf5INrhezvvFa/wDiwkf+42HtgX+T5jOte25uy/8AatM/9QZO2x/5Nvf1ua3S7oMc4d3i7wqRh+o1DEzs+LFmOlLjsc0+I2HAADdJWhaR9UnbInskVnC27T2qcBY3xdXItIotIq0p2fPlKytR0KhyEBSj6FakJ/FQ2nEnuCN7+Wdj8X2kMJu//EXE/wDU6dtnr2CkcL2x91H/AKcCf/bLmzx/lRN4GBN8m+3DWKN2GLKdiGmRcLswHZEJ3MluQmVKWps3A1CXUH/eGyD9kbE1B3fe1Lu6xbjersUeiUuspkTJkpWRqOjhOC6j5C5A/PaJbImpf5bAf+vk3c/+mzI/9SlbZb9i8/8Av0G6v/07ad/7dGz4/lXN7m7DfTvLwLXt1eNqXien06iPw5T8B3iIZeMgrCT21y6/hb1G2ePZWrtLwl7Q+7nFGI6gxTqRS8TQpsyU/wBKGWEOAqcV30A1PoNiJKt6noF/K2j/ALd7sv8A2m1L/wBusbYkjyGv0Tvw0L/8ztrH+Ul3qbut7OLMA1Td1jKn1+LS4c5iYuGsqDK1uNFINwO4Soj8Pw2yKo7cPUXs+6eh1QmyovwnfgIR/up2HqvvIoNGa/pStsMf31r6f29rny9dkjvc9pThNS6NAyc0jMnO0rMnNqNLeVx39NR9cs13F+I6zKclSpb6+P8AItZy7ZP0tjy1Wntz+oZuR7fnuvdlcq7iGKvq6/lT+06ftOy73/0ufVKD7+wvkfpy/wBKtF1KSk9rW8r2+p/DbMNLpEqV968GTbVe43EPP0tzBuI3fgP9LSlo+UjtbUHU2v8AjcdjsB9N9O4Ocw30aL5iZyj4Rn8Jt13J+svr8NtnLu7kcLl4rrS+A/8ACS60jqzeX+Wp8vz2IscbooFLn8r/AN1WrM0tF8uX6+Wn+W1zhrA32Xa5/jZ0L8CFeFKfO2g1/ftoo4aaFR8ITycVT8EUZxqly+d6ehDqMylLPYaC/wBexsLnYn3XyazKacrMqnIYlSup1GQp/Kx7fhpsIwatxZTbsqhofhMZupC+r9nnf8Rb12Jm99OCKN/Rc/7k+vwtK/d20/MnYqiWJkbElWx47ijlYtRYQxKXlyqazdPpfy2NJNYdwRhJyfVHkcfJ/h8tfy2E6NjT7UV7motP+Ax/arR0/t9fz2+d7zVUxbRm6XS6SuoseF1KPFlP+X/AbNjaywDRQN+0fS/ej/P0SVK+KrhOtf2lj3AP7dfI7Mfd3W6pvL4kp2nSosJHRnz5Vf8ADt+O1FT9yOF4sVvmqS/CWvKnI/0qzfmBp5fhtYxWq9u5lN8g0+ww4vp6Tly/5effy2Tsr2nxjSHx5hBiLdzAdqnFalykZMvxV9SUpJ6rjX0v2/Dz2Y+66h4cwvFc5+IxN4/6V1aUKS56C1rWFhofTaduyx3RnaW/z/AlLX+l7K67eh1t5fXanqGEapPrzleoLvJQnPHHRfI5+KRpoBpbX67RKyHVsA4NqmN26pRqeiFnXmW0m3CUofqgdtmoqdQYFLbiu8POhH0zabBfMRaXAc5+JwF/rp/4f8NgeK375rzjrVQW/F8Cevw+um079vMnEiSMYUas70I9LgRIq0IzZ8icvY2B00uddb302Z+8aiV7EdBbaoNRQwhHWpDrWdOUC9tNR/Hbaii7oMJUGqN4opby0Sv73/Dtsut6u8rFtGxHEgYSrj8KUteVfAsrMn++k9x9baD02P3N67oIjbKNL9ZwvXuFFdYW+teRfCX6/vt30P79tM7uKU7KpbdUlOoQ+tCczSV+Lzvr/nshMMYNqlele/qpLXUZS1KUtSUBPSddLACwtYC3bub7NFiuu0trlXXuVyJyIzJ8P1G2cT5QWIT42xq7QYrnCdQ8jq+fw7ZG3l43r1eqjkCgxF9fTmz9PVpex0GvY39dNiPfFvOi0t3lWpfPL8C0NXUrz7jyH11Hl32+d2uJqNKa5qU1Ffz9KkKQMzd+/lp22Lvha690G8HbuMW1l1tpp6Lx/EpWiVp/bof2/wCe2mcDYH9zRW4tZ4D7mTx8IJUn8SAL/mL/AF2WR3mYIwRKfnyq5CYYYRm4XFSnv+JH5W/fspN5/tyNNOuQMBs86v5HfChKvobg6edgQdLHuAIs7tgR7tog5m66VQYrXwuKjJ/j27VBeF6C05KqlRYYQj9d3Kn9+3mBhr2uPaHdrP3WrRV9WbK7HKk5fLUG5t+/YqxhXN/G+mK3ArLPAXn+OuEhxpKk97KRmNj6/nYA6i309xle8izQ+872z91WF5TlLoOSrykKy5GFBWXWx1BsPPvrsP7vN5cr2gqy5S4GHuSY8Drq19Sb+Q0IJ/49tdsvR9wtUo1Ubiz5bHxlpyqWg+WqvLv3t+09tt9ezRhPCWCMLt8J6Kha+vMuyVKV6nzue/0Fh5bECbJTulviOTdluzpeDWm4sqJFf6E/F4QSpXbxAaH8dmVUMO0GfAXFlU6K+wtHhU0Ff9NhPD1Zi1SV91loWj+6rYwlSeFFc/w7WDQBmZMR7m59Bxv70wvVpUKC/wD2CJBU19QUquCn0/O52mP4Fn1T7rKeyL/2qUeL+O+wfjP2mqDu+xvPpeN2X0RVupQwpqy0Jv53uVC/mLempsbUCvbMw5PlcKg4eqMqF1Z5WXIlKR59Vsw/Dysdjb/zI2w6rDM/d9FclNcOajpzoUkZ+1rg6fmO/fvtT0je5hfEbT9Ln0/JKR1KadRlUpPe411t6i3r5bAFYx3i3GU9uVS5aJUV/q4TTWdX4qQeq31At31GwDj3dnWao627Fd5J/qdafj9SMtxcKB1GmhIIJF732B4w38sdVUwxgjEbrdeo1Wp0WqMZkLQ6vxI8h3vqO1yf3bUrdb/pT3W1yudCcrrEhQfTm1vw1AglJ0NjqPprt84Pwtu5qlBco1eie7qu38LipfOSRp9b5T5EEC/qb7L1ilRcB15+LFloqjGfpW6vMtOvYG+liOxH4G2pgmWSOJCaW1F4XunJkRm4SXStP+6SLj8DcjttCqVDo1e4bUqnc0hGXJxUZlN2vp6/tuNqqiYyo0p1uLKecYfypyZkdOvYXP10IP79rqRXHYH6LoyeFTqRlzeoOhH1124GWIkyn7n8OReHP+PwEdSMjq+m/la+ne34drX2hbwKbFlQP+y8tdOqjGXK6lQ8r6EKSbg2F7j9x2HajvlxbFn8g7T0Nsf7Vq6ek9svr9dfzHfb6mCs15rn4GSU50rdSlYSvUX7E3Jt5gm/YE7XlYG0HFtewRWW/fNDQww/m4rtIUtKe5uSxcoPrmTYm+g7nZ2YWxfRmpTFZaxYxNYypyZ0ZFt/3FXub9xqSdgxqJK5VuU7SeP4srTrXite/l3B/G19o9ERKarzcr7MoXFX40SGArh2/vJGZN/W/YX12KTxBiPau788JQIDnK/en0Jz8JNkrynt3slQP0JB/dskqnN/nBrLlUpdJXkz5XUcLKpPpmHcKtfTQ9vps36JhGgymuflYZi8BaP0WjqcvokKANvp+7btS6PA5/msL8rFYR0cJNkpyf4VeX0/IDXYUkmUW7vATsWe27Ap7C4q+tbT6Dn8ux07eh9f2aDiOxYED4XRkR/5OmyexNjyBheL91qLDb6EdXWEpT9T9NkxV8Yb369VPhYhlRYS1qy8v8yLdze4+tgLf5iolSJ+e2rvWlNUtijUZ19D/FS6t2O+UKSlHV4gdNRb8L+ROwn7MO8OLXmuE7Vn2KuhCXcjq+mR5E3sBm8iBa+hGmmwrjrdPiifWefn4mlVREpeR3nGgl1m9/CUJCVpHbKQDpqSdrjDGCqNuRa+2XFqMqKjLzSUxxIypBvnSlNlaeYJNraAaAl7fHEoTtmk3cXRa9XmIDtW4D/6nFy8T6FJ/wA/89qzHOH5VZ49LpfAlLQjNyq3S0tzKQboWjVKhrbQggkG4uNkzjZcre1FYxHub5WorzIdSphZSvQ6k5RmvY9yAfO50uY4MibxsOVmDXt40RcJefhcwiRnYV/iKgkoV6gj6XNtrDxE6XGAsBV52ly2oFWlP53eLkkLyPpsSNS30BQHZQAB80i1tr1Cefpbn2jiPoWjMhcpp3K7nB+cC6T5a2H4bX1WrUDAc9vEfFWinTVoTI6OltSvCdL6EnU9vO+ttqfHMl3C8/7RwJfHpdU6X4rtlMK+t76Eg99qS8BaNgqqYjrz8Cl43ivsRUZmkPx/ipT5AlJF/wARppaw02mVHDm8ujSvdbtWhRULT93fdSVx3k+bZUOpJ+hBt3sdgvEVZ91tc/RpcqkPrSpEWfqlCV2uEOqsQknW3E6T5k3sRs1TfTP4jWKKhx2OhaZVLWFJTfwrKEkkd+9rC9repPJp0Jq7MdpfwpUTlZSFZHYvFC2Ff32FgC1xrlubgaAeZLRKjzVL5rhcP5l9BTl89b66dv4vsBNS5U+jOc/8eVBR8V1COtywvdSe3b00Oh26YC3nUafKl0Zrofi/2S7KSpPa6VX19f2m3oOyrAlQY0hUHXeG1/Gv/Db7fwa7VP0vgX19d8uljY29fXy2Xf2wiyqy3Fi50IzpSvurL6kep/K22gqE41PpbDTWTPkTmyLzJ/b/AB+GwMqk4mUNBpECstN0Z2k8DJ05cnSr0sRoRb6D8dltvF3du4SrzkWLEz06ajO07nSvKsAdK0KJCr9wdCLHUWF9J06HFadb+CjP/wCa/bsCe0HgF3FGHG3YFWlU6UxlWmRHWMyddb5gRYi4IIIIJ7aEGVpAMyDPgNQMbxJTTLCF+FSoq8uaxFipA7HsO9jfZy13FsqBhJvi5FoWjhJdd6eCo6DUep0F77A+O90tBw5Rm8Ue8ZXvHOnN1lKXk3GpFyLnuAANfW52hnF1egUb3XFiIrdEmoySIDqRmzG1lIUR0kHv6i50tq1WdwnEQV3Tb7qphzGU+g4jra4sKbITwM/UhtVrXKk+pAtca3sbW2eFcqnPxeK1VloWvradR4FfwPT92yop3s8YSlV5vGVeltxWH0J+5TLpYS73/NQFhawF/UjajxjvNrODapIw5hxlFRpzLXwHVqzOt9zoblK0kZdDbW+o02MLBBFI2I2IqpAgcV2X4PHm/V/E+vp56bfm6XeRK9/T+aloWx1ePqQpVgdL28tAe3l5bJmgb78Ebxv+xuKJb+F6uv4SHV2TDkKV2CV9SWlm9glwWJtZRJsDl7dy7g3CU+fS5a11SKhTqmlNZuIo/qG2qrX0IN9SDqLB1W22vZ+YP7Z9Y59q3C8reM3hKqS8kJDvAlOqvwm1Hte3kDa+lh9ADtey+Fg3G7brrPAp1USl+O6iymnEWBKmyDqkkjTuD5dtspmiUbFFZclOxH0TcnUpC86HFDuvsCD6628rDzZGD95ztBgfzX7xok2VSEZvd01Cs0inqPZSFKJCmyLXQRrpYptsOioUAAQyA7czU1dwpS69hyXWaW8ha+SdX0rH+zP/AC00/E6beb+Llz+abgRej/zO2xcP4ylUGLPozstD6OVWhqUlJQiQgpIBFybE63B7drnQnKdXc5//ABo/81sd4JzA5mnVRr4TUv8A9a/Ly/bt0jx3aXPbdlOrXn6F5lbWRqDUX4rr3Wj5NqiY+7VHeK10IR/6FsImcBPibDgRa83xWkIz9edHT+0diL7XVXjtRYvNNZF9P8ft2qK2/wA/Rm3XWvvUL+74k+ev4bDczEMqfFba/R5Ohf6v0/jttTMgwvo6YE/4sVrJ1ZFo/VV/of3bXL0Lhf39qHd+4060466z83Vk+n+uxglyBwnHeL4PlX82xIrZ5QQqrLTv6+3y1T+agfotiuJUcOO/pYmT/wA1td0uXQZX3WLwF/3NMyfy77KWWbfidsbEW8CktNO8V1lzo8f8eexdT2ov6WL4PlV/07fhsQysJUue18LPFcX87X/DttTxsOT6DxGpT3HYX4XUf6jyO012h+JVs7OZ3YRxdqbFlMantcLi9aMu12j4Ww5ilcrhOSor2R9tfT+X+u0584Kn3KqlYZ4Xxej+PLXbuhUpqVxWongX1ZPFl9CPMft7bQIeN5UX4VUiZ/1lITlV9T6bWcmqtSmm59BqOR9HyL/yI/j8NmDNESRPEWU77rlZEZ0cWOtS+n6j6a6W+o7bSarTp8DDnNcJC0I8WTqy/Q7fEpn39Rm3Z7KOOx1Jda+vf9o77RlT+FF5DiryLTlU1+sn8Pp5W0+mm0AyZ+Uh+Vwm58D+70+LKr8Dr9DtdTqy1VPuFZicB/8AsnUdOb1sfI/Q3H02oKay1Fa4sV5a2F+NHzJ/j6bX8JyLWeHRp/6fIrhO/rJ9PxH79uInbpRzGJ8V3itPc1F+bOjrSn8vMfv241TFLsWLwvGhfhWj/h+7y2t6xTJ+HOHzTWeEvp4qfC3/AIh5D69tqx7DkCf8Xi/AX15dFfs+n7x67dOlNGEqe04609nz+DJ/w2lRmpUX4sproX8+Q9P47EUBjDlGa+fP/Hbtf89vlOJYrv6L/Tbp0oXIsV34TT3QtfWnN0/l6Ha5i4ZixWufpcvxp+mZP/L1H79uEyjUaf8Aeov3V9fi4Xgc/L5VfhofQbcYC+Qn+65VWYyL60JU6ErT5CwJv3/L02qZ0hVzn3Wuaiy8/VldaR1JT9R5j63/AG7SYiIrUVvms+Rfzp6k/jbvtLriIFLdbdivIQ+taUr6sqVfQn1Pr/x2+Uv801/6qvxJ/wBCPQjayzpxl0+A01xWmUf3Vo8P57R6Q7Fn/dZ/Q+j9Ev5XE+n0I8vXb+lSItLd5WfUGWW19aUOuhKk/gCdQf8ATaU9TWmovNNdfz50eFV/PT19fz2tOk9hhqU627FeW2hGZCkL6kpV/wAPXaNLkwGpXIVT4HX4keHMPM/T8O20Zmocr+i8a/kXtDxDFlNNNz+Dx2Onp+ZP1Gnb8e312rJ+2WsimxYE9iVRsi86fBm8XqNf4+mw7WMPSos9yVS+hC1cVHy5VeY/br+e03B+Ga/jfFFJwbhKhvzavXpSYtLix30o4z5BISC4pKATYm5UkC3fXZhb1N0e9nc27AoO9nB83DdQqjCn4TUqVGfLzSSEqWDHccSLKsLEgnvYjXapkRSSp891rhT+jo/3Vft260+JFlOttT/n/tUq/R/XXQ/hp+O0hym+9GnPjI4/yZVf5g6/s2r0wp8X4TXjR/5Kk7SPGQBtlkp7kHfdc9njoz+NN0/gf2G48u2u13yMXhfC60f3v+Gwmt39G74Fo6Mv4fTY0gzGuE3xWuj+NNrGWEHjCadntuu+DaRJicrK+L8dC8qv8P8AzG3Wp0912U27S3v8aNen/Tb9qiHeFxWv1Ov9b/ptEiQnJfC+Fyn/AJSfl/4bfTsKVFablNfDQvwKRtyRxeF8J7P/AHNiOnMc/hzi8JeTiqYadWk5FOgFRbSq2UrABJSCSALkDbp0HlHmnW3fh/qry+LN6keu0Oa27Flf+h7dHENRZTfxuvP/AIdp1Ugc/FblNeNj/rsN52ZEDMX9LtGWiK078La23c4MxlvPxlTN327/AA+9WsQ1jjIhwGnWmlPcJlbznU6pCBZttatVC+WwuSAZW9TdbvG3QYx+xO8/Cb2Hq7yrU3k3ZDL6uXcKglWZha02JQoWvcW1tpes6W+F0cWBwvGjapxXTuE1+h/Rq2usEx3eQ/jw/wDHadPiNOz+Vd8GTYf2+UrFu87914Tvj2gsQ+L+i/8AJ2YdXwnFda+dH95Ow6MI8J3ixXev/wAn9h/47R3xJzBlcJ3i8LwbRHo3Ku8J3YlWrkJXFns9Gbr/AFkq/DYrwdubxvvuxH9kt0GGXsQ1vk3Z64bEhhhSY7ZQlbmZ5aE6KeQkpvclWgIBIKvlOMVA4Tv+Pa6oyuFKb4u1zjbdPjLdfi2pYD3g0NdEr1Iyc5DddaWpnO2lxBzNLUhV0LSq4UbXsbEECmhMO8XhO/7i9ryIRYij/CblNbcIiOfgOc0yhf8Af/W02sks8/A4Tv6u1cwrlYrjW1bJ0oEttbVTqeE7wtrBS/iubQ3G+K7tdfU6fzDPF2n/AAoDXF24JU3Ba4jjqEf4lZdv6t06q09piVVKTUYTEr9A7Kiusoc8+krSArTXQna06V0uc67tGBd/v7SURtv1K9qTpwba2ktLa/RO7fAFtubif7V13h7XnSzUv4Xwto8j9FwtpTNJnxaN75dpNRRTl+CYqK4mOrW2jhSEm50Gup2rHZPF/RbDxJzP7l2mtvhTmxpuk3M71d++J5GDt02E3sQ1qLAXVJEVqVHYKYqXG21OXeWhJst1tNgSeq4BAJFRjbAuLd2GMqlu+x3RF0jENIdSxPhqdbdLKyhKwCptSkG6VJNwSNfy2mRKFvbspvi7fq2tvlQda26dPxLW1/hmqRYDvCns9H6/zJ/5eu1ETbb9S9t0qVzG4G4s+K261kWj5NogjNNfC2XlMxBPpf6J1eT9X5di6mYvgT2uFP8AgP8A63yq/Py2nMAapNci8X9LtyW3wtpBdada4rTqF7Q339pzAHxnBSWtoE5iLKa+KzxNpUmTFba4kp1CEfrKWAnafhPC1e3jYjpWDcCU9darVdf5WBDYdbbVIdspVgtxSUCyUqJKlAaWvew2oXnLui6fhtNOuNNbWuHnOVlNuu/r7GO+LcdvU3GV6JQd7OCpOG51Ui87Fjvyoz/FZCygqCmHFpFlAixIPn212CIznCd2sh5jmMrHTGjxXWm3ejPk25vjhbcqFJ4tLYd/ubfcj4vwvk2JEIxt1m5+LiiV70r2d9C+pCMx/A/8fPZiYt9mLAbsVt2jS34r/SvKrw6eQ0/4bf2HIlZo3Dao1c5XgdPCUnMn873/AG/jsw0yMeSmm3XXaXK/V6ClOX8e9/3bLd05noO0u2JenezvK+G1K52KheX4sdOZKlD10ta9/wArfhsbw9z9Zwu6xytQRKYR1odd6FJT+z/hbZuN4odgQOVlUPJnR1ZVBXVtTIl0ustPtVl1fAf+RLpQtKfprtJXu+5XaqCWNEj0uvUtujV56Kuawj4S0rCs30/P02X+OGosp1zBrtRfhTfGjL0pUm/cfQ22J2aPhfDn3qjPLWvxdfizfU7W71OpeMqW47wke9GEKyr+b8P49frsns+nb9oqdyN+0WdJoH2ciuNNVxb+f/b+JStO3/LYeqm7as1SqNuypaJTD60+mb9tr2H57Q8U4w9w15yLXqdK+ArIhOicqR562v2+p1GzO3Qz2t5bvFgZ2ERV5F5/FoL2Hle3pcfXZlTmNBlYRm4HwdRsOYN4TvQtCOroypzW/wBNjHdxRqW1Afn8bOv9dfy/hsHY6rTVL4FBivIWvw8L/XYaGL69RmnIEX4GdHhX838fTZ6ocQTcznvm3o8rx6M60iUhCsiE6KV+fpsl6fjzeDFd4VBeW/FzZ0xXUF1GvkEm9rj02t6207VK9Ln1nwOL8SEZk5R9P9draIxAixW3fHk8PRlVss52mMqPGQ14+xbPittO4eYhVFtfQpEctdPkR6H87f5bRKLvt3tUGe5woj762FdUVV1JVbuNbXNtfL8fPYqlTq9KgNuu0/OyjL8X+6PXY/wfTML1mgsT6pEQhbGbqUgJUq3ne17HapsHzKHcsoXt4e8beDFca+xDEVjL8WRn6UqN9E+p/wAvXy2j4ElNUGsuNVSI+heZPFR4v4FtdvzeZv4o1Boz8DBsRE2Ux8LIhacifU3uLn+L7LnAeMZUqs81VGV8eVl/upzevnbanLD1JD/mayn1OLVKM47AaW/0eDLl6v489s3NYCn4jx5LqlU47CEdDWfx5b+fnbvfyt+O2jqE867Qf/OevItPQv8AW2qjRmviSuvPtJfYm0Rex9zSJhdhrC7XwnkLRk+b9b6/jsrd+O9Vr7xFd4CHulHTZSk/6n8Px2uce4xaw5Ffdde8CFdK/Cr/AF2zZXsV4XxbKclOy0dCM62s4zZu/bvYdr7LJCVpmBz2N+Vr3vThLmozKShHhUlJt5EG5/MX2ulY2adacnxaS+hC0fKjL30J7nX8/wDjtS0AUavV5yBAydC+rJ1JV+waft/zts2YGH4tBituymuhCevo+U6+Y/gbNVpu+6NKNvqZexAxXq9VFypTr60LV8LMoqy9xoNbd9q9zDs+Bw3XWuj9fbVcvAtLrzrdUoPAmoR406Zm1D1He/fbjWd30qs/CgURCF5cuTRP7B5/sO1+FPjFiGaC24PAeEq9PYdqlcYYfXl+FI6er6E6X8u/+e2wKRQqXhx3lYuTrX+p+X4bILBu6d2l8P3p8BjKlGT9W2lzYX7E+p2aXvRqjOsQHcQsVGK/4XUu5lJ/EGykD0uLbHD+Mrsh1iHdzhKvNc07x2H8n9koZc3qARofw2gYFwf7rlS2vez7/hQ0h1eVWl/D2t5A+u37hmiYji8eV78iyqdK6mkLV1N97gHz/wCmm1BiKHWYE9x3jPvoWvMhDSupP4a62/j12DYN0MnjLfEG9+s7uXZcrDlOizVsfCWw6jI65rY2OoJB7AgD6jvt9072qN6spriz8M0tEJaf9qripSf3adu1tgmRS/f0B/8A70v9LnyFLrar9iD83qCPz2C2api2U65RqpQ+O2wrJna6V/v87eV/z2XIl/unbe0MJb0J8iqT+AxUcifgIVlWq1zdPnf1Ounlsq6Ph6qQGnIDTvKof+R26UqTfzudD318j+zZyRsAwJ8VyqcFa30I+bodyi4+gNvLadhaFhzEbr+HJ8RDD/8AYKUjJmV27m+uunke9/S33LK+os8L4ud3fSuFKlofzqzfF/XPmF6g69z53/PZp0/eE7ih1tqs0lCP9lIYX+k+hF7/AJgaDuPPZX4uwH7mxG5ArPOsfF+E1Ia6XNPlNiLaX7+vlsTUdFG5DhYXiTYVRZT/AGS+K09aw87kHTUaD8tqFdstmGdVjYNqjXFlU5hia2tS8yVZM3/k2/fcH6eYS/SPv63aD18dedSZF3UqV5HMDmAsNLHTabMmz+Q5+s07muVV8XhMfN66XFwLdra+V7X0FuMw3hKfAjypVJ4HGQl1pTrQyqvqLEdr+hA8tTtwk7tsSOHKPi3hfFiImv5/0TV30qSfMGwUk+oIt9djim4SxvK+K1h6qLYR/ZcutC/wFx1fh+Oo21IaVS4sritU+Khf+1S0Eq/aNr5mPxWv7PJ/hGxgFgjY0ylUMFYSlUZzlafV4VXR44cyGpHEVpct6WB1uL6Ht6bDFKpOI4Epxql09/oyrXmSfD9Ra99PT89tG7xqs1RmnHeKheTNn+btsmpmL5UqU2601n/VUnpUm/rr+7aCZIzLyBT8UVSjP81EY609SFLKVJV26FDUfn28vTYWq1YnwIDlLi87TprfgUtYUnLbRzMNCNexHqNipNRr0CK5FqjyFsP5uFIdSUrZUfkuL3H4jQeewlWKU7AlONVn7ktfyP3yOfVC/CpJ0tY+fbaZ2Zabkd+sWBxMEb5HmIsp/MmLUVsZWJGth1IBSL30uB27nU7EWOo+F4EpyLS5cpaJSFLakRXcymV30yqHa/ftqPP0XtKdo3P8hPp7D7GdPStOZKv8ChcfWw0+mmx/PomEnYDcqjVFa4XhU0nxs/S+vb0IPoNoxJMzHjiJvLdny4EWoOVSnLVwuL4X203vkWSe1r3PbXt3IXEjB+9CLWXP6Wr1LQt1LqWkynGks3Fk5exRf6Gyj2udNtnYZwXhyvV73pRsQtrc/tWsxQv01SruRc3sT6277We8XDLtBaYdiy2EIRlRmU0F5UnTJ9Ab6gEA3/ZYBYPLRQB3HmEoFN+2USbNivoShqqL8fa4zkg3P111N9PJj0fBLu8GK407UV07OjO060kLSpPlcagj8gDrtSVnew7S4v2DxbSYVbos3KuLKhLKsttcmVWqVAgG5JFh5W1Ye7fFNLiwGGqXTn8i/HkTm4afK/8AFtrB9sgjdJG5XcY1u5qkt3isPrfWpanWmsnE0GpHby8gNmNjzd47jejS6NwULQ+lSMmcoV20yqHhN9p+HqnPdlcJqIhaOlSc3i2PODxYvF8HR/5O3Dygz4zA1RnY3wbzeA8Uc6hDC+E07IRn4lgbBQ7kEW1BH7NNirDuJncb7vvdcrOxUad4M7Wbhq8u9ipA9D5DQjsJPtAYmi/aN9qsy4TkKK0lDql2y6+pOgtpa9hdXnfal3d1ygz2nPs5LWtfUlcd1IWvX08iLi+Xv202IUhRulk2/Way0xAdwaxz0XpddaazNSkH9dKrgg99NQbWNhbYXxbh+lwJUSqUak+7n+liVFjqyK9FIKexB01A8gTr2dmHqPVGqC/WWoiEI4SlKj8IpVpfw3sR9Afp9Ns747lO17FD7rVQfXyq0pS0vxZe6U3tc2B87/uG3KJUmSIuH3aXWeE7zqItUa4vX4m/7qTfVOlwb9z6bVczA9L5pyqQJbE19vpd+ElEhu2llpTqTawJtfy25N73IrrTdLlRJueEtOR1Kc6dDqgg9vy1v3A77GGLaFFpbTG8bC/ztJW71ZmlKSNLnXKb2FyPptzmVHuKx6oNYXr0d3lF8rKkNNZ9cqVWvofIEC5B8yBtpndrimK60w1K60Zs2f5k/Q/h+3bOcveHS94MBh2s0NeHqpn+FKQn4Tir2BJHkdO4t+A2PN3WIpUDgQKpkQ+whPxcgU04k6AgjQg/revpsjeN3MKRxNc0tmLK4brXX86F7RMa0l2fS3GuhaFoyLSv+P4O1HgqtNOxW2ubyfq/3djrhtT2uE698u3I3xA5mOMeVl2l0aXg2qU7mosrPy7D/Un6lsq1SRqbA9/Ly2VGAKy7RnW6XVJfQj+qu5M3TfULJFxbyuB+eg23DjXdtRsW0t+lz6cw+v8AsnVoyqSq3cEaj9u2cq5uqaaxG3F909fSl3IvNmt2IPkCe+mzCMVhfuglvrx1QcW4NbgQHlxZWZKFtcIo6UkquSNNbXA7HQC9hshsFuNc+21VHfmyp/xHysb9wnvbUfTbQW+fdrPgUtufAqKF5EI4sVfiyi2iTbXyFjr31sLbJ6fFo1UgcXlFolIRl8syVfl+/wAvTa/cnbIE7z91zUqqe9KDkzr/AE8fTq9CAfK3kR6a22vaLjje/u0gRHaXUWKpS+lDsCro5pjJbVOpCgCBpY2B1sfPlBXPdacgOxOOvqRkQs9Sb2TprbzFx3vr6bH9f3U4jn4Nj1ml9HAX96advmZTbQqFrp/Gx0N/XZpEV15gCuJR0LEFBxRXvf32ORhpa1KVKSw/njqVoekEBQ9bXIF7/iTVtdBqkpylu0/OwvrQ7kzJZX6KJ1IPYfXvfTZf4Vwbi2sz2KXKd8CkqzI8eX8b2I+pvp+3Zj7wWouCML8g1k5rIrr0zKVr5+f8a7StUYSwKNsHJdSlUalv4crLOeEthaob+XMltVrWUe+otY+WW2l9M70+e7xeVddz/wCL9XbTow99st2jeKObyPxWvjtL6UKTwiT+8aHva+uumTaW/wAKqNxeN4/1vFtSzxi9g5l3VGeK05wmkLz/ACq2oeb5VrhfP8+x+ql8Jpt1plC0L/4bLbFDLrtUc5WJ4PkQvq2Xz+ZUcT9pkx3n+E71of6F9v489qyp0vhSnGmv19vqG58Vvi50L/voy7EJ4TTrcr9dG1pBEn7v4XCgOcVlf/l7fUyY00658XoR+G35GxFFpcBz4qOtHy+LYbjsT6zK4rTTi0P5vB8v4/v2hmgdnMlzqu78TlWv/dtvmKHXeHPivLYmo+Tw5vwPY/gdryLgKsymv0KGP8f+lv8AltdwN23Ca4UqX82boR/12Te5F+ZclZNomKJTsXlZXRNbR0fqufUbW1GxlS6zxIDvwH/CpCvD/H4jaHEwRFa/Sy31/q9fh2mtYQoLTvNcpkf/AFvm2Gb6zBGfUqnutO/C60eNH97YfreDqpWWm+Q+Av8AveFX+v5/wDFqJwv0Ty/8O0pqQ61+l/8ALRtbviURNsUr27nFDTX3qnofyfq9Sv3/AOWwrMgSqXK/QrY6+tC79P5eu2kWZjTu3KqYfo1ea4VUiIf/AL/zJ/AjUbNpbmF3xR0Kp8KK3/s+n/ydpVZiwHWm3f1PApHiSk7XlV3dSqW047S3lvsI+T50/wChH4fs2HJXCitN8V1fDzZOv9bYuBnMKDulPx3Ysritf/RfQ7WjUv70xKi/DWwpLvC/Vt3t52Pb02rZPKyv/dNuMWT8Vvi9D7C+l3/MfUHaxk4jrcfgV6jcJ3ItD7WVX7Nls9Q6phx1z4vHY/V/j/P921vTcQtNNfdWsi1+JPy5tpjFY96O8hPZyZ/BtSTtlG2YE9pyVFaRnX+lR82b1I/12o3IrXFc4rORedXh8Kv+H5aHYjnYVdiuuOxXsi/l/wCB2qmZvFdciymci0dPX/mPXbp0o2i7Fd4Try8ng29NP5J3ebBr+HMZbgsT8rNfpbvv6kofSlSnadJs3JbAIupLbwSpRN9ZaRpoNvNuo02VxeLF/hP0/wCGzZ9k/ek9uH9obBO8CfL4FI5z3NW15ghHu+XZpxaydAhtZafJ0twO4BO3bZVoIb+N153S72sdbpXWejC9WdYgdRX9wWEvRDdWpUY7jBN7m+bUjUhFMkutNcLoWj5F/Mn6K9R/lt6C/wArPu1bw5vFwTvtixFmLiCG5hqqLTqlMpjM9GJHe621yEk66Mp7eeNMAbpXN728bCe7SjuuIXiurMwFrat0x1HNJdTe4uhhLq9QRdGoPbbpI9T0u9kWn0v2afYOnb7MUQGZVQrUOTjEtOqF5CXUJbpsdJXbKXGkxQBoOI8rve58uXK7Knuy6zVJfNSpr635TuQJ5h9aipx0hIAClrKlGwAuo2A29D/5W/epFwRuzwTuDwxaKisOpqMqO0kZEQIYCIzKh3SC8pLiSPOGR2uDjj2Q/ZtrPtXbwPsdBqL1Lw7RGmpmI6o1ZTsVhRKW2mQoFJedUlYTcFKQhayDYJVEhYgavVPv/NcVCG0L6M6/F/A2OKFWIFegcLo8O3ozjTe5/J7+x5WXN1+G9wzGK6vT1crVH4dLiTX0ujxJflTFhTzgJOZKSoJJIOUggcMZ+zR7Mnto7l6nvf8AZRoEXCONaWp1PKxYQhJkS0IDioM2KnoCnEqBQ8jUFaVBSk5kms4vumNPZYoLsX2s90kprwIxRHzf+SsX/HX89tK/ywDTru8bd7wvG3RpSv8A9NtnT2OsRNT/AGkd18VxpbL/ANpYqFNOpyrbUM1wR6g3BHkdNtMfytyf/Xl4Ad/Uocr/ANvbc0pPOerxmvhyms6M/i/uq/j8tv0RJTXDa94deTozr6lJ+oJubba69hb2LGvaaqlSxvvGelRd3WHpXL5IrpYdrEwAKUyl0WU202CkuLSQSVBIIIWQ/q37YH8npulnuYIwJ7O8TENIZWpp+pUjD1PVHescpcSqQtLshJtcOWIWOpKlAgmRCZnl9Np0qL8WU1+k69iGBUvuDbXB/wB9G3o9vO9kj2c/az3LP77fY4iRKPWIyHclJhNGHEmPtXLkJ+IbJiyNelaAkElBOdBB282MORJ9ZnxKDS6dKlVGbNRTosJKcr7kpxwNIZsq2VZcUE2JABOpFjaxO6WVpaRT91clO/49qOlVJuqNS3W5aH1o+XNm/wAv3bepVN9nv2TPYa3V0nFvtF0SDjjGNQ6+FKhonhUpIzrbgxnSGm22yoAvrAJunMsFSEit3d+0H/J2+1ziljdBXtw8TC9aql4dIfqNGiQ1vOKB+HHmQ1lbLpCdAVJzHKASbDauZUmeYL9MlcJuqUt3if7Vr/h/FxttiF7c27TFHsZwPZfn7qKixiGnUGHRnX3UR1U3PHUi05tQXxeOoo4wu2kJcUSVm1ylPbI9luqeyrva+y9LqMqbhevMKqOH5j6gp1xpKsrsZ21gXWVKTdQACkuINr3A1rjDcbuXpX8mXh/evB3W4ai4yew7hmU7iCPTWUVFx9+dDS84ZATnJcStaVm91JWoE2J24mR7nnVXKa1FlcV35+v/AHvPaWhbXC/TIR/5nZl7nNyle9overQt2GHZSIy6gpUiZPUkL5GA3Yvv5SeogFKUjUFxxsHQkj0D3g1j2C/YHgQMET91sXEuJ34qJD7SKdGqVUeaUogPSZEpSUoCiFlLeYaJVkQANKHylpiD+Tzhtxfbg3XOjJ1u1nw/+0WdsW/yrqr+16G//iSpeX/5bK21l7MVR9hb2ht9NC3q7kcJu4B3i4K5ue/RBCbp3Px5MV6K4tTLSlMPBJkhRcaOdKsoUbKAOUv5VcX9r3/80qX/AO3ZO3faJUeTRCYDV914W33iKW1FqjfCdRnydCNtpexT7J+7Vrc3/wCjN+0Nk+zfLuz6bS3VqTH5NBKeakBHU6VkHhtC4IKSQoqASSTvbh9gpqf9jaz7M3Dw0tXLrnqwpTXY7bXbOphCi5kt5JSVAfLtXEnM88JuKOa+E0zkWjxo+ZKv9R6HabCe4sX4u2vvb69jLdpu5wbTfaL3EcOLhWc7FbqNLjul2KluVYRpcQkkoQpSkIU2Dls4lSctlBWb/ZP3GYy9pXfSxu0plRXTqJFj+8q5VEtBa4cJKwLN3BRxXFKCEBQIBzKIUEFJWs05bgSP3gVNiQHf60yj/f21B/JWU9mn+1xLajO50LwRVOn9X73B20lvS3uewD7FU4bq/wCaKLiSvRWmveUeHS40+Y3mbBQZcqYtOdxSMqsmdSglaSUpCk3IvY9kexfvf3ny9+Xs4UVeD8WU6kSKXXsNcqiEOBJdZcEhUZJLeYLYCQ6wrKcygu5yEFqqKezKTB38pOzJPthY3lxHuJkRAS6n9X7hH/02yzFLrU9t1proz7ab/lHKs7S/bbx2618RC0U1DrXyqT7vjbOn2PfYn3Uz917/ALVPtQPcrgdDCqpSKNKdWwxyaT/W5eQhTiHFCzTA0UgpJC86UJMZ0xJGntNOttcZC+P8mYZv+O0Gpr5XicX/ABI29Io3tufycdZno3fVP2bGIuFOKmP7ykYRpvJMpHZxTKFl9CBob5Mye5AtsqP5RL2OMOblqXTd8e5xrPgStuhibC45fTTX3QVsuMLUSTHcFwEknIrIE3SoBPY+JeYLaV8Vx3+/t/Ld4R75/wC6nxKV5AfUnQfXbZP8m/X/AGN6VPxvG9pqJhhysSkx/cjuKIbciByoCw+2znSpCXitScwPUpOUIuAsbJcUvdzVPbJpNG3dRHkYHq+8iA1S4rqcpbgOVJsJbA7pRkPSlXWlBQlfUDsSUno5u93b7kf5N72dKbvj3lYYi13eTU2mGnn8rapTk59Bc5GItwWYZbSlRWpIuoNKUQo5U7AWBP5YHDeMsUMYT30bkYVLwjV3Uw357FS59EVC1BOeQw8ygOMgHMsg5gkEhKu23x/LT4glRom6fDH/AHWUurz1f+lWeTQn/wAy8sfn9dvMF8tSmuF+unJtGJ03D/Kaex3g3cFWaFva3S09ml4RxdMdgTaS0oqYg1IpU8kx7k5WnW0uENCyUFqybJUEpwqpO3rl7YD0rGf8lHg3FlddM6qCg4Nqi5Tts6pTgjNrc0tqeMu9v1jt5FvfotolhPpb23qR7D/s77m/Z59m/wD9HW9oGhs1GryoSqvS2pTCX002EtwIiJjMlRQuXJUW1JWbKAebbGQ8Qr8qHE8Jpz/Ar/Lb2L/lK1N4E9hDAuCKCyhinSqlQ6Hwk9Ibjx6dIfaAH0XEasPp9NukGL5r+WgAxRytZ3Ao+yjjqmlri1vizUx+2YNrZS0tdtcmYJJ0CyLE1n8o77K26Ws7nab7Y/s/UmDChSuVm1tqnNcKLOgzCOHOSylNkOhx1AXYJCgtSlapJPm7Jeaa+Ft647ig9jH+R/rUCqO80uLhLFEVpTvVlTGkyywPwQEIA/wjbpEzj/I3H/36rEv/APT6b/7kadslv5QdHF9tLep/7VI//qDH2dH8jaw617UmIeL/APc+n/uqVO2Xvtl4NxHj32894ODsHUOVWq9Wq7Fh06BGTdbzpgx/M6JSkAqUskJSlKlEgAkQTtkF8czLRS7t+ZHdvWR/2fPZb9hH2eW61v3wPhTeTvErAK0NVKE3IS9MCf0EYOpJZiNX63ct1dyCpSEbY19lWk4O3te2XgmLifBFBfoWIa3MXKoaKa0imqRyMlxLaIoTw0tpUlJSmxtlSSVKuo1z8SpszgTMq2tuSOE67wmnULX/AIht7J+0Xud/k+PZuxrE3qbz93FMefqFORDo2DKXTWuUcUwtxT0wxQUNKUeK22px4hAytpAKjr87od8X8nv7YNT/AJnHtxFLolXksO+7qdWcPRIrshKGyV8rJiqVlcSgKVYLSvKlRGgJF5bd8TxxDe34VNf2UtC/8KgpSf37erNc9jf2M/Ytn1ber7QMuVjWFOqi2sG4clNcxlYDYUUOM3CZK0FSkl14hpKeESAtQJLt0O/7+T39rSvR9y0rcFTKJUZqVopcOs4chMJkKS2SUx5EVS+G4EBRHUlRANidL9J3TyFp8+U07wuN/g2uZdUd4rbvjz+JPzZtNnP7c3swQPZW34rwnhd6U/hevQ01miLlKzustFxSHIyld1ltY0URcoWm5JBJQ7z7XKuSXf7Hq6foP4ttUySFaehv8lHu5o7lYx37SOLeC3RMG05dIiuv2yNvqbD8xw30BbYSyL+jyxso9xW8OVvZ/lDcG7x5MPll4hxi7N4WQJUygxnw20bEi7bQQ2bGx4d9tE+0Ej/0Tf8Ak48J7jG3kRcX48QlNZR8MrzPESqkFDTM2MyIdwCQl1Gul9sb+wsJR9rjdO49n/8AYg+b9bln9olO3+Jpv+WGHE3vYEaPg+zi7/8AzS7t5+JjxeLwmnULX+pnGZO3tR7Z2EfZWoGLaDv99qWUurxaPTTSKHhfhcVFQkcVbq3VMAgvZUqSLLIZQCoruSjKvdyftB/yeftXV2PuNa3A0qhTZbS0UuFWcNQWESOG2olEd6MpfDcCAogZkGwOUk22vBshJ9zzUwrI+68r86NrhWzL9sD2eInst79/sdhyXKewpXoYq1EVKdzustlSkORVK7rLS0iyzqULQCVKClFWoe2IDF3XyxH3il+vUt3hNREdCP0qOnN+VtrTd7Lr0+V91l50fOjX/Ly/67O2s7v6W1w5VUdRKir+ZHStP0Pf/n6bBFQ+yWA5XP0ZlaG38ufP4lfn2/jtsAIuJub5Z4pqdZgUvhOxFo6M/FT835+WwVTsVSqy7yvFRx8vgy9X+p/P1vt2xjvaddiueNCMvy28P/PZaPYyda+9UGItD/UhK09P1P1ue/f/AE2KggnY5jVxGiqQKXxWns7eXq/u/s/z2h7r8QOtVlvmuabzr8WQ5cumhv3P/L02FMG1ivVmV/TMt9aF/Ir5dew9fPz2MH661QZTDXyLUnJ2zJV3H+R/jTatyK6SrDcMQy3u7tqXjdpiU7EfQ/8AI+lB8/X12td1GH4G7SjOcVpedCfH/wBex2NMP1ZqqYcb+Nx0ZUrz+JXbYJx3WOLAcgNOoRn/AF9hac+OD8QWnyvjARquxcW7wX6pxVoQhWVrvl0Op/4bE2IInvTmJTTrj6GM2TKvqV/H+u1ZSaPu+o1GcddqK/eORXV8ylW8hrtSUtcV3O7Aq0pfXk4S7pUn8P8Aj+/Y5t/2x0JJOEai1Wap7rlO8PxfFkWyp+l9iytYQ91u/enUcBaOKhSepKk/XTT89uNAwvRnfvUpnI/4utfVszqXRIrtGcadZQtGT5v1dqIm9pJfbEe1vRpfvRjBFLl55S3UoWnL4kn8f9OxOoGzRxHwqDhxvhRFrRKytZUdKsp/b/ltnzHMTDlB3jQJTXwH0SE5VaeZ118vT8TrbZ2b2xWZWEqTWaM8vodSt3hW6kkeY7Wv+f77UdNr4lH8uYm8QYCoLtZb5DOhC3c3V4lKPlrpYE31GxBWMJV6A1A9zRG1rzIz5Ppr5W8h+H02onq/WXazEi8ovjuKzKVk6e9vx/dbbR1BpHFpbEp1n4/iX8ub8tib9og3ljg6q1mLRmOfZyZEZVJX0p/LaHvB3l0tql8JqIuK/kyq/V/G477fGI61KgUtz5Pk2zTjfFeI6y6/Fis8dGf5EDMr8BcXtsDG6cE3QI3iY7dxbVH4EWoP5M+XIvpy+mnf9357K9jA0p2V8J5a15+hXzK/Gx/j189tBUPdnRsRtNuuy+Sm5vi8xFyZlflp+YvqB+Z1B9n6LF4c/wB7IfRm6OEsK/4bF4EuqeUX247dJFozvPutfH8Xgy/j63+n02JN4j8Wl1RiLKaRwF9WVfhVrbZ64Ywm1FgNxWv/ADfTsE70N33NSm5TrPQj+P8AhsdY5BHCeGmnazzWF8kLxLfSvwuX17f8tiiuU73NKb5qWjOvqRk6sv0+mzL3TVXAdUpbGF69TkImsIyIdyZF/koWJ/b+W1FvawDQcLyvfMCov9C0rSh2ykp+nYf6nZU2LugyuJB92tOwOFPzscdHSr9b8/4sdpVHodGgfClREL6/HkzJ/wCOxnuxxPRsZYc4XKMZ2Ol1pXUlSvUgi2vrtb1LCtGlfos7C/1k/wDPZqkBovY5WKfFOEKy1F5rDjr/APhaunL9co1/drtXU/EeI8G8OfiOWh9Hz8dodX/A20uNTs6o+HuE1wuK/wCDo2DcaYPo0/7riNpEpjxodT4vwItb8D/x2I4WCDndAlG8p2vVltprgIYf+ZCMyc31X69h5i/lobWrsz3XP+9ZFrf/AF0jq/b5+nnsu8aYcwRg2U3VKXLmwn0ZV5MhS04kaajS59D+7b8axtFxG027zcroV86fCq3cdxY+WoP02BYg2xisw0rFRagNc1VIiERV9Oda1p7+RI7fxqNqqnQsL1mfEn0HPnQ6lPQrMrMLG1jqR9dD9e+xDhHeLAo3A+0ctibTkZc6H44UpKfwAsr8wD9SSNj9jB26DfJxKzulq1OhVRhOd3kl5eGs+TrIsR1HUgXv69thIJZjtkavRKW7Abi4jZYWj5USEBWXS+l9R2/67Z+xdNw5hfFrdewlnhP9SOlfQ56nyzajQEaXtfTU33oRd4OEp8Sl4oiZ+rKwrRTEi+nSodibXymxse3oBY3w+07RnJ7tJlRejPkaVnyq/Ant6HW3ptQ+M4T8qW/lqvSuQn0RiDK8HONJ/SJt2UALHtbU6Wt57EyN/wDKwRhdyU1nWhCOjhIzdX1SbDQehJ7/AIbKfDFEanu81KZWtCFK6vD06aq/5dtiypUHhYcf+6ceLk/sncym0nzFx5E699PzO1kr+ZxeT8Ifyjs92e5S8eYIW/Tm3VcKpUt0cdKAdCthwhJ0toFg3v22eS/aar1epbbu6+k07ErC0KW6lqQuLNjp9VRnBnI0tmbC0+dztgCNhLi1RzhM53MyujL1af8APzOz1wPgyK1AYdaZfQ+xlUhHhSn/AA2sQe3e+uv12tjbJHlCT3jjfFFZl1SvVCUwhalfdcy1ITfy11/cD6jXa4pqJUCV8J2UtaF/1dSMyPqRfsf+Wl9rTDVRrzUptqfT36j+pnWOOr6pe8Rt2solNvl7bEc+TxXWHfHkR1MPxQmQ2rv8uigOwKTfzIA2qZMJcM1qjYtaYiys8XlfkdRmyqGhOv7fQ7W2L6k7F4dLgS0Ss/WlDVlIVp2srte/4dzfZdt1Frn+ai52FozfFazZfqTpew17j/htfTp/Faban4eXNiv5ckjgdSfqlQTb8Rp+F9uxtlGgg5K4U9zx05/50pj5Up9DkOik6akEj6k7XcCPPqjTcrm2H5XSvioTl6fIKBH7b6f6WsDd9WZ89ufwm1xVrVkSt050+QFlan9ummm33jfdvXoEByVQastj51oUnq/AHUW7X7a22KgkEy7gYdqlea/pSJSEPoQrJNjscJ9PpqjTT8tfLYQ3mV/GW76LwmpcKvQloy5JCwpbf9xWYak+RvcW+ulbu93p4twRKfaxvkm07+yf4WRSfI5jc6fU/vB2pN9NWwRvalMT8G1CUxNYX96gOrRke0PWn92mg/ftH2tIESU3e1Xvt42609CisLWniwnWs3UTqBc3Qb6hVx6fQ7P3T4V5+jMYj4yF8fKpa0Jy5ri9iB6X89T67ZnTu6oNUaYar1EQ/wBaUrda+pGhAJuP27bM3eLoOEsGxIEXgMMcJORrwoTp5A9vw2sSu2QcwzpzsBp1v+zX/wCT+/ZVb6fab/m5d9zUGJ7xqi/+6rSUq10Fz2APe9+wPnYbdMfbzqNheLzXjz/7LqV27WHmfLT/AI7ICoxIGN6y5WcRur4+XPHdy/odekG3VYHTvp5dtoQyuzmLWp423jYtxRUqziOiRURaunNy6U5kN6Wsb+IGx10I8r9ti3dHhlqjNOT6XE93I615GlHKlRT2SdbXv59tjHCPPtT+LAw8iqLhKTxUsOoS+pOuqUnVWlzYAg21t3BKzWMG151/3Xkpy+pqQ0trhKSu1uods1reZ/Edtrky/qXcze1VGoDFBlMo+PkaS782S2vY630tYjz+myrxhTuVntyuEiLzTq1olaOoT02GbUKFvIm9xpf0/aRTqXS8RuQHa3KlQpX9gh3Pw1D5kXPT627XN9idBwbKdfo2I5a50VaFJztXQtKb2ItoQR9NO3fTauZOIt63SKNS57EqfVouSblaRKjpC+1/ENcydCLHXsNNNpNOkSmqVLpbstDaF58imkHl3LeFY9PIFN7jvtKq26ijOz+VwbiF+VBfWvLDqiRmbuPkWNDbXvc/XWx+MLYLxRg37hWYmdhC8zS2upGXy/w6aWsBpfajywxF/iCDyEVtqA7wESlZE/MnTvfT1t21/ft8UHFXuGVyE/JKQjL1p/W9Bc9ra2IHckHy2bGJoVGlReFPpyMnj62syM4IIOZNrHtqbHy9NlfVcC8/F4vBR/cUh0qVmvpqbG47gm9tO3fYJEJNA7t8cxXWmP1H0JU0r+96H9xvfz/DZvUXEHPu8J17hr/9C2xlgfEE/C/DgVnP4+mQ6vKpX49spv38j3uRtoXDVa5/lHYufPkStX63/DYG7aYB0jaqs52K18L9T/DsCVmXA4TeKObi/dVKRISvoW356/vsSLeh2IKjiFrkP1+jqStOyzxIaXPiuSnWUZFpU06hC8vi018j/ls3WN4lEO2LLfViujYt4dLgO50cVrO6lXU2q/ci4uNPLXUfTYfptEw5KgcrWYjHvFhGdqU1dPETr0rB0Nr9xqNPz6ycGNUavOcJpD9Of+K0pSOpP0J7nysD5D9tg3V6XS3eE7SVrQj9X/hqO+umo2vjbD/dFrAw5Ai15/hPMIQtOVaXbJUq6hYJJFtTa1rG/wC83Zm16l8CLPl52EZo8fJdKuFbwFQ1ItcantoPTaxRTsL4oaltNU6Lx+Ep1HFQUKV+BFtdOx10GvlsPYVTPqmI/cLrT+SE7/ao8Sbaa9jfudBbX8S3S0G/jDSmU2l0aK5WeUQjo/i3/T8dkvvCZlYj5uqSpaGGEIXwuKvo0+vlfzNvPt5bNjejVXYDTdBi9fTkX83T27nsbdv4ssca1SltYcbozT3Af/tU6K/Ig+ehF+347MoNsAWzK6HU59G3LVaK06hcqK0vipR1dOoKgR3GXW99Bc/TbHhqjrU9uU0z4Pk8W2v6Uh13DkuLFZQta4TudOb5uH6fSw08vrtktdPddlOf+g/hsnd90h4yaBiBqVAb+98DOjpz9Sc31Gw7UEO+9HOaaRn/AFk+FX1/D942F0sT4vwouf8AwJ2uaVEda+9Ss/8A5XT+zYGyVEsZtL+FxXfB4159qaXJa/RNeD/F/Hba2q+JortL5WLkRKR8vh/Z5HYbblNO/wBjkXtadmFFHw5hL4cqs1FC/nyZ8qf2ef57G0CThKLw2oEuL/c6xsrWozU/4TrPWjrTl+bYlpNLoPK/+Oj9b5f4/wBdlbNPv9mDKboxDUYrX9qjb5RUorv/AHtH/l7LipcWV8KK9k/x/wAa/t2juRp8Br4uRaMnja+X8tlzo/3k9uNPn4v+1b25SKg01/3tDeyObkT+a5r460Zvlv8At/j89rdqdKlfdZT3Qv8AX+XaPpNvzBkbY2mqrFd/RS0L/wAK9vhWIqW078WWjYPw1TWuF8Xx7fVXpnCa5r9ItH8W2ImkHyYMPuOITLrkV13i0uWhf67SvCr8D5H9x9NriDWf9z+4vw/t2VMNuVFdcd/38v8AH+WxLRMQfF+L1sfMja3aZftjGyMxipNO/pej/wBB2q69g+l1lpz4ORb6OvL4XPqfQ/UfntSIlNOuuNQJfDX/ALJXUhX4bTI2IpUD4UppaP8AB4f2H/jtRNS1Rw8HgrFLiHCVUw5Pcad62F+F3VKtO1/r+47VwkSorvxXv/K/jvs86m3S8UReF8/yL/j/ACOy5q+HYHF4TvQtH/lJ/wCI2cS0W+oVGgc9UJ7rvwnsm1hT8YuxeG1VP07C+lWTxfjbtt+TqRyv6i/7/wDHbaL7pada4vX0fKr5fqD6fjsSEzGbTcUNVmK27wv1UK/xbVOIEUtriOu/P/5Wb1B+mw7SuLAacdi+Dqz5epP/AC9Nq2oVOfPlcLjIWhjwZ/F63v8AX/LaMeUoTL6m1l1r7q74/k+ZLifp6K+n7NraRCarMVbfCzoeSpKk/iLEHappjFGqkDlXXeBKR/H8HYiotLrMWLxXfiL/AFkfMnyv9fqP2bWJ2zp6S1hE/wBsf+TQc/TTsa4bpfUqyOO5WaSdTbQJMhtGa2nRJ8gQdkv/ACSG7efijeNiHezWafkhYUpyYEBfSUOTZeq1J7kFtlFu4FpPY2FiP+S33pu0veLizc5VM/JYnhprMBK09PORkpbkJudCpbKmiB6R1HXW2gMT4eoHsK+yXj4YclsNzahVKpIpzrTWTK/OkKbhosNSY8XgJJ8xHUQANAMmUnmj7cW8v+e32lcV4niy+PS6c/7mpf6vKxboSQdbhTnHdB00f8+53p/JI4Uapfs1YnxFFLbFRr2Kpvx1oCuGiOwyy3fsVJCgtVrjxnte+3lrJrFL/sonXm/8n029Hf5JfefhvFG73eD7PtZlIRUWJ7tZjwlqCVvU2Uy2w/kF7qDbqDmIFhx0a66cDlZc/bIDv8k1iKXPkVSf7VNJmzpTyn5Eh7BpK3nVHMpxVqiBmUolRsBcknz20R7H/slVP2W6pimfP3xQsVxMSxoTXKsUY09EdcdbxDvVKezKUHyk2A0SnvYbeOW/LcLiP2YN6tS3f7xaIvl2ZDvuiouxRwKpEB+G82opyqukpzgG6VEg20uxNxPsuYy9pWLUqhuq3fMTYVLirfkTZjCIsVx9PaKy8tORx5Wtkg5U2utSAQT0pGzhjB0Gg/yk0SLA/Qsb0pkprLbKlLsl9eQW0skLsPM2udbnZs/ytv8A9UbAP/tDlf8At7bPvsrRZVL9qDdzS5UR9iVTsUMQpDTvijrbK0KaI8ilSSkgaAjbQP8AK2j/ANeVgD/2hyv/AG9tSdGLSJH8038kfHqmF88aVU8INOuyGnSh1L9WlJS+6FjVKhzayCLWskCwAt5RQ4kpp3iu+NfXk/H0+np6dvpt6veymqle1L/J+V32eTVYsbEVBp0rDC0L/wC6qSpT1LkqTe5RlDBKhoVNOAWIIHlliaHijd9iORg3eBQ5WG67SHeFKgT0cJba06XF9FoPyrSSlQsQSCDtfdLpN6fyPuKKpF3lbxcEcVfuubRodX4GuVuU28poqA7BSkOJBPchtI8tqHdfu+o8H+VsqWGIzLKKfTsVVSvNM5dM6qY7JAH4PPhY72KNLeTm/kxNzs/dzhLF/tF48iP4ehV6A1FhNVFox1NwIxcdflqC7KS24ojKVAEpazC4UknIuA/aJgQfb0i+0XWQuHRH8WSFTFLujl6bLbdiJddCrFIaZfbcWD4eErvYbTmd+Y1v5UnEEmqe0hHw5JlrXFpeFIimIqvC2pbz63HAPVfwwfUMp9NsJUGbPo2I4lZpb3Am0uYxMiu/7N9lwOIX+Skg2vt6Dfyuu5jGMbG2G/aLwtSZtRoL1HRRKy/Fa4qKetl1xxp57Lcht1D6k5yMqSyASCtAONfZ83Z4k35Y8pOCME0iXVJVQmsNTXYqMyIMVShxpLy7ZW0IbzqBURmKQkAqIBkTgfGFXtE+1dvk9oeBRYu9VmiL9wuuuwJVOgGOpPFCQ4FdSrghCbC4tr3vpvLeXI5X+SBw29/8S+D0/tqMAf67Zk9tT2Ut1/s3ysPYcwvvCr1eqlUadlTY9W5W8VgEJZUkMMotnUHvFe4b0trfSu9b/wDg9Ye/9NnBv/uUp+1ZEEP5JClxpWO95NecaQtyFRqRFjr+ZKX3pKnPwB5dn8cu2QfauxJPx57S28mvTnVr4GI58BCFKKsqYryoyQL9hkYTYDTz7kk6L/krd5NLwnvzrOCao82x9u6I0xDWtQSlyZCU46loX1KlNPyFADya/C4J7fO5uvboPaCxLiifT3mcKYylKrNOqnCyxeK7q/HU54Uuh0qVlJBKVIIvrav8ssPcHP5POKWvbW3Xuj/z4rKP/wDizjb9o/yOxp/KpM39rcO+uFKYn/8ASydpP8mtuixli32kcN72aPSH/sphBM+TNqy0FMV5b8GRERHZX4XXc7+YhJISlCsxBKQr6/lTv/rqtf8A4Fafk/xcSRtH8st/NKr2XfZ49pv2kcJOUvC+PavRN3MVaoCpVZqkp2mqyd2YkIKyvBtYTdI4baTcBedBSGfXfYS9mDC7qMObyvbmwpSK3HSnmI636ZAWnv8A2T8la0i4Pc+Wz5xTTcSD+TGw9E3DibKf+xtGdPu5J5qREs0ublCBmU4pPGK0pGZV1gC5tt5Y4ZwTXsb1lvBuBKHUa9WHHUsNU6lxytbaybAKSnpZSPNS8qUgEkgAkdBz1H9r3DGHcG/yaBwlhPEzGJKJRKbhSFTau0ttxE6O3UoKG3kqbJQQpABBSSCDppsCfyPdAge4N6OLQ19+eqlOpKlf+CzHU8AB5XVJVf1sL9hY39qXAFf3afyYTG7qu8F6rYXouFIE/lV52uLHnwQ8UqIBKQUqOaw0F7DZNfyR29Gn0vG2N90NQlIZexDFi16loWLKedj5mpSQexIbVGITobJWdQDaf5pP8s8+t8ONapjLfTjPFtZeW8/Ua9PkLUv5cz6yE/glJCB6BCR2Fhqz+SLd4ntZz/8A0y6l/wCpULZKe2juExR7P3tA4splZpMpjDtaqkirYfqK2imLKiyFl0NpX4c7ZUW1JJCgUXtZQJ0x/JBbpcefzu1rfQ7h6VFwizh2RRmqjIQWkTJT0iOsJYuBxUpSwoqUNBdIuSbbXMiJL+U4Zde9szHUZrrW/wC7Wk/4lQIyR+8jb1Z9pb2ZXd9u4yhbkcJ7wouBKRS5ELMpVIE1EiLFZUhmNww81kCV8F0KCtCynS19vKz+U1Q497ZGPmmvHkp2T8fd8e379t4+1Xgt729fYbw3jzdU37wrULlcURaahSVLekNtOMzIBGoDqOI8Am+rjSU3sb7RKxRQP5HGTA/Re09SV5/lXg0/6VAbaA9ofdU1u+/k48Q7pqziaLiiVg3CTLUefy4Y4y4bqFx1BorXlKQhAHUdU387beNdLotHiynKPWafGi1Fl3l1w5TCUSEu3twy2pIWF30ykXvpbZp479kDffu13TQN/tfwIii4XlOoa67NVGG24oIZekRikKabdUoJTqVC4zpTcbVB5k4iJifpW/7+zC3Eo4XtBbq//T3oP/qeztE3dblN7O9kVKXuw3c4gxOiipSqe7TIpdRHuLgE3AKyASEC6iBe3rR06vz8G4kpOLYDS+dw9VI9RaaXdB4sZ5LmU3F0nMixBFwdCLjYskz0T/lsR/TG53/41r//ALcp23mXkda29gf5TPdzUPaL9mrBG+3dND+0LdBdRW8kO7rr1KlxxncbSkErKFBlSkixCQs90228pt3mA8Ub38W0zd9u5pL9UrVbdTHYaYQtfBzEJLzxSCW2kXzKWRZIBJ2qJWepftJ6fyQmDWj3cwlgjL/8sgn/AC28jeVd29bP5USuUDdD7JmBfZ6ozyCX1wITDGfrTTaYwlIct30e5Qa9wVd7G3mTu33Wb0N8k+XRt1WA63iibTo/HlJpzGfl0E2BWokJTcggAm5sbA2No3SyiAMpn7q5/gVt7A/ysSh/6KFu7dbHQjFtNV/umkVAf5kD8xt5G1WJKgSpdBqlOlQpsV1cWVFkNFp+O6klK21oUApCwoEFJAIIsRt7B4/olZ9tb+TGoTuBMtXxXCpFOlcv4VvVSnEMzWQLXC1hEkIB0VnRrZQVt04zx0cb4ru3rz7LhEX+SPxC470I+zeMP/UiaNvJGmUqtT699k4FDqkqtLkKitUyPFcXLVIBILQZAzlwKBGW1wQbga7exG8ygNeyt/JlMbpsRust1up0QUN+Ol3NxJtQcU9OSk3F8iXJJuPJGncDaPtkGZh/kfOV/wDRoK7wvH9galm/+edNtt6U4D9nLBG7/ezj7fjGiM1DHOOX+LzUrTk4iGm20xWTYlCFFtKnFAEqJSDcISNvOT+STgtRPakrRaGTPu+qQV+VRpn/AB2/PaW9pvfJul9v6u47o9VfqkXBz7VJi0h13JHepDjEdyRDAAypzuXc4liriJbJzBtKRTcMZlCcRB+1Zj7e/vB354oa33Mrg4hosxUB2loUeXgoT1NtMX7slCgtK+7gXxDqqwv/AGDW+H7YW6j/ANq0r/3HS9tr+2TuQwl7Zm5Ki+1R7PxRUMQU6mqeUw0j41Wp6MxdhOJGolR158qTrcON/MCMWewi+1K9sHdK608FocqcpScv/tOl7VxteA2FXjs/lbg0faGw0XDf/shF6f8A+7mf8dkZ7GVmva33SutDKftFkH4GJIB2dn8rqji+0Nhf/wBNCN/6mTNkN7FbbjftcbpQf/gi/wD3V/a3zOJ/UmkP5YcypW9XAMDjL4DOH3VoR8qVLkqzEfjwm7+uRPptlH2TW3YvtU7pHWuhZxfCH+6SQf3HbWP8r6vhb38EH/4nFf8AqS9tl72U2GpXtN7q5TXyYtpy8i//AEpbaSOZL/fNNfy0rQO8DdWR4/c1V/8Ab0f/AInbNfsB7m/57fagwnh2e1npFBd+1VXTp/V4TiFIbIIIKXJCozahYXQtViCBtpv+Wea4m8HdUP8A8EVb/wBvR9rz2B6dF9mn2Od5ntZ12IyapXkLboLT7mRMhqMpUeG1cjp4051aSRcFPDOtrCf5oYNziIL+U23zO71faan4cpctD9EwI17iihKwpCpKVZpjgI1BL12VJJ7xEnTtsN+xk1Fa9qrdBwfnxGn/ANRX9kopEqsz5dZqktcqVKdW67Kd6lvLUSVOKPmpSiVE+ZUTs8vYzpvB9qndQ7+piJKv/wBWfH+u0bfKcbFTiPT+WGie9N8eAYDry8n2cdyJzdOYyl3/AAvlTf1ypvew2y77JVN91+1Vuj4XRkxhATm/ulRBH5g67av/AJXeOHd8eBHR40YeVk/+aXdsw+y0vi+1Lun/APTvp3/tzaGfaQIBj5zUf8saeHvG3XO//gapf+3mNsUUuTxWm/1/Dttb+WSV/wCvA3XD/wDBFU/9vMbYcw8818Nrjf4Nr55lbRyZ6BR5jTVLc5qorf8AkyeHt3Fr6a7QXIVGqjS3Z8Rt9hHhStHzbUFGp/NQG6pKdWtHiy5/Ff8AD8fz2tH6hzTXINM5EfOpf+X5/u/PaBNh4q8c0yLVHXIFBZQj9fIv6669h/pte7ssMwHYvuvEdPX15vi/Mn67M/ClBw5Fd+LTmOOv5MmbN59zf8e+0jEVRpdLlcVqnrR0f7Lp7/gBb/TYmYvA+bu/91yuFS6sxwPl+ZSfx/gem347glp3+v5JSF9C0/wdudU3tQKX+lw83+rxU2/Dt37/AF/Lamw3jivYtxG3FgUl/lV5uhDRSnTQ3P4nzP4bWALTiYz93ZgUZ33NF4iELTlSjN0+my/3o4gxHRsULpbuE+dirR0OoV82v0P5f6bGU5mfQapEd5RfxFJzr+X/AI7FWKWYsXgT5URhaMnXn8SdLi312TI7D+XzKVZ7nETO67D3v7EfFlO8Dw5GnbpVlPlr/rswMbYeoOHHfuvwFrR8q/8AUbUFQq9LdqnCpbWR9f6q+rKOx01A2MsPYBgY84nPy30PsdKFpWfT/p32JUndbxmhYdgyZnWZi3GX2jbi+8ePC4qV5fmUkdgD6HS+2g6VvKalUH3X7vfYfcR4/l8x+Oyzxzu8awlXnGmnUVFbHWlPhX+zTX920Gl13EeKKpAo1LiLhSkO5M61hPT53H7+3l22aWopBBxYsoa1u8xvi3GX/nP5rJITkWhBTlazC2nqNNPPvbvtrepU2LQd3LbVUzoyJQ0n/F+H77bMrddhaLRqMxzTKFr6ev8AW/HbvvKp2HKpF5CqNIyZs+b9VWw3IJzBs22Z2wrRGqpWW6p7pR0dKM6Pl+v8f5nZi1We601/VOAhCf1/FteM4OpcCA27RnvB/wCg7BO8XFDVBitxWsi1v/L+t/H8eewikEDuaKTeZjfEcppyl0vPnczJzZM2XyP+ffZTwqzWYDvCqmRhf66kZVZj+X7+22zN2eF6XPitz3YiOtefIpH5bNSubrcEV6gvxZ+HoK87X+yH5bFREhCxWZS3YIdlOoaqnAfQ5lV4Bm/C+zkqlCaixW5UBlhj/D82ytm09rAdecgRfjwmHfhfrpT5DTX+PrtIxZvxiwGojTTT/wAdfCyKRl6vU+gGt9P27UZNrxhHDLxGCiTwmm/19qLGCnapAca4uTp8Sf1vLbjT8cUvkGOayLfW1m8frtCxJiDmovCgU7gLWv8AX6Vf9dmgBiQXZooVYZrzUpzkKtUULQvNnaWcua/qP+GzGnRcZV7Ab8XFFRYlIydC3eheX0zCw0Ha49PU7VcDeHiPAc/hVTCfHiv9SpS7cJtR9fPzvqLWB2F9+mK95cqA27QeVhU6UjrdaWFqTfsOwy+t7H8tkrELPwJbuce4t92e/aVu0xb7rnvcenLkKadWtfU3rYG/a1x+Gp23JhmrNYjgMVlqWhcV9GdK/F+X5Hby4m0Ge663xWlrX+ujqzKv+2/fY83etb0IDrcDCVWrcVjPk5dpbqkpV+Hlfz7etjsXYyeoMMHnoVi3HuHMJQHHZVWYz5fBm2VDmJIuMpXPu1ZCIqFZ8mfKrLf67C9K3DbwceQGJ8+W4iajKv76rKlSR3v9fxA8yPTYwf8AZ0lO0vhYjxixS32/HySQrzv3JH8aajaxsgyFhVBk4XxHS/cM/wCOjJlTn+W3odltXdyM9qU/9l6iw+ha+Ly6+lX5EaH92wTirHTu5b7g1UIOKIqMqcmqHUq73zJOXse3n+Ohh0z2mGmp8SVF52E+vwodazp8tL27XNtbdj6bSH8YTYRD6n4OadpblLr2E1/3urKpNh27/vt+eysoz7vs8b2omKKNzSIT6/i5FjqaJvY62UR3F/8Ajd9se1LQao0xAxRhOnSs+VpTusdSr98pTbW1/UHttCrWEvZp3jcPi4hxDheatPwkTE81HzegUmx73t1A+nnsDuBobtlobb7Mb4X3jbtG6pS5bD61tIU0nwqSvuARqRtkKo7wseQP6B4LD8JGZCESE50pVftfxd/TTbVlB3G0uVRnKXQce0Srt5Ep+FIQheUdjw1kHX8fXvbaBXvZgi+4X3Xc/NNp8ce/Va57EjT6dvT12774I+HEzbu/xnWefl0uVSWEcdGRCEfMr+6SNBoL+Z/AE7GlAwzi2s881wX2GPkRlPh/AaHt3sNhygORYFecpbsSVx2XcnxU+FXbzF+3f0Oz5oeJZUWluOwIiFuMKT/u6fTy/f8A5bFAkgNM6pwrPwvihvmoi5TD7qk8VPTl7HqTpp621F9nD7pdaityoD3R0o8B6fx8xsCje47jKe5xafkWt1XSuyVaE63/AC9b/t201uqkYSrNGbdlMoRKy9SHfm08r+v5/jtBxu5kuSqxFVOo4tagOfdFrQhScjrXV56DTt6a7DRxHvG5pie7ElcqheRSJCClOW/kqx1B1Fidfx21JOwlAn17msOPMMI/71F0Ulz8vI/s2Ad6WNYuA/uHwFofT8VhCOpSjp6EXHlfTt9dj9lYEWmHG7qqtYopbEqVTor/AMmZSAh3/ePzH6nX67NfCUOjfE5BpCF5+tpSMqkq+o8/xFwfXbJm4xis43ny+FzsWnPq6FpdKM30t2PmNNNL630ccPcpXsOVT3zRt4VXR4lcvKd4rSfoAfK+oAtbyI2E428S+7dDveTjOg4NgOO1RlhH+NHT9Ow2Sm7zfE7i2sz6W6zkpaM3L8VYWnLrqlWpymwsCT30tcbSMZsNYtlOYcxbUUSn0ZcmV3Irvp+09r2N/Pz2jM0jDmA6M5/YPo/8+rJzK8hmGnl37H11vtygyfUCt8GK4vFfpcVpDCH+hTqrJ4aNASTcZb38+19hehw6XS3WIuKMPORVv9cWYxZbDibeoB/aCD+6/KoVil4jr0el48oc2lxZrqUIno6UpTe+qhdOU9tdb9hs/o27Td9g3CTdLgZKiwtGZppbufNcX6dTr9RqfrfYb8SRM5Y/xpWaXKYgUGkuPymFpdadzhSlaaaXzKFvKxP46bSa97RsqqUFjDlUiLp1RYUlK1oWUocT65Dc3BHkfWwGm03G2D8L1SU5z7s2kSkL+6r6k8NI+tst/MedwLX7bT8OYb5+LEgYjrcWqNsLUpC3Wgh9xNuyvJy/cXB8tex2oTiWxulXB3TYyrMqJiiVjFFRhdK+V4pQtnTW17pVr5E/kNi+jtyqDXuQn50IcjoyuqstGfXoNtQfyI+o2OW8FRWqDxcOS1oQhrJwk9SUpHmB9PS42T+KcTYyoNUcdgPQp3KrRxWnUhSXLpB0SdQTcapP7NpXylod1ujQGp7FU90vwn86eLy/gct2sNNQexABtr3ttetYW5+U58Vh+VKaUviys2Zz0C1C6tL+LU/jtR4U3nSsUQOVap3KzcuRcfVWVQF9Mwvb0/D89v6iVes8+575e4cVjN4OhX7+/wBLfUemxMcQZMir3LRffLE+Vx4s2Lmyux3zm8tLg9afQEHTy2LJ2D6Xwm6pFqKHJUXx8VGZGltFBIzJJ9baX7bf1U3lYX6OVl80/wBLTuTq/C9tL/XS2yxcxriOg4oqbs9pfu6or4XMZCpCrgdzrlI7EHT62sRQKZ2Y36lSMJT6N70ixH6XUWEfHaQ6lbUi2pUkjsb627H6HYMi40o1UdcpbVW5rgfCdQq6VJ9L/j5H6bK047lQMUP0Gs1ZDCJqszXMOhCXLjyUTY6d9bbdMUYIqkrh4jwbUEMTmEZ2nWlBSVJ9FeSgTob3H02vj4MIqfMn15dZgVRyLFdW/FWrPxc/h/G+lh+VrAfTYipvuZqLwq88uKtxKvix7KSr6qT5Eetxf19FnUd4UqjUvi4oiMMVFhSs3Lq6fOxHcj0te17a9xshsab48W4odcgRZa0MLUrKhdk/hY6WsNB22Iawqyp8ZpPE0zBFeiuRYGLIS5TDvR+V9D8wNxY6EdxtdbvcQu0GK3wpedDHztLzZVX/AG2P102xHScRVSg1luVPZW+tHiad6VZb30J9fUAgj12e2E95+A3eBPgS34T/AEolRXVhKv8AEkWAWNdRcHTt5ARoQy27dNYy8Qe+YHNNPZM6M+dPT1bRp9NadoznNS+H/wCKn/hsBUXEjTrTfuuoofiv5V9K8yVJPmO/5jY+xHOagYciVSL8dC8ng+a/kQf+B/12vVXsgceUGmJjUBrlZUtEpHg6Vnp8rEEdx+f+goJ7rTspxpplCF/Ln6VKT5HXaxFW988SLApKEf4elSb+elkm/mfoDtQ4qhSovAdddyOIWnoX08S9hYG1rkaC2uu3bYUThUaVPdirqkCWjjxVp4rCbZ+9/W/4A9/Ly2Z+61cWjUZyve6WFrWhS3VKR1agCwHbyGot5emw7PwPS5WEvtHFdlIlIaVm7oX2vkURqpJuPI3v+2Thvevhdrdy5S+U5KoNoV8B9BTmsNSFWvr+ZF72O1viU+6WacFfa2sv4jdiIRFf8CUrKkt/T8f8tT57Am9jdDS6819wyIlMeHMrL2/09L9u+2bMLb/N7WEq9LdoOIZSKdVH+LIpchIWhnMdAm98pA6SQSCdRtoOk4lr1egN16ss587XxVtWTlSfXte3n5+R12bXdti2Imo+EMUYI593g87CfQtD6E+NlViNLXzJtqLaa99kDIj8q7zTvgX/ABcbb6i051qjVZ1rgSoT7TqkdlZV5PlOqgNDpe37NsT4jpfFac+E4jo8GnT+zYFkqYPsRYDvxeN/vbdpvNRYrjrTWfJm2iYcpE+fPc4WfgN+PJ4Vfl/FtjGswosCluNcH5NgfzTsxexIjUp1x13h5F/+ZVbaamHF/RO8PJ4c/wDx2iwk/C+L0ZNpLC/i/puhebo+VW0tIWTU8KA1xWns/wCrn8XrtXRpkqU647wejaUnhOuttcH5uv8A5bSpIixWv1F5P/M/XajScTm/+i4Tu3J+Q61F4TvX+orP07Vcic01K/S9C/1OpP8ArtyqXNcL4X+NP95P+u0ASYb7vBFlcf8AxdSP72h/12LpmH6NKa+LER/jT0q2XG7KY770ca4y+v5f3f66bN1traxEqRugJJZdo0rhNOrWhfhV/p6bdVVXhRfvXDXn8Of5vx2KZdGalcRp1n5VZFbBk7Ck+qcSK09kWj+7/wANq4gCm05kW0WqQHGmnsi0fJ+r/H8HaqgynaNP5WV4F/721dVaFi3CU9uU6yvJ/ZOp6kK+l/8AQgHaRKxDFr0XiusohTWPH09Cvr9L6X9P8owwaMDyhU49Fiutu/7T9EpHhzehva35bWcHEEWV91nvZ/76/En/AI/j32F8JVxqe05Anso/wL/ZcHb7qtK5Ce2668vlV+BSvlV6X8/ptNlK2jmdiHDLfKututPcRhfgXtyxHR3a9F4sXIiUjwLV4XPof9DsGUfGTtLlchK+Oxse06dFntcWA6haP/NJ2zWrfTtkepQgrFy627F4kCqNLYz+F1PV1f8AC/r/AM9okOFKiu8KVL/wKR+7ZjYiw9z8Vx1prO+hHg/WT6bA0ZTTrv6FaMmZORf63pto02i1ciWBn9MddpfxZUT/ABLj9PT9R2O37BosCqO81Fe/xJWjKpP8fTaybqMV11yLK6Mn6yOlX59h+e06BG/Scrk6P1Pl/D/htZ7NsFY/xKVNA5Cstymnej52v7vqNjGXiuLS2uV/SdOdC0dP5bDVQo7tUd/ra0PoV8L+6r0/A7RWcE1mU05KdlrW+hPSlS+nKPL0F9qf92WrcMIV4D3/AGI90u8HDW8ajUPPNoM9qYhp1ZQiQjVLzRWASkONKW3mIOXNextYsD2wfb3xZ7VVBoWF3MBIwbT6PKdnqaYqypvOPKbyJUVFpoJCEF0BNlXLt7pyi+aFVzEcCU5FdZ+GhfW06n5h/H7PPawYqcWqNcKfTsi0fqW/d9DsQVhYT7pxpzDvCc+dC/8Aykq2K8F4qxbu5xRTd427TEL1BxRRVKU0+18ybWUlSDdLiFDRSCCCPqAREYplBlRfhPcB/wD8yr6/T6+W1OhMqLK4U/Oj5c6fD9D+G1pJE9CcG/yuTlTozdM3z7gINXlMoTeVS5iOXkL81cu+hRav3tnX+7UW31fynmPN4uF38EbpsKI3e0+b8B2a1KLs/gHuhtSUoTGv2KkBSrElCmzZQyFQKI1Pdc+L4Pk/vHz/AGbfLUHhVlyL8iNhmVIWMXdJiyqbqsb4e3itUlmrysPT2qimGqRy6JGTs3nCF5EkaXCDYeR2vva/9pSve1ViPDWI3cBowu/h6K/A4DFUM1DyFqC+IVFpopIItlsRbW+tgBIW661wmnujwf4dv2lyYrXEad8fj/xbVGZ22X24zHO9TcZi1jeBu1xA3T6pwuXlR5DXFh1CPe/BktgjOkHUEFKkm5SoXN9u03+U3pc+Kw7jz2fGX6uxol2LUm3Ws3qkus50A97a27XNrnDLLk91r4TPRtK4brTXxdpzJxG17U3t7b0N9FGcwlFp7GFMNP5VvworpddlZTccd0gFaAbHIEpTca5xa2ecOzKDiiK5FdZRzSPEhfiV9fqD57R8eSGnYvFaZW4tH6iPl2BKM67Fqnws6F586Vp8Sb/x22q6ZXIkrN47jfb13tbh8LxMB4owyzvCwpS2kxYHHlGPUocdIIDPEKVokNhOVKUrCVJAsVqFgCbFH8re1Fo0iBum3As0GqPpXmfqkhCm467GzhYYSni2NrguI01v5bZHo9SdlNcKV+nyf+V9R/w2+arhpqf8VprI/wDrZPF+Owa7/gyjiLfeZvP3jb0MW1LG+N64/UapNdzOyHVfSwFgAlKQkBKUgBIAAA01f2KfbxnYt9kCB7KErdazCjRaXSaX9oGq2XXVchJYfSvlSwkDiGOEkcU5Qu91Wsc/VrDsqLKcalMrR/6CpO1EqF8XlfBs390n3DOhzJ9LdptZpdQlU6ownWpUWZFVkdjvtkKQ4g+SgoAjyuNQRcbb23dfyrGIoFBRQd8m6iNiSUygI96UqWljnLX1djOIKUK7XKFkE3ISgWG2Baay7yrH+7tbNRthy+3cJs3Ff8qbvFlYtoVTwbu4hUvC9IlLflUbn8rtWSWloS25J4JDKEqWHMrbRJU2gFdiQc5+0vv4d9pbeW3vLn4NRhqV7uYpy4CJ5mIytrWQsOFtsknObpyC1u52BRGd4W1fNiOtbdOCgTRXso+29vL9m6l/Yw0mLizBrj632qbKlGPIp61nM6Y7wSoZColRaUm2ZRIUi5Be2O/5V5xqlvxd2m5xFOq8lKk85VJQdQyqxsvgtJSXbHyK0jzuexwNTU8J3/0PaxqLH6N3g9H/AKrtwMqw5mkMSfyh2N9424epbkd427JmryqxTXYErFHvnI+p0qK25PKJjBGZCshKA4lJy6ZQQBk6BW8R4IqlNxlg2rSqRXqI+mZAnxVBLsd1PYi9wQRdKkkFKkqUkggkG4Za+LtV1yG7yD/+HbpPpZtzBP8ALJj3C3S97+4xFUqjCUpVMpE1KY8hYH6QsPJJaJ72CljXT02oZ/8AK87xHseQK9SN2VLRhOnMvo+zjVUU05KWpJCHnJXBJ6BqGktBIJJKlEJI885T/wDZSmetHR/e2/KW07KlfC2LiU8Y5vaJ3uu+0Pvaq2+R3DCKC/W0McWnJlc0hlTLLbIs4UIKrhsKN0CxJGtrm29mr2x97XsoYil/Yjg1TD1XdS/VMOVG/LyHrJTx2lp6mHciQkqFwoBIUlWVJC9p8f8AstvyoUlqU6x8HrYV0KR/kfUf5bTjxkGej0f+VjwRKgN16f7OLiK8Gs2f3kytCV+gf4GfLfzyg/Ty2xr7U/tvb2vabqiKXXuBRMNxV54tGgLPCbVaxcWo9TzuqgFkJABslCSVEg8+LysD/d2V1R/r7jv9/YSHcZE1r7HHt41T2RsL4lwa7u4i4np1em+9orqJ5hux5nBQ0UOHIvO0UttkWAUk5tFBXTmnHdflY3xbXcZSmkIfxDVJVWfSlGVCX5DqnXMqbnKnOtVk3JAsCSbkwXT9127Mjmmv0X+PYu2dNE+yZ/KCb3/ZcpX2INJi4ywUhSnY9ImSCw/BWpWZRjPhKsqCSVFtSSm5uCm5vpGp/wAslg2BFfdwH7OTkKryfG7PntNNZvMngtlTlu9iU3/WHfbzUkxHYrv9zbi20078J3o/UV+rtGJ0ZO+Tffjv2hsbv483i1VuTUH0oaShCOE0y0nNkaZRc5G05lFKbk3UolSlEqLb9jn2x6h7Hs7FA/m+YxPSMUcup9pEzlZMd9gOBKkq4awtBC7FJta2YEkkHLYZda/ReNC+le1jGmc+1yrv6TasuvlLvfPvOlb7t7WJd6s+nMU6ViSZzr8VhZUhnQJCATYqshKUlRAKiCogE2DN9mH2v96vsl16W7g3gVrD1XWl2qYcnurTFedAAEhlQuph7KAkrAIUkJCkqyoKUcxS3ea2ktx3XapwtulJ6TL/AJZLBDcU1SN7NcpnEjjXU4urM8LPbsX0slwpv55ASPIbY79oP2wN5ftN4jbrON3WItOg50U2lw0lEeGhRubAkqUs2TmcUSVZRYIHSE1UozTspzhdG1UpPCd2gjcJYCaX9lb2nP8A0WreVL3lUvCkXEj8qgyqIqA/VDCCUOyIzxeC0tOlRBihOXKL5ycwtY02+ren/PJvVxDvVdpKKQvELqJDsDmuYTHUlpDZQHMiCsdF8xSk69tNkMw81+l8G0iTMlcLhcZey5rPqSRNQey57b+NvZMn12BS8PMYrw3Xcsh2jPz1Q0x5oyp5lpwIcy3QMq05LKyoNwUnMPQ/ahw3RvalpvtNYN3RM0XlpztWlYVTViqK5LcYeZecakBgFtKy7xSnhEBYXY2WMud6aHXZTjTr21sxSvi/3F/wdjKMDBlCBH97U3tQO+1Tjym48n4OZwu9TqWil8m1UTNQ4hDrrgczqaaIJLxBGUgBINzewCt0e8J3dBvVwpvUgURFXewrUeeTAXK5dMj4a28hcCFlGi73yK7WtrcKyotyov6LaOJ09r9K8vadkCamzumlva19qWV7V+KKFi2fgNGF36JDVTuVaqJmocTxFrDmdTTRSbrtlykWF762C43XYulbtN42F96ECkoqj2F6oxVOQU+WEyuGb8MrCVZAf1spt6HZatzqpxdialMz/wC127Yfug38Tkx7+1d7Uk72zMU4Ldn4NhYElUsu0lp96s81FSiW60DIecWy1wkNlIKiQQEhRJFrbPz2/wDe/u0pe43dt7Om4zGNLrWG6RFaVKkUmeiQ1w4zIYjNLWgkLKszzqrm4W20o3JB2xeqgcWB8Xx+NH93YYCfvXCda+bJtK+5wtlzQWeK1wnWej/0HZj7r8cyt0O8HDW8qLSUVd7C89M9MBUox0yrIWjKXAhZQOq98p7dtg2B91it8Jrb9mTOK1sU4UQRfMZPtae1TK9qTFFFxRPwGzhd+iQlU7lWqoZqHkFxSw5nLTRSbqtbKRpe+tgpd2m8V3dfvLwvvLapKKovC9Xj1RENUgsJkcNebhlwJVkv2vlNvQ7UVSPxeFtXTE7ZtjtmVLtnMfvtf+1zJ9ris4Xr07d8jCj+G48iGlpuqGaiQh9SFFRUWWilQKAAmxBBJv5bJOgymotUY4vgWvapy/C2/YzvxW/7i9jVWbmlxZu+6f/Z"/>
          <p:cNvSpPr>
            <a:spLocks noChangeAspect="1" noChangeArrowheads="1"/>
          </p:cNvSpPr>
          <p:nvPr/>
        </p:nvSpPr>
        <p:spPr bwMode="auto">
          <a:xfrm>
            <a:off x="130175" y="-3436938"/>
            <a:ext cx="5734050" cy="76485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5" name="Imagem 4" descr="TimePhoto_20250823_13512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5400000">
            <a:off x="4310061" y="1404923"/>
            <a:ext cx="4953034" cy="3714776"/>
          </a:xfrm>
          <a:prstGeom prst="rect">
            <a:avLst/>
          </a:prstGeom>
        </p:spPr>
      </p:pic>
      <p:pic>
        <p:nvPicPr>
          <p:cNvPr id="6" name="Imagem 5" descr="100011976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5400000">
            <a:off x="-119096" y="1404924"/>
            <a:ext cx="4953035" cy="371477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285852" y="285728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Ponto: 33 da Trilha 1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857356" y="5857892"/>
            <a:ext cx="59767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Condicionantes: </a:t>
            </a:r>
            <a:r>
              <a:rPr lang="pt-BR" dirty="0"/>
              <a:t>Solo Arenoso pouco Coeso + Alta Declividade</a:t>
            </a:r>
          </a:p>
          <a:p>
            <a:endParaRPr lang="pt-BR" dirty="0"/>
          </a:p>
          <a:p>
            <a:r>
              <a:rPr lang="pt-BR" b="1" dirty="0"/>
              <a:t>Processo: </a:t>
            </a:r>
            <a:r>
              <a:rPr lang="pt-BR" dirty="0"/>
              <a:t>Erosão Laminar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5703191" y="285728"/>
            <a:ext cx="2083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Ponto 18 da Trilha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Planta e árvore na floresta&#10;&#10;O conteúdo gerado por IA pode estar incorreto.">
            <a:extLst>
              <a:ext uri="{FF2B5EF4-FFF2-40B4-BE49-F238E27FC236}">
                <a16:creationId xmlns:a16="http://schemas.microsoft.com/office/drawing/2014/main" id="{250A1726-2F33-F629-6108-4C6E5765E3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858108" y="3699897"/>
            <a:ext cx="3319294" cy="2489469"/>
          </a:xfrm>
          <a:prstGeom prst="rect">
            <a:avLst/>
          </a:prstGeom>
        </p:spPr>
      </p:pic>
      <p:pic>
        <p:nvPicPr>
          <p:cNvPr id="5" name="Imagem 4" descr="Foto de uma árvore&#10;&#10;O conteúdo gerado por IA pode estar incorreto.">
            <a:extLst>
              <a:ext uri="{FF2B5EF4-FFF2-40B4-BE49-F238E27FC236}">
                <a16:creationId xmlns:a16="http://schemas.microsoft.com/office/drawing/2014/main" id="{E8E20655-F3AA-4B62-D4AF-CD58F6270D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99469" y="948652"/>
            <a:ext cx="3319293" cy="2489469"/>
          </a:xfrm>
          <a:prstGeom prst="rect">
            <a:avLst/>
          </a:prstGeom>
        </p:spPr>
      </p:pic>
      <p:pic>
        <p:nvPicPr>
          <p:cNvPr id="7" name="Imagem 6" descr="Uma imagem contendo ao ar livre, árvore, marrom, em pé&#10;&#10;O conteúdo gerado por IA pode estar incorreto.">
            <a:extLst>
              <a:ext uri="{FF2B5EF4-FFF2-40B4-BE49-F238E27FC236}">
                <a16:creationId xmlns:a16="http://schemas.microsoft.com/office/drawing/2014/main" id="{FF449E45-CF5B-7A6B-68C5-B90DC35698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078789" y="948651"/>
            <a:ext cx="3319293" cy="248946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6103332" y="533739"/>
            <a:ext cx="23454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Ponto: </a:t>
            </a:r>
            <a:r>
              <a:rPr lang="pt-BR" dirty="0"/>
              <a:t>29</a:t>
            </a:r>
          </a:p>
          <a:p>
            <a:r>
              <a:rPr lang="pt-BR" b="1" dirty="0"/>
              <a:t>Nível de Perigo: </a:t>
            </a:r>
            <a:r>
              <a:rPr lang="pt-BR" dirty="0"/>
              <a:t>Médio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8B289DC-35B4-A6E3-EEC0-AC1D2AAF3F23}"/>
              </a:ext>
            </a:extLst>
          </p:cNvPr>
          <p:cNvSpPr txBox="1"/>
          <p:nvPr/>
        </p:nvSpPr>
        <p:spPr>
          <a:xfrm>
            <a:off x="3782645" y="5957948"/>
            <a:ext cx="23454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Ponto: </a:t>
            </a:r>
            <a:r>
              <a:rPr lang="pt-BR" dirty="0"/>
              <a:t>30</a:t>
            </a:r>
          </a:p>
          <a:p>
            <a:r>
              <a:rPr lang="pt-BR" b="1" dirty="0"/>
              <a:t>Nível de Perigo: </a:t>
            </a:r>
            <a:r>
              <a:rPr lang="pt-BR" dirty="0"/>
              <a:t>Médio</a:t>
            </a:r>
          </a:p>
        </p:txBody>
      </p:sp>
    </p:spTree>
    <p:extLst>
      <p:ext uri="{BB962C8B-B14F-4D97-AF65-F5344CB8AC3E}">
        <p14:creationId xmlns:p14="http://schemas.microsoft.com/office/powerpoint/2010/main" val="1677031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100011727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5400000">
            <a:off x="47593" y="1976427"/>
            <a:ext cx="4762533" cy="3571900"/>
          </a:xfrm>
          <a:prstGeom prst="rect">
            <a:avLst/>
          </a:prstGeom>
        </p:spPr>
      </p:pic>
      <p:pic>
        <p:nvPicPr>
          <p:cNvPr id="4" name="Imagem 3" descr="100011728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5400000">
            <a:off x="4259459" y="955462"/>
            <a:ext cx="4786344" cy="3589758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1000100" y="428604"/>
            <a:ext cx="27401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Ponto: </a:t>
            </a:r>
            <a:r>
              <a:rPr lang="pt-BR" dirty="0"/>
              <a:t>10</a:t>
            </a:r>
          </a:p>
          <a:p>
            <a:r>
              <a:rPr lang="pt-BR" b="1" dirty="0"/>
              <a:t>Nível de Perigo: </a:t>
            </a:r>
            <a:r>
              <a:rPr lang="pt-BR" dirty="0"/>
              <a:t>Muito Alto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4857753" y="5286388"/>
            <a:ext cx="37147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Processo: </a:t>
            </a:r>
            <a:r>
              <a:rPr lang="pt-BR" dirty="0"/>
              <a:t>Erosão Laminar</a:t>
            </a:r>
          </a:p>
          <a:p>
            <a:endParaRPr lang="pt-BR" dirty="0"/>
          </a:p>
          <a:p>
            <a:r>
              <a:rPr lang="pt-BR" b="1" dirty="0"/>
              <a:t>Fator Chave: </a:t>
            </a:r>
            <a:r>
              <a:rPr lang="pt-BR" dirty="0"/>
              <a:t>Alta Declividade + Solo Argiloso Saturado muito Escorregadio 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603773" y="5613047"/>
            <a:ext cx="78644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b="1" dirty="0"/>
              <a:t> Processo:</a:t>
            </a:r>
            <a:r>
              <a:rPr lang="pt-BR" dirty="0"/>
              <a:t> </a:t>
            </a:r>
            <a:r>
              <a:rPr lang="pt-BR" dirty="0" err="1"/>
              <a:t>Widening</a:t>
            </a:r>
            <a:r>
              <a:rPr lang="pt-BR" dirty="0"/>
              <a:t> da Trilha e Degradação da Estrutura. </a:t>
            </a:r>
          </a:p>
          <a:p>
            <a:endParaRPr lang="pt-BR" b="1" dirty="0"/>
          </a:p>
          <a:p>
            <a:pPr>
              <a:buFont typeface="Arial" pitchFamily="34" charset="0"/>
              <a:buChar char="•"/>
            </a:pPr>
            <a:r>
              <a:rPr lang="pt-BR" b="1" dirty="0"/>
              <a:t> Consequência:</a:t>
            </a:r>
            <a:r>
              <a:rPr lang="pt-BR" dirty="0"/>
              <a:t> Raízes expostas perdem função de contenção e o piso da trilha se torna irregular.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448430" y="118373"/>
            <a:ext cx="1683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Ponto: </a:t>
            </a:r>
            <a:r>
              <a:rPr lang="pt-BR" dirty="0"/>
              <a:t>9</a:t>
            </a:r>
          </a:p>
          <a:p>
            <a:r>
              <a:rPr lang="pt-BR" b="1" dirty="0"/>
              <a:t>Nível de Perigo:</a:t>
            </a:r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27850F5-8211-DEBA-33EC-30EF7BF491AA}"/>
              </a:ext>
            </a:extLst>
          </p:cNvPr>
          <p:cNvSpPr txBox="1"/>
          <p:nvPr/>
        </p:nvSpPr>
        <p:spPr>
          <a:xfrm>
            <a:off x="5652120" y="118373"/>
            <a:ext cx="2356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Ponto: </a:t>
            </a:r>
            <a:r>
              <a:rPr lang="pt-BR" dirty="0"/>
              <a:t>19</a:t>
            </a:r>
          </a:p>
          <a:p>
            <a:r>
              <a:rPr lang="pt-BR" b="1" dirty="0"/>
              <a:t>Nível de Perigo: </a:t>
            </a:r>
            <a:r>
              <a:rPr lang="pt-BR" dirty="0"/>
              <a:t>Médio</a:t>
            </a:r>
          </a:p>
        </p:txBody>
      </p:sp>
      <p:pic>
        <p:nvPicPr>
          <p:cNvPr id="5" name="Imagem 4" descr="100011910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5400000">
            <a:off x="4342677" y="1446595"/>
            <a:ext cx="4714904" cy="3536178"/>
          </a:xfrm>
          <a:prstGeom prst="rect">
            <a:avLst/>
          </a:prstGeom>
        </p:spPr>
      </p:pic>
      <p:pic>
        <p:nvPicPr>
          <p:cNvPr id="8" name="Imagem 7" descr="Desenho de uma árvore&#10;&#10;O conteúdo gerado por IA pode estar incorreto.">
            <a:extLst>
              <a:ext uri="{FF2B5EF4-FFF2-40B4-BE49-F238E27FC236}">
                <a16:creationId xmlns:a16="http://schemas.microsoft.com/office/drawing/2014/main" id="{87632704-EA9B-F1E2-209D-2D2C0C611F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4410" y="1426075"/>
            <a:ext cx="4714905" cy="35361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28596" y="357166"/>
            <a:ext cx="3786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Trilha 2 (Pedra Negra):</a:t>
            </a:r>
            <a:r>
              <a:rPr lang="pt-BR" dirty="0"/>
              <a:t>  Ponto 14</a:t>
            </a:r>
          </a:p>
          <a:p>
            <a:r>
              <a:rPr lang="pt-BR" dirty="0"/>
              <a:t>Maior incidência de </a:t>
            </a:r>
            <a:r>
              <a:rPr lang="pt-BR" b="1" dirty="0"/>
              <a:t>Mata Fechada</a:t>
            </a:r>
            <a:r>
              <a:rPr lang="pt-BR" dirty="0"/>
              <a:t> e Risco de </a:t>
            </a:r>
            <a:r>
              <a:rPr lang="pt-BR" b="1" dirty="0"/>
              <a:t>Caminho Alternativo Oculto.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4714876" y="5586257"/>
            <a:ext cx="4000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Trilha 3 (Morro dos Caboclos):</a:t>
            </a:r>
            <a:r>
              <a:rPr lang="pt-BR" dirty="0"/>
              <a:t>  Ponto 19</a:t>
            </a:r>
          </a:p>
          <a:p>
            <a:r>
              <a:rPr lang="pt-BR" b="1" dirty="0"/>
              <a:t>Perigo Extremo</a:t>
            </a:r>
            <a:r>
              <a:rPr lang="pt-BR" dirty="0"/>
              <a:t> associado à estreiteza da trilha e declive lateral.</a:t>
            </a:r>
          </a:p>
          <a:p>
            <a:endParaRPr lang="pt-BR" dirty="0"/>
          </a:p>
        </p:txBody>
      </p:sp>
      <p:pic>
        <p:nvPicPr>
          <p:cNvPr id="4" name="Imagem 3" descr="100012373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5400000">
            <a:off x="-285780" y="2000237"/>
            <a:ext cx="5143504" cy="3857628"/>
          </a:xfrm>
          <a:prstGeom prst="rect">
            <a:avLst/>
          </a:prstGeom>
        </p:spPr>
      </p:pic>
      <p:pic>
        <p:nvPicPr>
          <p:cNvPr id="5" name="Imagem 4" descr="TimePhoto_20250823_14073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5400000">
            <a:off x="4152302" y="1062616"/>
            <a:ext cx="5072098" cy="3804074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0A44593F-9A4D-D30A-86FE-96517FEA0AF2}"/>
              </a:ext>
            </a:extLst>
          </p:cNvPr>
          <p:cNvCxnSpPr>
            <a:cxnSpLocks/>
          </p:cNvCxnSpPr>
          <p:nvPr/>
        </p:nvCxnSpPr>
        <p:spPr>
          <a:xfrm>
            <a:off x="6948264" y="4149096"/>
            <a:ext cx="1152128" cy="14400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FC436300-9249-580A-7DD5-E0587D2ADAF2}"/>
              </a:ext>
            </a:extLst>
          </p:cNvPr>
          <p:cNvCxnSpPr>
            <a:cxnSpLocks/>
          </p:cNvCxnSpPr>
          <p:nvPr/>
        </p:nvCxnSpPr>
        <p:spPr>
          <a:xfrm flipH="1">
            <a:off x="4929216" y="4149096"/>
            <a:ext cx="1875032" cy="360024"/>
          </a:xfrm>
          <a:prstGeom prst="straightConnector1">
            <a:avLst/>
          </a:prstGeom>
          <a:ln w="2857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Árvore perto de muro de pedras&#10;&#10;O conteúdo gerado por IA pode estar incorreto.">
            <a:extLst>
              <a:ext uri="{FF2B5EF4-FFF2-40B4-BE49-F238E27FC236}">
                <a16:creationId xmlns:a16="http://schemas.microsoft.com/office/drawing/2014/main" id="{1BD16027-5A56-92A5-85E8-A277F98495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5" r="37169" b="4"/>
          <a:stretch>
            <a:fillRect/>
          </a:stretch>
        </p:blipFill>
        <p:spPr>
          <a:xfrm rot="5400000">
            <a:off x="851935" y="28779"/>
            <a:ext cx="3015830" cy="4072643"/>
          </a:xfrm>
          <a:prstGeom prst="rect">
            <a:avLst/>
          </a:prstGeom>
        </p:spPr>
      </p:pic>
      <p:pic>
        <p:nvPicPr>
          <p:cNvPr id="3" name="Imagem 2" descr="Árvore com folhas verdes&#10;&#10;O conteúdo gerado por IA pode estar incorreto.">
            <a:extLst>
              <a:ext uri="{FF2B5EF4-FFF2-40B4-BE49-F238E27FC236}">
                <a16:creationId xmlns:a16="http://schemas.microsoft.com/office/drawing/2014/main" id="{5C24878D-74FC-9865-3864-7E8B05AD56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47" b="-1"/>
          <a:stretch>
            <a:fillRect/>
          </a:stretch>
        </p:blipFill>
        <p:spPr>
          <a:xfrm rot="5400000">
            <a:off x="755701" y="3921125"/>
            <a:ext cx="2871798" cy="2584017"/>
          </a:xfrm>
          <a:prstGeom prst="rect">
            <a:avLst/>
          </a:prstGeom>
        </p:spPr>
      </p:pic>
      <p:pic>
        <p:nvPicPr>
          <p:cNvPr id="4" name="Imagem 3" descr="Floresta com árvores&#10;&#10;O conteúdo gerado por IA pode estar incorreto.">
            <a:extLst>
              <a:ext uri="{FF2B5EF4-FFF2-40B4-BE49-F238E27FC236}">
                <a16:creationId xmlns:a16="http://schemas.microsoft.com/office/drawing/2014/main" id="{B70C73B0-4770-2005-2938-4D0CAEAA04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6" r="6330" b="-2"/>
          <a:stretch>
            <a:fillRect/>
          </a:stretch>
        </p:blipFill>
        <p:spPr>
          <a:xfrm>
            <a:off x="4945568" y="569399"/>
            <a:ext cx="3395343" cy="387991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70505C5-C3EA-2517-F454-61DEB0A4EDED}"/>
              </a:ext>
            </a:extLst>
          </p:cNvPr>
          <p:cNvSpPr txBox="1"/>
          <p:nvPr/>
        </p:nvSpPr>
        <p:spPr>
          <a:xfrm>
            <a:off x="4932040" y="5085184"/>
            <a:ext cx="3395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Trilha 2 (Pedra Negra):</a:t>
            </a:r>
            <a:r>
              <a:rPr lang="pt-BR" dirty="0"/>
              <a:t>  Ponto 11</a:t>
            </a:r>
          </a:p>
          <a:p>
            <a:endParaRPr lang="pt-BR" dirty="0"/>
          </a:p>
          <a:p>
            <a:r>
              <a:rPr lang="pt-BR" b="1" dirty="0"/>
              <a:t>Nível de Perigo: </a:t>
            </a:r>
            <a:r>
              <a:rPr lang="pt-BR" dirty="0"/>
              <a:t>Muito</a:t>
            </a:r>
            <a:r>
              <a:rPr lang="pt-BR" b="1" dirty="0"/>
              <a:t> </a:t>
            </a:r>
            <a:r>
              <a:rPr lang="pt-BR" dirty="0"/>
              <a:t>Alto</a:t>
            </a:r>
          </a:p>
        </p:txBody>
      </p:sp>
    </p:spTree>
    <p:extLst>
      <p:ext uri="{BB962C8B-B14F-4D97-AF65-F5344CB8AC3E}">
        <p14:creationId xmlns:p14="http://schemas.microsoft.com/office/powerpoint/2010/main" val="3259306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o ar livre, terra, árvore, em pé&#10;&#10;O conteúdo gerado por IA pode estar incorreto.">
            <a:extLst>
              <a:ext uri="{FF2B5EF4-FFF2-40B4-BE49-F238E27FC236}">
                <a16:creationId xmlns:a16="http://schemas.microsoft.com/office/drawing/2014/main" id="{FB5D1601-23B6-1EF3-6AE6-8C45F5EC57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813440" y="2096894"/>
            <a:ext cx="3517118" cy="2637839"/>
          </a:xfrm>
          <a:prstGeom prst="rect">
            <a:avLst/>
          </a:prstGeom>
        </p:spPr>
      </p:pic>
      <p:pic>
        <p:nvPicPr>
          <p:cNvPr id="3" name="Imagem 2" descr="Foto de uma árvore&#10;&#10;O conteúdo gerado por IA pode estar incorreto.">
            <a:extLst>
              <a:ext uri="{FF2B5EF4-FFF2-40B4-BE49-F238E27FC236}">
                <a16:creationId xmlns:a16="http://schemas.microsoft.com/office/drawing/2014/main" id="{7A7239C0-A2A3-316B-6BA9-06569A58D0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702204" y="2102496"/>
            <a:ext cx="3537344" cy="2653008"/>
          </a:xfrm>
          <a:prstGeom prst="rect">
            <a:avLst/>
          </a:prstGeom>
        </p:spPr>
      </p:pic>
      <p:pic>
        <p:nvPicPr>
          <p:cNvPr id="4" name="Imagem 3" descr="Foto de uma árvore&#10;&#10;O conteúdo gerado por IA pode estar incorreto.">
            <a:extLst>
              <a:ext uri="{FF2B5EF4-FFF2-40B4-BE49-F238E27FC236}">
                <a16:creationId xmlns:a16="http://schemas.microsoft.com/office/drawing/2014/main" id="{28A01140-3CEE-5A57-D696-2C3EF9494E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76166" y="2096894"/>
            <a:ext cx="3517120" cy="263784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92A64C5-02D5-AF81-FDB7-366CE2F448BD}"/>
              </a:ext>
            </a:extLst>
          </p:cNvPr>
          <p:cNvSpPr txBox="1"/>
          <p:nvPr/>
        </p:nvSpPr>
        <p:spPr>
          <a:xfrm>
            <a:off x="2627784" y="428471"/>
            <a:ext cx="38799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Trilha 3 (Morro dos Caboclos):</a:t>
            </a:r>
            <a:r>
              <a:rPr lang="pt-BR" dirty="0"/>
              <a:t>  Ponto 7</a:t>
            </a:r>
          </a:p>
          <a:p>
            <a:endParaRPr lang="pt-BR" dirty="0"/>
          </a:p>
          <a:p>
            <a:r>
              <a:rPr lang="pt-BR" b="1" dirty="0"/>
              <a:t>Nível de Perigo: </a:t>
            </a:r>
            <a:r>
              <a:rPr lang="pt-BR" dirty="0"/>
              <a:t>Médio</a:t>
            </a:r>
          </a:p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553441E-1E07-7BFE-8D1D-F42EE8D914D2}"/>
              </a:ext>
            </a:extLst>
          </p:cNvPr>
          <p:cNvSpPr txBox="1"/>
          <p:nvPr/>
        </p:nvSpPr>
        <p:spPr>
          <a:xfrm>
            <a:off x="1952284" y="5589240"/>
            <a:ext cx="52120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Processo: </a:t>
            </a:r>
            <a:r>
              <a:rPr lang="pt-BR" dirty="0"/>
              <a:t>Erosão Laminar e em sulco + Uso Indevido </a:t>
            </a:r>
          </a:p>
          <a:p>
            <a:endParaRPr lang="pt-BR" dirty="0"/>
          </a:p>
          <a:p>
            <a:r>
              <a:rPr lang="pt-BR" b="1" dirty="0"/>
              <a:t>Consequências: </a:t>
            </a:r>
            <a:r>
              <a:rPr lang="pt-BR" dirty="0"/>
              <a:t>Solo instável, Irregular e Escorregadio</a:t>
            </a:r>
          </a:p>
        </p:txBody>
      </p:sp>
    </p:spTree>
    <p:extLst>
      <p:ext uri="{BB962C8B-B14F-4D97-AF65-F5344CB8AC3E}">
        <p14:creationId xmlns:p14="http://schemas.microsoft.com/office/powerpoint/2010/main" val="3961839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4929190" y="214290"/>
            <a:ext cx="3643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Solo Argiloso: </a:t>
            </a:r>
            <a:r>
              <a:rPr lang="pt-BR" dirty="0"/>
              <a:t>Alta Coesão e Baixa Permeabilidade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714348" y="5925941"/>
            <a:ext cx="35719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Solo Arenoso</a:t>
            </a:r>
            <a:r>
              <a:rPr lang="pt-BR" dirty="0"/>
              <a:t>: Baixa Coesão e Alta permeabilidade</a:t>
            </a:r>
          </a:p>
        </p:txBody>
      </p:sp>
      <p:pic>
        <p:nvPicPr>
          <p:cNvPr id="5" name="Imagem 4" descr="13 arenos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5400000">
            <a:off x="44617" y="1473385"/>
            <a:ext cx="4929221" cy="369691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214414" y="345024"/>
            <a:ext cx="2211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Ponto: 13 da Trilha 2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715008" y="6072206"/>
            <a:ext cx="2211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Ponto: 13 da Trilha 3</a:t>
            </a:r>
          </a:p>
        </p:txBody>
      </p:sp>
      <p:pic>
        <p:nvPicPr>
          <p:cNvPr id="9" name="Imagem 8" descr="p1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5400000">
            <a:off x="4268362" y="1482312"/>
            <a:ext cx="5000662" cy="37504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857225" y="571480"/>
            <a:ext cx="2714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Uso Antrópico Elevado: </a:t>
            </a:r>
            <a:r>
              <a:rPr lang="pt-BR" dirty="0"/>
              <a:t>Pisoteio, Rotas Alternativas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643306" y="571480"/>
            <a:ext cx="2428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Alta Declividade Local: </a:t>
            </a:r>
            <a:r>
              <a:rPr lang="pt-BR" dirty="0"/>
              <a:t>Média à Alta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6072198" y="571480"/>
            <a:ext cx="2643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Substrato Susceptível:  </a:t>
            </a:r>
            <a:r>
              <a:rPr lang="pt-BR" dirty="0"/>
              <a:t>Solo com Baixa Coesão</a:t>
            </a:r>
          </a:p>
        </p:txBody>
      </p:sp>
      <p:sp>
        <p:nvSpPr>
          <p:cNvPr id="12" name="Seta para baixo 11"/>
          <p:cNvSpPr/>
          <p:nvPr/>
        </p:nvSpPr>
        <p:spPr>
          <a:xfrm rot="19430737">
            <a:off x="3368564" y="1288593"/>
            <a:ext cx="439036" cy="1039408"/>
          </a:xfrm>
          <a:prstGeom prst="downArrow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15" name="Elipse 14"/>
          <p:cNvSpPr/>
          <p:nvPr/>
        </p:nvSpPr>
        <p:spPr>
          <a:xfrm>
            <a:off x="2786050" y="5357826"/>
            <a:ext cx="3714776" cy="1428760"/>
          </a:xfrm>
          <a:prstGeom prst="ellipse">
            <a:avLst/>
          </a:prstGeom>
          <a:solidFill>
            <a:srgbClr val="CF31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Erosão Severa e Risco Extremo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357686" y="2071678"/>
            <a:ext cx="1500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rgbClr val="FF0000"/>
                </a:solidFill>
              </a:rPr>
              <a:t>X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2143108" y="3571876"/>
            <a:ext cx="50006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Efeito Multiplicado: </a:t>
            </a:r>
          </a:p>
          <a:p>
            <a:r>
              <a:rPr lang="pt-BR" dirty="0"/>
              <a:t>Aumento Exponencial da Energia da Água (Maior Velocidade de Escoamento e Capacidade de Corte)</a:t>
            </a:r>
          </a:p>
        </p:txBody>
      </p:sp>
      <p:sp>
        <p:nvSpPr>
          <p:cNvPr id="18" name="Seta para baixo 17"/>
          <p:cNvSpPr/>
          <p:nvPr/>
        </p:nvSpPr>
        <p:spPr>
          <a:xfrm rot="2336649">
            <a:off x="5641033" y="1295540"/>
            <a:ext cx="439036" cy="1039408"/>
          </a:xfrm>
          <a:prstGeom prst="downArrow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Seta para baixo 18"/>
          <p:cNvSpPr/>
          <p:nvPr/>
        </p:nvSpPr>
        <p:spPr>
          <a:xfrm>
            <a:off x="4418716" y="1214422"/>
            <a:ext cx="439036" cy="1039408"/>
          </a:xfrm>
          <a:prstGeom prst="downArrow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Seta para baixo 19"/>
          <p:cNvSpPr/>
          <p:nvPr/>
        </p:nvSpPr>
        <p:spPr>
          <a:xfrm>
            <a:off x="4429124" y="2928934"/>
            <a:ext cx="357190" cy="714380"/>
          </a:xfrm>
          <a:prstGeom prst="downArrow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Seta para baixo 20"/>
          <p:cNvSpPr/>
          <p:nvPr/>
        </p:nvSpPr>
        <p:spPr>
          <a:xfrm>
            <a:off x="4429124" y="4500570"/>
            <a:ext cx="357190" cy="714380"/>
          </a:xfrm>
          <a:prstGeom prst="downArrow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5572132" y="1714488"/>
            <a:ext cx="321470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b="1" dirty="0"/>
              <a:t>Priorização de Ação: </a:t>
            </a:r>
            <a:r>
              <a:rPr lang="pt-BR" dirty="0"/>
              <a:t>Concentrar Recursos em Pontos de Risco Muito Alto.</a:t>
            </a:r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b="1" dirty="0"/>
              <a:t>Calibração de Técnica: </a:t>
            </a:r>
            <a:r>
              <a:rPr lang="pt-BR" dirty="0"/>
              <a:t>Escolha do Manejo Baseada na “Assinatura” do Risco.</a:t>
            </a:r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b="1" dirty="0"/>
              <a:t>Diferenciação:            </a:t>
            </a:r>
            <a:r>
              <a:rPr lang="pt-BR" dirty="0"/>
              <a:t>Solução na Trilha 1 (Erosão Hídrica) é diferente da Trilha 2 (Falta de sinalização) e da Trilha 3 (Risco Geotécnico)</a:t>
            </a:r>
          </a:p>
        </p:txBody>
      </p:sp>
      <p:sp>
        <p:nvSpPr>
          <p:cNvPr id="4" name="Elipse 3"/>
          <p:cNvSpPr/>
          <p:nvPr/>
        </p:nvSpPr>
        <p:spPr>
          <a:xfrm>
            <a:off x="428596" y="357166"/>
            <a:ext cx="4929222" cy="1928826"/>
          </a:xfrm>
          <a:prstGeom prst="ellipse">
            <a:avLst/>
          </a:prstGeom>
          <a:solidFill>
            <a:srgbClr val="B45D2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Trilha Pau da Fome</a:t>
            </a:r>
          </a:p>
          <a:p>
            <a:r>
              <a:rPr lang="pt-BR" b="1" dirty="0">
                <a:solidFill>
                  <a:schemeClr val="tx1"/>
                </a:solidFill>
              </a:rPr>
              <a:t>Decisão: </a:t>
            </a:r>
            <a:r>
              <a:rPr lang="pt-BR" dirty="0">
                <a:solidFill>
                  <a:schemeClr val="tx1"/>
                </a:solidFill>
              </a:rPr>
              <a:t>Manejo de Drenagem e Bioengenharia </a:t>
            </a:r>
            <a:r>
              <a:rPr lang="pt-BR" b="1" dirty="0">
                <a:solidFill>
                  <a:schemeClr val="tx1"/>
                </a:solidFill>
              </a:rPr>
              <a:t>(Soluções de Baixo Impacto)</a:t>
            </a:r>
          </a:p>
          <a:p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357158" y="2500306"/>
            <a:ext cx="4929222" cy="1928826"/>
          </a:xfrm>
          <a:prstGeom prst="ellipse">
            <a:avLst/>
          </a:prstGeom>
          <a:solidFill>
            <a:srgbClr val="D9D52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Trilha Pedra Negra</a:t>
            </a:r>
            <a:endParaRPr lang="pt-BR" dirty="0"/>
          </a:p>
          <a:p>
            <a:r>
              <a:rPr lang="pt-BR" b="1" dirty="0">
                <a:solidFill>
                  <a:schemeClr val="tx1"/>
                </a:solidFill>
              </a:rPr>
              <a:t>Decisão: </a:t>
            </a:r>
            <a:r>
              <a:rPr lang="pt-BR" dirty="0">
                <a:solidFill>
                  <a:schemeClr val="tx1"/>
                </a:solidFill>
              </a:rPr>
              <a:t>Monitoramento Contínuo e Sinalização de Desvio </a:t>
            </a:r>
            <a:r>
              <a:rPr lang="pt-BR" b="1" dirty="0">
                <a:solidFill>
                  <a:schemeClr val="tx1"/>
                </a:solidFill>
              </a:rPr>
              <a:t>(Soluções de monitoramento)</a:t>
            </a:r>
          </a:p>
          <a:p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357158" y="4643446"/>
            <a:ext cx="4929222" cy="1928826"/>
          </a:xfrm>
          <a:prstGeom prst="ellipse">
            <a:avLst/>
          </a:prstGeom>
          <a:solidFill>
            <a:srgbClr val="A21E1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Trilha Morro dos Caboclos</a:t>
            </a:r>
            <a:endParaRPr lang="pt-BR" b="1" dirty="0"/>
          </a:p>
          <a:p>
            <a:r>
              <a:rPr lang="pt-BR" b="1" dirty="0">
                <a:solidFill>
                  <a:schemeClr val="tx1"/>
                </a:solidFill>
              </a:rPr>
              <a:t>Decisão: </a:t>
            </a:r>
            <a:r>
              <a:rPr lang="pt-BR" dirty="0">
                <a:solidFill>
                  <a:schemeClr val="tx1"/>
                </a:solidFill>
              </a:rPr>
              <a:t>Intervenção Estrutural e Contenção Pesada </a:t>
            </a:r>
            <a:r>
              <a:rPr lang="pt-BR" b="1" dirty="0">
                <a:solidFill>
                  <a:schemeClr val="tx1"/>
                </a:solidFill>
              </a:rPr>
              <a:t>(Soluções de Alto Impacto)</a:t>
            </a:r>
          </a:p>
          <a:p>
            <a:endParaRPr lang="pt-BR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1571605" y="2300109"/>
            <a:ext cx="30718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Base de Dados </a:t>
            </a:r>
            <a:r>
              <a:rPr lang="pt-BR" b="1" dirty="0" err="1"/>
              <a:t>Georreferenciada</a:t>
            </a:r>
            <a:r>
              <a:rPr lang="pt-BR" b="1" dirty="0"/>
              <a:t> de Risco. </a:t>
            </a:r>
          </a:p>
          <a:p>
            <a:endParaRPr lang="pt-BR" b="1" dirty="0"/>
          </a:p>
          <a:p>
            <a:r>
              <a:rPr lang="pt-BR" b="1" dirty="0"/>
              <a:t>Tipologia de Risco.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5500694" y="2397807"/>
            <a:ext cx="30003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Criação de Estações de Monitoramento Contínuo.</a:t>
            </a:r>
          </a:p>
          <a:p>
            <a:endParaRPr lang="pt-BR" dirty="0"/>
          </a:p>
          <a:p>
            <a:r>
              <a:rPr lang="pt-BR" dirty="0"/>
              <a:t>Desenvolvimento de Modelagem Preditiva (Antecipação de Risco).</a:t>
            </a:r>
          </a:p>
          <a:p>
            <a:endParaRPr lang="pt-BR" dirty="0"/>
          </a:p>
        </p:txBody>
      </p:sp>
      <p:sp>
        <p:nvSpPr>
          <p:cNvPr id="10" name="Seta dobrada 9"/>
          <p:cNvSpPr/>
          <p:nvPr/>
        </p:nvSpPr>
        <p:spPr>
          <a:xfrm rot="10800000" flipH="1">
            <a:off x="1071539" y="2442985"/>
            <a:ext cx="500065" cy="1000132"/>
          </a:xfrm>
          <a:prstGeom prst="ben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9" name="Seta dobrada 8"/>
          <p:cNvSpPr/>
          <p:nvPr/>
        </p:nvSpPr>
        <p:spPr>
          <a:xfrm rot="10800000" flipH="1">
            <a:off x="1071540" y="2014357"/>
            <a:ext cx="500065" cy="642942"/>
          </a:xfrm>
          <a:prstGeom prst="ben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4" name="Retângulo de cantos arredondados 3"/>
          <p:cNvSpPr/>
          <p:nvPr/>
        </p:nvSpPr>
        <p:spPr>
          <a:xfrm>
            <a:off x="857225" y="657035"/>
            <a:ext cx="2714644" cy="142876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bg1"/>
                </a:solidFill>
              </a:rPr>
              <a:t>Diagnóstico</a:t>
            </a:r>
          </a:p>
        </p:txBody>
      </p:sp>
      <p:sp>
        <p:nvSpPr>
          <p:cNvPr id="11" name="Retângulo de cantos arredondados 10"/>
          <p:cNvSpPr/>
          <p:nvPr/>
        </p:nvSpPr>
        <p:spPr>
          <a:xfrm>
            <a:off x="4714876" y="4714884"/>
            <a:ext cx="2714644" cy="142876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bg1"/>
                </a:solidFill>
              </a:rPr>
              <a:t>Prognóstico</a:t>
            </a:r>
          </a:p>
        </p:txBody>
      </p:sp>
      <p:sp>
        <p:nvSpPr>
          <p:cNvPr id="14" name="Seta dobrada 13"/>
          <p:cNvSpPr/>
          <p:nvPr/>
        </p:nvSpPr>
        <p:spPr>
          <a:xfrm>
            <a:off x="5000628" y="3286124"/>
            <a:ext cx="500066" cy="1571636"/>
          </a:xfrm>
          <a:prstGeom prst="ben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6" name="Seta dobrada 15"/>
          <p:cNvSpPr/>
          <p:nvPr/>
        </p:nvSpPr>
        <p:spPr>
          <a:xfrm>
            <a:off x="5000628" y="2500306"/>
            <a:ext cx="500066" cy="1571636"/>
          </a:xfrm>
          <a:prstGeom prst="ben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500430" y="3214686"/>
            <a:ext cx="20950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OBRIGADA.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ala de Cinza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écnica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2827</TotalTime>
  <Words>662</Words>
  <Application>Microsoft Office PowerPoint</Application>
  <PresentationFormat>Apresentação na tela (4:3)</PresentationFormat>
  <Paragraphs>93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Arial</vt:lpstr>
      <vt:lpstr>Calibri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Computador</dc:creator>
  <cp:lastModifiedBy>carine brum</cp:lastModifiedBy>
  <cp:revision>96</cp:revision>
  <dcterms:created xsi:type="dcterms:W3CDTF">2025-10-18T13:23:41Z</dcterms:created>
  <dcterms:modified xsi:type="dcterms:W3CDTF">2026-09-24T22:16:36Z</dcterms:modified>
</cp:coreProperties>
</file>